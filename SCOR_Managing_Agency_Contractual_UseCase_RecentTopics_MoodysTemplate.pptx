
<file path=[Content_Types].xml><?xml version="1.0" encoding="utf-8"?>
<Types xmlns="http://schemas.openxmlformats.org/package/2006/content-types">
  <Default Extension="emf" ContentType="image/x-emf"/>
  <Default Extension="fntdata" ContentType="application/x-fontdata"/>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ommentAuthors.xml" ContentType="application/vnd.openxmlformats-officedocument.presentationml.commentAuthors+xml"/>
  <Override PartName="/ppt/diagrams/colors1.xml" ContentType="application/vnd.openxmlformats-officedocument.drawingml.diagramColors+xml"/>
  <Override PartName="/ppt/diagrams/colors2.xml" ContentType="application/vnd.openxmlformats-officedocument.drawingml.diagramColors+xml"/>
  <Override PartName="/ppt/diagrams/colors3.xml" ContentType="application/vnd.openxmlformats-officedocument.drawingml.diagramColors+xml"/>
  <Override PartName="/ppt/diagrams/colors4.xml" ContentType="application/vnd.openxmlformats-officedocument.drawingml.diagramColors+xml"/>
  <Override PartName="/ppt/diagrams/data1.xml" ContentType="application/vnd.openxmlformats-officedocument.drawingml.diagramData+xml"/>
  <Override PartName="/ppt/diagrams/data2.xml" ContentType="application/vnd.openxmlformats-officedocument.drawingml.diagramData+xml"/>
  <Override PartName="/ppt/diagrams/data3.xml" ContentType="application/vnd.openxmlformats-officedocument.drawingml.diagramData+xml"/>
  <Override PartName="/ppt/diagrams/data4.xml" ContentType="application/vnd.openxmlformats-officedocument.drawingml.diagramData+xml"/>
  <Override PartName="/ppt/diagrams/drawing1.xml" ContentType="application/vnd.ms-office.drawingml.diagramDrawing+xml"/>
  <Override PartName="/ppt/diagrams/drawing2.xml" ContentType="application/vnd.ms-office.drawingml.diagramDrawing+xml"/>
  <Override PartName="/ppt/diagrams/drawing3.xml" ContentType="application/vnd.ms-office.drawingml.diagramDrawing+xml"/>
  <Override PartName="/ppt/diagrams/drawing4.xml" ContentType="application/vnd.ms-office.drawingml.diagramDrawing+xml"/>
  <Override PartName="/ppt/diagrams/layout1.xml" ContentType="application/vnd.openxmlformats-officedocument.drawingml.diagramLayout+xml"/>
  <Override PartName="/ppt/diagrams/layout2.xml" ContentType="application/vnd.openxmlformats-officedocument.drawingml.diagramLayout+xml"/>
  <Override PartName="/ppt/diagrams/layout3.xml" ContentType="application/vnd.openxmlformats-officedocument.drawingml.diagramLayout+xml"/>
  <Override PartName="/ppt/diagrams/layout4.xml" ContentType="application/vnd.openxmlformats-officedocument.drawingml.diagramLayout+xml"/>
  <Override PartName="/ppt/diagrams/quickStyle1.xml" ContentType="application/vnd.openxmlformats-officedocument.drawingml.diagramStyle+xml"/>
  <Override PartName="/ppt/diagrams/quickStyle2.xml" ContentType="application/vnd.openxmlformats-officedocument.drawingml.diagramStyle+xml"/>
  <Override PartName="/ppt/diagrams/quickStyle3.xml" ContentType="application/vnd.openxmlformats-officedocument.drawingml.diagramStyle+xml"/>
  <Override PartName="/ppt/diagrams/quickStyle4.xml" ContentType="application/vnd.openxmlformats-officedocument.drawingml.diagramStyle+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00.xml" ContentType="application/vnd.openxmlformats-officedocument.presentationml.slideLayout+xml"/>
  <Override PartName="/ppt/slideLayouts/slideLayout101.xml" ContentType="application/vnd.openxmlformats-officedocument.presentationml.slideLayout+xml"/>
  <Override PartName="/ppt/slideLayouts/slideLayout102.xml" ContentType="application/vnd.openxmlformats-officedocument.presentationml.slideLayout+xml"/>
  <Override PartName="/ppt/slideLayouts/slideLayout103.xml" ContentType="application/vnd.openxmlformats-officedocument.presentationml.slideLayout+xml"/>
  <Override PartName="/ppt/slideLayouts/slideLayout104.xml" ContentType="application/vnd.openxmlformats-officedocument.presentationml.slideLayout+xml"/>
  <Override PartName="/ppt/slideLayouts/slideLayout105.xml" ContentType="application/vnd.openxmlformats-officedocument.presentationml.slideLayout+xml"/>
  <Override PartName="/ppt/slideLayouts/slideLayout106.xml" ContentType="application/vnd.openxmlformats-officedocument.presentationml.slideLayout+xml"/>
  <Override PartName="/ppt/slideLayouts/slideLayout107.xml" ContentType="application/vnd.openxmlformats-officedocument.presentationml.slideLayout+xml"/>
  <Override PartName="/ppt/slideLayouts/slideLayout108.xml" ContentType="application/vnd.openxmlformats-officedocument.presentationml.slideLayout+xml"/>
  <Override PartName="/ppt/slideLayouts/slideLayout109.xml" ContentType="application/vnd.openxmlformats-officedocument.presentationml.slideLayout+xml"/>
  <Override PartName="/ppt/slideLayouts/slideLayout11.xml" ContentType="application/vnd.openxmlformats-officedocument.presentationml.slideLayout+xml"/>
  <Override PartName="/ppt/slideLayouts/slideLayout110.xml" ContentType="application/vnd.openxmlformats-officedocument.presentationml.slideLayout+xml"/>
  <Override PartName="/ppt/slideLayouts/slideLayout111.xml" ContentType="application/vnd.openxmlformats-officedocument.presentationml.slideLayout+xml"/>
  <Override PartName="/ppt/slideLayouts/slideLayout112.xml" ContentType="application/vnd.openxmlformats-officedocument.presentationml.slideLayout+xml"/>
  <Override PartName="/ppt/slideLayouts/slideLayout113.xml" ContentType="application/vnd.openxmlformats-officedocument.presentationml.slideLayout+xml"/>
  <Override PartName="/ppt/slideLayouts/slideLayout114.xml" ContentType="application/vnd.openxmlformats-officedocument.presentationml.slideLayout+xml"/>
  <Override PartName="/ppt/slideLayouts/slideLayout115.xml" ContentType="application/vnd.openxmlformats-officedocument.presentationml.slideLayout+xml"/>
  <Override PartName="/ppt/slideLayouts/slideLayout116.xml" ContentType="application/vnd.openxmlformats-officedocument.presentationml.slideLayout+xml"/>
  <Override PartName="/ppt/slideLayouts/slideLayout117.xml" ContentType="application/vnd.openxmlformats-officedocument.presentationml.slideLayout+xml"/>
  <Override PartName="/ppt/slideLayouts/slideLayout118.xml" ContentType="application/vnd.openxmlformats-officedocument.presentationml.slideLayout+xml"/>
  <Override PartName="/ppt/slideLayouts/slideLayout119.xml" ContentType="application/vnd.openxmlformats-officedocument.presentationml.slideLayout+xml"/>
  <Override PartName="/ppt/slideLayouts/slideLayout12.xml" ContentType="application/vnd.openxmlformats-officedocument.presentationml.slideLayout+xml"/>
  <Override PartName="/ppt/slideLayouts/slideLayout120.xml" ContentType="application/vnd.openxmlformats-officedocument.presentationml.slideLayout+xml"/>
  <Override PartName="/ppt/slideLayouts/slideLayout121.xml" ContentType="application/vnd.openxmlformats-officedocument.presentationml.slideLayout+xml"/>
  <Override PartName="/ppt/slideLayouts/slideLayout122.xml" ContentType="application/vnd.openxmlformats-officedocument.presentationml.slideLayout+xml"/>
  <Override PartName="/ppt/slideLayouts/slideLayout123.xml" ContentType="application/vnd.openxmlformats-officedocument.presentationml.slideLayout+xml"/>
  <Override PartName="/ppt/slideLayouts/slideLayout124.xml" ContentType="application/vnd.openxmlformats-officedocument.presentationml.slideLayout+xml"/>
  <Override PartName="/ppt/slideLayouts/slideLayout125.xml" ContentType="application/vnd.openxmlformats-officedocument.presentationml.slideLayout+xml"/>
  <Override PartName="/ppt/slideLayouts/slideLayout126.xml" ContentType="application/vnd.openxmlformats-officedocument.presentationml.slideLayout+xml"/>
  <Override PartName="/ppt/slideLayouts/slideLayout127.xml" ContentType="application/vnd.openxmlformats-officedocument.presentationml.slideLayout+xml"/>
  <Override PartName="/ppt/slideLayouts/slideLayout128.xml" ContentType="application/vnd.openxmlformats-officedocument.presentationml.slideLayout+xml"/>
  <Override PartName="/ppt/slideLayouts/slideLayout129.xml" ContentType="application/vnd.openxmlformats-officedocument.presentationml.slideLayout+xml"/>
  <Override PartName="/ppt/slideLayouts/slideLayout13.xml" ContentType="application/vnd.openxmlformats-officedocument.presentationml.slideLayout+xml"/>
  <Override PartName="/ppt/slideLayouts/slideLayout130.xml" ContentType="application/vnd.openxmlformats-officedocument.presentationml.slideLayout+xml"/>
  <Override PartName="/ppt/slideLayouts/slideLayout131.xml" ContentType="application/vnd.openxmlformats-officedocument.presentationml.slideLayout+xml"/>
  <Override PartName="/ppt/slideLayouts/slideLayout132.xml" ContentType="application/vnd.openxmlformats-officedocument.presentationml.slideLayout+xml"/>
  <Override PartName="/ppt/slideLayouts/slideLayout133.xml" ContentType="application/vnd.openxmlformats-officedocument.presentationml.slideLayout+xml"/>
  <Override PartName="/ppt/slideLayouts/slideLayout134.xml" ContentType="application/vnd.openxmlformats-officedocument.presentationml.slideLayout+xml"/>
  <Override PartName="/ppt/slideLayouts/slideLayout135.xml" ContentType="application/vnd.openxmlformats-officedocument.presentationml.slideLayout+xml"/>
  <Override PartName="/ppt/slideLayouts/slideLayout136.xml" ContentType="application/vnd.openxmlformats-officedocument.presentationml.slideLayout+xml"/>
  <Override PartName="/ppt/slideLayouts/slideLayout137.xml" ContentType="application/vnd.openxmlformats-officedocument.presentationml.slideLayout+xml"/>
  <Override PartName="/ppt/slideLayouts/slideLayout138.xml" ContentType="application/vnd.openxmlformats-officedocument.presentationml.slideLayout+xml"/>
  <Override PartName="/ppt/slideLayouts/slideLayout139.xml" ContentType="application/vnd.openxmlformats-officedocument.presentationml.slideLayout+xml"/>
  <Override PartName="/ppt/slideLayouts/slideLayout14.xml" ContentType="application/vnd.openxmlformats-officedocument.presentationml.slideLayout+xml"/>
  <Override PartName="/ppt/slideLayouts/slideLayout140.xml" ContentType="application/vnd.openxmlformats-officedocument.presentationml.slideLayout+xml"/>
  <Override PartName="/ppt/slideLayouts/slideLayout141.xml" ContentType="application/vnd.openxmlformats-officedocument.presentationml.slideLayout+xml"/>
  <Override PartName="/ppt/slideLayouts/slideLayout142.xml" ContentType="application/vnd.openxmlformats-officedocument.presentationml.slideLayout+xml"/>
  <Override PartName="/ppt/slideLayouts/slideLayout143.xml" ContentType="application/vnd.openxmlformats-officedocument.presentationml.slideLayout+xml"/>
  <Override PartName="/ppt/slideLayouts/slideLayout144.xml" ContentType="application/vnd.openxmlformats-officedocument.presentationml.slideLayout+xml"/>
  <Override PartName="/ppt/slideLayouts/slideLayout145.xml" ContentType="application/vnd.openxmlformats-officedocument.presentationml.slideLayout+xml"/>
  <Override PartName="/ppt/slideLayouts/slideLayout146.xml" ContentType="application/vnd.openxmlformats-officedocument.presentationml.slideLayout+xml"/>
  <Override PartName="/ppt/slideLayouts/slideLayout147.xml" ContentType="application/vnd.openxmlformats-officedocument.presentationml.slideLayout+xml"/>
  <Override PartName="/ppt/slideLayouts/slideLayout148.xml" ContentType="application/vnd.openxmlformats-officedocument.presentationml.slideLayout+xml"/>
  <Override PartName="/ppt/slideLayouts/slideLayout149.xml" ContentType="application/vnd.openxmlformats-officedocument.presentationml.slideLayout+xml"/>
  <Override PartName="/ppt/slideLayouts/slideLayout15.xml" ContentType="application/vnd.openxmlformats-officedocument.presentationml.slideLayout+xml"/>
  <Override PartName="/ppt/slideLayouts/slideLayout150.xml" ContentType="application/vnd.openxmlformats-officedocument.presentationml.slideLayout+xml"/>
  <Override PartName="/ppt/slideLayouts/slideLayout151.xml" ContentType="application/vnd.openxmlformats-officedocument.presentationml.slideLayout+xml"/>
  <Override PartName="/ppt/slideLayouts/slideLayout152.xml" ContentType="application/vnd.openxmlformats-officedocument.presentationml.slideLayout+xml"/>
  <Override PartName="/ppt/slideLayouts/slideLayout153.xml" ContentType="application/vnd.openxmlformats-officedocument.presentationml.slideLayout+xml"/>
  <Override PartName="/ppt/slideLayouts/slideLayout154.xml" ContentType="application/vnd.openxmlformats-officedocument.presentationml.slideLayout+xml"/>
  <Override PartName="/ppt/slideLayouts/slideLayout155.xml" ContentType="application/vnd.openxmlformats-officedocument.presentationml.slideLayout+xml"/>
  <Override PartName="/ppt/slideLayouts/slideLayout156.xml" ContentType="application/vnd.openxmlformats-officedocument.presentationml.slideLayout+xml"/>
  <Override PartName="/ppt/slideLayouts/slideLayout157.xml" ContentType="application/vnd.openxmlformats-officedocument.presentationml.slideLayout+xml"/>
  <Override PartName="/ppt/slideLayouts/slideLayout158.xml" ContentType="application/vnd.openxmlformats-officedocument.presentationml.slideLayout+xml"/>
  <Override PartName="/ppt/slideLayouts/slideLayout159.xml" ContentType="application/vnd.openxmlformats-officedocument.presentationml.slideLayout+xml"/>
  <Override PartName="/ppt/slideLayouts/slideLayout16.xml" ContentType="application/vnd.openxmlformats-officedocument.presentationml.slideLayout+xml"/>
  <Override PartName="/ppt/slideLayouts/slideLayout160.xml" ContentType="application/vnd.openxmlformats-officedocument.presentationml.slideLayout+xml"/>
  <Override PartName="/ppt/slideLayouts/slideLayout161.xml" ContentType="application/vnd.openxmlformats-officedocument.presentationml.slideLayout+xml"/>
  <Override PartName="/ppt/slideLayouts/slideLayout162.xml" ContentType="application/vnd.openxmlformats-officedocument.presentationml.slideLayout+xml"/>
  <Override PartName="/ppt/slideLayouts/slideLayout163.xml" ContentType="application/vnd.openxmlformats-officedocument.presentationml.slideLayout+xml"/>
  <Override PartName="/ppt/slideLayouts/slideLayout164.xml" ContentType="application/vnd.openxmlformats-officedocument.presentationml.slideLayout+xml"/>
  <Override PartName="/ppt/slideLayouts/slideLayout165.xml" ContentType="application/vnd.openxmlformats-officedocument.presentationml.slideLayout+xml"/>
  <Override PartName="/ppt/slideLayouts/slideLayout166.xml" ContentType="application/vnd.openxmlformats-officedocument.presentationml.slideLayout+xml"/>
  <Override PartName="/ppt/slideLayouts/slideLayout167.xml" ContentType="application/vnd.openxmlformats-officedocument.presentationml.slideLayout+xml"/>
  <Override PartName="/ppt/slideLayouts/slideLayout168.xml" ContentType="application/vnd.openxmlformats-officedocument.presentationml.slideLayout+xml"/>
  <Override PartName="/ppt/slideLayouts/slideLayout169.xml" ContentType="application/vnd.openxmlformats-officedocument.presentationml.slideLayout+xml"/>
  <Override PartName="/ppt/slideLayouts/slideLayout17.xml" ContentType="application/vnd.openxmlformats-officedocument.presentationml.slideLayout+xml"/>
  <Override PartName="/ppt/slideLayouts/slideLayout170.xml" ContentType="application/vnd.openxmlformats-officedocument.presentationml.slideLayout+xml"/>
  <Override PartName="/ppt/slideLayouts/slideLayout171.xml" ContentType="application/vnd.openxmlformats-officedocument.presentationml.slideLayout+xml"/>
  <Override PartName="/ppt/slideLayouts/slideLayout172.xml" ContentType="application/vnd.openxmlformats-officedocument.presentationml.slideLayout+xml"/>
  <Override PartName="/ppt/slideLayouts/slideLayout173.xml" ContentType="application/vnd.openxmlformats-officedocument.presentationml.slideLayout+xml"/>
  <Override PartName="/ppt/slideLayouts/slideLayout174.xml" ContentType="application/vnd.openxmlformats-officedocument.presentationml.slideLayout+xml"/>
  <Override PartName="/ppt/slideLayouts/slideLayout175.xml" ContentType="application/vnd.openxmlformats-officedocument.presentationml.slideLayout+xml"/>
  <Override PartName="/ppt/slideLayouts/slideLayout176.xml" ContentType="application/vnd.openxmlformats-officedocument.presentationml.slideLayout+xml"/>
  <Override PartName="/ppt/slideLayouts/slideLayout177.xml" ContentType="application/vnd.openxmlformats-officedocument.presentationml.slideLayout+xml"/>
  <Override PartName="/ppt/slideLayouts/slideLayout178.xml" ContentType="application/vnd.openxmlformats-officedocument.presentationml.slideLayout+xml"/>
  <Override PartName="/ppt/slideLayouts/slideLayout179.xml" ContentType="application/vnd.openxmlformats-officedocument.presentationml.slideLayout+xml"/>
  <Override PartName="/ppt/slideLayouts/slideLayout18.xml" ContentType="application/vnd.openxmlformats-officedocument.presentationml.slideLayout+xml"/>
  <Override PartName="/ppt/slideLayouts/slideLayout180.xml" ContentType="application/vnd.openxmlformats-officedocument.presentationml.slideLayout+xml"/>
  <Override PartName="/ppt/slideLayouts/slideLayout181.xml" ContentType="application/vnd.openxmlformats-officedocument.presentationml.slideLayout+xml"/>
  <Override PartName="/ppt/slideLayouts/slideLayout182.xml" ContentType="application/vnd.openxmlformats-officedocument.presentationml.slideLayout+xml"/>
  <Override PartName="/ppt/slideLayouts/slideLayout183.xml" ContentType="application/vnd.openxmlformats-officedocument.presentationml.slideLayout+xml"/>
  <Override PartName="/ppt/slideLayouts/slideLayout184.xml" ContentType="application/vnd.openxmlformats-officedocument.presentationml.slideLayout+xml"/>
  <Override PartName="/ppt/slideLayouts/slideLayout185.xml" ContentType="application/vnd.openxmlformats-officedocument.presentationml.slideLayout+xml"/>
  <Override PartName="/ppt/slideLayouts/slideLayout186.xml" ContentType="application/vnd.openxmlformats-officedocument.presentationml.slideLayout+xml"/>
  <Override PartName="/ppt/slideLayouts/slideLayout187.xml" ContentType="application/vnd.openxmlformats-officedocument.presentationml.slideLayout+xml"/>
  <Override PartName="/ppt/slideLayouts/slideLayout188.xml" ContentType="application/vnd.openxmlformats-officedocument.presentationml.slideLayout+xml"/>
  <Override PartName="/ppt/slideLayouts/slideLayout189.xml" ContentType="application/vnd.openxmlformats-officedocument.presentationml.slideLayout+xml"/>
  <Override PartName="/ppt/slideLayouts/slideLayout19.xml" ContentType="application/vnd.openxmlformats-officedocument.presentationml.slideLayout+xml"/>
  <Override PartName="/ppt/slideLayouts/slideLayout190.xml" ContentType="application/vnd.openxmlformats-officedocument.presentationml.slideLayout+xml"/>
  <Override PartName="/ppt/slideLayouts/slideLayout191.xml" ContentType="application/vnd.openxmlformats-officedocument.presentationml.slideLayout+xml"/>
  <Override PartName="/ppt/slideLayouts/slideLayout192.xml" ContentType="application/vnd.openxmlformats-officedocument.presentationml.slideLayout+xml"/>
  <Override PartName="/ppt/slideLayouts/slideLayout193.xml" ContentType="application/vnd.openxmlformats-officedocument.presentationml.slideLayout+xml"/>
  <Override PartName="/ppt/slideLayouts/slideLayout194.xml" ContentType="application/vnd.openxmlformats-officedocument.presentationml.slideLayout+xml"/>
  <Override PartName="/ppt/slideLayouts/slideLayout195.xml" ContentType="application/vnd.openxmlformats-officedocument.presentationml.slideLayout+xml"/>
  <Override PartName="/ppt/slideLayouts/slideLayout196.xml" ContentType="application/vnd.openxmlformats-officedocument.presentationml.slideLayout+xml"/>
  <Override PartName="/ppt/slideLayouts/slideLayout197.xml" ContentType="application/vnd.openxmlformats-officedocument.presentationml.slideLayout+xml"/>
  <Override PartName="/ppt/slideLayouts/slideLayout198.xml" ContentType="application/vnd.openxmlformats-officedocument.presentationml.slideLayout+xml"/>
  <Override PartName="/ppt/slideLayouts/slideLayout19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00.xml" ContentType="application/vnd.openxmlformats-officedocument.presentationml.slideLayout+xml"/>
  <Override PartName="/ppt/slideLayouts/slideLayout201.xml" ContentType="application/vnd.openxmlformats-officedocument.presentationml.slideLayout+xml"/>
  <Override PartName="/ppt/slideLayouts/slideLayout202.xml" ContentType="application/vnd.openxmlformats-officedocument.presentationml.slideLayout+xml"/>
  <Override PartName="/ppt/slideLayouts/slideLayout203.xml" ContentType="application/vnd.openxmlformats-officedocument.presentationml.slideLayout+xml"/>
  <Override PartName="/ppt/slideLayouts/slideLayout204.xml" ContentType="application/vnd.openxmlformats-officedocument.presentationml.slideLayout+xml"/>
  <Override PartName="/ppt/slideLayouts/slideLayout205.xml" ContentType="application/vnd.openxmlformats-officedocument.presentationml.slideLayout+xml"/>
  <Override PartName="/ppt/slideLayouts/slideLayout206.xml" ContentType="application/vnd.openxmlformats-officedocument.presentationml.slideLayout+xml"/>
  <Override PartName="/ppt/slideLayouts/slideLayout207.xml" ContentType="application/vnd.openxmlformats-officedocument.presentationml.slideLayout+xml"/>
  <Override PartName="/ppt/slideLayouts/slideLayout208.xml" ContentType="application/vnd.openxmlformats-officedocument.presentationml.slideLayout+xml"/>
  <Override PartName="/ppt/slideLayouts/slideLayout209.xml" ContentType="application/vnd.openxmlformats-officedocument.presentationml.slideLayout+xml"/>
  <Override PartName="/ppt/slideLayouts/slideLayout21.xml" ContentType="application/vnd.openxmlformats-officedocument.presentationml.slideLayout+xml"/>
  <Override PartName="/ppt/slideLayouts/slideLayout210.xml" ContentType="application/vnd.openxmlformats-officedocument.presentationml.slideLayout+xml"/>
  <Override PartName="/ppt/slideLayouts/slideLayout211.xml" ContentType="application/vnd.openxmlformats-officedocument.presentationml.slideLayout+xml"/>
  <Override PartName="/ppt/slideLayouts/slideLayout212.xml" ContentType="application/vnd.openxmlformats-officedocument.presentationml.slideLayout+xml"/>
  <Override PartName="/ppt/slideLayouts/slideLayout213.xml" ContentType="application/vnd.openxmlformats-officedocument.presentationml.slideLayout+xml"/>
  <Override PartName="/ppt/slideLayouts/slideLayout214.xml" ContentType="application/vnd.openxmlformats-officedocument.presentationml.slideLayout+xml"/>
  <Override PartName="/ppt/slideLayouts/slideLayout215.xml" ContentType="application/vnd.openxmlformats-officedocument.presentationml.slideLayout+xml"/>
  <Override PartName="/ppt/slideLayouts/slideLayout216.xml" ContentType="application/vnd.openxmlformats-officedocument.presentationml.slideLayout+xml"/>
  <Override PartName="/ppt/slideLayouts/slideLayout217.xml" ContentType="application/vnd.openxmlformats-officedocument.presentationml.slideLayout+xml"/>
  <Override PartName="/ppt/slideLayouts/slideLayout218.xml" ContentType="application/vnd.openxmlformats-officedocument.presentationml.slideLayout+xml"/>
  <Override PartName="/ppt/slideLayouts/slideLayout219.xml" ContentType="application/vnd.openxmlformats-officedocument.presentationml.slideLayout+xml"/>
  <Override PartName="/ppt/slideLayouts/slideLayout22.xml" ContentType="application/vnd.openxmlformats-officedocument.presentationml.slideLayout+xml"/>
  <Override PartName="/ppt/slideLayouts/slideLayout220.xml" ContentType="application/vnd.openxmlformats-officedocument.presentationml.slideLayout+xml"/>
  <Override PartName="/ppt/slideLayouts/slideLayout221.xml" ContentType="application/vnd.openxmlformats-officedocument.presentationml.slideLayout+xml"/>
  <Override PartName="/ppt/slideLayouts/slideLayout222.xml" ContentType="application/vnd.openxmlformats-officedocument.presentationml.slideLayout+xml"/>
  <Override PartName="/ppt/slideLayouts/slideLayout223.xml" ContentType="application/vnd.openxmlformats-officedocument.presentationml.slideLayout+xml"/>
  <Override PartName="/ppt/slideLayouts/slideLayout224.xml" ContentType="application/vnd.openxmlformats-officedocument.presentationml.slideLayout+xml"/>
  <Override PartName="/ppt/slideLayouts/slideLayout225.xml" ContentType="application/vnd.openxmlformats-officedocument.presentationml.slideLayout+xml"/>
  <Override PartName="/ppt/slideLayouts/slideLayout226.xml" ContentType="application/vnd.openxmlformats-officedocument.presentationml.slideLayout+xml"/>
  <Override PartName="/ppt/slideLayouts/slideLayout227.xml" ContentType="application/vnd.openxmlformats-officedocument.presentationml.slideLayout+xml"/>
  <Override PartName="/ppt/slideLayouts/slideLayout228.xml" ContentType="application/vnd.openxmlformats-officedocument.presentationml.slideLayout+xml"/>
  <Override PartName="/ppt/slideLayouts/slideLayout229.xml" ContentType="application/vnd.openxmlformats-officedocument.presentationml.slideLayout+xml"/>
  <Override PartName="/ppt/slideLayouts/slideLayout23.xml" ContentType="application/vnd.openxmlformats-officedocument.presentationml.slideLayout+xml"/>
  <Override PartName="/ppt/slideLayouts/slideLayout230.xml" ContentType="application/vnd.openxmlformats-officedocument.presentationml.slideLayout+xml"/>
  <Override PartName="/ppt/slideLayouts/slideLayout231.xml" ContentType="application/vnd.openxmlformats-officedocument.presentationml.slideLayout+xml"/>
  <Override PartName="/ppt/slideLayouts/slideLayout232.xml" ContentType="application/vnd.openxmlformats-officedocument.presentationml.slideLayout+xml"/>
  <Override PartName="/ppt/slideLayouts/slideLayout233.xml" ContentType="application/vnd.openxmlformats-officedocument.presentationml.slideLayout+xml"/>
  <Override PartName="/ppt/slideLayouts/slideLayout234.xml" ContentType="application/vnd.openxmlformats-officedocument.presentationml.slideLayout+xml"/>
  <Override PartName="/ppt/slideLayouts/slideLayout235.xml" ContentType="application/vnd.openxmlformats-officedocument.presentationml.slideLayout+xml"/>
  <Override PartName="/ppt/slideLayouts/slideLayout236.xml" ContentType="application/vnd.openxmlformats-officedocument.presentationml.slideLayout+xml"/>
  <Override PartName="/ppt/slideLayouts/slideLayout237.xml" ContentType="application/vnd.openxmlformats-officedocument.presentationml.slideLayout+xml"/>
  <Override PartName="/ppt/slideLayouts/slideLayout238.xml" ContentType="application/vnd.openxmlformats-officedocument.presentationml.slideLayout+xml"/>
  <Override PartName="/ppt/slideLayouts/slideLayout239.xml" ContentType="application/vnd.openxmlformats-officedocument.presentationml.slideLayout+xml"/>
  <Override PartName="/ppt/slideLayouts/slideLayout24.xml" ContentType="application/vnd.openxmlformats-officedocument.presentationml.slideLayout+xml"/>
  <Override PartName="/ppt/slideLayouts/slideLayout240.xml" ContentType="application/vnd.openxmlformats-officedocument.presentationml.slideLayout+xml"/>
  <Override PartName="/ppt/slideLayouts/slideLayout241.xml" ContentType="application/vnd.openxmlformats-officedocument.presentationml.slideLayout+xml"/>
  <Override PartName="/ppt/slideLayouts/slideLayout242.xml" ContentType="application/vnd.openxmlformats-officedocument.presentationml.slideLayout+xml"/>
  <Override PartName="/ppt/slideLayouts/slideLayout243.xml" ContentType="application/vnd.openxmlformats-officedocument.presentationml.slideLayout+xml"/>
  <Override PartName="/ppt/slideLayouts/slideLayout244.xml" ContentType="application/vnd.openxmlformats-officedocument.presentationml.slideLayout+xml"/>
  <Override PartName="/ppt/slideLayouts/slideLayout245.xml" ContentType="application/vnd.openxmlformats-officedocument.presentationml.slideLayout+xml"/>
  <Override PartName="/ppt/slideLayouts/slideLayout246.xml" ContentType="application/vnd.openxmlformats-officedocument.presentationml.slideLayout+xml"/>
  <Override PartName="/ppt/slideLayouts/slideLayout247.xml" ContentType="application/vnd.openxmlformats-officedocument.presentationml.slideLayout+xml"/>
  <Override PartName="/ppt/slideLayouts/slideLayout248.xml" ContentType="application/vnd.openxmlformats-officedocument.presentationml.slideLayout+xml"/>
  <Override PartName="/ppt/slideLayouts/slideLayout249.xml" ContentType="application/vnd.openxmlformats-officedocument.presentationml.slideLayout+xml"/>
  <Override PartName="/ppt/slideLayouts/slideLayout25.xml" ContentType="application/vnd.openxmlformats-officedocument.presentationml.slideLayout+xml"/>
  <Override PartName="/ppt/slideLayouts/slideLayout250.xml" ContentType="application/vnd.openxmlformats-officedocument.presentationml.slideLayout+xml"/>
  <Override PartName="/ppt/slideLayouts/slideLayout251.xml" ContentType="application/vnd.openxmlformats-officedocument.presentationml.slideLayout+xml"/>
  <Override PartName="/ppt/slideLayouts/slideLayout252.xml" ContentType="application/vnd.openxmlformats-officedocument.presentationml.slideLayout+xml"/>
  <Override PartName="/ppt/slideLayouts/slideLayout253.xml" ContentType="application/vnd.openxmlformats-officedocument.presentationml.slideLayout+xml"/>
  <Override PartName="/ppt/slideLayouts/slideLayout254.xml" ContentType="application/vnd.openxmlformats-officedocument.presentationml.slideLayout+xml"/>
  <Override PartName="/ppt/slideLayouts/slideLayout255.xml" ContentType="application/vnd.openxmlformats-officedocument.presentationml.slideLayout+xml"/>
  <Override PartName="/ppt/slideLayouts/slideLayout256.xml" ContentType="application/vnd.openxmlformats-officedocument.presentationml.slideLayout+xml"/>
  <Override PartName="/ppt/slideLayouts/slideLayout257.xml" ContentType="application/vnd.openxmlformats-officedocument.presentationml.slideLayout+xml"/>
  <Override PartName="/ppt/slideLayouts/slideLayout258.xml" ContentType="application/vnd.openxmlformats-officedocument.presentationml.slideLayout+xml"/>
  <Override PartName="/ppt/slideLayouts/slideLayout259.xml" ContentType="application/vnd.openxmlformats-officedocument.presentationml.slideLayout+xml"/>
  <Override PartName="/ppt/slideLayouts/slideLayout26.xml" ContentType="application/vnd.openxmlformats-officedocument.presentationml.slideLayout+xml"/>
  <Override PartName="/ppt/slideLayouts/slideLayout260.xml" ContentType="application/vnd.openxmlformats-officedocument.presentationml.slideLayout+xml"/>
  <Override PartName="/ppt/slideLayouts/slideLayout261.xml" ContentType="application/vnd.openxmlformats-officedocument.presentationml.slideLayout+xml"/>
  <Override PartName="/ppt/slideLayouts/slideLayout262.xml" ContentType="application/vnd.openxmlformats-officedocument.presentationml.slideLayout+xml"/>
  <Override PartName="/ppt/slideLayouts/slideLayout263.xml" ContentType="application/vnd.openxmlformats-officedocument.presentationml.slideLayout+xml"/>
  <Override PartName="/ppt/slideLayouts/slideLayout264.xml" ContentType="application/vnd.openxmlformats-officedocument.presentationml.slideLayout+xml"/>
  <Override PartName="/ppt/slideLayouts/slideLayout265.xml" ContentType="application/vnd.openxmlformats-officedocument.presentationml.slideLayout+xml"/>
  <Override PartName="/ppt/slideLayouts/slideLayout266.xml" ContentType="application/vnd.openxmlformats-officedocument.presentationml.slideLayout+xml"/>
  <Override PartName="/ppt/slideLayouts/slideLayout267.xml" ContentType="application/vnd.openxmlformats-officedocument.presentationml.slideLayout+xml"/>
  <Override PartName="/ppt/slideLayouts/slideLayout268.xml" ContentType="application/vnd.openxmlformats-officedocument.presentationml.slideLayout+xml"/>
  <Override PartName="/ppt/slideLayouts/slideLayout269.xml" ContentType="application/vnd.openxmlformats-officedocument.presentationml.slideLayout+xml"/>
  <Override PartName="/ppt/slideLayouts/slideLayout27.xml" ContentType="application/vnd.openxmlformats-officedocument.presentationml.slideLayout+xml"/>
  <Override PartName="/ppt/slideLayouts/slideLayout270.xml" ContentType="application/vnd.openxmlformats-officedocument.presentationml.slideLayout+xml"/>
  <Override PartName="/ppt/slideLayouts/slideLayout271.xml" ContentType="application/vnd.openxmlformats-officedocument.presentationml.slideLayout+xml"/>
  <Override PartName="/ppt/slideLayouts/slideLayout272.xml" ContentType="application/vnd.openxmlformats-officedocument.presentationml.slideLayout+xml"/>
  <Override PartName="/ppt/slideLayouts/slideLayout273.xml" ContentType="application/vnd.openxmlformats-officedocument.presentationml.slideLayout+xml"/>
  <Override PartName="/ppt/slideLayouts/slideLayout274.xml" ContentType="application/vnd.openxmlformats-officedocument.presentationml.slideLayout+xml"/>
  <Override PartName="/ppt/slideLayouts/slideLayout275.xml" ContentType="application/vnd.openxmlformats-officedocument.presentationml.slideLayout+xml"/>
  <Override PartName="/ppt/slideLayouts/slideLayout276.xml" ContentType="application/vnd.openxmlformats-officedocument.presentationml.slideLayout+xml"/>
  <Override PartName="/ppt/slideLayouts/slideLayout277.xml" ContentType="application/vnd.openxmlformats-officedocument.presentationml.slideLayout+xml"/>
  <Override PartName="/ppt/slideLayouts/slideLayout278.xml" ContentType="application/vnd.openxmlformats-officedocument.presentationml.slideLayout+xml"/>
  <Override PartName="/ppt/slideLayouts/slideLayout279.xml" ContentType="application/vnd.openxmlformats-officedocument.presentationml.slideLayout+xml"/>
  <Override PartName="/ppt/slideLayouts/slideLayout28.xml" ContentType="application/vnd.openxmlformats-officedocument.presentationml.slideLayout+xml"/>
  <Override PartName="/ppt/slideLayouts/slideLayout280.xml" ContentType="application/vnd.openxmlformats-officedocument.presentationml.slideLayout+xml"/>
  <Override PartName="/ppt/slideLayouts/slideLayout281.xml" ContentType="application/vnd.openxmlformats-officedocument.presentationml.slideLayout+xml"/>
  <Override PartName="/ppt/slideLayouts/slideLayout282.xml" ContentType="application/vnd.openxmlformats-officedocument.presentationml.slideLayout+xml"/>
  <Override PartName="/ppt/slideLayouts/slideLayout283.xml" ContentType="application/vnd.openxmlformats-officedocument.presentationml.slideLayout+xml"/>
  <Override PartName="/ppt/slideLayouts/slideLayout284.xml" ContentType="application/vnd.openxmlformats-officedocument.presentationml.slideLayout+xml"/>
  <Override PartName="/ppt/slideLayouts/slideLayout285.xml" ContentType="application/vnd.openxmlformats-officedocument.presentationml.slideLayout+xml"/>
  <Override PartName="/ppt/slideLayouts/slideLayout286.xml" ContentType="application/vnd.openxmlformats-officedocument.presentationml.slideLayout+xml"/>
  <Override PartName="/ppt/slideLayouts/slideLayout287.xml" ContentType="application/vnd.openxmlformats-officedocument.presentationml.slideLayout+xml"/>
  <Override PartName="/ppt/slideLayouts/slideLayout288.xml" ContentType="application/vnd.openxmlformats-officedocument.presentationml.slideLayout+xml"/>
  <Override PartName="/ppt/slideLayouts/slideLayout289.xml" ContentType="application/vnd.openxmlformats-officedocument.presentationml.slideLayout+xml"/>
  <Override PartName="/ppt/slideLayouts/slideLayout29.xml" ContentType="application/vnd.openxmlformats-officedocument.presentationml.slideLayout+xml"/>
  <Override PartName="/ppt/slideLayouts/slideLayout290.xml" ContentType="application/vnd.openxmlformats-officedocument.presentationml.slideLayout+xml"/>
  <Override PartName="/ppt/slideLayouts/slideLayout291.xml" ContentType="application/vnd.openxmlformats-officedocument.presentationml.slideLayout+xml"/>
  <Override PartName="/ppt/slideLayouts/slideLayout292.xml" ContentType="application/vnd.openxmlformats-officedocument.presentationml.slideLayout+xml"/>
  <Override PartName="/ppt/slideLayouts/slideLayout293.xml" ContentType="application/vnd.openxmlformats-officedocument.presentationml.slideLayout+xml"/>
  <Override PartName="/ppt/slideLayouts/slideLayout294.xml" ContentType="application/vnd.openxmlformats-officedocument.presentationml.slideLayout+xml"/>
  <Override PartName="/ppt/slideLayouts/slideLayout295.xml" ContentType="application/vnd.openxmlformats-officedocument.presentationml.slideLayout+xml"/>
  <Override PartName="/ppt/slideLayouts/slideLayout296.xml" ContentType="application/vnd.openxmlformats-officedocument.presentationml.slideLayout+xml"/>
  <Override PartName="/ppt/slideLayouts/slideLayout297.xml" ContentType="application/vnd.openxmlformats-officedocument.presentationml.slideLayout+xml"/>
  <Override PartName="/ppt/slideLayouts/slideLayout298.xml" ContentType="application/vnd.openxmlformats-officedocument.presentationml.slideLayout+xml"/>
  <Override PartName="/ppt/slideLayouts/slideLayout29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00.xml" ContentType="application/vnd.openxmlformats-officedocument.presentationml.slideLayout+xml"/>
  <Override PartName="/ppt/slideLayouts/slideLayout301.xml" ContentType="application/vnd.openxmlformats-officedocument.presentationml.slideLayout+xml"/>
  <Override PartName="/ppt/slideLayouts/slideLayout302.xml" ContentType="application/vnd.openxmlformats-officedocument.presentationml.slideLayout+xml"/>
  <Override PartName="/ppt/slideLayouts/slideLayout303.xml" ContentType="application/vnd.openxmlformats-officedocument.presentationml.slideLayout+xml"/>
  <Override PartName="/ppt/slideLayouts/slideLayout304.xml" ContentType="application/vnd.openxmlformats-officedocument.presentationml.slideLayout+xml"/>
  <Override PartName="/ppt/slideLayouts/slideLayout305.xml" ContentType="application/vnd.openxmlformats-officedocument.presentationml.slideLayout+xml"/>
  <Override PartName="/ppt/slideLayouts/slideLayout306.xml" ContentType="application/vnd.openxmlformats-officedocument.presentationml.slideLayout+xml"/>
  <Override PartName="/ppt/slideLayouts/slideLayout307.xml" ContentType="application/vnd.openxmlformats-officedocument.presentationml.slideLayout+xml"/>
  <Override PartName="/ppt/slideLayouts/slideLayout308.xml" ContentType="application/vnd.openxmlformats-officedocument.presentationml.slideLayout+xml"/>
  <Override PartName="/ppt/slideLayouts/slideLayout309.xml" ContentType="application/vnd.openxmlformats-officedocument.presentationml.slideLayout+xml"/>
  <Override PartName="/ppt/slideLayouts/slideLayout31.xml" ContentType="application/vnd.openxmlformats-officedocument.presentationml.slideLayout+xml"/>
  <Override PartName="/ppt/slideLayouts/slideLayout310.xml" ContentType="application/vnd.openxmlformats-officedocument.presentationml.slideLayout+xml"/>
  <Override PartName="/ppt/slideLayouts/slideLayout311.xml" ContentType="application/vnd.openxmlformats-officedocument.presentationml.slideLayout+xml"/>
  <Override PartName="/ppt/slideLayouts/slideLayout312.xml" ContentType="application/vnd.openxmlformats-officedocument.presentationml.slideLayout+xml"/>
  <Override PartName="/ppt/slideLayouts/slideLayout313.xml" ContentType="application/vnd.openxmlformats-officedocument.presentationml.slideLayout+xml"/>
  <Override PartName="/ppt/slideLayouts/slideLayout314.xml" ContentType="application/vnd.openxmlformats-officedocument.presentationml.slideLayout+xml"/>
  <Override PartName="/ppt/slideLayouts/slideLayout315.xml" ContentType="application/vnd.openxmlformats-officedocument.presentationml.slideLayout+xml"/>
  <Override PartName="/ppt/slideLayouts/slideLayout316.xml" ContentType="application/vnd.openxmlformats-officedocument.presentationml.slideLayout+xml"/>
  <Override PartName="/ppt/slideLayouts/slideLayout317.xml" ContentType="application/vnd.openxmlformats-officedocument.presentationml.slideLayout+xml"/>
  <Override PartName="/ppt/slideLayouts/slideLayout318.xml" ContentType="application/vnd.openxmlformats-officedocument.presentationml.slideLayout+xml"/>
  <Override PartName="/ppt/slideLayouts/slideLayout319.xml" ContentType="application/vnd.openxmlformats-officedocument.presentationml.slideLayout+xml"/>
  <Override PartName="/ppt/slideLayouts/slideLayout32.xml" ContentType="application/vnd.openxmlformats-officedocument.presentationml.slideLayout+xml"/>
  <Override PartName="/ppt/slideLayouts/slideLayout320.xml" ContentType="application/vnd.openxmlformats-officedocument.presentationml.slideLayout+xml"/>
  <Override PartName="/ppt/slideLayouts/slideLayout321.xml" ContentType="application/vnd.openxmlformats-officedocument.presentationml.slideLayout+xml"/>
  <Override PartName="/ppt/slideLayouts/slideLayout322.xml" ContentType="application/vnd.openxmlformats-officedocument.presentationml.slideLayout+xml"/>
  <Override PartName="/ppt/slideLayouts/slideLayout323.xml" ContentType="application/vnd.openxmlformats-officedocument.presentationml.slideLayout+xml"/>
  <Override PartName="/ppt/slideLayouts/slideLayout324.xml" ContentType="application/vnd.openxmlformats-officedocument.presentationml.slideLayout+xml"/>
  <Override PartName="/ppt/slideLayouts/slideLayout325.xml" ContentType="application/vnd.openxmlformats-officedocument.presentationml.slideLayout+xml"/>
  <Override PartName="/ppt/slideLayouts/slideLayout326.xml" ContentType="application/vnd.openxmlformats-officedocument.presentationml.slideLayout+xml"/>
  <Override PartName="/ppt/slideLayouts/slideLayout327.xml" ContentType="application/vnd.openxmlformats-officedocument.presentationml.slideLayout+xml"/>
  <Override PartName="/ppt/slideLayouts/slideLayout328.xml" ContentType="application/vnd.openxmlformats-officedocument.presentationml.slideLayout+xml"/>
  <Override PartName="/ppt/slideLayouts/slideLayout329.xml" ContentType="application/vnd.openxmlformats-officedocument.presentationml.slideLayout+xml"/>
  <Override PartName="/ppt/slideLayouts/slideLayout33.xml" ContentType="application/vnd.openxmlformats-officedocument.presentationml.slideLayout+xml"/>
  <Override PartName="/ppt/slideLayouts/slideLayout330.xml" ContentType="application/vnd.openxmlformats-officedocument.presentationml.slideLayout+xml"/>
  <Override PartName="/ppt/slideLayouts/slideLayout331.xml" ContentType="application/vnd.openxmlformats-officedocument.presentationml.slideLayout+xml"/>
  <Override PartName="/ppt/slideLayouts/slideLayout332.xml" ContentType="application/vnd.openxmlformats-officedocument.presentationml.slideLayout+xml"/>
  <Override PartName="/ppt/slideLayouts/slideLayout333.xml" ContentType="application/vnd.openxmlformats-officedocument.presentationml.slideLayout+xml"/>
  <Override PartName="/ppt/slideLayouts/slideLayout334.xml" ContentType="application/vnd.openxmlformats-officedocument.presentationml.slideLayout+xml"/>
  <Override PartName="/ppt/slideLayouts/slideLayout335.xml" ContentType="application/vnd.openxmlformats-officedocument.presentationml.slideLayout+xml"/>
  <Override PartName="/ppt/slideLayouts/slideLayout336.xml" ContentType="application/vnd.openxmlformats-officedocument.presentationml.slideLayout+xml"/>
  <Override PartName="/ppt/slideLayouts/slideLayout337.xml" ContentType="application/vnd.openxmlformats-officedocument.presentationml.slideLayout+xml"/>
  <Override PartName="/ppt/slideLayouts/slideLayout338.xml" ContentType="application/vnd.openxmlformats-officedocument.presentationml.slideLayout+xml"/>
  <Override PartName="/ppt/slideLayouts/slideLayout339.xml" ContentType="application/vnd.openxmlformats-officedocument.presentationml.slideLayout+xml"/>
  <Override PartName="/ppt/slideLayouts/slideLayout34.xml" ContentType="application/vnd.openxmlformats-officedocument.presentationml.slideLayout+xml"/>
  <Override PartName="/ppt/slideLayouts/slideLayout340.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slideLayouts/slideLayout9.xml" ContentType="application/vnd.openxmlformats-officedocument.presentationml.slideLayout+xml"/>
  <Override PartName="/ppt/slideLayouts/slideLayout90.xml" ContentType="application/vnd.openxmlformats-officedocument.presentationml.slideLayout+xml"/>
  <Override PartName="/ppt/slideLayouts/slideLayout91.xml" ContentType="application/vnd.openxmlformats-officedocument.presentationml.slideLayout+xml"/>
  <Override PartName="/ppt/slideLayouts/slideLayout92.xml" ContentType="application/vnd.openxmlformats-officedocument.presentationml.slideLayout+xml"/>
  <Override PartName="/ppt/slideLayouts/slideLayout93.xml" ContentType="application/vnd.openxmlformats-officedocument.presentationml.slideLayout+xml"/>
  <Override PartName="/ppt/slideLayouts/slideLayout94.xml" ContentType="application/vnd.openxmlformats-officedocument.presentationml.slideLayout+xml"/>
  <Override PartName="/ppt/slideLayouts/slideLayout95.xml" ContentType="application/vnd.openxmlformats-officedocument.presentationml.slideLayout+xml"/>
  <Override PartName="/ppt/slideLayouts/slideLayout96.xml" ContentType="application/vnd.openxmlformats-officedocument.presentationml.slideLayout+xml"/>
  <Override PartName="/ppt/slideLayouts/slideLayout97.xml" ContentType="application/vnd.openxmlformats-officedocument.presentationml.slideLayout+xml"/>
  <Override PartName="/ppt/slideLayouts/slideLayout98.xml" ContentType="application/vnd.openxmlformats-officedocument.presentationml.slideLayout+xml"/>
  <Override PartName="/ppt/slideLayouts/slideLayout9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autoCompressPictures="0">
  <p:sldMasterIdLst>
    <p:sldMasterId id="2147483672" r:id="rId1"/>
    <p:sldMasterId id="2147483889" r:id="rId2"/>
    <p:sldMasterId id="2147483973" r:id="rId3"/>
    <p:sldMasterId id="2147484058" r:id="rId4"/>
  </p:sldMasterIdLst>
  <p:notesMasterIdLst>
    <p:notesMasterId r:id="rId26"/>
  </p:notesMasterIdLst>
  <p:sldIdLst>
    <p:sldId id="2147483613" r:id="rId48"/>
    <p:sldId id="2147483614" r:id="rId49"/>
    <p:sldId id="2147483615" r:id="rId50"/>
    <p:sldId id="2147483616" r:id="rId51"/>
    <p:sldId id="2147483617" r:id="rId52"/>
    <p:sldId id="2147483618" r:id="rId53"/>
    <p:sldId id="2147483619" r:id="rId54"/>
    <p:sldId id="2147483620" r:id="rId55"/>
  </p:sldIdLst>
  <p:sldSz cx="12192000" cy="6858000"/>
  <p:notesSz cx="7023100" cy="9309100"/>
  <p:embeddedFontLst>
    <p:embeddedFont>
      <p:font typeface="Arial Black" panose="020B0A04020102020204" pitchFamily="34" charset="0"/>
      <p:bold r:id="rId27"/>
    </p:embeddedFont>
    <p:embeddedFont>
      <p:font typeface="Cambria Math" panose="02040503050406030204" pitchFamily="18" charset="0"/>
      <p:regular r:id="rId28"/>
    </p:embeddedFont>
    <p:embeddedFont>
      <p:font typeface="Financier Semibold" panose="02020703070506060203" charset="0"/>
      <p:regular r:id="rId29"/>
      <p:bold r:id="rId30"/>
      <p:italic r:id="rId31"/>
      <p:boldItalic r:id="rId32"/>
    </p:embeddedFont>
    <p:embeddedFont>
      <p:font typeface="GT America" charset="0"/>
      <p:regular r:id="rId33"/>
      <p:bold r:id="rId34"/>
      <p:italic r:id="rId35"/>
      <p:boldItalic r:id="rId36"/>
    </p:embeddedFont>
    <p:embeddedFont>
      <p:font typeface="GT America Regular" pitchFamily="2" charset="0"/>
      <p:regular r:id="rId37"/>
      <p:bold r:id="rId38"/>
      <p:italic r:id="rId39"/>
      <p:boldItalic r:id="rId40"/>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Wallace, Michael" initials="WM" lastIdx="1" clrIdx="0">
    <p:extLst>
      <p:ext uri="{19B8F6BF-5375-455C-9EA6-DF929625EA0E}">
        <p15:presenceInfo xmlns:p15="http://schemas.microsoft.com/office/powerpoint/2012/main" userId="S::WallaceM@moodys.com::0edc6bac-2360-462f-ba26-8cb2e82a819b" providerId="AD"/>
      </p:ext>
    </p:extLst>
  </p:cmAuthor>
  <p:cmAuthor id="2" name="Amalie Vieira (Moody's)" initials="AV(" lastIdx="8" clrIdx="1">
    <p:extLst>
      <p:ext uri="{19B8F6BF-5375-455C-9EA6-DF929625EA0E}">
        <p15:presenceInfo xmlns:p15="http://schemas.microsoft.com/office/powerpoint/2012/main" userId="S::FabriciA@moodys.com::b7f32072-0a3a-4a04-b55a-edabca1f3baa"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6699"/>
    <a:srgbClr val="925AB2"/>
    <a:srgbClr val="E3C222"/>
    <a:srgbClr val="E9783D"/>
    <a:srgbClr val="2A4217"/>
    <a:srgbClr val="5C058C"/>
    <a:srgbClr val="C7AB20"/>
    <a:srgbClr val="F2F2F2"/>
    <a:srgbClr val="5EB6BC"/>
    <a:srgbClr val="BA0168"/>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1A5EEB3-2D71-4021-9D17-AB1343FE6B48}" v="3" dt="2025-08-01T15:24:10.75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EB344D84-9AFB-497E-A393-DC336BA19D2E}" styleName="Medium Style 3 - Accent 3">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3"/>
          </a:solidFill>
        </a:fill>
      </a:tcStyle>
    </a:lastCol>
    <a:firstCol>
      <a:tcTxStyle b="on">
        <a:fontRef idx="minor">
          <a:scrgbClr r="0" g="0" b="0"/>
        </a:fontRef>
        <a:schemeClr val="lt1"/>
      </a:tcTxStyle>
      <a:tcStyle>
        <a:tcBdr/>
        <a:fill>
          <a:solidFill>
            <a:schemeClr val="accent3"/>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3"/>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9DCAF9ED-07DC-4A11-8D7F-57B35C25682E}" styleName="Medium Style 1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 styleId="{912C8C85-51F0-491E-9774-3900AFEF0FD7}" styleName="Light Style 2 - Accent 6">
    <a:wholeTbl>
      <a:tcTxStyle>
        <a:fontRef idx="minor">
          <a:scrgbClr r="0" g="0" b="0"/>
        </a:fontRef>
        <a:schemeClr val="tx1"/>
      </a:tcTxStyle>
      <a:tcStyle>
        <a:tcBdr>
          <a:left>
            <a:lnRef idx="1">
              <a:schemeClr val="accent6"/>
            </a:lnRef>
          </a:left>
          <a:right>
            <a:lnRef idx="1">
              <a:schemeClr val="accent6"/>
            </a:lnRef>
          </a:right>
          <a:top>
            <a:lnRef idx="1">
              <a:schemeClr val="accent6"/>
            </a:lnRef>
          </a:top>
          <a:bottom>
            <a:lnRef idx="1">
              <a:schemeClr val="accent6"/>
            </a:lnRef>
          </a:bottom>
          <a:insideH>
            <a:ln>
              <a:noFill/>
            </a:ln>
          </a:insideH>
          <a:insideV>
            <a:ln>
              <a:noFill/>
            </a:ln>
          </a:insideV>
        </a:tcBdr>
        <a:fill>
          <a:noFill/>
        </a:fill>
      </a:tcStyle>
    </a:wholeTbl>
    <a:band1H>
      <a:tcStyle>
        <a:tcBdr>
          <a:top>
            <a:lnRef idx="1">
              <a:schemeClr val="accent6"/>
            </a:lnRef>
          </a:top>
          <a:bottom>
            <a:lnRef idx="1">
              <a:schemeClr val="accent6"/>
            </a:lnRef>
          </a:bottom>
        </a:tcBdr>
      </a:tcStyle>
    </a:band1H>
    <a:band1V>
      <a:tcStyle>
        <a:tcBdr>
          <a:left>
            <a:lnRef idx="1">
              <a:schemeClr val="accent6"/>
            </a:lnRef>
          </a:left>
          <a:right>
            <a:lnRef idx="1">
              <a:schemeClr val="accent6"/>
            </a:lnRef>
          </a:right>
        </a:tcBdr>
      </a:tcStyle>
    </a:band1V>
    <a:band2V>
      <a:tcStyle>
        <a:tcBdr>
          <a:left>
            <a:lnRef idx="1">
              <a:schemeClr val="accent6"/>
            </a:lnRef>
          </a:left>
          <a:right>
            <a:lnRef idx="1">
              <a:schemeClr val="accent6"/>
            </a:lnRef>
          </a:right>
        </a:tcBdr>
      </a:tcStyle>
    </a:band2V>
    <a:lastCol>
      <a:tcTxStyle b="on"/>
      <a:tcStyle>
        <a:tcBdr/>
      </a:tcStyle>
    </a:lastCol>
    <a:firstCol>
      <a:tcTxStyle b="on"/>
      <a:tcStyle>
        <a:tcBdr/>
      </a:tcStyle>
    </a:firstCol>
    <a:lastRow>
      <a:tcTxStyle b="on"/>
      <a:tcStyle>
        <a:tcBdr>
          <a:top>
            <a:ln w="50800" cmpd="dbl">
              <a:solidFill>
                <a:schemeClr val="accent6"/>
              </a:solidFill>
            </a:ln>
          </a:top>
        </a:tcBdr>
      </a:tcStyle>
    </a:lastRow>
    <a:firstRow>
      <a:tcTxStyle b="on">
        <a:fontRef idx="minor">
          <a:scrgbClr r="0" g="0" b="0"/>
        </a:fontRef>
        <a:schemeClr val="bg1"/>
      </a:tcTxStyle>
      <a:tcStyle>
        <a:tcBdr/>
        <a:fillRef idx="1">
          <a:schemeClr val="accent6"/>
        </a:fillRef>
      </a:tcStyle>
    </a:firstRow>
  </a:tblStyle>
  <a:tblStyle styleId="{FABFCF23-3B69-468F-B69F-88F6DE6A72F2}" styleName="Medium Style 1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 styleId="{10A1B5D5-9B99-4C35-A422-299274C87663}" styleName="Medium Style 1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16D9F66E-5EB9-4882-86FB-DCBF35E3C3E4}" styleName="Medium Style 4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solidFill>
            <a:schemeClr val="accent6">
              <a:tint val="20000"/>
            </a:schemeClr>
          </a:solidFill>
        </a:fill>
      </a:tcStyle>
    </a:wholeTbl>
    <a:band1H>
      <a:tcStyle>
        <a:tcBdr/>
        <a:fill>
          <a:solidFill>
            <a:schemeClr val="accent6">
              <a:tint val="40000"/>
            </a:schemeClr>
          </a:solidFill>
        </a:fill>
      </a:tcStyle>
    </a:band1H>
    <a:band1V>
      <a:tcStyle>
        <a:tcBdr/>
        <a:fill>
          <a:solidFill>
            <a:schemeClr val="accent6">
              <a:tint val="40000"/>
            </a:schemeClr>
          </a:solidFill>
        </a:fill>
      </a:tcStyle>
    </a:band1V>
    <a:lastCol>
      <a:tcTxStyle b="on"/>
      <a:tcStyle>
        <a:tcBdr/>
      </a:tcStyle>
    </a:lastCol>
    <a:firstCol>
      <a:tcTxStyle b="on"/>
      <a:tcStyle>
        <a:tcBdr/>
      </a:tcStyle>
    </a:firstCol>
    <a:lastRow>
      <a:tcTxStyle b="on"/>
      <a:tcStyle>
        <a:tcBdr>
          <a:top>
            <a:ln w="25400" cmpd="sng">
              <a:solidFill>
                <a:schemeClr val="accent6"/>
              </a:solidFill>
            </a:ln>
          </a:top>
        </a:tcBdr>
        <a:fill>
          <a:solidFill>
            <a:schemeClr val="accent6">
              <a:tint val="20000"/>
            </a:schemeClr>
          </a:solidFill>
        </a:fill>
      </a:tcStyle>
    </a:lastRow>
    <a:firstRow>
      <a:tcTxStyle b="on"/>
      <a:tcStyle>
        <a:tcBdr/>
        <a:fill>
          <a:solidFill>
            <a:schemeClr val="accent6">
              <a:tint val="20000"/>
            </a:schemeClr>
          </a:solidFill>
        </a:fill>
      </a:tcStyle>
    </a:firstRow>
  </a:tblStyle>
  <a:tblStyle styleId="{22838BEF-8BB2-4498-84A7-C5851F593DF1}" styleName="Medium Style 4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solidFill>
            <a:schemeClr val="accent5">
              <a:tint val="20000"/>
            </a:schemeClr>
          </a:solidFill>
        </a:fill>
      </a:tcStyle>
    </a:wholeTbl>
    <a:band1H>
      <a:tcStyle>
        <a:tcBdr/>
        <a:fill>
          <a:solidFill>
            <a:schemeClr val="accent5">
              <a:tint val="40000"/>
            </a:schemeClr>
          </a:solidFill>
        </a:fill>
      </a:tcStyle>
    </a:band1H>
    <a:band1V>
      <a:tcStyle>
        <a:tcBdr/>
        <a:fill>
          <a:solidFill>
            <a:schemeClr val="accent5">
              <a:tint val="40000"/>
            </a:schemeClr>
          </a:solidFill>
        </a:fill>
      </a:tcStyle>
    </a:band1V>
    <a:lastCol>
      <a:tcTxStyle b="on"/>
      <a:tcStyle>
        <a:tcBdr/>
      </a:tcStyle>
    </a:lastCol>
    <a:firstCol>
      <a:tcTxStyle b="on"/>
      <a:tcStyle>
        <a:tcBdr/>
      </a:tcStyle>
    </a:firstCol>
    <a:lastRow>
      <a:tcTxStyle b="on"/>
      <a:tcStyle>
        <a:tcBdr>
          <a:top>
            <a:ln w="25400" cmpd="sng">
              <a:solidFill>
                <a:schemeClr val="accent5"/>
              </a:solidFill>
            </a:ln>
          </a:top>
        </a:tcBdr>
        <a:fill>
          <a:solidFill>
            <a:schemeClr val="accent5">
              <a:tint val="20000"/>
            </a:schemeClr>
          </a:solidFill>
        </a:fill>
      </a:tcStyle>
    </a:lastRow>
    <a:firstRow>
      <a:tcTxStyle b="on"/>
      <a:tcStyle>
        <a:tcBdr/>
        <a:fill>
          <a:solidFill>
            <a:schemeClr val="accent5">
              <a:tint val="20000"/>
            </a:schemeClr>
          </a:solidFill>
        </a:fill>
      </a:tcStyle>
    </a:firstRow>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E8B1032C-EA38-4F05-BA0D-38AFFFC7BED3}" styleName="Light Style 3 - Accent 6">
    <a:wholeTbl>
      <a:tcTxStyle>
        <a:fontRef idx="minor">
          <a:scrgbClr r="0" g="0" b="0"/>
        </a:fontRef>
        <a:schemeClr val="tx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noFill/>
        </a:fill>
      </a:tcStyle>
    </a:wholeTbl>
    <a:band1H>
      <a:tcStyle>
        <a:tcBdr/>
        <a:fill>
          <a:solidFill>
            <a:schemeClr val="accent6">
              <a:alpha val="20000"/>
            </a:schemeClr>
          </a:solidFill>
        </a:fill>
      </a:tcStyle>
    </a:band1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noFill/>
        </a:fill>
      </a:tcStyle>
    </a:lastRow>
    <a:firstRow>
      <a:tcTxStyle b="on"/>
      <a:tcStyle>
        <a:tcBdr>
          <a:bottom>
            <a:ln w="25400" cmpd="sng">
              <a:solidFill>
                <a:schemeClr val="accent6"/>
              </a:solidFill>
            </a:ln>
          </a:bottom>
        </a:tcBdr>
        <a:fill>
          <a:no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5DA37D80-6434-44D0-A028-1B22A696006F}" styleName="Light Style 3 - Accent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 styleId="{BDBED569-4797-4DF1-A0F4-6AAB3CD982D8}" styleName="Light Style 3 - Accent 5">
    <a:wholeTbl>
      <a:tcTxStyle>
        <a:fontRef idx="minor">
          <a:scrgbClr r="0" g="0" b="0"/>
        </a:fontRef>
        <a:schemeClr val="tx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noFill/>
        </a:fill>
      </a:tcStyle>
    </a:wholeTbl>
    <a:band1H>
      <a:tcStyle>
        <a:tcBdr/>
        <a:fill>
          <a:solidFill>
            <a:schemeClr val="accent5">
              <a:alpha val="20000"/>
            </a:schemeClr>
          </a:solidFill>
        </a:fill>
      </a:tcStyle>
    </a:band1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noFill/>
        </a:fill>
      </a:tcStyle>
    </a:lastRow>
    <a:firstRow>
      <a:tcTxStyle b="on"/>
      <a:tcStyle>
        <a:tcBdr>
          <a:bottom>
            <a:ln w="25400" cmpd="sng">
              <a:solidFill>
                <a:schemeClr val="accent5"/>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6771" autoAdjust="0"/>
    <p:restoredTop sz="93674" autoAdjust="0"/>
  </p:normalViewPr>
  <p:slideViewPr>
    <p:cSldViewPr snapToGrid="0">
      <p:cViewPr varScale="1">
        <p:scale>
          <a:sx n="87" d="100"/>
          <a:sy n="87" d="100"/>
        </p:scale>
        <p:origin x="278" y="42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Master" Target="slideMasters/slideMaster3.xml"/><Relationship Id="rId4" Type="http://schemas.openxmlformats.org/officeDocument/2006/relationships/slideMaster" Target="slideMasters/slideMaster4.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notesMaster" Target="notesMasters/notesMaster1.xml"/><Relationship Id="rId27" Type="http://schemas.openxmlformats.org/officeDocument/2006/relationships/font" Target="fonts/font1.fntdata"/><Relationship Id="rId28" Type="http://schemas.openxmlformats.org/officeDocument/2006/relationships/font" Target="fonts/font2.fntdata"/><Relationship Id="rId29" Type="http://schemas.openxmlformats.org/officeDocument/2006/relationships/font" Target="fonts/font3.fntdata"/><Relationship Id="rId30" Type="http://schemas.openxmlformats.org/officeDocument/2006/relationships/font" Target="fonts/font4.fntdata"/><Relationship Id="rId31" Type="http://schemas.openxmlformats.org/officeDocument/2006/relationships/font" Target="fonts/font5.fntdata"/><Relationship Id="rId32" Type="http://schemas.openxmlformats.org/officeDocument/2006/relationships/font" Target="fonts/font6.fntdata"/><Relationship Id="rId33" Type="http://schemas.openxmlformats.org/officeDocument/2006/relationships/font" Target="fonts/font7.fntdata"/><Relationship Id="rId34" Type="http://schemas.openxmlformats.org/officeDocument/2006/relationships/font" Target="fonts/font8.fntdata"/><Relationship Id="rId35" Type="http://schemas.openxmlformats.org/officeDocument/2006/relationships/font" Target="fonts/font9.fntdata"/><Relationship Id="rId36" Type="http://schemas.openxmlformats.org/officeDocument/2006/relationships/font" Target="fonts/font10.fntdata"/><Relationship Id="rId37" Type="http://schemas.openxmlformats.org/officeDocument/2006/relationships/font" Target="fonts/font11.fntdata"/><Relationship Id="rId38" Type="http://schemas.openxmlformats.org/officeDocument/2006/relationships/font" Target="fonts/font12.fntdata"/><Relationship Id="rId39" Type="http://schemas.openxmlformats.org/officeDocument/2006/relationships/font" Target="fonts/font13.fntdata"/><Relationship Id="rId40" Type="http://schemas.openxmlformats.org/officeDocument/2006/relationships/font" Target="fonts/font14.fntdata"/><Relationship Id="rId41" Type="http://schemas.openxmlformats.org/officeDocument/2006/relationships/commentAuthors" Target="commentAuthors.xml"/><Relationship Id="rId42" Type="http://schemas.openxmlformats.org/officeDocument/2006/relationships/presProps" Target="presProps.xml"/><Relationship Id="rId43" Type="http://schemas.openxmlformats.org/officeDocument/2006/relationships/viewProps" Target="viewProps.xml"/><Relationship Id="rId44" Type="http://schemas.openxmlformats.org/officeDocument/2006/relationships/theme" Target="theme/theme1.xml"/><Relationship Id="rId45" Type="http://schemas.openxmlformats.org/officeDocument/2006/relationships/tableStyles" Target="tableStyles.xml"/><Relationship Id="rId46" Type="http://schemas.microsoft.com/office/2016/11/relationships/changesInfo" Target="changesInfos/changesInfo1.xml"/><Relationship Id="rId47" Type="http://schemas.microsoft.com/office/2015/10/relationships/revisionInfo" Target="revisionInfo.xml"/><Relationship Id="rId48" Type="http://schemas.openxmlformats.org/officeDocument/2006/relationships/slide" Target="slides/slide22.xml"/><Relationship Id="rId49" Type="http://schemas.openxmlformats.org/officeDocument/2006/relationships/slide" Target="slides/slide23.xml"/><Relationship Id="rId50" Type="http://schemas.openxmlformats.org/officeDocument/2006/relationships/slide" Target="slides/slide24.xml"/><Relationship Id="rId51" Type="http://schemas.openxmlformats.org/officeDocument/2006/relationships/slide" Target="slides/slide25.xml"/><Relationship Id="rId52" Type="http://schemas.openxmlformats.org/officeDocument/2006/relationships/slide" Target="slides/slide26.xml"/><Relationship Id="rId53" Type="http://schemas.openxmlformats.org/officeDocument/2006/relationships/slide" Target="slides/slide27.xml"/><Relationship Id="rId54" Type="http://schemas.openxmlformats.org/officeDocument/2006/relationships/slide" Target="slides/slide28.xml"/><Relationship Id="rId55" Type="http://schemas.openxmlformats.org/officeDocument/2006/relationships/slide" Target="slides/slide29.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Najib Darif (Moody's)" userId="592a0a0c-cdda-4551-acca-2ec9c5e745e6" providerId="ADAL" clId="{21A5EEB3-2D71-4021-9D17-AB1343FE6B48}"/>
    <pc:docChg chg="custSel addSld modSld delMainMaster modMainMaster">
      <pc:chgData name="Najib Darif (Moody's)" userId="592a0a0c-cdda-4551-acca-2ec9c5e745e6" providerId="ADAL" clId="{21A5EEB3-2D71-4021-9D17-AB1343FE6B48}" dt="2025-08-01T15:24:10.751" v="12"/>
      <pc:docMkLst>
        <pc:docMk/>
      </pc:docMkLst>
      <pc:sldChg chg="delSp mod modTransition">
        <pc:chgData name="Najib Darif (Moody's)" userId="592a0a0c-cdda-4551-acca-2ec9c5e745e6" providerId="ADAL" clId="{21A5EEB3-2D71-4021-9D17-AB1343FE6B48}" dt="2025-08-01T15:24:10.751" v="12"/>
        <pc:sldMkLst>
          <pc:docMk/>
          <pc:sldMk cId="1793815777" sldId="348"/>
        </pc:sldMkLst>
        <pc:spChg chg="del">
          <ac:chgData name="Najib Darif (Moody's)" userId="592a0a0c-cdda-4551-acca-2ec9c5e745e6" providerId="ADAL" clId="{21A5EEB3-2D71-4021-9D17-AB1343FE6B48}" dt="2025-08-01T15:24:02.934" v="10" actId="478"/>
          <ac:spMkLst>
            <pc:docMk/>
            <pc:sldMk cId="1793815777" sldId="348"/>
            <ac:spMk id="3" creationId="{7BA77EE9-0C01-1F1F-2869-53DF14D431DE}"/>
          </ac:spMkLst>
        </pc:spChg>
        <pc:spChg chg="del">
          <ac:chgData name="Najib Darif (Moody's)" userId="592a0a0c-cdda-4551-acca-2ec9c5e745e6" providerId="ADAL" clId="{21A5EEB3-2D71-4021-9D17-AB1343FE6B48}" dt="2025-08-01T15:24:06.037" v="11" actId="478"/>
          <ac:spMkLst>
            <pc:docMk/>
            <pc:sldMk cId="1793815777" sldId="348"/>
            <ac:spMk id="4" creationId="{CBED4729-30B5-EDAA-842B-26A82A24977C}"/>
          </ac:spMkLst>
        </pc:spChg>
        <pc:spChg chg="del">
          <ac:chgData name="Najib Darif (Moody's)" userId="592a0a0c-cdda-4551-acca-2ec9c5e745e6" providerId="ADAL" clId="{21A5EEB3-2D71-4021-9D17-AB1343FE6B48}" dt="2025-08-01T15:23:50.672" v="7" actId="478"/>
          <ac:spMkLst>
            <pc:docMk/>
            <pc:sldMk cId="1793815777" sldId="348"/>
            <ac:spMk id="9" creationId="{FB6E4522-85E2-0B47-3B9B-363C081E7CB2}"/>
          </ac:spMkLst>
        </pc:spChg>
        <pc:spChg chg="del">
          <ac:chgData name="Najib Darif (Moody's)" userId="592a0a0c-cdda-4551-acca-2ec9c5e745e6" providerId="ADAL" clId="{21A5EEB3-2D71-4021-9D17-AB1343FE6B48}" dt="2025-08-01T15:23:54.677" v="8" actId="478"/>
          <ac:spMkLst>
            <pc:docMk/>
            <pc:sldMk cId="1793815777" sldId="348"/>
            <ac:spMk id="11" creationId="{F2E5C905-8A35-D49B-1736-D2F4840262E6}"/>
          </ac:spMkLst>
        </pc:spChg>
        <pc:spChg chg="del">
          <ac:chgData name="Najib Darif (Moody's)" userId="592a0a0c-cdda-4551-acca-2ec9c5e745e6" providerId="ADAL" clId="{21A5EEB3-2D71-4021-9D17-AB1343FE6B48}" dt="2025-08-01T15:23:57.915" v="9" actId="478"/>
          <ac:spMkLst>
            <pc:docMk/>
            <pc:sldMk cId="1793815777" sldId="348"/>
            <ac:spMk id="12" creationId="{C81194BD-ACE9-2BB9-663A-EF78B1CF3C39}"/>
          </ac:spMkLst>
        </pc:spChg>
      </pc:sldChg>
      <pc:sldChg chg="modTransition">
        <pc:chgData name="Najib Darif (Moody's)" userId="592a0a0c-cdda-4551-acca-2ec9c5e745e6" providerId="ADAL" clId="{21A5EEB3-2D71-4021-9D17-AB1343FE6B48}" dt="2025-08-01T15:24:10.751" v="12"/>
        <pc:sldMkLst>
          <pc:docMk/>
          <pc:sldMk cId="528443755" sldId="2145706281"/>
        </pc:sldMkLst>
      </pc:sldChg>
      <pc:sldChg chg="add modTransition">
        <pc:chgData name="Najib Darif (Moody's)" userId="592a0a0c-cdda-4551-acca-2ec9c5e745e6" providerId="ADAL" clId="{21A5EEB3-2D71-4021-9D17-AB1343FE6B48}" dt="2025-08-01T15:24:10.751" v="12"/>
        <pc:sldMkLst>
          <pc:docMk/>
          <pc:sldMk cId="588840301" sldId="2147479827"/>
        </pc:sldMkLst>
      </pc:sldChg>
      <pc:sldChg chg="add modTransition">
        <pc:chgData name="Najib Darif (Moody's)" userId="592a0a0c-cdda-4551-acca-2ec9c5e745e6" providerId="ADAL" clId="{21A5EEB3-2D71-4021-9D17-AB1343FE6B48}" dt="2025-08-01T15:24:10.751" v="12"/>
        <pc:sldMkLst>
          <pc:docMk/>
          <pc:sldMk cId="3315857319" sldId="2147479831"/>
        </pc:sldMkLst>
      </pc:sldChg>
      <pc:sldChg chg="modTransition">
        <pc:chgData name="Najib Darif (Moody's)" userId="592a0a0c-cdda-4551-acca-2ec9c5e745e6" providerId="ADAL" clId="{21A5EEB3-2D71-4021-9D17-AB1343FE6B48}" dt="2025-08-01T15:24:10.751" v="12"/>
        <pc:sldMkLst>
          <pc:docMk/>
          <pc:sldMk cId="269918474" sldId="2147479839"/>
        </pc:sldMkLst>
      </pc:sldChg>
      <pc:sldChg chg="modSp add mod modTransition">
        <pc:chgData name="Najib Darif (Moody's)" userId="592a0a0c-cdda-4551-acca-2ec9c5e745e6" providerId="ADAL" clId="{21A5EEB3-2D71-4021-9D17-AB1343FE6B48}" dt="2025-08-01T15:24:10.751" v="12"/>
        <pc:sldMkLst>
          <pc:docMk/>
          <pc:sldMk cId="2286914676" sldId="2147479848"/>
        </pc:sldMkLst>
        <pc:spChg chg="mod">
          <ac:chgData name="Najib Darif (Moody's)" userId="592a0a0c-cdda-4551-acca-2ec9c5e745e6" providerId="ADAL" clId="{21A5EEB3-2D71-4021-9D17-AB1343FE6B48}" dt="2025-08-01T15:23:24.581" v="3" actId="20577"/>
          <ac:spMkLst>
            <pc:docMk/>
            <pc:sldMk cId="2286914676" sldId="2147479848"/>
            <ac:spMk id="2" creationId="{F3152354-3020-3A72-1043-A12AE20AD1B6}"/>
          </ac:spMkLst>
        </pc:spChg>
      </pc:sldChg>
      <pc:sldChg chg="modTransition">
        <pc:chgData name="Najib Darif (Moody's)" userId="592a0a0c-cdda-4551-acca-2ec9c5e745e6" providerId="ADAL" clId="{21A5EEB3-2D71-4021-9D17-AB1343FE6B48}" dt="2025-08-01T15:24:10.751" v="12"/>
        <pc:sldMkLst>
          <pc:docMk/>
          <pc:sldMk cId="3168745774" sldId="2147479914"/>
        </pc:sldMkLst>
      </pc:sldChg>
      <pc:sldChg chg="modTransition">
        <pc:chgData name="Najib Darif (Moody's)" userId="592a0a0c-cdda-4551-acca-2ec9c5e745e6" providerId="ADAL" clId="{21A5EEB3-2D71-4021-9D17-AB1343FE6B48}" dt="2025-08-01T15:24:10.751" v="12"/>
        <pc:sldMkLst>
          <pc:docMk/>
          <pc:sldMk cId="1574659800" sldId="2147479915"/>
        </pc:sldMkLst>
      </pc:sldChg>
      <pc:sldChg chg="modTransition">
        <pc:chgData name="Najib Darif (Moody's)" userId="592a0a0c-cdda-4551-acca-2ec9c5e745e6" providerId="ADAL" clId="{21A5EEB3-2D71-4021-9D17-AB1343FE6B48}" dt="2025-08-01T15:24:10.751" v="12"/>
        <pc:sldMkLst>
          <pc:docMk/>
          <pc:sldMk cId="1846748740" sldId="2147479916"/>
        </pc:sldMkLst>
      </pc:sldChg>
      <pc:sldChg chg="modTransition">
        <pc:chgData name="Najib Darif (Moody's)" userId="592a0a0c-cdda-4551-acca-2ec9c5e745e6" providerId="ADAL" clId="{21A5EEB3-2D71-4021-9D17-AB1343FE6B48}" dt="2025-08-01T15:24:10.751" v="12"/>
        <pc:sldMkLst>
          <pc:docMk/>
          <pc:sldMk cId="2700185355" sldId="2147479917"/>
        </pc:sldMkLst>
      </pc:sldChg>
      <pc:sldChg chg="modTransition">
        <pc:chgData name="Najib Darif (Moody's)" userId="592a0a0c-cdda-4551-acca-2ec9c5e745e6" providerId="ADAL" clId="{21A5EEB3-2D71-4021-9D17-AB1343FE6B48}" dt="2025-08-01T15:24:10.751" v="12"/>
        <pc:sldMkLst>
          <pc:docMk/>
          <pc:sldMk cId="824490941" sldId="2147479919"/>
        </pc:sldMkLst>
      </pc:sldChg>
      <pc:sldChg chg="modTransition">
        <pc:chgData name="Najib Darif (Moody's)" userId="592a0a0c-cdda-4551-acca-2ec9c5e745e6" providerId="ADAL" clId="{21A5EEB3-2D71-4021-9D17-AB1343FE6B48}" dt="2025-08-01T15:24:10.751" v="12"/>
        <pc:sldMkLst>
          <pc:docMk/>
          <pc:sldMk cId="1680880146" sldId="2147479920"/>
        </pc:sldMkLst>
      </pc:sldChg>
      <pc:sldChg chg="modTransition">
        <pc:chgData name="Najib Darif (Moody's)" userId="592a0a0c-cdda-4551-acca-2ec9c5e745e6" providerId="ADAL" clId="{21A5EEB3-2D71-4021-9D17-AB1343FE6B48}" dt="2025-08-01T15:24:10.751" v="12"/>
        <pc:sldMkLst>
          <pc:docMk/>
          <pc:sldMk cId="1899861044" sldId="2147479922"/>
        </pc:sldMkLst>
      </pc:sldChg>
      <pc:sldChg chg="modTransition">
        <pc:chgData name="Najib Darif (Moody's)" userId="592a0a0c-cdda-4551-acca-2ec9c5e745e6" providerId="ADAL" clId="{21A5EEB3-2D71-4021-9D17-AB1343FE6B48}" dt="2025-08-01T15:24:10.751" v="12"/>
        <pc:sldMkLst>
          <pc:docMk/>
          <pc:sldMk cId="299358105" sldId="2147479924"/>
        </pc:sldMkLst>
      </pc:sldChg>
      <pc:sldChg chg="add modTransition">
        <pc:chgData name="Najib Darif (Moody's)" userId="592a0a0c-cdda-4551-acca-2ec9c5e745e6" providerId="ADAL" clId="{21A5EEB3-2D71-4021-9D17-AB1343FE6B48}" dt="2025-08-01T15:24:10.751" v="12"/>
        <pc:sldMkLst>
          <pc:docMk/>
          <pc:sldMk cId="55184776" sldId="2147480072"/>
        </pc:sldMkLst>
      </pc:sldChg>
      <pc:sldChg chg="add modTransition">
        <pc:chgData name="Najib Darif (Moody's)" userId="592a0a0c-cdda-4551-acca-2ec9c5e745e6" providerId="ADAL" clId="{21A5EEB3-2D71-4021-9D17-AB1343FE6B48}" dt="2025-08-01T15:24:10.751" v="12"/>
        <pc:sldMkLst>
          <pc:docMk/>
          <pc:sldMk cId="2962427516" sldId="2147480078"/>
        </pc:sldMkLst>
      </pc:sldChg>
      <pc:sldChg chg="add modTransition">
        <pc:chgData name="Najib Darif (Moody's)" userId="592a0a0c-cdda-4551-acca-2ec9c5e745e6" providerId="ADAL" clId="{21A5EEB3-2D71-4021-9D17-AB1343FE6B48}" dt="2025-08-01T15:24:10.751" v="12"/>
        <pc:sldMkLst>
          <pc:docMk/>
          <pc:sldMk cId="1057801509" sldId="2147480079"/>
        </pc:sldMkLst>
      </pc:sldChg>
      <pc:sldChg chg="modTransition">
        <pc:chgData name="Najib Darif (Moody's)" userId="592a0a0c-cdda-4551-acca-2ec9c5e745e6" providerId="ADAL" clId="{21A5EEB3-2D71-4021-9D17-AB1343FE6B48}" dt="2025-08-01T15:24:10.751" v="12"/>
        <pc:sldMkLst>
          <pc:docMk/>
          <pc:sldMk cId="1010219449" sldId="2147480114"/>
        </pc:sldMkLst>
      </pc:sldChg>
      <pc:sldChg chg="modTransition">
        <pc:chgData name="Najib Darif (Moody's)" userId="592a0a0c-cdda-4551-acca-2ec9c5e745e6" providerId="ADAL" clId="{21A5EEB3-2D71-4021-9D17-AB1343FE6B48}" dt="2025-08-01T15:24:10.751" v="12"/>
        <pc:sldMkLst>
          <pc:docMk/>
          <pc:sldMk cId="500359028" sldId="2147480124"/>
        </pc:sldMkLst>
      </pc:sldChg>
      <pc:sldChg chg="modTransition">
        <pc:chgData name="Najib Darif (Moody's)" userId="592a0a0c-cdda-4551-acca-2ec9c5e745e6" providerId="ADAL" clId="{21A5EEB3-2D71-4021-9D17-AB1343FE6B48}" dt="2025-08-01T15:24:10.751" v="12"/>
        <pc:sldMkLst>
          <pc:docMk/>
          <pc:sldMk cId="4004231794" sldId="2147480125"/>
        </pc:sldMkLst>
      </pc:sldChg>
      <pc:sldChg chg="add modTransition">
        <pc:chgData name="Najib Darif (Moody's)" userId="592a0a0c-cdda-4551-acca-2ec9c5e745e6" providerId="ADAL" clId="{21A5EEB3-2D71-4021-9D17-AB1343FE6B48}" dt="2025-08-01T15:24:10.751" v="12"/>
        <pc:sldMkLst>
          <pc:docMk/>
          <pc:sldMk cId="3065602425" sldId="2147483612"/>
        </pc:sldMkLst>
      </pc:sldChg>
      <pc:sldMasterChg chg="delSldLayout modSldLayout sldLayoutOrd">
        <pc:chgData name="Najib Darif (Moody's)" userId="592a0a0c-cdda-4551-acca-2ec9c5e745e6" providerId="ADAL" clId="{21A5EEB3-2D71-4021-9D17-AB1343FE6B48}" dt="2025-08-01T15:23:30.912" v="5"/>
        <pc:sldMasterMkLst>
          <pc:docMk/>
          <pc:sldMasterMk cId="2703121335" sldId="2147483672"/>
        </pc:sldMasterMkLst>
        <pc:sldLayoutChg chg="modSp del mod ord">
          <pc:chgData name="Najib Darif (Moody's)" userId="592a0a0c-cdda-4551-acca-2ec9c5e745e6" providerId="ADAL" clId="{21A5EEB3-2D71-4021-9D17-AB1343FE6B48}" dt="2025-08-01T15:23:30.912" v="5"/>
          <pc:sldLayoutMkLst>
            <pc:docMk/>
            <pc:sldMasterMk cId="2703121335" sldId="2147483672"/>
            <pc:sldLayoutMk cId="3589266525" sldId="2147483786"/>
          </pc:sldLayoutMkLst>
          <pc:spChg chg="mod">
            <ac:chgData name="Najib Darif (Moody's)" userId="592a0a0c-cdda-4551-acca-2ec9c5e745e6" providerId="ADAL" clId="{21A5EEB3-2D71-4021-9D17-AB1343FE6B48}" dt="2025-08-01T15:23:30.723" v="4"/>
            <ac:spMkLst>
              <pc:docMk/>
              <pc:sldMasterMk cId="2703121335" sldId="2147483672"/>
              <pc:sldLayoutMk cId="3589266525" sldId="2147483786"/>
              <ac:spMk id="2" creationId="{33F04150-992C-F011-69D3-7F4A3F6FF433}"/>
            </ac:spMkLst>
          </pc:spChg>
          <pc:spChg chg="mod">
            <ac:chgData name="Najib Darif (Moody's)" userId="592a0a0c-cdda-4551-acca-2ec9c5e745e6" providerId="ADAL" clId="{21A5EEB3-2D71-4021-9D17-AB1343FE6B48}" dt="2025-08-01T15:23:30.723" v="4"/>
            <ac:spMkLst>
              <pc:docMk/>
              <pc:sldMasterMk cId="2703121335" sldId="2147483672"/>
              <pc:sldLayoutMk cId="3589266525" sldId="2147483786"/>
              <ac:spMk id="3" creationId="{7A00869A-4EEC-6377-9755-BE0859C5FBE0}"/>
            </ac:spMkLst>
          </pc:spChg>
          <pc:spChg chg="mod">
            <ac:chgData name="Najib Darif (Moody's)" userId="592a0a0c-cdda-4551-acca-2ec9c5e745e6" providerId="ADAL" clId="{21A5EEB3-2D71-4021-9D17-AB1343FE6B48}" dt="2025-08-01T15:23:30.723" v="4"/>
            <ac:spMkLst>
              <pc:docMk/>
              <pc:sldMasterMk cId="2703121335" sldId="2147483672"/>
              <pc:sldLayoutMk cId="3589266525" sldId="2147483786"/>
              <ac:spMk id="12" creationId="{E72AFBB8-BCA9-94F3-D205-3A4D41E4862E}"/>
            </ac:spMkLst>
          </pc:spChg>
          <pc:spChg chg="mod">
            <ac:chgData name="Najib Darif (Moody's)" userId="592a0a0c-cdda-4551-acca-2ec9c5e745e6" providerId="ADAL" clId="{21A5EEB3-2D71-4021-9D17-AB1343FE6B48}" dt="2025-08-01T15:23:30.723" v="4"/>
            <ac:spMkLst>
              <pc:docMk/>
              <pc:sldMasterMk cId="2703121335" sldId="2147483672"/>
              <pc:sldLayoutMk cId="3589266525" sldId="2147483786"/>
              <ac:spMk id="13" creationId="{C423DB64-C228-437F-B60D-1E1BE27A7AAF}"/>
            </ac:spMkLst>
          </pc:spChg>
          <pc:spChg chg="mod">
            <ac:chgData name="Najib Darif (Moody's)" userId="592a0a0c-cdda-4551-acca-2ec9c5e745e6" providerId="ADAL" clId="{21A5EEB3-2D71-4021-9D17-AB1343FE6B48}" dt="2025-08-01T15:23:30.723" v="4"/>
            <ac:spMkLst>
              <pc:docMk/>
              <pc:sldMasterMk cId="2703121335" sldId="2147483672"/>
              <pc:sldLayoutMk cId="3589266525" sldId="2147483786"/>
              <ac:spMk id="16" creationId="{98C70801-2682-CDF2-4AEE-21379A10EAB6}"/>
            </ac:spMkLst>
          </pc:spChg>
          <pc:spChg chg="mod">
            <ac:chgData name="Najib Darif (Moody's)" userId="592a0a0c-cdda-4551-acca-2ec9c5e745e6" providerId="ADAL" clId="{21A5EEB3-2D71-4021-9D17-AB1343FE6B48}" dt="2025-08-01T15:23:30.723" v="4"/>
            <ac:spMkLst>
              <pc:docMk/>
              <pc:sldMasterMk cId="2703121335" sldId="2147483672"/>
              <pc:sldLayoutMk cId="3589266525" sldId="2147483786"/>
              <ac:spMk id="18" creationId="{94B37353-6985-FCA6-CD38-4B2A083EC280}"/>
            </ac:spMkLst>
          </pc:spChg>
          <pc:spChg chg="mod">
            <ac:chgData name="Najib Darif (Moody's)" userId="592a0a0c-cdda-4551-acca-2ec9c5e745e6" providerId="ADAL" clId="{21A5EEB3-2D71-4021-9D17-AB1343FE6B48}" dt="2025-08-01T15:23:30.723" v="4"/>
            <ac:spMkLst>
              <pc:docMk/>
              <pc:sldMasterMk cId="2703121335" sldId="2147483672"/>
              <pc:sldLayoutMk cId="3589266525" sldId="2147483786"/>
              <ac:spMk id="20" creationId="{6BA32A09-37DC-FCBC-7D07-E937258863A2}"/>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687814706" sldId="2147483787"/>
          </pc:sldLayoutMkLst>
          <pc:spChg chg="mod">
            <ac:chgData name="Najib Darif (Moody's)" userId="592a0a0c-cdda-4551-acca-2ec9c5e745e6" providerId="ADAL" clId="{21A5EEB3-2D71-4021-9D17-AB1343FE6B48}" dt="2025-08-01T15:23:30.723" v="4"/>
            <ac:spMkLst>
              <pc:docMk/>
              <pc:sldMasterMk cId="2703121335" sldId="2147483672"/>
              <pc:sldLayoutMk cId="687814706" sldId="2147483787"/>
              <ac:spMk id="2" creationId="{33F04150-992C-F011-69D3-7F4A3F6FF433}"/>
            </ac:spMkLst>
          </pc:spChg>
          <pc:spChg chg="mod">
            <ac:chgData name="Najib Darif (Moody's)" userId="592a0a0c-cdda-4551-acca-2ec9c5e745e6" providerId="ADAL" clId="{21A5EEB3-2D71-4021-9D17-AB1343FE6B48}" dt="2025-08-01T15:23:30.723" v="4"/>
            <ac:spMkLst>
              <pc:docMk/>
              <pc:sldMasterMk cId="2703121335" sldId="2147483672"/>
              <pc:sldLayoutMk cId="687814706" sldId="2147483787"/>
              <ac:spMk id="3" creationId="{8535D649-E56D-F236-C1A7-0EB194B6CA32}"/>
            </ac:spMkLst>
          </pc:spChg>
          <pc:spChg chg="mod">
            <ac:chgData name="Najib Darif (Moody's)" userId="592a0a0c-cdda-4551-acca-2ec9c5e745e6" providerId="ADAL" clId="{21A5EEB3-2D71-4021-9D17-AB1343FE6B48}" dt="2025-08-01T15:23:30.723" v="4"/>
            <ac:spMkLst>
              <pc:docMk/>
              <pc:sldMasterMk cId="2703121335" sldId="2147483672"/>
              <pc:sldLayoutMk cId="687814706" sldId="2147483787"/>
              <ac:spMk id="4" creationId="{15C7BCFF-949E-6B1A-9E84-4E640E43A099}"/>
            </ac:spMkLst>
          </pc:spChg>
          <pc:spChg chg="mod">
            <ac:chgData name="Najib Darif (Moody's)" userId="592a0a0c-cdda-4551-acca-2ec9c5e745e6" providerId="ADAL" clId="{21A5EEB3-2D71-4021-9D17-AB1343FE6B48}" dt="2025-08-01T15:23:30.723" v="4"/>
            <ac:spMkLst>
              <pc:docMk/>
              <pc:sldMasterMk cId="2703121335" sldId="2147483672"/>
              <pc:sldLayoutMk cId="687814706" sldId="2147483787"/>
              <ac:spMk id="11" creationId="{47CB2CEE-A03C-EC89-5AB0-73F5282BA36C}"/>
            </ac:spMkLst>
          </pc:spChg>
          <pc:spChg chg="mod">
            <ac:chgData name="Najib Darif (Moody's)" userId="592a0a0c-cdda-4551-acca-2ec9c5e745e6" providerId="ADAL" clId="{21A5EEB3-2D71-4021-9D17-AB1343FE6B48}" dt="2025-08-01T15:23:30.723" v="4"/>
            <ac:spMkLst>
              <pc:docMk/>
              <pc:sldMasterMk cId="2703121335" sldId="2147483672"/>
              <pc:sldLayoutMk cId="687814706" sldId="2147483787"/>
              <ac:spMk id="12" creationId="{0376D71A-71A9-510A-D341-C8B568EA210C}"/>
            </ac:spMkLst>
          </pc:spChg>
          <pc:spChg chg="mod">
            <ac:chgData name="Najib Darif (Moody's)" userId="592a0a0c-cdda-4551-acca-2ec9c5e745e6" providerId="ADAL" clId="{21A5EEB3-2D71-4021-9D17-AB1343FE6B48}" dt="2025-08-01T15:23:30.723" v="4"/>
            <ac:spMkLst>
              <pc:docMk/>
              <pc:sldMasterMk cId="2703121335" sldId="2147483672"/>
              <pc:sldLayoutMk cId="687814706" sldId="2147483787"/>
              <ac:spMk id="13" creationId="{1C83BB37-A25F-C543-4845-494814497A5A}"/>
            </ac:spMkLst>
          </pc:spChg>
          <pc:spChg chg="mod">
            <ac:chgData name="Najib Darif (Moody's)" userId="592a0a0c-cdda-4551-acca-2ec9c5e745e6" providerId="ADAL" clId="{21A5EEB3-2D71-4021-9D17-AB1343FE6B48}" dt="2025-08-01T15:23:30.723" v="4"/>
            <ac:spMkLst>
              <pc:docMk/>
              <pc:sldMasterMk cId="2703121335" sldId="2147483672"/>
              <pc:sldLayoutMk cId="687814706" sldId="2147483787"/>
              <ac:spMk id="14" creationId="{52E7508F-569C-0E55-9BA1-A12C84FB7A5D}"/>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1214470750" sldId="2147483788"/>
          </pc:sldLayoutMkLst>
          <pc:spChg chg="mod">
            <ac:chgData name="Najib Darif (Moody's)" userId="592a0a0c-cdda-4551-acca-2ec9c5e745e6" providerId="ADAL" clId="{21A5EEB3-2D71-4021-9D17-AB1343FE6B48}" dt="2025-08-01T15:23:30.723" v="4"/>
            <ac:spMkLst>
              <pc:docMk/>
              <pc:sldMasterMk cId="2703121335" sldId="2147483672"/>
              <pc:sldLayoutMk cId="1214470750" sldId="2147483788"/>
              <ac:spMk id="2" creationId="{33F04150-992C-F011-69D3-7F4A3F6FF433}"/>
            </ac:spMkLst>
          </pc:spChg>
          <pc:spChg chg="mod">
            <ac:chgData name="Najib Darif (Moody's)" userId="592a0a0c-cdda-4551-acca-2ec9c5e745e6" providerId="ADAL" clId="{21A5EEB3-2D71-4021-9D17-AB1343FE6B48}" dt="2025-08-01T15:23:30.723" v="4"/>
            <ac:spMkLst>
              <pc:docMk/>
              <pc:sldMasterMk cId="2703121335" sldId="2147483672"/>
              <pc:sldLayoutMk cId="1214470750" sldId="2147483788"/>
              <ac:spMk id="3" creationId="{553F6D28-3FA3-C8DD-333F-25AAC7FDE379}"/>
            </ac:spMkLst>
          </pc:spChg>
          <pc:spChg chg="mod">
            <ac:chgData name="Najib Darif (Moody's)" userId="592a0a0c-cdda-4551-acca-2ec9c5e745e6" providerId="ADAL" clId="{21A5EEB3-2D71-4021-9D17-AB1343FE6B48}" dt="2025-08-01T15:23:30.723" v="4"/>
            <ac:spMkLst>
              <pc:docMk/>
              <pc:sldMasterMk cId="2703121335" sldId="2147483672"/>
              <pc:sldLayoutMk cId="1214470750" sldId="2147483788"/>
              <ac:spMk id="4" creationId="{6FA1FE30-4DE2-0D36-81F6-894372591DE3}"/>
            </ac:spMkLst>
          </pc:spChg>
          <pc:spChg chg="mod">
            <ac:chgData name="Najib Darif (Moody's)" userId="592a0a0c-cdda-4551-acca-2ec9c5e745e6" providerId="ADAL" clId="{21A5EEB3-2D71-4021-9D17-AB1343FE6B48}" dt="2025-08-01T15:23:30.723" v="4"/>
            <ac:spMkLst>
              <pc:docMk/>
              <pc:sldMasterMk cId="2703121335" sldId="2147483672"/>
              <pc:sldLayoutMk cId="1214470750" sldId="2147483788"/>
              <ac:spMk id="9" creationId="{BB5660BA-32D8-A7E6-5696-BC9C94DC43BE}"/>
            </ac:spMkLst>
          </pc:spChg>
          <pc:spChg chg="mod">
            <ac:chgData name="Najib Darif (Moody's)" userId="592a0a0c-cdda-4551-acca-2ec9c5e745e6" providerId="ADAL" clId="{21A5EEB3-2D71-4021-9D17-AB1343FE6B48}" dt="2025-08-01T15:23:30.723" v="4"/>
            <ac:spMkLst>
              <pc:docMk/>
              <pc:sldMasterMk cId="2703121335" sldId="2147483672"/>
              <pc:sldLayoutMk cId="1214470750" sldId="2147483788"/>
              <ac:spMk id="20" creationId="{FBA29B2B-670B-AAB2-BC37-FE5A168EDEA0}"/>
            </ac:spMkLst>
          </pc:spChg>
          <pc:spChg chg="mod">
            <ac:chgData name="Najib Darif (Moody's)" userId="592a0a0c-cdda-4551-acca-2ec9c5e745e6" providerId="ADAL" clId="{21A5EEB3-2D71-4021-9D17-AB1343FE6B48}" dt="2025-08-01T15:23:30.723" v="4"/>
            <ac:spMkLst>
              <pc:docMk/>
              <pc:sldMasterMk cId="2703121335" sldId="2147483672"/>
              <pc:sldLayoutMk cId="1214470750" sldId="2147483788"/>
              <ac:spMk id="21" creationId="{835110E4-502F-E652-7077-A2CE77DA8B44}"/>
            </ac:spMkLst>
          </pc:spChg>
          <pc:spChg chg="mod">
            <ac:chgData name="Najib Darif (Moody's)" userId="592a0a0c-cdda-4551-acca-2ec9c5e745e6" providerId="ADAL" clId="{21A5EEB3-2D71-4021-9D17-AB1343FE6B48}" dt="2025-08-01T15:23:30.723" v="4"/>
            <ac:spMkLst>
              <pc:docMk/>
              <pc:sldMasterMk cId="2703121335" sldId="2147483672"/>
              <pc:sldLayoutMk cId="1214470750" sldId="2147483788"/>
              <ac:spMk id="22" creationId="{163AD2E7-BE7D-20B6-8408-18EA20DC4C5D}"/>
            </ac:spMkLst>
          </pc:spChg>
          <pc:spChg chg="mod">
            <ac:chgData name="Najib Darif (Moody's)" userId="592a0a0c-cdda-4551-acca-2ec9c5e745e6" providerId="ADAL" clId="{21A5EEB3-2D71-4021-9D17-AB1343FE6B48}" dt="2025-08-01T15:23:30.723" v="4"/>
            <ac:spMkLst>
              <pc:docMk/>
              <pc:sldMasterMk cId="2703121335" sldId="2147483672"/>
              <pc:sldLayoutMk cId="1214470750" sldId="2147483788"/>
              <ac:spMk id="23" creationId="{358AEE93-EEF8-93F7-7F9A-409CBCB372CF}"/>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81459749" sldId="2147483789"/>
          </pc:sldLayoutMkLst>
          <pc:spChg chg="mod">
            <ac:chgData name="Najib Darif (Moody's)" userId="592a0a0c-cdda-4551-acca-2ec9c5e745e6" providerId="ADAL" clId="{21A5EEB3-2D71-4021-9D17-AB1343FE6B48}" dt="2025-08-01T15:23:30.723" v="4"/>
            <ac:spMkLst>
              <pc:docMk/>
              <pc:sldMasterMk cId="2703121335" sldId="2147483672"/>
              <pc:sldLayoutMk cId="81459749" sldId="2147483789"/>
              <ac:spMk id="2" creationId="{33F04150-992C-F011-69D3-7F4A3F6FF433}"/>
            </ac:spMkLst>
          </pc:spChg>
          <pc:spChg chg="mod">
            <ac:chgData name="Najib Darif (Moody's)" userId="592a0a0c-cdda-4551-acca-2ec9c5e745e6" providerId="ADAL" clId="{21A5EEB3-2D71-4021-9D17-AB1343FE6B48}" dt="2025-08-01T15:23:30.723" v="4"/>
            <ac:spMkLst>
              <pc:docMk/>
              <pc:sldMasterMk cId="2703121335" sldId="2147483672"/>
              <pc:sldLayoutMk cId="81459749" sldId="2147483789"/>
              <ac:spMk id="3" creationId="{6DC47A95-CCFB-A6E7-23DB-287FFF642D6A}"/>
            </ac:spMkLst>
          </pc:spChg>
          <pc:spChg chg="mod">
            <ac:chgData name="Najib Darif (Moody's)" userId="592a0a0c-cdda-4551-acca-2ec9c5e745e6" providerId="ADAL" clId="{21A5EEB3-2D71-4021-9D17-AB1343FE6B48}" dt="2025-08-01T15:23:30.723" v="4"/>
            <ac:spMkLst>
              <pc:docMk/>
              <pc:sldMasterMk cId="2703121335" sldId="2147483672"/>
              <pc:sldLayoutMk cId="81459749" sldId="2147483789"/>
              <ac:spMk id="4" creationId="{6FA1FE30-4DE2-0D36-81F6-894372591DE3}"/>
            </ac:spMkLst>
          </pc:spChg>
          <pc:spChg chg="mod">
            <ac:chgData name="Najib Darif (Moody's)" userId="592a0a0c-cdda-4551-acca-2ec9c5e745e6" providerId="ADAL" clId="{21A5EEB3-2D71-4021-9D17-AB1343FE6B48}" dt="2025-08-01T15:23:30.723" v="4"/>
            <ac:spMkLst>
              <pc:docMk/>
              <pc:sldMasterMk cId="2703121335" sldId="2147483672"/>
              <pc:sldLayoutMk cId="81459749" sldId="2147483789"/>
              <ac:spMk id="6" creationId="{A16C230C-5691-F970-ED78-91F42403D1D0}"/>
            </ac:spMkLst>
          </pc:spChg>
          <pc:spChg chg="mod">
            <ac:chgData name="Najib Darif (Moody's)" userId="592a0a0c-cdda-4551-acca-2ec9c5e745e6" providerId="ADAL" clId="{21A5EEB3-2D71-4021-9D17-AB1343FE6B48}" dt="2025-08-01T15:23:30.723" v="4"/>
            <ac:spMkLst>
              <pc:docMk/>
              <pc:sldMasterMk cId="2703121335" sldId="2147483672"/>
              <pc:sldLayoutMk cId="81459749" sldId="2147483789"/>
              <ac:spMk id="10" creationId="{5C77B404-B686-66A0-1A20-E42FD89A9DE9}"/>
            </ac:spMkLst>
          </pc:spChg>
          <pc:spChg chg="mod">
            <ac:chgData name="Najib Darif (Moody's)" userId="592a0a0c-cdda-4551-acca-2ec9c5e745e6" providerId="ADAL" clId="{21A5EEB3-2D71-4021-9D17-AB1343FE6B48}" dt="2025-08-01T15:23:30.723" v="4"/>
            <ac:spMkLst>
              <pc:docMk/>
              <pc:sldMasterMk cId="2703121335" sldId="2147483672"/>
              <pc:sldLayoutMk cId="81459749" sldId="2147483789"/>
              <ac:spMk id="11" creationId="{3C21ED02-4A33-6EFD-6724-30A8642C13A3}"/>
            </ac:spMkLst>
          </pc:spChg>
          <pc:spChg chg="mod">
            <ac:chgData name="Najib Darif (Moody's)" userId="592a0a0c-cdda-4551-acca-2ec9c5e745e6" providerId="ADAL" clId="{21A5EEB3-2D71-4021-9D17-AB1343FE6B48}" dt="2025-08-01T15:23:30.723" v="4"/>
            <ac:spMkLst>
              <pc:docMk/>
              <pc:sldMasterMk cId="2703121335" sldId="2147483672"/>
              <pc:sldLayoutMk cId="81459749" sldId="2147483789"/>
              <ac:spMk id="12" creationId="{DDFCCCE6-1080-7167-2C83-D3BE43A6E107}"/>
            </ac:spMkLst>
          </pc:spChg>
          <pc:spChg chg="mod">
            <ac:chgData name="Najib Darif (Moody's)" userId="592a0a0c-cdda-4551-acca-2ec9c5e745e6" providerId="ADAL" clId="{21A5EEB3-2D71-4021-9D17-AB1343FE6B48}" dt="2025-08-01T15:23:30.723" v="4"/>
            <ac:spMkLst>
              <pc:docMk/>
              <pc:sldMasterMk cId="2703121335" sldId="2147483672"/>
              <pc:sldLayoutMk cId="81459749" sldId="2147483789"/>
              <ac:spMk id="13" creationId="{4E920023-5558-3759-D0F7-D4E02260898A}"/>
            </ac:spMkLst>
          </pc:spChg>
          <pc:spChg chg="mod">
            <ac:chgData name="Najib Darif (Moody's)" userId="592a0a0c-cdda-4551-acca-2ec9c5e745e6" providerId="ADAL" clId="{21A5EEB3-2D71-4021-9D17-AB1343FE6B48}" dt="2025-08-01T15:23:30.723" v="4"/>
            <ac:spMkLst>
              <pc:docMk/>
              <pc:sldMasterMk cId="2703121335" sldId="2147483672"/>
              <pc:sldLayoutMk cId="81459749" sldId="2147483789"/>
              <ac:spMk id="14" creationId="{6463DDA5-4241-B62D-0CE3-D5CF7DDC78DE}"/>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2503733859" sldId="2147483790"/>
          </pc:sldLayoutMkLst>
          <pc:spChg chg="mod">
            <ac:chgData name="Najib Darif (Moody's)" userId="592a0a0c-cdda-4551-acca-2ec9c5e745e6" providerId="ADAL" clId="{21A5EEB3-2D71-4021-9D17-AB1343FE6B48}" dt="2025-08-01T15:23:30.723" v="4"/>
            <ac:spMkLst>
              <pc:docMk/>
              <pc:sldMasterMk cId="2703121335" sldId="2147483672"/>
              <pc:sldLayoutMk cId="2503733859" sldId="2147483790"/>
              <ac:spMk id="2" creationId="{33F04150-992C-F011-69D3-7F4A3F6FF433}"/>
            </ac:spMkLst>
          </pc:spChg>
          <pc:spChg chg="mod">
            <ac:chgData name="Najib Darif (Moody's)" userId="592a0a0c-cdda-4551-acca-2ec9c5e745e6" providerId="ADAL" clId="{21A5EEB3-2D71-4021-9D17-AB1343FE6B48}" dt="2025-08-01T15:23:30.723" v="4"/>
            <ac:spMkLst>
              <pc:docMk/>
              <pc:sldMasterMk cId="2703121335" sldId="2147483672"/>
              <pc:sldLayoutMk cId="2503733859" sldId="2147483790"/>
              <ac:spMk id="3" creationId="{6DC47A95-CCFB-A6E7-23DB-287FFF642D6A}"/>
            </ac:spMkLst>
          </pc:spChg>
          <pc:spChg chg="mod">
            <ac:chgData name="Najib Darif (Moody's)" userId="592a0a0c-cdda-4551-acca-2ec9c5e745e6" providerId="ADAL" clId="{21A5EEB3-2D71-4021-9D17-AB1343FE6B48}" dt="2025-08-01T15:23:30.723" v="4"/>
            <ac:spMkLst>
              <pc:docMk/>
              <pc:sldMasterMk cId="2703121335" sldId="2147483672"/>
              <pc:sldLayoutMk cId="2503733859" sldId="2147483790"/>
              <ac:spMk id="4" creationId="{6FA1FE30-4DE2-0D36-81F6-894372591DE3}"/>
            </ac:spMkLst>
          </pc:spChg>
          <pc:spChg chg="mod">
            <ac:chgData name="Najib Darif (Moody's)" userId="592a0a0c-cdda-4551-acca-2ec9c5e745e6" providerId="ADAL" clId="{21A5EEB3-2D71-4021-9D17-AB1343FE6B48}" dt="2025-08-01T15:23:30.723" v="4"/>
            <ac:spMkLst>
              <pc:docMk/>
              <pc:sldMasterMk cId="2703121335" sldId="2147483672"/>
              <pc:sldLayoutMk cId="2503733859" sldId="2147483790"/>
              <ac:spMk id="6" creationId="{A16C230C-5691-F970-ED78-91F42403D1D0}"/>
            </ac:spMkLst>
          </pc:spChg>
          <pc:spChg chg="mod">
            <ac:chgData name="Najib Darif (Moody's)" userId="592a0a0c-cdda-4551-acca-2ec9c5e745e6" providerId="ADAL" clId="{21A5EEB3-2D71-4021-9D17-AB1343FE6B48}" dt="2025-08-01T15:23:30.723" v="4"/>
            <ac:spMkLst>
              <pc:docMk/>
              <pc:sldMasterMk cId="2703121335" sldId="2147483672"/>
              <pc:sldLayoutMk cId="2503733859" sldId="2147483790"/>
              <ac:spMk id="10" creationId="{5C77B404-B686-66A0-1A20-E42FD89A9DE9}"/>
            </ac:spMkLst>
          </pc:spChg>
          <pc:spChg chg="mod">
            <ac:chgData name="Najib Darif (Moody's)" userId="592a0a0c-cdda-4551-acca-2ec9c5e745e6" providerId="ADAL" clId="{21A5EEB3-2D71-4021-9D17-AB1343FE6B48}" dt="2025-08-01T15:23:30.723" v="4"/>
            <ac:spMkLst>
              <pc:docMk/>
              <pc:sldMasterMk cId="2703121335" sldId="2147483672"/>
              <pc:sldLayoutMk cId="2503733859" sldId="2147483790"/>
              <ac:spMk id="11" creationId="{3C21ED02-4A33-6EFD-6724-30A8642C13A3}"/>
            </ac:spMkLst>
          </pc:spChg>
          <pc:spChg chg="mod">
            <ac:chgData name="Najib Darif (Moody's)" userId="592a0a0c-cdda-4551-acca-2ec9c5e745e6" providerId="ADAL" clId="{21A5EEB3-2D71-4021-9D17-AB1343FE6B48}" dt="2025-08-01T15:23:30.723" v="4"/>
            <ac:spMkLst>
              <pc:docMk/>
              <pc:sldMasterMk cId="2703121335" sldId="2147483672"/>
              <pc:sldLayoutMk cId="2503733859" sldId="2147483790"/>
              <ac:spMk id="12" creationId="{DDFCCCE6-1080-7167-2C83-D3BE43A6E107}"/>
            </ac:spMkLst>
          </pc:spChg>
          <pc:spChg chg="mod">
            <ac:chgData name="Najib Darif (Moody's)" userId="592a0a0c-cdda-4551-acca-2ec9c5e745e6" providerId="ADAL" clId="{21A5EEB3-2D71-4021-9D17-AB1343FE6B48}" dt="2025-08-01T15:23:30.723" v="4"/>
            <ac:spMkLst>
              <pc:docMk/>
              <pc:sldMasterMk cId="2703121335" sldId="2147483672"/>
              <pc:sldLayoutMk cId="2503733859" sldId="2147483790"/>
              <ac:spMk id="13" creationId="{4E920023-5558-3759-D0F7-D4E02260898A}"/>
            </ac:spMkLst>
          </pc:spChg>
          <pc:spChg chg="mod">
            <ac:chgData name="Najib Darif (Moody's)" userId="592a0a0c-cdda-4551-acca-2ec9c5e745e6" providerId="ADAL" clId="{21A5EEB3-2D71-4021-9D17-AB1343FE6B48}" dt="2025-08-01T15:23:30.723" v="4"/>
            <ac:spMkLst>
              <pc:docMk/>
              <pc:sldMasterMk cId="2703121335" sldId="2147483672"/>
              <pc:sldLayoutMk cId="2503733859" sldId="2147483790"/>
              <ac:spMk id="14" creationId="{6463DDA5-4241-B62D-0CE3-D5CF7DDC78DE}"/>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2045160921" sldId="2147483791"/>
          </pc:sldLayoutMkLst>
          <pc:spChg chg="mod">
            <ac:chgData name="Najib Darif (Moody's)" userId="592a0a0c-cdda-4551-acca-2ec9c5e745e6" providerId="ADAL" clId="{21A5EEB3-2D71-4021-9D17-AB1343FE6B48}" dt="2025-08-01T15:23:30.723" v="4"/>
            <ac:spMkLst>
              <pc:docMk/>
              <pc:sldMasterMk cId="2703121335" sldId="2147483672"/>
              <pc:sldLayoutMk cId="2045160921" sldId="2147483791"/>
              <ac:spMk id="2" creationId="{33F04150-992C-F011-69D3-7F4A3F6FF433}"/>
            </ac:spMkLst>
          </pc:spChg>
          <pc:spChg chg="mod">
            <ac:chgData name="Najib Darif (Moody's)" userId="592a0a0c-cdda-4551-acca-2ec9c5e745e6" providerId="ADAL" clId="{21A5EEB3-2D71-4021-9D17-AB1343FE6B48}" dt="2025-08-01T15:23:30.723" v="4"/>
            <ac:spMkLst>
              <pc:docMk/>
              <pc:sldMasterMk cId="2703121335" sldId="2147483672"/>
              <pc:sldLayoutMk cId="2045160921" sldId="2147483791"/>
              <ac:spMk id="3" creationId="{4E4E5E40-9936-2B1A-A957-B3832110D191}"/>
            </ac:spMkLst>
          </pc:spChg>
          <pc:spChg chg="mod">
            <ac:chgData name="Najib Darif (Moody's)" userId="592a0a0c-cdda-4551-acca-2ec9c5e745e6" providerId="ADAL" clId="{21A5EEB3-2D71-4021-9D17-AB1343FE6B48}" dt="2025-08-01T15:23:30.723" v="4"/>
            <ac:spMkLst>
              <pc:docMk/>
              <pc:sldMasterMk cId="2703121335" sldId="2147483672"/>
              <pc:sldLayoutMk cId="2045160921" sldId="2147483791"/>
              <ac:spMk id="4" creationId="{662F28CC-4FDC-6231-81B1-808636A2AFE1}"/>
            </ac:spMkLst>
          </pc:spChg>
          <pc:spChg chg="mod">
            <ac:chgData name="Najib Darif (Moody's)" userId="592a0a0c-cdda-4551-acca-2ec9c5e745e6" providerId="ADAL" clId="{21A5EEB3-2D71-4021-9D17-AB1343FE6B48}" dt="2025-08-01T15:23:30.723" v="4"/>
            <ac:spMkLst>
              <pc:docMk/>
              <pc:sldMasterMk cId="2703121335" sldId="2147483672"/>
              <pc:sldLayoutMk cId="2045160921" sldId="2147483791"/>
              <ac:spMk id="9" creationId="{7AC15287-0630-B8DA-C579-8B9B7FB3569E}"/>
            </ac:spMkLst>
          </pc:spChg>
          <pc:spChg chg="mod">
            <ac:chgData name="Najib Darif (Moody's)" userId="592a0a0c-cdda-4551-acca-2ec9c5e745e6" providerId="ADAL" clId="{21A5EEB3-2D71-4021-9D17-AB1343FE6B48}" dt="2025-08-01T15:23:30.723" v="4"/>
            <ac:spMkLst>
              <pc:docMk/>
              <pc:sldMasterMk cId="2703121335" sldId="2147483672"/>
              <pc:sldLayoutMk cId="2045160921" sldId="2147483791"/>
              <ac:spMk id="11" creationId="{2831160B-5FF4-1736-F0D0-4A4677891D9D}"/>
            </ac:spMkLst>
          </pc:spChg>
          <pc:spChg chg="mod">
            <ac:chgData name="Najib Darif (Moody's)" userId="592a0a0c-cdda-4551-acca-2ec9c5e745e6" providerId="ADAL" clId="{21A5EEB3-2D71-4021-9D17-AB1343FE6B48}" dt="2025-08-01T15:23:30.723" v="4"/>
            <ac:spMkLst>
              <pc:docMk/>
              <pc:sldMasterMk cId="2703121335" sldId="2147483672"/>
              <pc:sldLayoutMk cId="2045160921" sldId="2147483791"/>
              <ac:spMk id="12" creationId="{CF96A1AB-78C0-6521-B97B-BDB3F01285A2}"/>
            </ac:spMkLst>
          </pc:spChg>
          <pc:spChg chg="mod">
            <ac:chgData name="Najib Darif (Moody's)" userId="592a0a0c-cdda-4551-acca-2ec9c5e745e6" providerId="ADAL" clId="{21A5EEB3-2D71-4021-9D17-AB1343FE6B48}" dt="2025-08-01T15:23:30.723" v="4"/>
            <ac:spMkLst>
              <pc:docMk/>
              <pc:sldMasterMk cId="2703121335" sldId="2147483672"/>
              <pc:sldLayoutMk cId="2045160921" sldId="2147483791"/>
              <ac:spMk id="13" creationId="{88B0AA94-1619-F4BF-E5D2-311BE603DDAC}"/>
            </ac:spMkLst>
          </pc:spChg>
          <pc:spChg chg="mod">
            <ac:chgData name="Najib Darif (Moody's)" userId="592a0a0c-cdda-4551-acca-2ec9c5e745e6" providerId="ADAL" clId="{21A5EEB3-2D71-4021-9D17-AB1343FE6B48}" dt="2025-08-01T15:23:30.723" v="4"/>
            <ac:spMkLst>
              <pc:docMk/>
              <pc:sldMasterMk cId="2703121335" sldId="2147483672"/>
              <pc:sldLayoutMk cId="2045160921" sldId="2147483791"/>
              <ac:spMk id="14" creationId="{E8D27B1D-88E9-5CC5-DDCC-40CEA313B46B}"/>
            </ac:spMkLst>
          </pc:spChg>
          <pc:spChg chg="mod">
            <ac:chgData name="Najib Darif (Moody's)" userId="592a0a0c-cdda-4551-acca-2ec9c5e745e6" providerId="ADAL" clId="{21A5EEB3-2D71-4021-9D17-AB1343FE6B48}" dt="2025-08-01T15:23:30.723" v="4"/>
            <ac:spMkLst>
              <pc:docMk/>
              <pc:sldMasterMk cId="2703121335" sldId="2147483672"/>
              <pc:sldLayoutMk cId="2045160921" sldId="2147483791"/>
              <ac:spMk id="15" creationId="{D814C211-DBD2-6DA0-0A9F-8BF774A63EE4}"/>
            </ac:spMkLst>
          </pc:spChg>
          <pc:spChg chg="mod">
            <ac:chgData name="Najib Darif (Moody's)" userId="592a0a0c-cdda-4551-acca-2ec9c5e745e6" providerId="ADAL" clId="{21A5EEB3-2D71-4021-9D17-AB1343FE6B48}" dt="2025-08-01T15:23:30.723" v="4"/>
            <ac:spMkLst>
              <pc:docMk/>
              <pc:sldMasterMk cId="2703121335" sldId="2147483672"/>
              <pc:sldLayoutMk cId="2045160921" sldId="2147483791"/>
              <ac:spMk id="16" creationId="{B7AFFEB9-D67F-9298-FCF9-0054A5CB24FB}"/>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1194923831" sldId="2147483792"/>
          </pc:sldLayoutMkLst>
          <pc:spChg chg="mod">
            <ac:chgData name="Najib Darif (Moody's)" userId="592a0a0c-cdda-4551-acca-2ec9c5e745e6" providerId="ADAL" clId="{21A5EEB3-2D71-4021-9D17-AB1343FE6B48}" dt="2025-08-01T15:23:30.723" v="4"/>
            <ac:spMkLst>
              <pc:docMk/>
              <pc:sldMasterMk cId="2703121335" sldId="2147483672"/>
              <pc:sldLayoutMk cId="1194923831" sldId="2147483792"/>
              <ac:spMk id="2" creationId="{33F04150-992C-F011-69D3-7F4A3F6FF433}"/>
            </ac:spMkLst>
          </pc:spChg>
          <pc:spChg chg="mod">
            <ac:chgData name="Najib Darif (Moody's)" userId="592a0a0c-cdda-4551-acca-2ec9c5e745e6" providerId="ADAL" clId="{21A5EEB3-2D71-4021-9D17-AB1343FE6B48}" dt="2025-08-01T15:23:30.723" v="4"/>
            <ac:spMkLst>
              <pc:docMk/>
              <pc:sldMasterMk cId="2703121335" sldId="2147483672"/>
              <pc:sldLayoutMk cId="1194923831" sldId="2147483792"/>
              <ac:spMk id="3" creationId="{0C3AF8AB-703B-6EF3-1025-97479D9CF493}"/>
            </ac:spMkLst>
          </pc:spChg>
          <pc:spChg chg="mod">
            <ac:chgData name="Najib Darif (Moody's)" userId="592a0a0c-cdda-4551-acca-2ec9c5e745e6" providerId="ADAL" clId="{21A5EEB3-2D71-4021-9D17-AB1343FE6B48}" dt="2025-08-01T15:23:30.723" v="4"/>
            <ac:spMkLst>
              <pc:docMk/>
              <pc:sldMasterMk cId="2703121335" sldId="2147483672"/>
              <pc:sldLayoutMk cId="1194923831" sldId="2147483792"/>
              <ac:spMk id="4" creationId="{6FA1FE30-4DE2-0D36-81F6-894372591DE3}"/>
            </ac:spMkLst>
          </pc:spChg>
          <pc:spChg chg="mod">
            <ac:chgData name="Najib Darif (Moody's)" userId="592a0a0c-cdda-4551-acca-2ec9c5e745e6" providerId="ADAL" clId="{21A5EEB3-2D71-4021-9D17-AB1343FE6B48}" dt="2025-08-01T15:23:30.723" v="4"/>
            <ac:spMkLst>
              <pc:docMk/>
              <pc:sldMasterMk cId="2703121335" sldId="2147483672"/>
              <pc:sldLayoutMk cId="1194923831" sldId="2147483792"/>
              <ac:spMk id="8" creationId="{4DFF5D06-761A-8209-6035-68AC3551CA5A}"/>
            </ac:spMkLst>
          </pc:spChg>
          <pc:spChg chg="mod">
            <ac:chgData name="Najib Darif (Moody's)" userId="592a0a0c-cdda-4551-acca-2ec9c5e745e6" providerId="ADAL" clId="{21A5EEB3-2D71-4021-9D17-AB1343FE6B48}" dt="2025-08-01T15:23:30.723" v="4"/>
            <ac:spMkLst>
              <pc:docMk/>
              <pc:sldMasterMk cId="2703121335" sldId="2147483672"/>
              <pc:sldLayoutMk cId="1194923831" sldId="2147483792"/>
              <ac:spMk id="9" creationId="{A06D238C-D66D-D54D-25CD-678D0ECC7E53}"/>
            </ac:spMkLst>
          </pc:spChg>
          <pc:spChg chg="mod">
            <ac:chgData name="Najib Darif (Moody's)" userId="592a0a0c-cdda-4551-acca-2ec9c5e745e6" providerId="ADAL" clId="{21A5EEB3-2D71-4021-9D17-AB1343FE6B48}" dt="2025-08-01T15:23:30.723" v="4"/>
            <ac:spMkLst>
              <pc:docMk/>
              <pc:sldMasterMk cId="2703121335" sldId="2147483672"/>
              <pc:sldLayoutMk cId="1194923831" sldId="2147483792"/>
              <ac:spMk id="12" creationId="{EDF60DF2-B8E2-23E1-0952-91B36AE41896}"/>
            </ac:spMkLst>
          </pc:spChg>
          <pc:spChg chg="mod">
            <ac:chgData name="Najib Darif (Moody's)" userId="592a0a0c-cdda-4551-acca-2ec9c5e745e6" providerId="ADAL" clId="{21A5EEB3-2D71-4021-9D17-AB1343FE6B48}" dt="2025-08-01T15:23:30.723" v="4"/>
            <ac:spMkLst>
              <pc:docMk/>
              <pc:sldMasterMk cId="2703121335" sldId="2147483672"/>
              <pc:sldLayoutMk cId="1194923831" sldId="2147483792"/>
              <ac:spMk id="13" creationId="{83A399C3-4B34-EF9D-F98F-879132EB60BE}"/>
            </ac:spMkLst>
          </pc:spChg>
          <pc:spChg chg="mod">
            <ac:chgData name="Najib Darif (Moody's)" userId="592a0a0c-cdda-4551-acca-2ec9c5e745e6" providerId="ADAL" clId="{21A5EEB3-2D71-4021-9D17-AB1343FE6B48}" dt="2025-08-01T15:23:30.723" v="4"/>
            <ac:spMkLst>
              <pc:docMk/>
              <pc:sldMasterMk cId="2703121335" sldId="2147483672"/>
              <pc:sldLayoutMk cId="1194923831" sldId="2147483792"/>
              <ac:spMk id="14" creationId="{04311926-1FA1-54E9-A566-1E93D701E606}"/>
            </ac:spMkLst>
          </pc:spChg>
          <pc:spChg chg="mod">
            <ac:chgData name="Najib Darif (Moody's)" userId="592a0a0c-cdda-4551-acca-2ec9c5e745e6" providerId="ADAL" clId="{21A5EEB3-2D71-4021-9D17-AB1343FE6B48}" dt="2025-08-01T15:23:30.723" v="4"/>
            <ac:spMkLst>
              <pc:docMk/>
              <pc:sldMasterMk cId="2703121335" sldId="2147483672"/>
              <pc:sldLayoutMk cId="1194923831" sldId="2147483792"/>
              <ac:spMk id="15" creationId="{C7A7ABC1-D1E0-552E-EE6B-7B417C789504}"/>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3957571936" sldId="2147483793"/>
          </pc:sldLayoutMkLst>
          <pc:spChg chg="mod">
            <ac:chgData name="Najib Darif (Moody's)" userId="592a0a0c-cdda-4551-acca-2ec9c5e745e6" providerId="ADAL" clId="{21A5EEB3-2D71-4021-9D17-AB1343FE6B48}" dt="2025-08-01T15:23:30.723" v="4"/>
            <ac:spMkLst>
              <pc:docMk/>
              <pc:sldMasterMk cId="2703121335" sldId="2147483672"/>
              <pc:sldLayoutMk cId="3957571936" sldId="2147483793"/>
              <ac:spMk id="2" creationId="{F6F0AFB7-EC79-4E82-2106-075F8224E949}"/>
            </ac:spMkLst>
          </pc:spChg>
          <pc:spChg chg="mod">
            <ac:chgData name="Najib Darif (Moody's)" userId="592a0a0c-cdda-4551-acca-2ec9c5e745e6" providerId="ADAL" clId="{21A5EEB3-2D71-4021-9D17-AB1343FE6B48}" dt="2025-08-01T15:23:30.723" v="4"/>
            <ac:spMkLst>
              <pc:docMk/>
              <pc:sldMasterMk cId="2703121335" sldId="2147483672"/>
              <pc:sldLayoutMk cId="3957571936" sldId="2147483793"/>
              <ac:spMk id="3" creationId="{0CA2D3CD-1E43-5FCD-B998-8E7207DE69E5}"/>
            </ac:spMkLst>
          </pc:spChg>
          <pc:spChg chg="mod">
            <ac:chgData name="Najib Darif (Moody's)" userId="592a0a0c-cdda-4551-acca-2ec9c5e745e6" providerId="ADAL" clId="{21A5EEB3-2D71-4021-9D17-AB1343FE6B48}" dt="2025-08-01T15:23:30.723" v="4"/>
            <ac:spMkLst>
              <pc:docMk/>
              <pc:sldMasterMk cId="2703121335" sldId="2147483672"/>
              <pc:sldLayoutMk cId="3957571936" sldId="2147483793"/>
              <ac:spMk id="4" creationId="{F9F73C99-4E9B-1728-FFD7-DFD7DC5AF7B7}"/>
            </ac:spMkLst>
          </pc:spChg>
          <pc:spChg chg="mod">
            <ac:chgData name="Najib Darif (Moody's)" userId="592a0a0c-cdda-4551-acca-2ec9c5e745e6" providerId="ADAL" clId="{21A5EEB3-2D71-4021-9D17-AB1343FE6B48}" dt="2025-08-01T15:23:30.723" v="4"/>
            <ac:spMkLst>
              <pc:docMk/>
              <pc:sldMasterMk cId="2703121335" sldId="2147483672"/>
              <pc:sldLayoutMk cId="3957571936" sldId="2147483793"/>
              <ac:spMk id="14" creationId="{5002590A-F907-AAD8-7A39-3B1BC429EBA8}"/>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1121062892" sldId="2147483794"/>
          </pc:sldLayoutMkLst>
          <pc:spChg chg="mod">
            <ac:chgData name="Najib Darif (Moody's)" userId="592a0a0c-cdda-4551-acca-2ec9c5e745e6" providerId="ADAL" clId="{21A5EEB3-2D71-4021-9D17-AB1343FE6B48}" dt="2025-08-01T15:23:30.723" v="4"/>
            <ac:spMkLst>
              <pc:docMk/>
              <pc:sldMasterMk cId="2703121335" sldId="2147483672"/>
              <pc:sldLayoutMk cId="1121062892" sldId="2147483794"/>
              <ac:spMk id="2" creationId="{A0797360-089A-16D7-DE4B-F780195CD85D}"/>
            </ac:spMkLst>
          </pc:spChg>
          <pc:spChg chg="mod">
            <ac:chgData name="Najib Darif (Moody's)" userId="592a0a0c-cdda-4551-acca-2ec9c5e745e6" providerId="ADAL" clId="{21A5EEB3-2D71-4021-9D17-AB1343FE6B48}" dt="2025-08-01T15:23:30.723" v="4"/>
            <ac:spMkLst>
              <pc:docMk/>
              <pc:sldMasterMk cId="2703121335" sldId="2147483672"/>
              <pc:sldLayoutMk cId="1121062892" sldId="2147483794"/>
              <ac:spMk id="3" creationId="{0CA2D3CD-1E43-5FCD-B998-8E7207DE69E5}"/>
            </ac:spMkLst>
          </pc:spChg>
          <pc:spChg chg="mod">
            <ac:chgData name="Najib Darif (Moody's)" userId="592a0a0c-cdda-4551-acca-2ec9c5e745e6" providerId="ADAL" clId="{21A5EEB3-2D71-4021-9D17-AB1343FE6B48}" dt="2025-08-01T15:23:30.723" v="4"/>
            <ac:spMkLst>
              <pc:docMk/>
              <pc:sldMasterMk cId="2703121335" sldId="2147483672"/>
              <pc:sldLayoutMk cId="1121062892" sldId="2147483794"/>
              <ac:spMk id="4" creationId="{F9F73C99-4E9B-1728-FFD7-DFD7DC5AF7B7}"/>
            </ac:spMkLst>
          </pc:spChg>
          <pc:spChg chg="mod">
            <ac:chgData name="Najib Darif (Moody's)" userId="592a0a0c-cdda-4551-acca-2ec9c5e745e6" providerId="ADAL" clId="{21A5EEB3-2D71-4021-9D17-AB1343FE6B48}" dt="2025-08-01T15:23:30.723" v="4"/>
            <ac:spMkLst>
              <pc:docMk/>
              <pc:sldMasterMk cId="2703121335" sldId="2147483672"/>
              <pc:sldLayoutMk cId="1121062892" sldId="2147483794"/>
              <ac:spMk id="6" creationId="{A9DA804E-D6C2-07DA-96B0-1CCBFDAC97E1}"/>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2085549286" sldId="2147483795"/>
          </pc:sldLayoutMkLst>
          <pc:spChg chg="mod">
            <ac:chgData name="Najib Darif (Moody's)" userId="592a0a0c-cdda-4551-acca-2ec9c5e745e6" providerId="ADAL" clId="{21A5EEB3-2D71-4021-9D17-AB1343FE6B48}" dt="2025-08-01T15:23:30.723" v="4"/>
            <ac:spMkLst>
              <pc:docMk/>
              <pc:sldMasterMk cId="2703121335" sldId="2147483672"/>
              <pc:sldLayoutMk cId="2085549286" sldId="2147483795"/>
              <ac:spMk id="2" creationId="{2A355254-E2E2-A829-C676-82454D270840}"/>
            </ac:spMkLst>
          </pc:spChg>
          <pc:spChg chg="mod">
            <ac:chgData name="Najib Darif (Moody's)" userId="592a0a0c-cdda-4551-acca-2ec9c5e745e6" providerId="ADAL" clId="{21A5EEB3-2D71-4021-9D17-AB1343FE6B48}" dt="2025-08-01T15:23:30.723" v="4"/>
            <ac:spMkLst>
              <pc:docMk/>
              <pc:sldMasterMk cId="2703121335" sldId="2147483672"/>
              <pc:sldLayoutMk cId="2085549286" sldId="2147483795"/>
              <ac:spMk id="3" creationId="{0CA2D3CD-1E43-5FCD-B998-8E7207DE69E5}"/>
            </ac:spMkLst>
          </pc:spChg>
          <pc:spChg chg="mod">
            <ac:chgData name="Najib Darif (Moody's)" userId="592a0a0c-cdda-4551-acca-2ec9c5e745e6" providerId="ADAL" clId="{21A5EEB3-2D71-4021-9D17-AB1343FE6B48}" dt="2025-08-01T15:23:30.723" v="4"/>
            <ac:spMkLst>
              <pc:docMk/>
              <pc:sldMasterMk cId="2703121335" sldId="2147483672"/>
              <pc:sldLayoutMk cId="2085549286" sldId="2147483795"/>
              <ac:spMk id="4" creationId="{F9F73C99-4E9B-1728-FFD7-DFD7DC5AF7B7}"/>
            </ac:spMkLst>
          </pc:spChg>
          <pc:spChg chg="mod">
            <ac:chgData name="Najib Darif (Moody's)" userId="592a0a0c-cdda-4551-acca-2ec9c5e745e6" providerId="ADAL" clId="{21A5EEB3-2D71-4021-9D17-AB1343FE6B48}" dt="2025-08-01T15:23:30.723" v="4"/>
            <ac:spMkLst>
              <pc:docMk/>
              <pc:sldMasterMk cId="2703121335" sldId="2147483672"/>
              <pc:sldLayoutMk cId="2085549286" sldId="2147483795"/>
              <ac:spMk id="6" creationId="{C7A8DCC2-F1AD-A798-22A8-7C3AD433BF61}"/>
            </ac:spMkLst>
          </pc:spChg>
          <pc:spChg chg="mod">
            <ac:chgData name="Najib Darif (Moody's)" userId="592a0a0c-cdda-4551-acca-2ec9c5e745e6" providerId="ADAL" clId="{21A5EEB3-2D71-4021-9D17-AB1343FE6B48}" dt="2025-08-01T15:23:30.723" v="4"/>
            <ac:spMkLst>
              <pc:docMk/>
              <pc:sldMasterMk cId="2703121335" sldId="2147483672"/>
              <pc:sldLayoutMk cId="2085549286" sldId="2147483795"/>
              <ac:spMk id="7" creationId="{40A69DCB-C443-D923-77AF-F7A45CB4F043}"/>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2826383676" sldId="2147483796"/>
          </pc:sldLayoutMkLst>
          <pc:spChg chg="mod">
            <ac:chgData name="Najib Darif (Moody's)" userId="592a0a0c-cdda-4551-acca-2ec9c5e745e6" providerId="ADAL" clId="{21A5EEB3-2D71-4021-9D17-AB1343FE6B48}" dt="2025-08-01T15:23:30.723" v="4"/>
            <ac:spMkLst>
              <pc:docMk/>
              <pc:sldMasterMk cId="2703121335" sldId="2147483672"/>
              <pc:sldLayoutMk cId="2826383676" sldId="2147483796"/>
              <ac:spMk id="2" creationId="{97A60806-2005-3279-1B3F-393FF318E435}"/>
            </ac:spMkLst>
          </pc:spChg>
          <pc:spChg chg="mod">
            <ac:chgData name="Najib Darif (Moody's)" userId="592a0a0c-cdda-4551-acca-2ec9c5e745e6" providerId="ADAL" clId="{21A5EEB3-2D71-4021-9D17-AB1343FE6B48}" dt="2025-08-01T15:23:30.723" v="4"/>
            <ac:spMkLst>
              <pc:docMk/>
              <pc:sldMasterMk cId="2703121335" sldId="2147483672"/>
              <pc:sldLayoutMk cId="2826383676" sldId="2147483796"/>
              <ac:spMk id="3" creationId="{0CA2D3CD-1E43-5FCD-B998-8E7207DE69E5}"/>
            </ac:spMkLst>
          </pc:spChg>
          <pc:spChg chg="mod">
            <ac:chgData name="Najib Darif (Moody's)" userId="592a0a0c-cdda-4551-acca-2ec9c5e745e6" providerId="ADAL" clId="{21A5EEB3-2D71-4021-9D17-AB1343FE6B48}" dt="2025-08-01T15:23:30.723" v="4"/>
            <ac:spMkLst>
              <pc:docMk/>
              <pc:sldMasterMk cId="2703121335" sldId="2147483672"/>
              <pc:sldLayoutMk cId="2826383676" sldId="2147483796"/>
              <ac:spMk id="4" creationId="{F9F73C99-4E9B-1728-FFD7-DFD7DC5AF7B7}"/>
            </ac:spMkLst>
          </pc:spChg>
          <pc:spChg chg="mod">
            <ac:chgData name="Najib Darif (Moody's)" userId="592a0a0c-cdda-4551-acca-2ec9c5e745e6" providerId="ADAL" clId="{21A5EEB3-2D71-4021-9D17-AB1343FE6B48}" dt="2025-08-01T15:23:30.723" v="4"/>
            <ac:spMkLst>
              <pc:docMk/>
              <pc:sldMasterMk cId="2703121335" sldId="2147483672"/>
              <pc:sldLayoutMk cId="2826383676" sldId="2147483796"/>
              <ac:spMk id="5" creationId="{A96DBD7A-DCEA-7B49-148D-857A5FC1B863}"/>
            </ac:spMkLst>
          </pc:spChg>
          <pc:spChg chg="mod">
            <ac:chgData name="Najib Darif (Moody's)" userId="592a0a0c-cdda-4551-acca-2ec9c5e745e6" providerId="ADAL" clId="{21A5EEB3-2D71-4021-9D17-AB1343FE6B48}" dt="2025-08-01T15:23:30.723" v="4"/>
            <ac:spMkLst>
              <pc:docMk/>
              <pc:sldMasterMk cId="2703121335" sldId="2147483672"/>
              <pc:sldLayoutMk cId="2826383676" sldId="2147483796"/>
              <ac:spMk id="7" creationId="{87B5BA7B-A36C-1FF6-B321-EDC408BE67B2}"/>
            </ac:spMkLst>
          </pc:spChg>
          <pc:spChg chg="mod">
            <ac:chgData name="Najib Darif (Moody's)" userId="592a0a0c-cdda-4551-acca-2ec9c5e745e6" providerId="ADAL" clId="{21A5EEB3-2D71-4021-9D17-AB1343FE6B48}" dt="2025-08-01T15:23:30.723" v="4"/>
            <ac:spMkLst>
              <pc:docMk/>
              <pc:sldMasterMk cId="2703121335" sldId="2147483672"/>
              <pc:sldLayoutMk cId="2826383676" sldId="2147483796"/>
              <ac:spMk id="13" creationId="{8972C75E-D802-D589-98E6-318B1F0530CB}"/>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1626823709" sldId="2147483797"/>
          </pc:sldLayoutMkLst>
          <pc:spChg chg="mod">
            <ac:chgData name="Najib Darif (Moody's)" userId="592a0a0c-cdda-4551-acca-2ec9c5e745e6" providerId="ADAL" clId="{21A5EEB3-2D71-4021-9D17-AB1343FE6B48}" dt="2025-08-01T15:23:30.723" v="4"/>
            <ac:spMkLst>
              <pc:docMk/>
              <pc:sldMasterMk cId="2703121335" sldId="2147483672"/>
              <pc:sldLayoutMk cId="1626823709" sldId="2147483797"/>
              <ac:spMk id="3" creationId="{0CA2D3CD-1E43-5FCD-B998-8E7207DE69E5}"/>
            </ac:spMkLst>
          </pc:spChg>
          <pc:spChg chg="mod">
            <ac:chgData name="Najib Darif (Moody's)" userId="592a0a0c-cdda-4551-acca-2ec9c5e745e6" providerId="ADAL" clId="{21A5EEB3-2D71-4021-9D17-AB1343FE6B48}" dt="2025-08-01T15:23:30.723" v="4"/>
            <ac:spMkLst>
              <pc:docMk/>
              <pc:sldMasterMk cId="2703121335" sldId="2147483672"/>
              <pc:sldLayoutMk cId="1626823709" sldId="2147483797"/>
              <ac:spMk id="4" creationId="{F9F73C99-4E9B-1728-FFD7-DFD7DC5AF7B7}"/>
            </ac:spMkLst>
          </pc:spChg>
          <pc:spChg chg="mod">
            <ac:chgData name="Najib Darif (Moody's)" userId="592a0a0c-cdda-4551-acca-2ec9c5e745e6" providerId="ADAL" clId="{21A5EEB3-2D71-4021-9D17-AB1343FE6B48}" dt="2025-08-01T15:23:30.723" v="4"/>
            <ac:spMkLst>
              <pc:docMk/>
              <pc:sldMasterMk cId="2703121335" sldId="2147483672"/>
              <pc:sldLayoutMk cId="1626823709" sldId="2147483797"/>
              <ac:spMk id="18" creationId="{98D5B202-316D-9EDE-D8FC-C6D094C650D6}"/>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85677155" sldId="2147483798"/>
          </pc:sldLayoutMkLst>
          <pc:spChg chg="mod">
            <ac:chgData name="Najib Darif (Moody's)" userId="592a0a0c-cdda-4551-acca-2ec9c5e745e6" providerId="ADAL" clId="{21A5EEB3-2D71-4021-9D17-AB1343FE6B48}" dt="2025-08-01T15:23:30.723" v="4"/>
            <ac:spMkLst>
              <pc:docMk/>
              <pc:sldMasterMk cId="2703121335" sldId="2147483672"/>
              <pc:sldLayoutMk cId="85677155" sldId="2147483798"/>
              <ac:spMk id="3" creationId="{0CA2D3CD-1E43-5FCD-B998-8E7207DE69E5}"/>
            </ac:spMkLst>
          </pc:spChg>
          <pc:spChg chg="mod">
            <ac:chgData name="Najib Darif (Moody's)" userId="592a0a0c-cdda-4551-acca-2ec9c5e745e6" providerId="ADAL" clId="{21A5EEB3-2D71-4021-9D17-AB1343FE6B48}" dt="2025-08-01T15:23:30.723" v="4"/>
            <ac:spMkLst>
              <pc:docMk/>
              <pc:sldMasterMk cId="2703121335" sldId="2147483672"/>
              <pc:sldLayoutMk cId="85677155" sldId="2147483798"/>
              <ac:spMk id="4" creationId="{F9F73C99-4E9B-1728-FFD7-DFD7DC5AF7B7}"/>
            </ac:spMkLst>
          </pc:spChg>
          <pc:spChg chg="mod">
            <ac:chgData name="Najib Darif (Moody's)" userId="592a0a0c-cdda-4551-acca-2ec9c5e745e6" providerId="ADAL" clId="{21A5EEB3-2D71-4021-9D17-AB1343FE6B48}" dt="2025-08-01T15:23:30.723" v="4"/>
            <ac:spMkLst>
              <pc:docMk/>
              <pc:sldMasterMk cId="2703121335" sldId="2147483672"/>
              <pc:sldLayoutMk cId="85677155" sldId="2147483798"/>
              <ac:spMk id="5" creationId="{9FEA9B73-F154-CEDE-C3F9-3BA38B6541A9}"/>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1159935181" sldId="2147483799"/>
          </pc:sldLayoutMkLst>
          <pc:spChg chg="mod">
            <ac:chgData name="Najib Darif (Moody's)" userId="592a0a0c-cdda-4551-acca-2ec9c5e745e6" providerId="ADAL" clId="{21A5EEB3-2D71-4021-9D17-AB1343FE6B48}" dt="2025-08-01T15:23:30.723" v="4"/>
            <ac:spMkLst>
              <pc:docMk/>
              <pc:sldMasterMk cId="2703121335" sldId="2147483672"/>
              <pc:sldLayoutMk cId="1159935181" sldId="2147483799"/>
              <ac:spMk id="3" creationId="{0CA2D3CD-1E43-5FCD-B998-8E7207DE69E5}"/>
            </ac:spMkLst>
          </pc:spChg>
          <pc:spChg chg="mod">
            <ac:chgData name="Najib Darif (Moody's)" userId="592a0a0c-cdda-4551-acca-2ec9c5e745e6" providerId="ADAL" clId="{21A5EEB3-2D71-4021-9D17-AB1343FE6B48}" dt="2025-08-01T15:23:30.723" v="4"/>
            <ac:spMkLst>
              <pc:docMk/>
              <pc:sldMasterMk cId="2703121335" sldId="2147483672"/>
              <pc:sldLayoutMk cId="1159935181" sldId="2147483799"/>
              <ac:spMk id="4" creationId="{F9F73C99-4E9B-1728-FFD7-DFD7DC5AF7B7}"/>
            </ac:spMkLst>
          </pc:spChg>
          <pc:spChg chg="mod">
            <ac:chgData name="Najib Darif (Moody's)" userId="592a0a0c-cdda-4551-acca-2ec9c5e745e6" providerId="ADAL" clId="{21A5EEB3-2D71-4021-9D17-AB1343FE6B48}" dt="2025-08-01T15:23:30.723" v="4"/>
            <ac:spMkLst>
              <pc:docMk/>
              <pc:sldMasterMk cId="2703121335" sldId="2147483672"/>
              <pc:sldLayoutMk cId="1159935181" sldId="2147483799"/>
              <ac:spMk id="18" creationId="{98D5B202-316D-9EDE-D8FC-C6D094C650D6}"/>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3462692170" sldId="2147483800"/>
          </pc:sldLayoutMkLst>
          <pc:spChg chg="mod">
            <ac:chgData name="Najib Darif (Moody's)" userId="592a0a0c-cdda-4551-acca-2ec9c5e745e6" providerId="ADAL" clId="{21A5EEB3-2D71-4021-9D17-AB1343FE6B48}" dt="2025-08-01T15:23:30.723" v="4"/>
            <ac:spMkLst>
              <pc:docMk/>
              <pc:sldMasterMk cId="2703121335" sldId="2147483672"/>
              <pc:sldLayoutMk cId="3462692170" sldId="2147483800"/>
              <ac:spMk id="3" creationId="{0CA2D3CD-1E43-5FCD-B998-8E7207DE69E5}"/>
            </ac:spMkLst>
          </pc:spChg>
          <pc:spChg chg="mod">
            <ac:chgData name="Najib Darif (Moody's)" userId="592a0a0c-cdda-4551-acca-2ec9c5e745e6" providerId="ADAL" clId="{21A5EEB3-2D71-4021-9D17-AB1343FE6B48}" dt="2025-08-01T15:23:30.723" v="4"/>
            <ac:spMkLst>
              <pc:docMk/>
              <pc:sldMasterMk cId="2703121335" sldId="2147483672"/>
              <pc:sldLayoutMk cId="3462692170" sldId="2147483800"/>
              <ac:spMk id="4" creationId="{F9F73C99-4E9B-1728-FFD7-DFD7DC5AF7B7}"/>
            </ac:spMkLst>
          </pc:spChg>
          <pc:spChg chg="mod">
            <ac:chgData name="Najib Darif (Moody's)" userId="592a0a0c-cdda-4551-acca-2ec9c5e745e6" providerId="ADAL" clId="{21A5EEB3-2D71-4021-9D17-AB1343FE6B48}" dt="2025-08-01T15:23:30.723" v="4"/>
            <ac:spMkLst>
              <pc:docMk/>
              <pc:sldMasterMk cId="2703121335" sldId="2147483672"/>
              <pc:sldLayoutMk cId="3462692170" sldId="2147483800"/>
              <ac:spMk id="7" creationId="{0E02A696-5AEC-8241-7182-A62C3777A058}"/>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418659885" sldId="2147483801"/>
          </pc:sldLayoutMkLst>
          <pc:spChg chg="mod">
            <ac:chgData name="Najib Darif (Moody's)" userId="592a0a0c-cdda-4551-acca-2ec9c5e745e6" providerId="ADAL" clId="{21A5EEB3-2D71-4021-9D17-AB1343FE6B48}" dt="2025-08-01T15:23:30.723" v="4"/>
            <ac:spMkLst>
              <pc:docMk/>
              <pc:sldMasterMk cId="2703121335" sldId="2147483672"/>
              <pc:sldLayoutMk cId="418659885" sldId="2147483801"/>
              <ac:spMk id="3" creationId="{0CA2D3CD-1E43-5FCD-B998-8E7207DE69E5}"/>
            </ac:spMkLst>
          </pc:spChg>
          <pc:spChg chg="mod">
            <ac:chgData name="Najib Darif (Moody's)" userId="592a0a0c-cdda-4551-acca-2ec9c5e745e6" providerId="ADAL" clId="{21A5EEB3-2D71-4021-9D17-AB1343FE6B48}" dt="2025-08-01T15:23:30.723" v="4"/>
            <ac:spMkLst>
              <pc:docMk/>
              <pc:sldMasterMk cId="2703121335" sldId="2147483672"/>
              <pc:sldLayoutMk cId="418659885" sldId="2147483801"/>
              <ac:spMk id="4" creationId="{F9F73C99-4E9B-1728-FFD7-DFD7DC5AF7B7}"/>
            </ac:spMkLst>
          </pc:spChg>
          <pc:spChg chg="mod">
            <ac:chgData name="Najib Darif (Moody's)" userId="592a0a0c-cdda-4551-acca-2ec9c5e745e6" providerId="ADAL" clId="{21A5EEB3-2D71-4021-9D17-AB1343FE6B48}" dt="2025-08-01T15:23:30.723" v="4"/>
            <ac:spMkLst>
              <pc:docMk/>
              <pc:sldMasterMk cId="2703121335" sldId="2147483672"/>
              <pc:sldLayoutMk cId="418659885" sldId="2147483801"/>
              <ac:spMk id="9" creationId="{EC514BA5-6487-0CDD-2D28-66E701C8A937}"/>
            </ac:spMkLst>
          </pc:spChg>
          <pc:spChg chg="mod">
            <ac:chgData name="Najib Darif (Moody's)" userId="592a0a0c-cdda-4551-acca-2ec9c5e745e6" providerId="ADAL" clId="{21A5EEB3-2D71-4021-9D17-AB1343FE6B48}" dt="2025-08-01T15:23:30.723" v="4"/>
            <ac:spMkLst>
              <pc:docMk/>
              <pc:sldMasterMk cId="2703121335" sldId="2147483672"/>
              <pc:sldLayoutMk cId="418659885" sldId="2147483801"/>
              <ac:spMk id="18" creationId="{98D5B202-316D-9EDE-D8FC-C6D094C650D6}"/>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1686372230" sldId="2147483802"/>
          </pc:sldLayoutMkLst>
          <pc:spChg chg="mod">
            <ac:chgData name="Najib Darif (Moody's)" userId="592a0a0c-cdda-4551-acca-2ec9c5e745e6" providerId="ADAL" clId="{21A5EEB3-2D71-4021-9D17-AB1343FE6B48}" dt="2025-08-01T15:23:30.723" v="4"/>
            <ac:spMkLst>
              <pc:docMk/>
              <pc:sldMasterMk cId="2703121335" sldId="2147483672"/>
              <pc:sldLayoutMk cId="1686372230" sldId="2147483802"/>
              <ac:spMk id="3" creationId="{0CA2D3CD-1E43-5FCD-B998-8E7207DE69E5}"/>
            </ac:spMkLst>
          </pc:spChg>
          <pc:spChg chg="mod">
            <ac:chgData name="Najib Darif (Moody's)" userId="592a0a0c-cdda-4551-acca-2ec9c5e745e6" providerId="ADAL" clId="{21A5EEB3-2D71-4021-9D17-AB1343FE6B48}" dt="2025-08-01T15:23:30.723" v="4"/>
            <ac:spMkLst>
              <pc:docMk/>
              <pc:sldMasterMk cId="2703121335" sldId="2147483672"/>
              <pc:sldLayoutMk cId="1686372230" sldId="2147483802"/>
              <ac:spMk id="4" creationId="{F9F73C99-4E9B-1728-FFD7-DFD7DC5AF7B7}"/>
            </ac:spMkLst>
          </pc:spChg>
          <pc:spChg chg="mod">
            <ac:chgData name="Najib Darif (Moody's)" userId="592a0a0c-cdda-4551-acca-2ec9c5e745e6" providerId="ADAL" clId="{21A5EEB3-2D71-4021-9D17-AB1343FE6B48}" dt="2025-08-01T15:23:30.723" v="4"/>
            <ac:spMkLst>
              <pc:docMk/>
              <pc:sldMasterMk cId="2703121335" sldId="2147483672"/>
              <pc:sldLayoutMk cId="1686372230" sldId="2147483802"/>
              <ac:spMk id="5" creationId="{9FB85A57-AF49-344B-37C6-7EFC489A80CC}"/>
            </ac:spMkLst>
          </pc:spChg>
          <pc:spChg chg="mod">
            <ac:chgData name="Najib Darif (Moody's)" userId="592a0a0c-cdda-4551-acca-2ec9c5e745e6" providerId="ADAL" clId="{21A5EEB3-2D71-4021-9D17-AB1343FE6B48}" dt="2025-08-01T15:23:30.723" v="4"/>
            <ac:spMkLst>
              <pc:docMk/>
              <pc:sldMasterMk cId="2703121335" sldId="2147483672"/>
              <pc:sldLayoutMk cId="1686372230" sldId="2147483802"/>
              <ac:spMk id="7" creationId="{D2C1E244-876B-1F11-FE16-79C6C8406455}"/>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3822868838" sldId="2147483803"/>
          </pc:sldLayoutMkLst>
          <pc:spChg chg="mod">
            <ac:chgData name="Najib Darif (Moody's)" userId="592a0a0c-cdda-4551-acca-2ec9c5e745e6" providerId="ADAL" clId="{21A5EEB3-2D71-4021-9D17-AB1343FE6B48}" dt="2025-08-01T15:23:30.723" v="4"/>
            <ac:spMkLst>
              <pc:docMk/>
              <pc:sldMasterMk cId="2703121335" sldId="2147483672"/>
              <pc:sldLayoutMk cId="3822868838" sldId="2147483803"/>
              <ac:spMk id="3" creationId="{0CA2D3CD-1E43-5FCD-B998-8E7207DE69E5}"/>
            </ac:spMkLst>
          </pc:spChg>
          <pc:spChg chg="mod">
            <ac:chgData name="Najib Darif (Moody's)" userId="592a0a0c-cdda-4551-acca-2ec9c5e745e6" providerId="ADAL" clId="{21A5EEB3-2D71-4021-9D17-AB1343FE6B48}" dt="2025-08-01T15:23:30.723" v="4"/>
            <ac:spMkLst>
              <pc:docMk/>
              <pc:sldMasterMk cId="2703121335" sldId="2147483672"/>
              <pc:sldLayoutMk cId="3822868838" sldId="2147483803"/>
              <ac:spMk id="4" creationId="{F9F73C99-4E9B-1728-FFD7-DFD7DC5AF7B7}"/>
            </ac:spMkLst>
          </pc:spChg>
          <pc:spChg chg="mod">
            <ac:chgData name="Najib Darif (Moody's)" userId="592a0a0c-cdda-4551-acca-2ec9c5e745e6" providerId="ADAL" clId="{21A5EEB3-2D71-4021-9D17-AB1343FE6B48}" dt="2025-08-01T15:23:30.723" v="4"/>
            <ac:spMkLst>
              <pc:docMk/>
              <pc:sldMasterMk cId="2703121335" sldId="2147483672"/>
              <pc:sldLayoutMk cId="3822868838" sldId="2147483803"/>
              <ac:spMk id="8" creationId="{7708F947-658B-4354-AB87-AEB000F1AA54}"/>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870665554" sldId="2147483804"/>
          </pc:sldLayoutMkLst>
          <pc:spChg chg="mod">
            <ac:chgData name="Najib Darif (Moody's)" userId="592a0a0c-cdda-4551-acca-2ec9c5e745e6" providerId="ADAL" clId="{21A5EEB3-2D71-4021-9D17-AB1343FE6B48}" dt="2025-08-01T15:23:30.723" v="4"/>
            <ac:spMkLst>
              <pc:docMk/>
              <pc:sldMasterMk cId="2703121335" sldId="2147483672"/>
              <pc:sldLayoutMk cId="870665554" sldId="2147483804"/>
              <ac:spMk id="3" creationId="{0CA2D3CD-1E43-5FCD-B998-8E7207DE69E5}"/>
            </ac:spMkLst>
          </pc:spChg>
          <pc:spChg chg="mod">
            <ac:chgData name="Najib Darif (Moody's)" userId="592a0a0c-cdda-4551-acca-2ec9c5e745e6" providerId="ADAL" clId="{21A5EEB3-2D71-4021-9D17-AB1343FE6B48}" dt="2025-08-01T15:23:30.723" v="4"/>
            <ac:spMkLst>
              <pc:docMk/>
              <pc:sldMasterMk cId="2703121335" sldId="2147483672"/>
              <pc:sldLayoutMk cId="870665554" sldId="2147483804"/>
              <ac:spMk id="4" creationId="{F9F73C99-4E9B-1728-FFD7-DFD7DC5AF7B7}"/>
            </ac:spMkLst>
          </pc:spChg>
          <pc:spChg chg="mod">
            <ac:chgData name="Najib Darif (Moody's)" userId="592a0a0c-cdda-4551-acca-2ec9c5e745e6" providerId="ADAL" clId="{21A5EEB3-2D71-4021-9D17-AB1343FE6B48}" dt="2025-08-01T15:23:30.723" v="4"/>
            <ac:spMkLst>
              <pc:docMk/>
              <pc:sldMasterMk cId="2703121335" sldId="2147483672"/>
              <pc:sldLayoutMk cId="870665554" sldId="2147483804"/>
              <ac:spMk id="5" creationId="{C55CD7FE-FD96-5B7D-EB24-69E1A8EF9D81}"/>
            </ac:spMkLst>
          </pc:spChg>
          <pc:spChg chg="mod">
            <ac:chgData name="Najib Darif (Moody's)" userId="592a0a0c-cdda-4551-acca-2ec9c5e745e6" providerId="ADAL" clId="{21A5EEB3-2D71-4021-9D17-AB1343FE6B48}" dt="2025-08-01T15:23:30.723" v="4"/>
            <ac:spMkLst>
              <pc:docMk/>
              <pc:sldMasterMk cId="2703121335" sldId="2147483672"/>
              <pc:sldLayoutMk cId="870665554" sldId="2147483804"/>
              <ac:spMk id="6" creationId="{A9E39174-6051-6D2E-2D81-DADF3A2208E1}"/>
            </ac:spMkLst>
          </pc:spChg>
          <pc:spChg chg="mod">
            <ac:chgData name="Najib Darif (Moody's)" userId="592a0a0c-cdda-4551-acca-2ec9c5e745e6" providerId="ADAL" clId="{21A5EEB3-2D71-4021-9D17-AB1343FE6B48}" dt="2025-08-01T15:23:30.723" v="4"/>
            <ac:spMkLst>
              <pc:docMk/>
              <pc:sldMasterMk cId="2703121335" sldId="2147483672"/>
              <pc:sldLayoutMk cId="870665554" sldId="2147483804"/>
              <ac:spMk id="7" creationId="{AB040204-E782-1C0F-4B3A-B9C7FF0AEEB7}"/>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2942577000" sldId="2147483805"/>
          </pc:sldLayoutMkLst>
          <pc:spChg chg="mod">
            <ac:chgData name="Najib Darif (Moody's)" userId="592a0a0c-cdda-4551-acca-2ec9c5e745e6" providerId="ADAL" clId="{21A5EEB3-2D71-4021-9D17-AB1343FE6B48}" dt="2025-08-01T15:23:30.723" v="4"/>
            <ac:spMkLst>
              <pc:docMk/>
              <pc:sldMasterMk cId="2703121335" sldId="2147483672"/>
              <pc:sldLayoutMk cId="2942577000" sldId="2147483805"/>
              <ac:spMk id="3" creationId="{0CA2D3CD-1E43-5FCD-B998-8E7207DE69E5}"/>
            </ac:spMkLst>
          </pc:spChg>
          <pc:spChg chg="mod">
            <ac:chgData name="Najib Darif (Moody's)" userId="592a0a0c-cdda-4551-acca-2ec9c5e745e6" providerId="ADAL" clId="{21A5EEB3-2D71-4021-9D17-AB1343FE6B48}" dt="2025-08-01T15:23:30.723" v="4"/>
            <ac:spMkLst>
              <pc:docMk/>
              <pc:sldMasterMk cId="2703121335" sldId="2147483672"/>
              <pc:sldLayoutMk cId="2942577000" sldId="2147483805"/>
              <ac:spMk id="4" creationId="{F9F73C99-4E9B-1728-FFD7-DFD7DC5AF7B7}"/>
            </ac:spMkLst>
          </pc:spChg>
          <pc:spChg chg="mod">
            <ac:chgData name="Najib Darif (Moody's)" userId="592a0a0c-cdda-4551-acca-2ec9c5e745e6" providerId="ADAL" clId="{21A5EEB3-2D71-4021-9D17-AB1343FE6B48}" dt="2025-08-01T15:23:30.723" v="4"/>
            <ac:spMkLst>
              <pc:docMk/>
              <pc:sldMasterMk cId="2703121335" sldId="2147483672"/>
              <pc:sldLayoutMk cId="2942577000" sldId="2147483805"/>
              <ac:spMk id="5" creationId="{23F68FBE-251E-31B8-904E-1E16C461B772}"/>
            </ac:spMkLst>
          </pc:spChg>
          <pc:spChg chg="mod">
            <ac:chgData name="Najib Darif (Moody's)" userId="592a0a0c-cdda-4551-acca-2ec9c5e745e6" providerId="ADAL" clId="{21A5EEB3-2D71-4021-9D17-AB1343FE6B48}" dt="2025-08-01T15:23:30.723" v="4"/>
            <ac:spMkLst>
              <pc:docMk/>
              <pc:sldMasterMk cId="2703121335" sldId="2147483672"/>
              <pc:sldLayoutMk cId="2942577000" sldId="2147483805"/>
              <ac:spMk id="7" creationId="{FF0E76BC-245F-8420-594E-37916313D315}"/>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3505097804" sldId="2147483806"/>
          </pc:sldLayoutMkLst>
          <pc:spChg chg="mod">
            <ac:chgData name="Najib Darif (Moody's)" userId="592a0a0c-cdda-4551-acca-2ec9c5e745e6" providerId="ADAL" clId="{21A5EEB3-2D71-4021-9D17-AB1343FE6B48}" dt="2025-08-01T15:23:30.723" v="4"/>
            <ac:spMkLst>
              <pc:docMk/>
              <pc:sldMasterMk cId="2703121335" sldId="2147483672"/>
              <pc:sldLayoutMk cId="3505097804" sldId="2147483806"/>
              <ac:spMk id="3" creationId="{0CA2D3CD-1E43-5FCD-B998-8E7207DE69E5}"/>
            </ac:spMkLst>
          </pc:spChg>
          <pc:spChg chg="mod">
            <ac:chgData name="Najib Darif (Moody's)" userId="592a0a0c-cdda-4551-acca-2ec9c5e745e6" providerId="ADAL" clId="{21A5EEB3-2D71-4021-9D17-AB1343FE6B48}" dt="2025-08-01T15:23:30.723" v="4"/>
            <ac:spMkLst>
              <pc:docMk/>
              <pc:sldMasterMk cId="2703121335" sldId="2147483672"/>
              <pc:sldLayoutMk cId="3505097804" sldId="2147483806"/>
              <ac:spMk id="4" creationId="{F9F73C99-4E9B-1728-FFD7-DFD7DC5AF7B7}"/>
            </ac:spMkLst>
          </pc:spChg>
          <pc:spChg chg="mod">
            <ac:chgData name="Najib Darif (Moody's)" userId="592a0a0c-cdda-4551-acca-2ec9c5e745e6" providerId="ADAL" clId="{21A5EEB3-2D71-4021-9D17-AB1343FE6B48}" dt="2025-08-01T15:23:30.723" v="4"/>
            <ac:spMkLst>
              <pc:docMk/>
              <pc:sldMasterMk cId="2703121335" sldId="2147483672"/>
              <pc:sldLayoutMk cId="3505097804" sldId="2147483806"/>
              <ac:spMk id="5" creationId="{DAB1020F-2330-5C4C-014E-9A0A4D6C7B46}"/>
            </ac:spMkLst>
          </pc:spChg>
          <pc:spChg chg="mod">
            <ac:chgData name="Najib Darif (Moody's)" userId="592a0a0c-cdda-4551-acca-2ec9c5e745e6" providerId="ADAL" clId="{21A5EEB3-2D71-4021-9D17-AB1343FE6B48}" dt="2025-08-01T15:23:30.723" v="4"/>
            <ac:spMkLst>
              <pc:docMk/>
              <pc:sldMasterMk cId="2703121335" sldId="2147483672"/>
              <pc:sldLayoutMk cId="3505097804" sldId="2147483806"/>
              <ac:spMk id="8" creationId="{A1DFA430-6288-90D6-63A5-55E9803EDA48}"/>
            </ac:spMkLst>
          </pc:spChg>
          <pc:spChg chg="mod">
            <ac:chgData name="Najib Darif (Moody's)" userId="592a0a0c-cdda-4551-acca-2ec9c5e745e6" providerId="ADAL" clId="{21A5EEB3-2D71-4021-9D17-AB1343FE6B48}" dt="2025-08-01T15:23:30.723" v="4"/>
            <ac:spMkLst>
              <pc:docMk/>
              <pc:sldMasterMk cId="2703121335" sldId="2147483672"/>
              <pc:sldLayoutMk cId="3505097804" sldId="2147483806"/>
              <ac:spMk id="10" creationId="{5FD3F13F-3407-E665-485F-994A6707FD73}"/>
            </ac:spMkLst>
          </pc:spChg>
          <pc:spChg chg="mod">
            <ac:chgData name="Najib Darif (Moody's)" userId="592a0a0c-cdda-4551-acca-2ec9c5e745e6" providerId="ADAL" clId="{21A5EEB3-2D71-4021-9D17-AB1343FE6B48}" dt="2025-08-01T15:23:30.723" v="4"/>
            <ac:spMkLst>
              <pc:docMk/>
              <pc:sldMasterMk cId="2703121335" sldId="2147483672"/>
              <pc:sldLayoutMk cId="3505097804" sldId="2147483806"/>
              <ac:spMk id="11" creationId="{B916CF33-A497-0AD3-3B6A-557E34121E76}"/>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422040190" sldId="2147483807"/>
          </pc:sldLayoutMkLst>
          <pc:spChg chg="mod">
            <ac:chgData name="Najib Darif (Moody's)" userId="592a0a0c-cdda-4551-acca-2ec9c5e745e6" providerId="ADAL" clId="{21A5EEB3-2D71-4021-9D17-AB1343FE6B48}" dt="2025-08-01T15:23:30.723" v="4"/>
            <ac:spMkLst>
              <pc:docMk/>
              <pc:sldMasterMk cId="2703121335" sldId="2147483672"/>
              <pc:sldLayoutMk cId="422040190" sldId="2147483807"/>
              <ac:spMk id="3" creationId="{0CA2D3CD-1E43-5FCD-B998-8E7207DE69E5}"/>
            </ac:spMkLst>
          </pc:spChg>
          <pc:spChg chg="mod">
            <ac:chgData name="Najib Darif (Moody's)" userId="592a0a0c-cdda-4551-acca-2ec9c5e745e6" providerId="ADAL" clId="{21A5EEB3-2D71-4021-9D17-AB1343FE6B48}" dt="2025-08-01T15:23:30.723" v="4"/>
            <ac:spMkLst>
              <pc:docMk/>
              <pc:sldMasterMk cId="2703121335" sldId="2147483672"/>
              <pc:sldLayoutMk cId="422040190" sldId="2147483807"/>
              <ac:spMk id="4" creationId="{F9F73C99-4E9B-1728-FFD7-DFD7DC5AF7B7}"/>
            </ac:spMkLst>
          </pc:spChg>
          <pc:spChg chg="mod">
            <ac:chgData name="Najib Darif (Moody's)" userId="592a0a0c-cdda-4551-acca-2ec9c5e745e6" providerId="ADAL" clId="{21A5EEB3-2D71-4021-9D17-AB1343FE6B48}" dt="2025-08-01T15:23:30.723" v="4"/>
            <ac:spMkLst>
              <pc:docMk/>
              <pc:sldMasterMk cId="2703121335" sldId="2147483672"/>
              <pc:sldLayoutMk cId="422040190" sldId="2147483807"/>
              <ac:spMk id="5" creationId="{F220F211-F00A-3592-8474-A66D511E9505}"/>
            </ac:spMkLst>
          </pc:spChg>
          <pc:spChg chg="mod">
            <ac:chgData name="Najib Darif (Moody's)" userId="592a0a0c-cdda-4551-acca-2ec9c5e745e6" providerId="ADAL" clId="{21A5EEB3-2D71-4021-9D17-AB1343FE6B48}" dt="2025-08-01T15:23:30.723" v="4"/>
            <ac:spMkLst>
              <pc:docMk/>
              <pc:sldMasterMk cId="2703121335" sldId="2147483672"/>
              <pc:sldLayoutMk cId="422040190" sldId="2147483807"/>
              <ac:spMk id="7" creationId="{B276AB9C-7568-C5F8-9325-202B3FE1D2DB}"/>
            </ac:spMkLst>
          </pc:spChg>
          <pc:spChg chg="mod">
            <ac:chgData name="Najib Darif (Moody's)" userId="592a0a0c-cdda-4551-acca-2ec9c5e745e6" providerId="ADAL" clId="{21A5EEB3-2D71-4021-9D17-AB1343FE6B48}" dt="2025-08-01T15:23:30.723" v="4"/>
            <ac:spMkLst>
              <pc:docMk/>
              <pc:sldMasterMk cId="2703121335" sldId="2147483672"/>
              <pc:sldLayoutMk cId="422040190" sldId="2147483807"/>
              <ac:spMk id="8" creationId="{F09DC10E-18F7-F606-AA7D-1F193D692076}"/>
            </ac:spMkLst>
          </pc:spChg>
          <pc:spChg chg="mod">
            <ac:chgData name="Najib Darif (Moody's)" userId="592a0a0c-cdda-4551-acca-2ec9c5e745e6" providerId="ADAL" clId="{21A5EEB3-2D71-4021-9D17-AB1343FE6B48}" dt="2025-08-01T15:23:30.723" v="4"/>
            <ac:spMkLst>
              <pc:docMk/>
              <pc:sldMasterMk cId="2703121335" sldId="2147483672"/>
              <pc:sldLayoutMk cId="422040190" sldId="2147483807"/>
              <ac:spMk id="10" creationId="{B9FF1161-F7B1-9563-3A3E-4823B2DEDED6}"/>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2274771596" sldId="2147483808"/>
          </pc:sldLayoutMkLst>
          <pc:spChg chg="mod">
            <ac:chgData name="Najib Darif (Moody's)" userId="592a0a0c-cdda-4551-acca-2ec9c5e745e6" providerId="ADAL" clId="{21A5EEB3-2D71-4021-9D17-AB1343FE6B48}" dt="2025-08-01T15:23:30.723" v="4"/>
            <ac:spMkLst>
              <pc:docMk/>
              <pc:sldMasterMk cId="2703121335" sldId="2147483672"/>
              <pc:sldLayoutMk cId="2274771596" sldId="2147483808"/>
              <ac:spMk id="2" creationId="{F0F02397-A9A7-9451-4B86-0093DE0C5DAC}"/>
            </ac:spMkLst>
          </pc:spChg>
          <pc:spChg chg="mod">
            <ac:chgData name="Najib Darif (Moody's)" userId="592a0a0c-cdda-4551-acca-2ec9c5e745e6" providerId="ADAL" clId="{21A5EEB3-2D71-4021-9D17-AB1343FE6B48}" dt="2025-08-01T15:23:30.723" v="4"/>
            <ac:spMkLst>
              <pc:docMk/>
              <pc:sldMasterMk cId="2703121335" sldId="2147483672"/>
              <pc:sldLayoutMk cId="2274771596" sldId="2147483808"/>
              <ac:spMk id="3" creationId="{0CA2D3CD-1E43-5FCD-B998-8E7207DE69E5}"/>
            </ac:spMkLst>
          </pc:spChg>
          <pc:spChg chg="mod">
            <ac:chgData name="Najib Darif (Moody's)" userId="592a0a0c-cdda-4551-acca-2ec9c5e745e6" providerId="ADAL" clId="{21A5EEB3-2D71-4021-9D17-AB1343FE6B48}" dt="2025-08-01T15:23:30.723" v="4"/>
            <ac:spMkLst>
              <pc:docMk/>
              <pc:sldMasterMk cId="2703121335" sldId="2147483672"/>
              <pc:sldLayoutMk cId="2274771596" sldId="2147483808"/>
              <ac:spMk id="4" creationId="{F9F73C99-4E9B-1728-FFD7-DFD7DC5AF7B7}"/>
            </ac:spMkLst>
          </pc:spChg>
          <pc:spChg chg="mod">
            <ac:chgData name="Najib Darif (Moody's)" userId="592a0a0c-cdda-4551-acca-2ec9c5e745e6" providerId="ADAL" clId="{21A5EEB3-2D71-4021-9D17-AB1343FE6B48}" dt="2025-08-01T15:23:30.723" v="4"/>
            <ac:spMkLst>
              <pc:docMk/>
              <pc:sldMasterMk cId="2703121335" sldId="2147483672"/>
              <pc:sldLayoutMk cId="2274771596" sldId="2147483808"/>
              <ac:spMk id="5" creationId="{287913A0-E5F8-8CDA-9C09-B31372EAF985}"/>
            </ac:spMkLst>
          </pc:spChg>
          <pc:spChg chg="mod">
            <ac:chgData name="Najib Darif (Moody's)" userId="592a0a0c-cdda-4551-acca-2ec9c5e745e6" providerId="ADAL" clId="{21A5EEB3-2D71-4021-9D17-AB1343FE6B48}" dt="2025-08-01T15:23:30.723" v="4"/>
            <ac:spMkLst>
              <pc:docMk/>
              <pc:sldMasterMk cId="2703121335" sldId="2147483672"/>
              <pc:sldLayoutMk cId="2274771596" sldId="2147483808"/>
              <ac:spMk id="8" creationId="{52C52A17-5F09-5FCF-A0E2-C9D9ECF06226}"/>
            </ac:spMkLst>
          </pc:spChg>
          <pc:spChg chg="mod">
            <ac:chgData name="Najib Darif (Moody's)" userId="592a0a0c-cdda-4551-acca-2ec9c5e745e6" providerId="ADAL" clId="{21A5EEB3-2D71-4021-9D17-AB1343FE6B48}" dt="2025-08-01T15:23:30.723" v="4"/>
            <ac:spMkLst>
              <pc:docMk/>
              <pc:sldMasterMk cId="2703121335" sldId="2147483672"/>
              <pc:sldLayoutMk cId="2274771596" sldId="2147483808"/>
              <ac:spMk id="10" creationId="{98FAD3A1-95EF-57C4-18DC-C6F6870DB482}"/>
            </ac:spMkLst>
          </pc:spChg>
          <pc:spChg chg="mod">
            <ac:chgData name="Najib Darif (Moody's)" userId="592a0a0c-cdda-4551-acca-2ec9c5e745e6" providerId="ADAL" clId="{21A5EEB3-2D71-4021-9D17-AB1343FE6B48}" dt="2025-08-01T15:23:30.723" v="4"/>
            <ac:spMkLst>
              <pc:docMk/>
              <pc:sldMasterMk cId="2703121335" sldId="2147483672"/>
              <pc:sldLayoutMk cId="2274771596" sldId="2147483808"/>
              <ac:spMk id="11" creationId="{E08A6D02-5787-2EA8-5353-86CF167EE5C0}"/>
            </ac:spMkLst>
          </pc:spChg>
          <pc:spChg chg="mod">
            <ac:chgData name="Najib Darif (Moody's)" userId="592a0a0c-cdda-4551-acca-2ec9c5e745e6" providerId="ADAL" clId="{21A5EEB3-2D71-4021-9D17-AB1343FE6B48}" dt="2025-08-01T15:23:30.723" v="4"/>
            <ac:spMkLst>
              <pc:docMk/>
              <pc:sldMasterMk cId="2703121335" sldId="2147483672"/>
              <pc:sldLayoutMk cId="2274771596" sldId="2147483808"/>
              <ac:spMk id="13" creationId="{F25358D4-61D4-B82A-AA95-040B8023E1BF}"/>
            </ac:spMkLst>
          </pc:spChg>
          <pc:spChg chg="mod">
            <ac:chgData name="Najib Darif (Moody's)" userId="592a0a0c-cdda-4551-acca-2ec9c5e745e6" providerId="ADAL" clId="{21A5EEB3-2D71-4021-9D17-AB1343FE6B48}" dt="2025-08-01T15:23:30.723" v="4"/>
            <ac:spMkLst>
              <pc:docMk/>
              <pc:sldMasterMk cId="2703121335" sldId="2147483672"/>
              <pc:sldLayoutMk cId="2274771596" sldId="2147483808"/>
              <ac:spMk id="15" creationId="{28D07FDD-A130-72D7-5662-2F5893A2F61C}"/>
            </ac:spMkLst>
          </pc:spChg>
          <pc:spChg chg="mod">
            <ac:chgData name="Najib Darif (Moody's)" userId="592a0a0c-cdda-4551-acca-2ec9c5e745e6" providerId="ADAL" clId="{21A5EEB3-2D71-4021-9D17-AB1343FE6B48}" dt="2025-08-01T15:23:30.723" v="4"/>
            <ac:spMkLst>
              <pc:docMk/>
              <pc:sldMasterMk cId="2703121335" sldId="2147483672"/>
              <pc:sldLayoutMk cId="2274771596" sldId="2147483808"/>
              <ac:spMk id="18" creationId="{2C124D70-1F9D-DF72-C740-7D33E7E919BB}"/>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409953148" sldId="2147483809"/>
          </pc:sldLayoutMkLst>
          <pc:spChg chg="mod">
            <ac:chgData name="Najib Darif (Moody's)" userId="592a0a0c-cdda-4551-acca-2ec9c5e745e6" providerId="ADAL" clId="{21A5EEB3-2D71-4021-9D17-AB1343FE6B48}" dt="2025-08-01T15:23:30.723" v="4"/>
            <ac:spMkLst>
              <pc:docMk/>
              <pc:sldMasterMk cId="2703121335" sldId="2147483672"/>
              <pc:sldLayoutMk cId="409953148" sldId="2147483809"/>
              <ac:spMk id="3" creationId="{0CA2D3CD-1E43-5FCD-B998-8E7207DE69E5}"/>
            </ac:spMkLst>
          </pc:spChg>
          <pc:spChg chg="mod">
            <ac:chgData name="Najib Darif (Moody's)" userId="592a0a0c-cdda-4551-acca-2ec9c5e745e6" providerId="ADAL" clId="{21A5EEB3-2D71-4021-9D17-AB1343FE6B48}" dt="2025-08-01T15:23:30.723" v="4"/>
            <ac:spMkLst>
              <pc:docMk/>
              <pc:sldMasterMk cId="2703121335" sldId="2147483672"/>
              <pc:sldLayoutMk cId="409953148" sldId="2147483809"/>
              <ac:spMk id="4" creationId="{F9F73C99-4E9B-1728-FFD7-DFD7DC5AF7B7}"/>
            </ac:spMkLst>
          </pc:spChg>
          <pc:spChg chg="mod">
            <ac:chgData name="Najib Darif (Moody's)" userId="592a0a0c-cdda-4551-acca-2ec9c5e745e6" providerId="ADAL" clId="{21A5EEB3-2D71-4021-9D17-AB1343FE6B48}" dt="2025-08-01T15:23:30.723" v="4"/>
            <ac:spMkLst>
              <pc:docMk/>
              <pc:sldMasterMk cId="2703121335" sldId="2147483672"/>
              <pc:sldLayoutMk cId="409953148" sldId="2147483809"/>
              <ac:spMk id="5" creationId="{52482AC7-FB54-E014-C3C0-45AEDF0A6AF6}"/>
            </ac:spMkLst>
          </pc:spChg>
          <pc:spChg chg="mod">
            <ac:chgData name="Najib Darif (Moody's)" userId="592a0a0c-cdda-4551-acca-2ec9c5e745e6" providerId="ADAL" clId="{21A5EEB3-2D71-4021-9D17-AB1343FE6B48}" dt="2025-08-01T15:23:30.723" v="4"/>
            <ac:spMkLst>
              <pc:docMk/>
              <pc:sldMasterMk cId="2703121335" sldId="2147483672"/>
              <pc:sldLayoutMk cId="409953148" sldId="2147483809"/>
              <ac:spMk id="7" creationId="{4B503A39-567B-2C37-49D9-E2E6B92AB503}"/>
            </ac:spMkLst>
          </pc:spChg>
          <pc:spChg chg="mod">
            <ac:chgData name="Najib Darif (Moody's)" userId="592a0a0c-cdda-4551-acca-2ec9c5e745e6" providerId="ADAL" clId="{21A5EEB3-2D71-4021-9D17-AB1343FE6B48}" dt="2025-08-01T15:23:30.723" v="4"/>
            <ac:spMkLst>
              <pc:docMk/>
              <pc:sldMasterMk cId="2703121335" sldId="2147483672"/>
              <pc:sldLayoutMk cId="409953148" sldId="2147483809"/>
              <ac:spMk id="8" creationId="{236722AC-0E89-9D63-9FAE-23FD3FEFCEE5}"/>
            </ac:spMkLst>
          </pc:spChg>
          <pc:spChg chg="mod">
            <ac:chgData name="Najib Darif (Moody's)" userId="592a0a0c-cdda-4551-acca-2ec9c5e745e6" providerId="ADAL" clId="{21A5EEB3-2D71-4021-9D17-AB1343FE6B48}" dt="2025-08-01T15:23:30.723" v="4"/>
            <ac:spMkLst>
              <pc:docMk/>
              <pc:sldMasterMk cId="2703121335" sldId="2147483672"/>
              <pc:sldLayoutMk cId="409953148" sldId="2147483809"/>
              <ac:spMk id="10" creationId="{A30EF87B-5A48-3E5D-B7D1-5EC1FEC7DE51}"/>
            </ac:spMkLst>
          </pc:spChg>
          <pc:spChg chg="mod">
            <ac:chgData name="Najib Darif (Moody's)" userId="592a0a0c-cdda-4551-acca-2ec9c5e745e6" providerId="ADAL" clId="{21A5EEB3-2D71-4021-9D17-AB1343FE6B48}" dt="2025-08-01T15:23:30.723" v="4"/>
            <ac:spMkLst>
              <pc:docMk/>
              <pc:sldMasterMk cId="2703121335" sldId="2147483672"/>
              <pc:sldLayoutMk cId="409953148" sldId="2147483809"/>
              <ac:spMk id="11" creationId="{89AAFAA9-5AFB-6E67-56FB-1590A25DCD7E}"/>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3897182954" sldId="2147483810"/>
          </pc:sldLayoutMkLst>
          <pc:spChg chg="mod">
            <ac:chgData name="Najib Darif (Moody's)" userId="592a0a0c-cdda-4551-acca-2ec9c5e745e6" providerId="ADAL" clId="{21A5EEB3-2D71-4021-9D17-AB1343FE6B48}" dt="2025-08-01T15:23:30.723" v="4"/>
            <ac:spMkLst>
              <pc:docMk/>
              <pc:sldMasterMk cId="2703121335" sldId="2147483672"/>
              <pc:sldLayoutMk cId="3897182954" sldId="2147483810"/>
              <ac:spMk id="3" creationId="{0CA2D3CD-1E43-5FCD-B998-8E7207DE69E5}"/>
            </ac:spMkLst>
          </pc:spChg>
          <pc:spChg chg="mod">
            <ac:chgData name="Najib Darif (Moody's)" userId="592a0a0c-cdda-4551-acca-2ec9c5e745e6" providerId="ADAL" clId="{21A5EEB3-2D71-4021-9D17-AB1343FE6B48}" dt="2025-08-01T15:23:30.723" v="4"/>
            <ac:spMkLst>
              <pc:docMk/>
              <pc:sldMasterMk cId="2703121335" sldId="2147483672"/>
              <pc:sldLayoutMk cId="3897182954" sldId="2147483810"/>
              <ac:spMk id="4" creationId="{F9F73C99-4E9B-1728-FFD7-DFD7DC5AF7B7}"/>
            </ac:spMkLst>
          </pc:spChg>
          <pc:spChg chg="mod">
            <ac:chgData name="Najib Darif (Moody's)" userId="592a0a0c-cdda-4551-acca-2ec9c5e745e6" providerId="ADAL" clId="{21A5EEB3-2D71-4021-9D17-AB1343FE6B48}" dt="2025-08-01T15:23:30.723" v="4"/>
            <ac:spMkLst>
              <pc:docMk/>
              <pc:sldMasterMk cId="2703121335" sldId="2147483672"/>
              <pc:sldLayoutMk cId="3897182954" sldId="2147483810"/>
              <ac:spMk id="5" creationId="{0DBC71B0-EDFA-73E1-2685-8B96936EB6D6}"/>
            </ac:spMkLst>
          </pc:spChg>
          <pc:spChg chg="mod">
            <ac:chgData name="Najib Darif (Moody's)" userId="592a0a0c-cdda-4551-acca-2ec9c5e745e6" providerId="ADAL" clId="{21A5EEB3-2D71-4021-9D17-AB1343FE6B48}" dt="2025-08-01T15:23:30.723" v="4"/>
            <ac:spMkLst>
              <pc:docMk/>
              <pc:sldMasterMk cId="2703121335" sldId="2147483672"/>
              <pc:sldLayoutMk cId="3897182954" sldId="2147483810"/>
              <ac:spMk id="7" creationId="{8BE58806-493A-43A7-588A-8383D4BFD9E2}"/>
            </ac:spMkLst>
          </pc:spChg>
          <pc:spChg chg="mod">
            <ac:chgData name="Najib Darif (Moody's)" userId="592a0a0c-cdda-4551-acca-2ec9c5e745e6" providerId="ADAL" clId="{21A5EEB3-2D71-4021-9D17-AB1343FE6B48}" dt="2025-08-01T15:23:30.723" v="4"/>
            <ac:spMkLst>
              <pc:docMk/>
              <pc:sldMasterMk cId="2703121335" sldId="2147483672"/>
              <pc:sldLayoutMk cId="3897182954" sldId="2147483810"/>
              <ac:spMk id="11" creationId="{39BB85B3-5F62-677A-7B5A-1B952D90B3A6}"/>
            </ac:spMkLst>
          </pc:spChg>
          <pc:spChg chg="mod">
            <ac:chgData name="Najib Darif (Moody's)" userId="592a0a0c-cdda-4551-acca-2ec9c5e745e6" providerId="ADAL" clId="{21A5EEB3-2D71-4021-9D17-AB1343FE6B48}" dt="2025-08-01T15:23:30.723" v="4"/>
            <ac:spMkLst>
              <pc:docMk/>
              <pc:sldMasterMk cId="2703121335" sldId="2147483672"/>
              <pc:sldLayoutMk cId="3897182954" sldId="2147483810"/>
              <ac:spMk id="13" creationId="{10CFFF09-1B4E-AF15-7727-AEE05D2B9337}"/>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1204933590" sldId="2147483811"/>
          </pc:sldLayoutMkLst>
          <pc:spChg chg="mod">
            <ac:chgData name="Najib Darif (Moody's)" userId="592a0a0c-cdda-4551-acca-2ec9c5e745e6" providerId="ADAL" clId="{21A5EEB3-2D71-4021-9D17-AB1343FE6B48}" dt="2025-08-01T15:23:30.723" v="4"/>
            <ac:spMkLst>
              <pc:docMk/>
              <pc:sldMasterMk cId="2703121335" sldId="2147483672"/>
              <pc:sldLayoutMk cId="1204933590" sldId="2147483811"/>
              <ac:spMk id="3" creationId="{506B7D9A-8BD0-5502-C579-8561F103F261}"/>
            </ac:spMkLst>
          </pc:spChg>
          <pc:spChg chg="mod">
            <ac:chgData name="Najib Darif (Moody's)" userId="592a0a0c-cdda-4551-acca-2ec9c5e745e6" providerId="ADAL" clId="{21A5EEB3-2D71-4021-9D17-AB1343FE6B48}" dt="2025-08-01T15:23:30.723" v="4"/>
            <ac:spMkLst>
              <pc:docMk/>
              <pc:sldMasterMk cId="2703121335" sldId="2147483672"/>
              <pc:sldLayoutMk cId="1204933590" sldId="2147483811"/>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1204933590" sldId="2147483811"/>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1204933590" sldId="2147483811"/>
              <ac:spMk id="10" creationId="{8E2B9BA9-73F8-28A2-869E-838E80997668}"/>
            </ac:spMkLst>
          </pc:spChg>
          <pc:spChg chg="mod">
            <ac:chgData name="Najib Darif (Moody's)" userId="592a0a0c-cdda-4551-acca-2ec9c5e745e6" providerId="ADAL" clId="{21A5EEB3-2D71-4021-9D17-AB1343FE6B48}" dt="2025-08-01T15:23:30.723" v="4"/>
            <ac:spMkLst>
              <pc:docMk/>
              <pc:sldMasterMk cId="2703121335" sldId="2147483672"/>
              <pc:sldLayoutMk cId="1204933590" sldId="2147483811"/>
              <ac:spMk id="16" creationId="{AFC29369-935E-1E53-CDD2-12BC112FBFB4}"/>
            </ac:spMkLst>
          </pc:spChg>
          <pc:spChg chg="mod">
            <ac:chgData name="Najib Darif (Moody's)" userId="592a0a0c-cdda-4551-acca-2ec9c5e745e6" providerId="ADAL" clId="{21A5EEB3-2D71-4021-9D17-AB1343FE6B48}" dt="2025-08-01T15:23:30.723" v="4"/>
            <ac:spMkLst>
              <pc:docMk/>
              <pc:sldMasterMk cId="2703121335" sldId="2147483672"/>
              <pc:sldLayoutMk cId="1204933590" sldId="2147483811"/>
              <ac:spMk id="18" creationId="{E78755CC-4D8C-AEDB-963F-10EFA240ED6E}"/>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4060271146" sldId="2147483812"/>
          </pc:sldLayoutMkLst>
          <pc:spChg chg="mod">
            <ac:chgData name="Najib Darif (Moody's)" userId="592a0a0c-cdda-4551-acca-2ec9c5e745e6" providerId="ADAL" clId="{21A5EEB3-2D71-4021-9D17-AB1343FE6B48}" dt="2025-08-01T15:23:30.723" v="4"/>
            <ac:spMkLst>
              <pc:docMk/>
              <pc:sldMasterMk cId="2703121335" sldId="2147483672"/>
              <pc:sldLayoutMk cId="4060271146" sldId="2147483812"/>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4060271146" sldId="2147483812"/>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4060271146" sldId="2147483812"/>
              <ac:spMk id="11" creationId="{DE7DA74E-D875-C25E-3313-FF110AB47A00}"/>
            </ac:spMkLst>
          </pc:spChg>
          <pc:spChg chg="mod">
            <ac:chgData name="Najib Darif (Moody's)" userId="592a0a0c-cdda-4551-acca-2ec9c5e745e6" providerId="ADAL" clId="{21A5EEB3-2D71-4021-9D17-AB1343FE6B48}" dt="2025-08-01T15:23:30.723" v="4"/>
            <ac:spMkLst>
              <pc:docMk/>
              <pc:sldMasterMk cId="2703121335" sldId="2147483672"/>
              <pc:sldLayoutMk cId="4060271146" sldId="2147483812"/>
              <ac:spMk id="12" creationId="{B8003664-EBF7-AE05-456F-9D95210B1FB2}"/>
            </ac:spMkLst>
          </pc:spChg>
          <pc:spChg chg="mod">
            <ac:chgData name="Najib Darif (Moody's)" userId="592a0a0c-cdda-4551-acca-2ec9c5e745e6" providerId="ADAL" clId="{21A5EEB3-2D71-4021-9D17-AB1343FE6B48}" dt="2025-08-01T15:23:30.723" v="4"/>
            <ac:spMkLst>
              <pc:docMk/>
              <pc:sldMasterMk cId="2703121335" sldId="2147483672"/>
              <pc:sldLayoutMk cId="4060271146" sldId="2147483812"/>
              <ac:spMk id="16" creationId="{16D968B0-C3F6-E6DA-D6B9-30DDABFEC5AE}"/>
            </ac:spMkLst>
          </pc:spChg>
          <pc:spChg chg="mod">
            <ac:chgData name="Najib Darif (Moody's)" userId="592a0a0c-cdda-4551-acca-2ec9c5e745e6" providerId="ADAL" clId="{21A5EEB3-2D71-4021-9D17-AB1343FE6B48}" dt="2025-08-01T15:23:30.723" v="4"/>
            <ac:spMkLst>
              <pc:docMk/>
              <pc:sldMasterMk cId="2703121335" sldId="2147483672"/>
              <pc:sldLayoutMk cId="4060271146" sldId="2147483812"/>
              <ac:spMk id="26" creationId="{8063A536-29D2-B27C-39FB-210C8061D1E6}"/>
            </ac:spMkLst>
          </pc:spChg>
          <pc:spChg chg="mod">
            <ac:chgData name="Najib Darif (Moody's)" userId="592a0a0c-cdda-4551-acca-2ec9c5e745e6" providerId="ADAL" clId="{21A5EEB3-2D71-4021-9D17-AB1343FE6B48}" dt="2025-08-01T15:23:30.723" v="4"/>
            <ac:spMkLst>
              <pc:docMk/>
              <pc:sldMasterMk cId="2703121335" sldId="2147483672"/>
              <pc:sldLayoutMk cId="4060271146" sldId="2147483812"/>
              <ac:spMk id="28" creationId="{DCA392B0-4552-D763-C268-BDEFD5644B54}"/>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3698824957" sldId="2147483813"/>
          </pc:sldLayoutMkLst>
          <pc:spChg chg="mod">
            <ac:chgData name="Najib Darif (Moody's)" userId="592a0a0c-cdda-4551-acca-2ec9c5e745e6" providerId="ADAL" clId="{21A5EEB3-2D71-4021-9D17-AB1343FE6B48}" dt="2025-08-01T15:23:30.723" v="4"/>
            <ac:spMkLst>
              <pc:docMk/>
              <pc:sldMasterMk cId="2703121335" sldId="2147483672"/>
              <pc:sldLayoutMk cId="3698824957" sldId="2147483813"/>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3698824957" sldId="2147483813"/>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3698824957" sldId="2147483813"/>
              <ac:spMk id="11" creationId="{DE7DA74E-D875-C25E-3313-FF110AB47A00}"/>
            </ac:spMkLst>
          </pc:spChg>
          <pc:spChg chg="mod">
            <ac:chgData name="Najib Darif (Moody's)" userId="592a0a0c-cdda-4551-acca-2ec9c5e745e6" providerId="ADAL" clId="{21A5EEB3-2D71-4021-9D17-AB1343FE6B48}" dt="2025-08-01T15:23:30.723" v="4"/>
            <ac:spMkLst>
              <pc:docMk/>
              <pc:sldMasterMk cId="2703121335" sldId="2147483672"/>
              <pc:sldLayoutMk cId="3698824957" sldId="2147483813"/>
              <ac:spMk id="16" creationId="{16D968B0-C3F6-E6DA-D6B9-30DDABFEC5AE}"/>
            </ac:spMkLst>
          </pc:spChg>
          <pc:spChg chg="mod">
            <ac:chgData name="Najib Darif (Moody's)" userId="592a0a0c-cdda-4551-acca-2ec9c5e745e6" providerId="ADAL" clId="{21A5EEB3-2D71-4021-9D17-AB1343FE6B48}" dt="2025-08-01T15:23:30.723" v="4"/>
            <ac:spMkLst>
              <pc:docMk/>
              <pc:sldMasterMk cId="2703121335" sldId="2147483672"/>
              <pc:sldLayoutMk cId="3698824957" sldId="2147483813"/>
              <ac:spMk id="26" creationId="{8063A536-29D2-B27C-39FB-210C8061D1E6}"/>
            </ac:spMkLst>
          </pc:spChg>
          <pc:spChg chg="mod">
            <ac:chgData name="Najib Darif (Moody's)" userId="592a0a0c-cdda-4551-acca-2ec9c5e745e6" providerId="ADAL" clId="{21A5EEB3-2D71-4021-9D17-AB1343FE6B48}" dt="2025-08-01T15:23:30.723" v="4"/>
            <ac:spMkLst>
              <pc:docMk/>
              <pc:sldMasterMk cId="2703121335" sldId="2147483672"/>
              <pc:sldLayoutMk cId="3698824957" sldId="2147483813"/>
              <ac:spMk id="28" creationId="{DCA392B0-4552-D763-C268-BDEFD5644B54}"/>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905926494" sldId="2147483814"/>
          </pc:sldLayoutMkLst>
          <pc:spChg chg="mod">
            <ac:chgData name="Najib Darif (Moody's)" userId="592a0a0c-cdda-4551-acca-2ec9c5e745e6" providerId="ADAL" clId="{21A5EEB3-2D71-4021-9D17-AB1343FE6B48}" dt="2025-08-01T15:23:30.723" v="4"/>
            <ac:spMkLst>
              <pc:docMk/>
              <pc:sldMasterMk cId="2703121335" sldId="2147483672"/>
              <pc:sldLayoutMk cId="905926494" sldId="2147483814"/>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905926494" sldId="2147483814"/>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905926494" sldId="2147483814"/>
              <ac:spMk id="11" creationId="{89FE669B-9179-2192-FE7E-E7F257EFD40C}"/>
            </ac:spMkLst>
          </pc:spChg>
          <pc:spChg chg="mod">
            <ac:chgData name="Najib Darif (Moody's)" userId="592a0a0c-cdda-4551-acca-2ec9c5e745e6" providerId="ADAL" clId="{21A5EEB3-2D71-4021-9D17-AB1343FE6B48}" dt="2025-08-01T15:23:30.723" v="4"/>
            <ac:spMkLst>
              <pc:docMk/>
              <pc:sldMasterMk cId="2703121335" sldId="2147483672"/>
              <pc:sldLayoutMk cId="905926494" sldId="2147483814"/>
              <ac:spMk id="12" creationId="{E91C9FC0-5A4D-B663-9FBA-261AA765C0A6}"/>
            </ac:spMkLst>
          </pc:spChg>
          <pc:spChg chg="mod">
            <ac:chgData name="Najib Darif (Moody's)" userId="592a0a0c-cdda-4551-acca-2ec9c5e745e6" providerId="ADAL" clId="{21A5EEB3-2D71-4021-9D17-AB1343FE6B48}" dt="2025-08-01T15:23:30.723" v="4"/>
            <ac:spMkLst>
              <pc:docMk/>
              <pc:sldMasterMk cId="2703121335" sldId="2147483672"/>
              <pc:sldLayoutMk cId="905926494" sldId="2147483814"/>
              <ac:spMk id="16" creationId="{799DC228-25E7-A515-7C6E-578A7287752D}"/>
            </ac:spMkLst>
          </pc:spChg>
          <pc:spChg chg="mod">
            <ac:chgData name="Najib Darif (Moody's)" userId="592a0a0c-cdda-4551-acca-2ec9c5e745e6" providerId="ADAL" clId="{21A5EEB3-2D71-4021-9D17-AB1343FE6B48}" dt="2025-08-01T15:23:30.723" v="4"/>
            <ac:spMkLst>
              <pc:docMk/>
              <pc:sldMasterMk cId="2703121335" sldId="2147483672"/>
              <pc:sldLayoutMk cId="905926494" sldId="2147483814"/>
              <ac:spMk id="23" creationId="{ADE7A618-3F91-D576-7D4B-F03CA5E408BF}"/>
            </ac:spMkLst>
          </pc:spChg>
          <pc:spChg chg="mod">
            <ac:chgData name="Najib Darif (Moody's)" userId="592a0a0c-cdda-4551-acca-2ec9c5e745e6" providerId="ADAL" clId="{21A5EEB3-2D71-4021-9D17-AB1343FE6B48}" dt="2025-08-01T15:23:30.723" v="4"/>
            <ac:spMkLst>
              <pc:docMk/>
              <pc:sldMasterMk cId="2703121335" sldId="2147483672"/>
              <pc:sldLayoutMk cId="905926494" sldId="2147483814"/>
              <ac:spMk id="25" creationId="{F2FCD4E4-D365-CC7E-80F7-3790352FE369}"/>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2322764805" sldId="2147483815"/>
          </pc:sldLayoutMkLst>
          <pc:spChg chg="mod">
            <ac:chgData name="Najib Darif (Moody's)" userId="592a0a0c-cdda-4551-acca-2ec9c5e745e6" providerId="ADAL" clId="{21A5EEB3-2D71-4021-9D17-AB1343FE6B48}" dt="2025-08-01T15:23:30.723" v="4"/>
            <ac:spMkLst>
              <pc:docMk/>
              <pc:sldMasterMk cId="2703121335" sldId="2147483672"/>
              <pc:sldLayoutMk cId="2322764805" sldId="2147483815"/>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2322764805" sldId="2147483815"/>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2322764805" sldId="2147483815"/>
              <ac:spMk id="12" creationId="{5D9301CB-D124-C2F5-CEF2-1087073EEC8A}"/>
            </ac:spMkLst>
          </pc:spChg>
          <pc:spChg chg="mod">
            <ac:chgData name="Najib Darif (Moody's)" userId="592a0a0c-cdda-4551-acca-2ec9c5e745e6" providerId="ADAL" clId="{21A5EEB3-2D71-4021-9D17-AB1343FE6B48}" dt="2025-08-01T15:23:30.723" v="4"/>
            <ac:spMkLst>
              <pc:docMk/>
              <pc:sldMasterMk cId="2703121335" sldId="2147483672"/>
              <pc:sldLayoutMk cId="2322764805" sldId="2147483815"/>
              <ac:spMk id="14" creationId="{927E5978-3DC9-2522-00F6-781CF3B6DBE0}"/>
            </ac:spMkLst>
          </pc:spChg>
          <pc:spChg chg="mod">
            <ac:chgData name="Najib Darif (Moody's)" userId="592a0a0c-cdda-4551-acca-2ec9c5e745e6" providerId="ADAL" clId="{21A5EEB3-2D71-4021-9D17-AB1343FE6B48}" dt="2025-08-01T15:23:30.723" v="4"/>
            <ac:spMkLst>
              <pc:docMk/>
              <pc:sldMasterMk cId="2703121335" sldId="2147483672"/>
              <pc:sldLayoutMk cId="2322764805" sldId="2147483815"/>
              <ac:spMk id="18" creationId="{EC9D0933-64E3-BFA1-9514-B7DF150292A4}"/>
            </ac:spMkLst>
          </pc:spChg>
          <pc:spChg chg="mod">
            <ac:chgData name="Najib Darif (Moody's)" userId="592a0a0c-cdda-4551-acca-2ec9c5e745e6" providerId="ADAL" clId="{21A5EEB3-2D71-4021-9D17-AB1343FE6B48}" dt="2025-08-01T15:23:30.723" v="4"/>
            <ac:spMkLst>
              <pc:docMk/>
              <pc:sldMasterMk cId="2703121335" sldId="2147483672"/>
              <pc:sldLayoutMk cId="2322764805" sldId="2147483815"/>
              <ac:spMk id="30" creationId="{0BDF59AF-B2BA-5A83-3E07-990E126292C1}"/>
            </ac:spMkLst>
          </pc:spChg>
          <pc:spChg chg="mod">
            <ac:chgData name="Najib Darif (Moody's)" userId="592a0a0c-cdda-4551-acca-2ec9c5e745e6" providerId="ADAL" clId="{21A5EEB3-2D71-4021-9D17-AB1343FE6B48}" dt="2025-08-01T15:23:30.723" v="4"/>
            <ac:spMkLst>
              <pc:docMk/>
              <pc:sldMasterMk cId="2703121335" sldId="2147483672"/>
              <pc:sldLayoutMk cId="2322764805" sldId="2147483815"/>
              <ac:spMk id="32" creationId="{6F691F75-1851-7040-01A9-AB8C9E4CA60B}"/>
            </ac:spMkLst>
          </pc:spChg>
          <pc:spChg chg="mod">
            <ac:chgData name="Najib Darif (Moody's)" userId="592a0a0c-cdda-4551-acca-2ec9c5e745e6" providerId="ADAL" clId="{21A5EEB3-2D71-4021-9D17-AB1343FE6B48}" dt="2025-08-01T15:23:30.723" v="4"/>
            <ac:spMkLst>
              <pc:docMk/>
              <pc:sldMasterMk cId="2703121335" sldId="2147483672"/>
              <pc:sldLayoutMk cId="2322764805" sldId="2147483815"/>
              <ac:spMk id="34" creationId="{5FE0CD66-027F-AA7D-2F1F-385DF569B800}"/>
            </ac:spMkLst>
          </pc:spChg>
          <pc:spChg chg="mod">
            <ac:chgData name="Najib Darif (Moody's)" userId="592a0a0c-cdda-4551-acca-2ec9c5e745e6" providerId="ADAL" clId="{21A5EEB3-2D71-4021-9D17-AB1343FE6B48}" dt="2025-08-01T15:23:30.723" v="4"/>
            <ac:spMkLst>
              <pc:docMk/>
              <pc:sldMasterMk cId="2703121335" sldId="2147483672"/>
              <pc:sldLayoutMk cId="2322764805" sldId="2147483815"/>
              <ac:spMk id="36" creationId="{3A72DFFD-6972-74A3-175B-07193979F2E8}"/>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3890965029" sldId="2147483816"/>
          </pc:sldLayoutMkLst>
          <pc:spChg chg="mod">
            <ac:chgData name="Najib Darif (Moody's)" userId="592a0a0c-cdda-4551-acca-2ec9c5e745e6" providerId="ADAL" clId="{21A5EEB3-2D71-4021-9D17-AB1343FE6B48}" dt="2025-08-01T15:23:30.723" v="4"/>
            <ac:spMkLst>
              <pc:docMk/>
              <pc:sldMasterMk cId="2703121335" sldId="2147483672"/>
              <pc:sldLayoutMk cId="3890965029" sldId="2147483816"/>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3890965029" sldId="2147483816"/>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3890965029" sldId="2147483816"/>
              <ac:spMk id="14" creationId="{927E5978-3DC9-2522-00F6-781CF3B6DBE0}"/>
            </ac:spMkLst>
          </pc:spChg>
          <pc:spChg chg="mod">
            <ac:chgData name="Najib Darif (Moody's)" userId="592a0a0c-cdda-4551-acca-2ec9c5e745e6" providerId="ADAL" clId="{21A5EEB3-2D71-4021-9D17-AB1343FE6B48}" dt="2025-08-01T15:23:30.723" v="4"/>
            <ac:spMkLst>
              <pc:docMk/>
              <pc:sldMasterMk cId="2703121335" sldId="2147483672"/>
              <pc:sldLayoutMk cId="3890965029" sldId="2147483816"/>
              <ac:spMk id="18" creationId="{EC9D0933-64E3-BFA1-9514-B7DF150292A4}"/>
            </ac:spMkLst>
          </pc:spChg>
          <pc:spChg chg="mod">
            <ac:chgData name="Najib Darif (Moody's)" userId="592a0a0c-cdda-4551-acca-2ec9c5e745e6" providerId="ADAL" clId="{21A5EEB3-2D71-4021-9D17-AB1343FE6B48}" dt="2025-08-01T15:23:30.723" v="4"/>
            <ac:spMkLst>
              <pc:docMk/>
              <pc:sldMasterMk cId="2703121335" sldId="2147483672"/>
              <pc:sldLayoutMk cId="3890965029" sldId="2147483816"/>
              <ac:spMk id="30" creationId="{0BDF59AF-B2BA-5A83-3E07-990E126292C1}"/>
            </ac:spMkLst>
          </pc:spChg>
          <pc:spChg chg="mod">
            <ac:chgData name="Najib Darif (Moody's)" userId="592a0a0c-cdda-4551-acca-2ec9c5e745e6" providerId="ADAL" clId="{21A5EEB3-2D71-4021-9D17-AB1343FE6B48}" dt="2025-08-01T15:23:30.723" v="4"/>
            <ac:spMkLst>
              <pc:docMk/>
              <pc:sldMasterMk cId="2703121335" sldId="2147483672"/>
              <pc:sldLayoutMk cId="3890965029" sldId="2147483816"/>
              <ac:spMk id="32" creationId="{6F691F75-1851-7040-01A9-AB8C9E4CA60B}"/>
            </ac:spMkLst>
          </pc:spChg>
          <pc:spChg chg="mod">
            <ac:chgData name="Najib Darif (Moody's)" userId="592a0a0c-cdda-4551-acca-2ec9c5e745e6" providerId="ADAL" clId="{21A5EEB3-2D71-4021-9D17-AB1343FE6B48}" dt="2025-08-01T15:23:30.723" v="4"/>
            <ac:spMkLst>
              <pc:docMk/>
              <pc:sldMasterMk cId="2703121335" sldId="2147483672"/>
              <pc:sldLayoutMk cId="3890965029" sldId="2147483816"/>
              <ac:spMk id="34" creationId="{5FE0CD66-027F-AA7D-2F1F-385DF569B800}"/>
            </ac:spMkLst>
          </pc:spChg>
          <pc:spChg chg="mod">
            <ac:chgData name="Najib Darif (Moody's)" userId="592a0a0c-cdda-4551-acca-2ec9c5e745e6" providerId="ADAL" clId="{21A5EEB3-2D71-4021-9D17-AB1343FE6B48}" dt="2025-08-01T15:23:30.723" v="4"/>
            <ac:spMkLst>
              <pc:docMk/>
              <pc:sldMasterMk cId="2703121335" sldId="2147483672"/>
              <pc:sldLayoutMk cId="3890965029" sldId="2147483816"/>
              <ac:spMk id="36" creationId="{3A72DFFD-6972-74A3-175B-07193979F2E8}"/>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4114037473" sldId="2147483817"/>
          </pc:sldLayoutMkLst>
          <pc:spChg chg="mod">
            <ac:chgData name="Najib Darif (Moody's)" userId="592a0a0c-cdda-4551-acca-2ec9c5e745e6" providerId="ADAL" clId="{21A5EEB3-2D71-4021-9D17-AB1343FE6B48}" dt="2025-08-01T15:23:30.723" v="4"/>
            <ac:spMkLst>
              <pc:docMk/>
              <pc:sldMasterMk cId="2703121335" sldId="2147483672"/>
              <pc:sldLayoutMk cId="4114037473" sldId="2147483817"/>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4114037473" sldId="2147483817"/>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4114037473" sldId="2147483817"/>
              <ac:spMk id="10" creationId="{3BB3CD90-7B8A-B179-4BE0-1306245D8C1F}"/>
            </ac:spMkLst>
          </pc:spChg>
          <pc:spChg chg="mod">
            <ac:chgData name="Najib Darif (Moody's)" userId="592a0a0c-cdda-4551-acca-2ec9c5e745e6" providerId="ADAL" clId="{21A5EEB3-2D71-4021-9D17-AB1343FE6B48}" dt="2025-08-01T15:23:30.723" v="4"/>
            <ac:spMkLst>
              <pc:docMk/>
              <pc:sldMasterMk cId="2703121335" sldId="2147483672"/>
              <pc:sldLayoutMk cId="4114037473" sldId="2147483817"/>
              <ac:spMk id="13" creationId="{3759C39D-789E-C620-C4CA-F2BAB3460CEA}"/>
            </ac:spMkLst>
          </pc:spChg>
          <pc:spChg chg="mod">
            <ac:chgData name="Najib Darif (Moody's)" userId="592a0a0c-cdda-4551-acca-2ec9c5e745e6" providerId="ADAL" clId="{21A5EEB3-2D71-4021-9D17-AB1343FE6B48}" dt="2025-08-01T15:23:30.723" v="4"/>
            <ac:spMkLst>
              <pc:docMk/>
              <pc:sldMasterMk cId="2703121335" sldId="2147483672"/>
              <pc:sldLayoutMk cId="4114037473" sldId="2147483817"/>
              <ac:spMk id="15" creationId="{83293C95-F2D4-1B62-3972-21D684C69D6B}"/>
            </ac:spMkLst>
          </pc:spChg>
          <pc:spChg chg="mod">
            <ac:chgData name="Najib Darif (Moody's)" userId="592a0a0c-cdda-4551-acca-2ec9c5e745e6" providerId="ADAL" clId="{21A5EEB3-2D71-4021-9D17-AB1343FE6B48}" dt="2025-08-01T15:23:30.723" v="4"/>
            <ac:spMkLst>
              <pc:docMk/>
              <pc:sldMasterMk cId="2703121335" sldId="2147483672"/>
              <pc:sldLayoutMk cId="4114037473" sldId="2147483817"/>
              <ac:spMk id="22" creationId="{E3714C5C-1F27-C398-E400-5C0795EDB8E8}"/>
            </ac:spMkLst>
          </pc:spChg>
          <pc:spChg chg="mod">
            <ac:chgData name="Najib Darif (Moody's)" userId="592a0a0c-cdda-4551-acca-2ec9c5e745e6" providerId="ADAL" clId="{21A5EEB3-2D71-4021-9D17-AB1343FE6B48}" dt="2025-08-01T15:23:30.723" v="4"/>
            <ac:spMkLst>
              <pc:docMk/>
              <pc:sldMasterMk cId="2703121335" sldId="2147483672"/>
              <pc:sldLayoutMk cId="4114037473" sldId="2147483817"/>
              <ac:spMk id="23" creationId="{7AD587B1-D6EF-264C-B2FD-D3B6CF8CC777}"/>
            </ac:spMkLst>
          </pc:spChg>
          <pc:spChg chg="mod">
            <ac:chgData name="Najib Darif (Moody's)" userId="592a0a0c-cdda-4551-acca-2ec9c5e745e6" providerId="ADAL" clId="{21A5EEB3-2D71-4021-9D17-AB1343FE6B48}" dt="2025-08-01T15:23:30.723" v="4"/>
            <ac:spMkLst>
              <pc:docMk/>
              <pc:sldMasterMk cId="2703121335" sldId="2147483672"/>
              <pc:sldLayoutMk cId="4114037473" sldId="2147483817"/>
              <ac:spMk id="24" creationId="{BC7EB0C9-FA9F-3888-8848-B5F248F576E9}"/>
            </ac:spMkLst>
          </pc:spChg>
          <pc:spChg chg="mod">
            <ac:chgData name="Najib Darif (Moody's)" userId="592a0a0c-cdda-4551-acca-2ec9c5e745e6" providerId="ADAL" clId="{21A5EEB3-2D71-4021-9D17-AB1343FE6B48}" dt="2025-08-01T15:23:30.723" v="4"/>
            <ac:spMkLst>
              <pc:docMk/>
              <pc:sldMasterMk cId="2703121335" sldId="2147483672"/>
              <pc:sldLayoutMk cId="4114037473" sldId="2147483817"/>
              <ac:spMk id="25" creationId="{791D8777-C2DB-5F33-F63B-04B9C6AF8C52}"/>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4199553117" sldId="2147483818"/>
          </pc:sldLayoutMkLst>
          <pc:spChg chg="mod">
            <ac:chgData name="Najib Darif (Moody's)" userId="592a0a0c-cdda-4551-acca-2ec9c5e745e6" providerId="ADAL" clId="{21A5EEB3-2D71-4021-9D17-AB1343FE6B48}" dt="2025-08-01T15:23:30.723" v="4"/>
            <ac:spMkLst>
              <pc:docMk/>
              <pc:sldMasterMk cId="2703121335" sldId="2147483672"/>
              <pc:sldLayoutMk cId="4199553117" sldId="2147483818"/>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4199553117" sldId="2147483818"/>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4199553117" sldId="2147483818"/>
              <ac:spMk id="10" creationId="{3BB3CD90-7B8A-B179-4BE0-1306245D8C1F}"/>
            </ac:spMkLst>
          </pc:spChg>
          <pc:spChg chg="mod">
            <ac:chgData name="Najib Darif (Moody's)" userId="592a0a0c-cdda-4551-acca-2ec9c5e745e6" providerId="ADAL" clId="{21A5EEB3-2D71-4021-9D17-AB1343FE6B48}" dt="2025-08-01T15:23:30.723" v="4"/>
            <ac:spMkLst>
              <pc:docMk/>
              <pc:sldMasterMk cId="2703121335" sldId="2147483672"/>
              <pc:sldLayoutMk cId="4199553117" sldId="2147483818"/>
              <ac:spMk id="12" creationId="{9DBD8FF5-701A-95F4-260E-E54FC660C38F}"/>
            </ac:spMkLst>
          </pc:spChg>
          <pc:spChg chg="mod">
            <ac:chgData name="Najib Darif (Moody's)" userId="592a0a0c-cdda-4551-acca-2ec9c5e745e6" providerId="ADAL" clId="{21A5EEB3-2D71-4021-9D17-AB1343FE6B48}" dt="2025-08-01T15:23:30.723" v="4"/>
            <ac:spMkLst>
              <pc:docMk/>
              <pc:sldMasterMk cId="2703121335" sldId="2147483672"/>
              <pc:sldLayoutMk cId="4199553117" sldId="2147483818"/>
              <ac:spMk id="13" creationId="{3759C39D-789E-C620-C4CA-F2BAB3460CEA}"/>
            </ac:spMkLst>
          </pc:spChg>
          <pc:spChg chg="mod">
            <ac:chgData name="Najib Darif (Moody's)" userId="592a0a0c-cdda-4551-acca-2ec9c5e745e6" providerId="ADAL" clId="{21A5EEB3-2D71-4021-9D17-AB1343FE6B48}" dt="2025-08-01T15:23:30.723" v="4"/>
            <ac:spMkLst>
              <pc:docMk/>
              <pc:sldMasterMk cId="2703121335" sldId="2147483672"/>
              <pc:sldLayoutMk cId="4199553117" sldId="2147483818"/>
              <ac:spMk id="15" creationId="{FC3E1B1C-BFB6-509F-0D82-C1AA2860E141}"/>
            </ac:spMkLst>
          </pc:spChg>
          <pc:spChg chg="mod">
            <ac:chgData name="Najib Darif (Moody's)" userId="592a0a0c-cdda-4551-acca-2ec9c5e745e6" providerId="ADAL" clId="{21A5EEB3-2D71-4021-9D17-AB1343FE6B48}" dt="2025-08-01T15:23:30.723" v="4"/>
            <ac:spMkLst>
              <pc:docMk/>
              <pc:sldMasterMk cId="2703121335" sldId="2147483672"/>
              <pc:sldLayoutMk cId="4199553117" sldId="2147483818"/>
              <ac:spMk id="17" creationId="{EE99AD3F-BADC-0A62-5455-2F629230E03A}"/>
            </ac:spMkLst>
          </pc:spChg>
          <pc:spChg chg="mod">
            <ac:chgData name="Najib Darif (Moody's)" userId="592a0a0c-cdda-4551-acca-2ec9c5e745e6" providerId="ADAL" clId="{21A5EEB3-2D71-4021-9D17-AB1343FE6B48}" dt="2025-08-01T15:23:30.723" v="4"/>
            <ac:spMkLst>
              <pc:docMk/>
              <pc:sldMasterMk cId="2703121335" sldId="2147483672"/>
              <pc:sldLayoutMk cId="4199553117" sldId="2147483818"/>
              <ac:spMk id="19" creationId="{4203C809-6284-F504-FD1D-2F733D8EF672}"/>
            </ac:spMkLst>
          </pc:spChg>
          <pc:spChg chg="mod">
            <ac:chgData name="Najib Darif (Moody's)" userId="592a0a0c-cdda-4551-acca-2ec9c5e745e6" providerId="ADAL" clId="{21A5EEB3-2D71-4021-9D17-AB1343FE6B48}" dt="2025-08-01T15:23:30.723" v="4"/>
            <ac:spMkLst>
              <pc:docMk/>
              <pc:sldMasterMk cId="2703121335" sldId="2147483672"/>
              <pc:sldLayoutMk cId="4199553117" sldId="2147483818"/>
              <ac:spMk id="25" creationId="{F13C4FDE-A81E-EF79-BD4B-61C6431C7630}"/>
            </ac:spMkLst>
          </pc:spChg>
          <pc:spChg chg="mod">
            <ac:chgData name="Najib Darif (Moody's)" userId="592a0a0c-cdda-4551-acca-2ec9c5e745e6" providerId="ADAL" clId="{21A5EEB3-2D71-4021-9D17-AB1343FE6B48}" dt="2025-08-01T15:23:30.723" v="4"/>
            <ac:spMkLst>
              <pc:docMk/>
              <pc:sldMasterMk cId="2703121335" sldId="2147483672"/>
              <pc:sldLayoutMk cId="4199553117" sldId="2147483818"/>
              <ac:spMk id="29" creationId="{B89766A0-7AF7-514F-D906-7F7B54DCA000}"/>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31723835" sldId="2147483819"/>
          </pc:sldLayoutMkLst>
          <pc:spChg chg="mod">
            <ac:chgData name="Najib Darif (Moody's)" userId="592a0a0c-cdda-4551-acca-2ec9c5e745e6" providerId="ADAL" clId="{21A5EEB3-2D71-4021-9D17-AB1343FE6B48}" dt="2025-08-01T15:23:30.723" v="4"/>
            <ac:spMkLst>
              <pc:docMk/>
              <pc:sldMasterMk cId="2703121335" sldId="2147483672"/>
              <pc:sldLayoutMk cId="31723835" sldId="2147483819"/>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31723835" sldId="2147483819"/>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31723835" sldId="2147483819"/>
              <ac:spMk id="12" creationId="{8D19B5F2-6756-55DC-BEE5-E7E670D49ACA}"/>
            </ac:spMkLst>
          </pc:spChg>
          <pc:spChg chg="mod">
            <ac:chgData name="Najib Darif (Moody's)" userId="592a0a0c-cdda-4551-acca-2ec9c5e745e6" providerId="ADAL" clId="{21A5EEB3-2D71-4021-9D17-AB1343FE6B48}" dt="2025-08-01T15:23:30.723" v="4"/>
            <ac:spMkLst>
              <pc:docMk/>
              <pc:sldMasterMk cId="2703121335" sldId="2147483672"/>
              <pc:sldLayoutMk cId="31723835" sldId="2147483819"/>
              <ac:spMk id="14" creationId="{48414F29-27E4-4DBB-3173-E9D3EF4CC95C}"/>
            </ac:spMkLst>
          </pc:spChg>
          <pc:spChg chg="mod">
            <ac:chgData name="Najib Darif (Moody's)" userId="592a0a0c-cdda-4551-acca-2ec9c5e745e6" providerId="ADAL" clId="{21A5EEB3-2D71-4021-9D17-AB1343FE6B48}" dt="2025-08-01T15:23:30.723" v="4"/>
            <ac:spMkLst>
              <pc:docMk/>
              <pc:sldMasterMk cId="2703121335" sldId="2147483672"/>
              <pc:sldLayoutMk cId="31723835" sldId="2147483819"/>
              <ac:spMk id="16" creationId="{B81373EC-AE8A-5B25-87D5-D572EA8ACE5F}"/>
            </ac:spMkLst>
          </pc:spChg>
          <pc:spChg chg="mod">
            <ac:chgData name="Najib Darif (Moody's)" userId="592a0a0c-cdda-4551-acca-2ec9c5e745e6" providerId="ADAL" clId="{21A5EEB3-2D71-4021-9D17-AB1343FE6B48}" dt="2025-08-01T15:23:30.723" v="4"/>
            <ac:spMkLst>
              <pc:docMk/>
              <pc:sldMasterMk cId="2703121335" sldId="2147483672"/>
              <pc:sldLayoutMk cId="31723835" sldId="2147483819"/>
              <ac:spMk id="17" creationId="{6F420E2B-2A9E-7565-8D5D-70095A93099F}"/>
            </ac:spMkLst>
          </pc:spChg>
          <pc:spChg chg="mod">
            <ac:chgData name="Najib Darif (Moody's)" userId="592a0a0c-cdda-4551-acca-2ec9c5e745e6" providerId="ADAL" clId="{21A5EEB3-2D71-4021-9D17-AB1343FE6B48}" dt="2025-08-01T15:23:30.723" v="4"/>
            <ac:spMkLst>
              <pc:docMk/>
              <pc:sldMasterMk cId="2703121335" sldId="2147483672"/>
              <pc:sldLayoutMk cId="31723835" sldId="2147483819"/>
              <ac:spMk id="18" creationId="{2A2549F7-6A27-1EA2-0010-4F6705CEC0FC}"/>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3755138045" sldId="2147483820"/>
          </pc:sldLayoutMkLst>
          <pc:spChg chg="mod">
            <ac:chgData name="Najib Darif (Moody's)" userId="592a0a0c-cdda-4551-acca-2ec9c5e745e6" providerId="ADAL" clId="{21A5EEB3-2D71-4021-9D17-AB1343FE6B48}" dt="2025-08-01T15:23:30.723" v="4"/>
            <ac:spMkLst>
              <pc:docMk/>
              <pc:sldMasterMk cId="2703121335" sldId="2147483672"/>
              <pc:sldLayoutMk cId="3755138045" sldId="2147483820"/>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3755138045" sldId="2147483820"/>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3755138045" sldId="2147483820"/>
              <ac:spMk id="11" creationId="{5C728F5B-E1E8-3C29-EDD5-AA886A74A6C3}"/>
            </ac:spMkLst>
          </pc:spChg>
          <pc:spChg chg="mod">
            <ac:chgData name="Najib Darif (Moody's)" userId="592a0a0c-cdda-4551-acca-2ec9c5e745e6" providerId="ADAL" clId="{21A5EEB3-2D71-4021-9D17-AB1343FE6B48}" dt="2025-08-01T15:23:30.723" v="4"/>
            <ac:spMkLst>
              <pc:docMk/>
              <pc:sldMasterMk cId="2703121335" sldId="2147483672"/>
              <pc:sldLayoutMk cId="3755138045" sldId="2147483820"/>
              <ac:spMk id="12" creationId="{D437BE9A-8A37-12FD-FF09-D132746CA34A}"/>
            </ac:spMkLst>
          </pc:spChg>
          <pc:spChg chg="mod">
            <ac:chgData name="Najib Darif (Moody's)" userId="592a0a0c-cdda-4551-acca-2ec9c5e745e6" providerId="ADAL" clId="{21A5EEB3-2D71-4021-9D17-AB1343FE6B48}" dt="2025-08-01T15:23:30.723" v="4"/>
            <ac:spMkLst>
              <pc:docMk/>
              <pc:sldMasterMk cId="2703121335" sldId="2147483672"/>
              <pc:sldLayoutMk cId="3755138045" sldId="2147483820"/>
              <ac:spMk id="13" creationId="{DF7192E9-18E0-4BBC-6544-BEEF161CD9BF}"/>
            </ac:spMkLst>
          </pc:spChg>
          <pc:spChg chg="mod">
            <ac:chgData name="Najib Darif (Moody's)" userId="592a0a0c-cdda-4551-acca-2ec9c5e745e6" providerId="ADAL" clId="{21A5EEB3-2D71-4021-9D17-AB1343FE6B48}" dt="2025-08-01T15:23:30.723" v="4"/>
            <ac:spMkLst>
              <pc:docMk/>
              <pc:sldMasterMk cId="2703121335" sldId="2147483672"/>
              <pc:sldLayoutMk cId="3755138045" sldId="2147483820"/>
              <ac:spMk id="14" creationId="{D9F0FF52-13E2-E833-F9CE-AC3FA1D713DD}"/>
            </ac:spMkLst>
          </pc:spChg>
          <pc:spChg chg="mod">
            <ac:chgData name="Najib Darif (Moody's)" userId="592a0a0c-cdda-4551-acca-2ec9c5e745e6" providerId="ADAL" clId="{21A5EEB3-2D71-4021-9D17-AB1343FE6B48}" dt="2025-08-01T15:23:30.723" v="4"/>
            <ac:spMkLst>
              <pc:docMk/>
              <pc:sldMasterMk cId="2703121335" sldId="2147483672"/>
              <pc:sldLayoutMk cId="3755138045" sldId="2147483820"/>
              <ac:spMk id="15" creationId="{08AA2D12-29FA-271A-D47B-631180E59030}"/>
            </ac:spMkLst>
          </pc:spChg>
          <pc:spChg chg="mod">
            <ac:chgData name="Najib Darif (Moody's)" userId="592a0a0c-cdda-4551-acca-2ec9c5e745e6" providerId="ADAL" clId="{21A5EEB3-2D71-4021-9D17-AB1343FE6B48}" dt="2025-08-01T15:23:30.723" v="4"/>
            <ac:spMkLst>
              <pc:docMk/>
              <pc:sldMasterMk cId="2703121335" sldId="2147483672"/>
              <pc:sldLayoutMk cId="3755138045" sldId="2147483820"/>
              <ac:spMk id="16" creationId="{92CE57A3-BE6C-DBDE-1A82-38D8E92441DD}"/>
            </ac:spMkLst>
          </pc:spChg>
          <pc:spChg chg="mod">
            <ac:chgData name="Najib Darif (Moody's)" userId="592a0a0c-cdda-4551-acca-2ec9c5e745e6" providerId="ADAL" clId="{21A5EEB3-2D71-4021-9D17-AB1343FE6B48}" dt="2025-08-01T15:23:30.723" v="4"/>
            <ac:spMkLst>
              <pc:docMk/>
              <pc:sldMasterMk cId="2703121335" sldId="2147483672"/>
              <pc:sldLayoutMk cId="3755138045" sldId="2147483820"/>
              <ac:spMk id="19" creationId="{4127724E-0B84-AA37-D926-B3D06E81CABD}"/>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3085315891" sldId="2147483821"/>
          </pc:sldLayoutMkLst>
          <pc:spChg chg="mod">
            <ac:chgData name="Najib Darif (Moody's)" userId="592a0a0c-cdda-4551-acca-2ec9c5e745e6" providerId="ADAL" clId="{21A5EEB3-2D71-4021-9D17-AB1343FE6B48}" dt="2025-08-01T15:23:30.723" v="4"/>
            <ac:spMkLst>
              <pc:docMk/>
              <pc:sldMasterMk cId="2703121335" sldId="2147483672"/>
              <pc:sldLayoutMk cId="3085315891" sldId="2147483821"/>
              <ac:spMk id="5" creationId="{FEDB0BC8-832D-FCF8-A69B-2C85E902AFF7}"/>
            </ac:spMkLst>
          </pc:spChg>
          <pc:spChg chg="mod">
            <ac:chgData name="Najib Darif (Moody's)" userId="592a0a0c-cdda-4551-acca-2ec9c5e745e6" providerId="ADAL" clId="{21A5EEB3-2D71-4021-9D17-AB1343FE6B48}" dt="2025-08-01T15:23:30.723" v="4"/>
            <ac:spMkLst>
              <pc:docMk/>
              <pc:sldMasterMk cId="2703121335" sldId="2147483672"/>
              <pc:sldLayoutMk cId="3085315891" sldId="2147483821"/>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3085315891" sldId="2147483821"/>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3085315891" sldId="2147483821"/>
              <ac:spMk id="14" creationId="{F9DE8466-9524-5260-777B-27EB7449C0BA}"/>
            </ac:spMkLst>
          </pc:spChg>
          <pc:spChg chg="mod">
            <ac:chgData name="Najib Darif (Moody's)" userId="592a0a0c-cdda-4551-acca-2ec9c5e745e6" providerId="ADAL" clId="{21A5EEB3-2D71-4021-9D17-AB1343FE6B48}" dt="2025-08-01T15:23:30.723" v="4"/>
            <ac:spMkLst>
              <pc:docMk/>
              <pc:sldMasterMk cId="2703121335" sldId="2147483672"/>
              <pc:sldLayoutMk cId="3085315891" sldId="2147483821"/>
              <ac:spMk id="16" creationId="{C8E82BB7-912C-BDF2-041D-1CF0F86357C0}"/>
            </ac:spMkLst>
          </pc:spChg>
          <pc:spChg chg="mod">
            <ac:chgData name="Najib Darif (Moody's)" userId="592a0a0c-cdda-4551-acca-2ec9c5e745e6" providerId="ADAL" clId="{21A5EEB3-2D71-4021-9D17-AB1343FE6B48}" dt="2025-08-01T15:23:30.723" v="4"/>
            <ac:spMkLst>
              <pc:docMk/>
              <pc:sldMasterMk cId="2703121335" sldId="2147483672"/>
              <pc:sldLayoutMk cId="3085315891" sldId="2147483821"/>
              <ac:spMk id="17" creationId="{A1943844-20A2-F090-70FC-9F445822268A}"/>
            </ac:spMkLst>
          </pc:spChg>
          <pc:spChg chg="mod">
            <ac:chgData name="Najib Darif (Moody's)" userId="592a0a0c-cdda-4551-acca-2ec9c5e745e6" providerId="ADAL" clId="{21A5EEB3-2D71-4021-9D17-AB1343FE6B48}" dt="2025-08-01T15:23:30.723" v="4"/>
            <ac:spMkLst>
              <pc:docMk/>
              <pc:sldMasterMk cId="2703121335" sldId="2147483672"/>
              <pc:sldLayoutMk cId="3085315891" sldId="2147483821"/>
              <ac:spMk id="18" creationId="{F46CA1E9-3B79-03D7-0EE9-A3FE6A5AF033}"/>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2327980838" sldId="2147483822"/>
          </pc:sldLayoutMkLst>
          <pc:spChg chg="mod">
            <ac:chgData name="Najib Darif (Moody's)" userId="592a0a0c-cdda-4551-acca-2ec9c5e745e6" providerId="ADAL" clId="{21A5EEB3-2D71-4021-9D17-AB1343FE6B48}" dt="2025-08-01T15:23:30.723" v="4"/>
            <ac:spMkLst>
              <pc:docMk/>
              <pc:sldMasterMk cId="2703121335" sldId="2147483672"/>
              <pc:sldLayoutMk cId="2327980838" sldId="2147483822"/>
              <ac:spMk id="5" creationId="{B6E166BE-0A53-7F77-1DCC-AD1A78C2EB77}"/>
            </ac:spMkLst>
          </pc:spChg>
          <pc:spChg chg="mod">
            <ac:chgData name="Najib Darif (Moody's)" userId="592a0a0c-cdda-4551-acca-2ec9c5e745e6" providerId="ADAL" clId="{21A5EEB3-2D71-4021-9D17-AB1343FE6B48}" dt="2025-08-01T15:23:30.723" v="4"/>
            <ac:spMkLst>
              <pc:docMk/>
              <pc:sldMasterMk cId="2703121335" sldId="2147483672"/>
              <pc:sldLayoutMk cId="2327980838" sldId="2147483822"/>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2327980838" sldId="2147483822"/>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2327980838" sldId="2147483822"/>
              <ac:spMk id="12" creationId="{39956789-A368-206C-891C-9234628518A9}"/>
            </ac:spMkLst>
          </pc:spChg>
          <pc:spChg chg="mod">
            <ac:chgData name="Najib Darif (Moody's)" userId="592a0a0c-cdda-4551-acca-2ec9c5e745e6" providerId="ADAL" clId="{21A5EEB3-2D71-4021-9D17-AB1343FE6B48}" dt="2025-08-01T15:23:30.723" v="4"/>
            <ac:spMkLst>
              <pc:docMk/>
              <pc:sldMasterMk cId="2703121335" sldId="2147483672"/>
              <pc:sldLayoutMk cId="2327980838" sldId="2147483822"/>
              <ac:spMk id="13" creationId="{28027E45-9CB5-7484-0F70-49F140E7FA05}"/>
            </ac:spMkLst>
          </pc:spChg>
          <pc:spChg chg="mod">
            <ac:chgData name="Najib Darif (Moody's)" userId="592a0a0c-cdda-4551-acca-2ec9c5e745e6" providerId="ADAL" clId="{21A5EEB3-2D71-4021-9D17-AB1343FE6B48}" dt="2025-08-01T15:23:30.723" v="4"/>
            <ac:spMkLst>
              <pc:docMk/>
              <pc:sldMasterMk cId="2703121335" sldId="2147483672"/>
              <pc:sldLayoutMk cId="2327980838" sldId="2147483822"/>
              <ac:spMk id="14" creationId="{E8BB7705-DC57-1434-CECD-5A495C790A47}"/>
            </ac:spMkLst>
          </pc:spChg>
          <pc:spChg chg="mod">
            <ac:chgData name="Najib Darif (Moody's)" userId="592a0a0c-cdda-4551-acca-2ec9c5e745e6" providerId="ADAL" clId="{21A5EEB3-2D71-4021-9D17-AB1343FE6B48}" dt="2025-08-01T15:23:30.723" v="4"/>
            <ac:spMkLst>
              <pc:docMk/>
              <pc:sldMasterMk cId="2703121335" sldId="2147483672"/>
              <pc:sldLayoutMk cId="2327980838" sldId="2147483822"/>
              <ac:spMk id="15" creationId="{8B3C491F-A7C8-D685-6EB7-47ED1AE90D2A}"/>
            </ac:spMkLst>
          </pc:spChg>
          <pc:spChg chg="mod">
            <ac:chgData name="Najib Darif (Moody's)" userId="592a0a0c-cdda-4551-acca-2ec9c5e745e6" providerId="ADAL" clId="{21A5EEB3-2D71-4021-9D17-AB1343FE6B48}" dt="2025-08-01T15:23:30.723" v="4"/>
            <ac:spMkLst>
              <pc:docMk/>
              <pc:sldMasterMk cId="2703121335" sldId="2147483672"/>
              <pc:sldLayoutMk cId="2327980838" sldId="2147483822"/>
              <ac:spMk id="16" creationId="{78775353-37B3-D36C-8C56-73152F79587F}"/>
            </ac:spMkLst>
          </pc:spChg>
          <pc:spChg chg="mod">
            <ac:chgData name="Najib Darif (Moody's)" userId="592a0a0c-cdda-4551-acca-2ec9c5e745e6" providerId="ADAL" clId="{21A5EEB3-2D71-4021-9D17-AB1343FE6B48}" dt="2025-08-01T15:23:30.723" v="4"/>
            <ac:spMkLst>
              <pc:docMk/>
              <pc:sldMasterMk cId="2703121335" sldId="2147483672"/>
              <pc:sldLayoutMk cId="2327980838" sldId="2147483822"/>
              <ac:spMk id="18" creationId="{CAD770A7-7B91-4C3E-F63A-402DD01A2466}"/>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3307681898" sldId="2147483823"/>
          </pc:sldLayoutMkLst>
          <pc:spChg chg="mod">
            <ac:chgData name="Najib Darif (Moody's)" userId="592a0a0c-cdda-4551-acca-2ec9c5e745e6" providerId="ADAL" clId="{21A5EEB3-2D71-4021-9D17-AB1343FE6B48}" dt="2025-08-01T15:23:30.723" v="4"/>
            <ac:spMkLst>
              <pc:docMk/>
              <pc:sldMasterMk cId="2703121335" sldId="2147483672"/>
              <pc:sldLayoutMk cId="3307681898" sldId="2147483823"/>
              <ac:spMk id="5" creationId="{4AAF8DFA-0F14-8785-78EE-DD8DD1562C33}"/>
            </ac:spMkLst>
          </pc:spChg>
          <pc:spChg chg="mod">
            <ac:chgData name="Najib Darif (Moody's)" userId="592a0a0c-cdda-4551-acca-2ec9c5e745e6" providerId="ADAL" clId="{21A5EEB3-2D71-4021-9D17-AB1343FE6B48}" dt="2025-08-01T15:23:30.723" v="4"/>
            <ac:spMkLst>
              <pc:docMk/>
              <pc:sldMasterMk cId="2703121335" sldId="2147483672"/>
              <pc:sldLayoutMk cId="3307681898" sldId="2147483823"/>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3307681898" sldId="2147483823"/>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3307681898" sldId="2147483823"/>
              <ac:spMk id="16" creationId="{4521AD86-38BC-F263-3ED6-1AB6299844D4}"/>
            </ac:spMkLst>
          </pc:spChg>
          <pc:spChg chg="mod">
            <ac:chgData name="Najib Darif (Moody's)" userId="592a0a0c-cdda-4551-acca-2ec9c5e745e6" providerId="ADAL" clId="{21A5EEB3-2D71-4021-9D17-AB1343FE6B48}" dt="2025-08-01T15:23:30.723" v="4"/>
            <ac:spMkLst>
              <pc:docMk/>
              <pc:sldMasterMk cId="2703121335" sldId="2147483672"/>
              <pc:sldLayoutMk cId="3307681898" sldId="2147483823"/>
              <ac:spMk id="17" creationId="{12FE50E3-7513-9736-28AF-9A454F8B04F6}"/>
            </ac:spMkLst>
          </pc:spChg>
          <pc:spChg chg="mod">
            <ac:chgData name="Najib Darif (Moody's)" userId="592a0a0c-cdda-4551-acca-2ec9c5e745e6" providerId="ADAL" clId="{21A5EEB3-2D71-4021-9D17-AB1343FE6B48}" dt="2025-08-01T15:23:30.723" v="4"/>
            <ac:spMkLst>
              <pc:docMk/>
              <pc:sldMasterMk cId="2703121335" sldId="2147483672"/>
              <pc:sldLayoutMk cId="3307681898" sldId="2147483823"/>
              <ac:spMk id="18" creationId="{DCF97E64-8DB2-6198-B460-E350D96243ED}"/>
            </ac:spMkLst>
          </pc:spChg>
          <pc:spChg chg="mod">
            <ac:chgData name="Najib Darif (Moody's)" userId="592a0a0c-cdda-4551-acca-2ec9c5e745e6" providerId="ADAL" clId="{21A5EEB3-2D71-4021-9D17-AB1343FE6B48}" dt="2025-08-01T15:23:30.723" v="4"/>
            <ac:spMkLst>
              <pc:docMk/>
              <pc:sldMasterMk cId="2703121335" sldId="2147483672"/>
              <pc:sldLayoutMk cId="3307681898" sldId="2147483823"/>
              <ac:spMk id="19" creationId="{4C915BCD-3D1D-852B-25D7-EEA4860AA307}"/>
            </ac:spMkLst>
          </pc:spChg>
          <pc:spChg chg="mod">
            <ac:chgData name="Najib Darif (Moody's)" userId="592a0a0c-cdda-4551-acca-2ec9c5e745e6" providerId="ADAL" clId="{21A5EEB3-2D71-4021-9D17-AB1343FE6B48}" dt="2025-08-01T15:23:30.723" v="4"/>
            <ac:spMkLst>
              <pc:docMk/>
              <pc:sldMasterMk cId="2703121335" sldId="2147483672"/>
              <pc:sldLayoutMk cId="3307681898" sldId="2147483823"/>
              <ac:spMk id="21" creationId="{EAE08981-1E40-ECE5-28D7-BC196D49B683}"/>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1134389698" sldId="2147483824"/>
          </pc:sldLayoutMkLst>
          <pc:spChg chg="mod">
            <ac:chgData name="Najib Darif (Moody's)" userId="592a0a0c-cdda-4551-acca-2ec9c5e745e6" providerId="ADAL" clId="{21A5EEB3-2D71-4021-9D17-AB1343FE6B48}" dt="2025-08-01T15:23:30.723" v="4"/>
            <ac:spMkLst>
              <pc:docMk/>
              <pc:sldMasterMk cId="2703121335" sldId="2147483672"/>
              <pc:sldLayoutMk cId="1134389698" sldId="2147483824"/>
              <ac:spMk id="5" creationId="{4D3A07AB-930B-F509-FF11-FF7EA66F18A9}"/>
            </ac:spMkLst>
          </pc:spChg>
          <pc:spChg chg="mod">
            <ac:chgData name="Najib Darif (Moody's)" userId="592a0a0c-cdda-4551-acca-2ec9c5e745e6" providerId="ADAL" clId="{21A5EEB3-2D71-4021-9D17-AB1343FE6B48}" dt="2025-08-01T15:23:30.723" v="4"/>
            <ac:spMkLst>
              <pc:docMk/>
              <pc:sldMasterMk cId="2703121335" sldId="2147483672"/>
              <pc:sldLayoutMk cId="1134389698" sldId="2147483824"/>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1134389698" sldId="2147483824"/>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1134389698" sldId="2147483824"/>
              <ac:spMk id="12" creationId="{E7C5C99F-2E27-32AA-A2BB-FD22347F3EE1}"/>
            </ac:spMkLst>
          </pc:spChg>
          <pc:spChg chg="mod">
            <ac:chgData name="Najib Darif (Moody's)" userId="592a0a0c-cdda-4551-acca-2ec9c5e745e6" providerId="ADAL" clId="{21A5EEB3-2D71-4021-9D17-AB1343FE6B48}" dt="2025-08-01T15:23:30.723" v="4"/>
            <ac:spMkLst>
              <pc:docMk/>
              <pc:sldMasterMk cId="2703121335" sldId="2147483672"/>
              <pc:sldLayoutMk cId="1134389698" sldId="2147483824"/>
              <ac:spMk id="13" creationId="{D7FBEDD3-5B7A-AD55-B261-024183A617D5}"/>
            </ac:spMkLst>
          </pc:spChg>
          <pc:spChg chg="mod">
            <ac:chgData name="Najib Darif (Moody's)" userId="592a0a0c-cdda-4551-acca-2ec9c5e745e6" providerId="ADAL" clId="{21A5EEB3-2D71-4021-9D17-AB1343FE6B48}" dt="2025-08-01T15:23:30.723" v="4"/>
            <ac:spMkLst>
              <pc:docMk/>
              <pc:sldMasterMk cId="2703121335" sldId="2147483672"/>
              <pc:sldLayoutMk cId="1134389698" sldId="2147483824"/>
              <ac:spMk id="14" creationId="{C12BF8D2-A9C1-A94F-0BD2-3090AFC52369}"/>
            </ac:spMkLst>
          </pc:spChg>
          <pc:spChg chg="mod">
            <ac:chgData name="Najib Darif (Moody's)" userId="592a0a0c-cdda-4551-acca-2ec9c5e745e6" providerId="ADAL" clId="{21A5EEB3-2D71-4021-9D17-AB1343FE6B48}" dt="2025-08-01T15:23:30.723" v="4"/>
            <ac:spMkLst>
              <pc:docMk/>
              <pc:sldMasterMk cId="2703121335" sldId="2147483672"/>
              <pc:sldLayoutMk cId="1134389698" sldId="2147483824"/>
              <ac:spMk id="15" creationId="{9CD544D2-832B-F777-218B-C0F2BDC73B8C}"/>
            </ac:spMkLst>
          </pc:spChg>
          <pc:spChg chg="mod">
            <ac:chgData name="Najib Darif (Moody's)" userId="592a0a0c-cdda-4551-acca-2ec9c5e745e6" providerId="ADAL" clId="{21A5EEB3-2D71-4021-9D17-AB1343FE6B48}" dt="2025-08-01T15:23:30.723" v="4"/>
            <ac:spMkLst>
              <pc:docMk/>
              <pc:sldMasterMk cId="2703121335" sldId="2147483672"/>
              <pc:sldLayoutMk cId="1134389698" sldId="2147483824"/>
              <ac:spMk id="16" creationId="{65B5C789-A5F1-EB2A-667A-4B57F4569728}"/>
            </ac:spMkLst>
          </pc:spChg>
          <pc:spChg chg="mod">
            <ac:chgData name="Najib Darif (Moody's)" userId="592a0a0c-cdda-4551-acca-2ec9c5e745e6" providerId="ADAL" clId="{21A5EEB3-2D71-4021-9D17-AB1343FE6B48}" dt="2025-08-01T15:23:30.723" v="4"/>
            <ac:spMkLst>
              <pc:docMk/>
              <pc:sldMasterMk cId="2703121335" sldId="2147483672"/>
              <pc:sldLayoutMk cId="1134389698" sldId="2147483824"/>
              <ac:spMk id="17" creationId="{72BCF22D-7BA9-AFDD-8C6C-56F01183A358}"/>
            </ac:spMkLst>
          </pc:spChg>
          <pc:spChg chg="mod">
            <ac:chgData name="Najib Darif (Moody's)" userId="592a0a0c-cdda-4551-acca-2ec9c5e745e6" providerId="ADAL" clId="{21A5EEB3-2D71-4021-9D17-AB1343FE6B48}" dt="2025-08-01T15:23:30.723" v="4"/>
            <ac:spMkLst>
              <pc:docMk/>
              <pc:sldMasterMk cId="2703121335" sldId="2147483672"/>
              <pc:sldLayoutMk cId="1134389698" sldId="2147483824"/>
              <ac:spMk id="18" creationId="{57D9938D-921A-98B4-2E9A-9625F5D4F3CA}"/>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2910389244" sldId="2147483825"/>
          </pc:sldLayoutMkLst>
          <pc:spChg chg="mod">
            <ac:chgData name="Najib Darif (Moody's)" userId="592a0a0c-cdda-4551-acca-2ec9c5e745e6" providerId="ADAL" clId="{21A5EEB3-2D71-4021-9D17-AB1343FE6B48}" dt="2025-08-01T15:23:30.723" v="4"/>
            <ac:spMkLst>
              <pc:docMk/>
              <pc:sldMasterMk cId="2703121335" sldId="2147483672"/>
              <pc:sldLayoutMk cId="2910389244" sldId="2147483825"/>
              <ac:spMk id="5" creationId="{85784134-256C-0D0A-56EB-9B8FA18EDBBE}"/>
            </ac:spMkLst>
          </pc:spChg>
          <pc:spChg chg="mod">
            <ac:chgData name="Najib Darif (Moody's)" userId="592a0a0c-cdda-4551-acca-2ec9c5e745e6" providerId="ADAL" clId="{21A5EEB3-2D71-4021-9D17-AB1343FE6B48}" dt="2025-08-01T15:23:30.723" v="4"/>
            <ac:spMkLst>
              <pc:docMk/>
              <pc:sldMasterMk cId="2703121335" sldId="2147483672"/>
              <pc:sldLayoutMk cId="2910389244" sldId="2147483825"/>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2910389244" sldId="2147483825"/>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2910389244" sldId="2147483825"/>
              <ac:spMk id="17" creationId="{FDFED583-30F4-021C-4B0E-446E8B03BA98}"/>
            </ac:spMkLst>
          </pc:spChg>
          <pc:spChg chg="mod">
            <ac:chgData name="Najib Darif (Moody's)" userId="592a0a0c-cdda-4551-acca-2ec9c5e745e6" providerId="ADAL" clId="{21A5EEB3-2D71-4021-9D17-AB1343FE6B48}" dt="2025-08-01T15:23:30.723" v="4"/>
            <ac:spMkLst>
              <pc:docMk/>
              <pc:sldMasterMk cId="2703121335" sldId="2147483672"/>
              <pc:sldLayoutMk cId="2910389244" sldId="2147483825"/>
              <ac:spMk id="18" creationId="{329AC388-4A5D-40CE-9F94-924EEC9F04BB}"/>
            </ac:spMkLst>
          </pc:spChg>
          <pc:spChg chg="mod">
            <ac:chgData name="Najib Darif (Moody's)" userId="592a0a0c-cdda-4551-acca-2ec9c5e745e6" providerId="ADAL" clId="{21A5EEB3-2D71-4021-9D17-AB1343FE6B48}" dt="2025-08-01T15:23:30.723" v="4"/>
            <ac:spMkLst>
              <pc:docMk/>
              <pc:sldMasterMk cId="2703121335" sldId="2147483672"/>
              <pc:sldLayoutMk cId="2910389244" sldId="2147483825"/>
              <ac:spMk id="19" creationId="{FF54BDBD-731D-CB8C-D47B-CA629E8069CD}"/>
            </ac:spMkLst>
          </pc:spChg>
          <pc:spChg chg="mod">
            <ac:chgData name="Najib Darif (Moody's)" userId="592a0a0c-cdda-4551-acca-2ec9c5e745e6" providerId="ADAL" clId="{21A5EEB3-2D71-4021-9D17-AB1343FE6B48}" dt="2025-08-01T15:23:30.723" v="4"/>
            <ac:spMkLst>
              <pc:docMk/>
              <pc:sldMasterMk cId="2703121335" sldId="2147483672"/>
              <pc:sldLayoutMk cId="2910389244" sldId="2147483825"/>
              <ac:spMk id="20" creationId="{C8E9ABC3-F6D2-BACA-257F-94E800767689}"/>
            </ac:spMkLst>
          </pc:spChg>
          <pc:spChg chg="mod">
            <ac:chgData name="Najib Darif (Moody's)" userId="592a0a0c-cdda-4551-acca-2ec9c5e745e6" providerId="ADAL" clId="{21A5EEB3-2D71-4021-9D17-AB1343FE6B48}" dt="2025-08-01T15:23:30.723" v="4"/>
            <ac:spMkLst>
              <pc:docMk/>
              <pc:sldMasterMk cId="2703121335" sldId="2147483672"/>
              <pc:sldLayoutMk cId="2910389244" sldId="2147483825"/>
              <ac:spMk id="21" creationId="{81EFF807-BC6D-4436-06F4-FC320A023745}"/>
            </ac:spMkLst>
          </pc:spChg>
          <pc:spChg chg="mod">
            <ac:chgData name="Najib Darif (Moody's)" userId="592a0a0c-cdda-4551-acca-2ec9c5e745e6" providerId="ADAL" clId="{21A5EEB3-2D71-4021-9D17-AB1343FE6B48}" dt="2025-08-01T15:23:30.723" v="4"/>
            <ac:spMkLst>
              <pc:docMk/>
              <pc:sldMasterMk cId="2703121335" sldId="2147483672"/>
              <pc:sldLayoutMk cId="2910389244" sldId="2147483825"/>
              <ac:spMk id="23" creationId="{32FD5E28-DACE-C0A6-698B-E77424A9EBBA}"/>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1423445786" sldId="2147483826"/>
          </pc:sldLayoutMkLst>
          <pc:spChg chg="mod">
            <ac:chgData name="Najib Darif (Moody's)" userId="592a0a0c-cdda-4551-acca-2ec9c5e745e6" providerId="ADAL" clId="{21A5EEB3-2D71-4021-9D17-AB1343FE6B48}" dt="2025-08-01T15:23:30.723" v="4"/>
            <ac:spMkLst>
              <pc:docMk/>
              <pc:sldMasterMk cId="2703121335" sldId="2147483672"/>
              <pc:sldLayoutMk cId="1423445786" sldId="2147483826"/>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1423445786" sldId="2147483826"/>
              <ac:spMk id="20" creationId="{E816675F-4CFF-1424-BC2E-EB168984C8A9}"/>
            </ac:spMkLst>
          </pc:spChg>
          <pc:spChg chg="mod">
            <ac:chgData name="Najib Darif (Moody's)" userId="592a0a0c-cdda-4551-acca-2ec9c5e745e6" providerId="ADAL" clId="{21A5EEB3-2D71-4021-9D17-AB1343FE6B48}" dt="2025-08-01T15:23:30.723" v="4"/>
            <ac:spMkLst>
              <pc:docMk/>
              <pc:sldMasterMk cId="2703121335" sldId="2147483672"/>
              <pc:sldLayoutMk cId="1423445786" sldId="2147483826"/>
              <ac:spMk id="21" creationId="{5ABFA4E5-EE7C-B181-6613-2BCBB984ABF8}"/>
            </ac:spMkLst>
          </pc:spChg>
          <pc:spChg chg="mod">
            <ac:chgData name="Najib Darif (Moody's)" userId="592a0a0c-cdda-4551-acca-2ec9c5e745e6" providerId="ADAL" clId="{21A5EEB3-2D71-4021-9D17-AB1343FE6B48}" dt="2025-08-01T15:23:30.723" v="4"/>
            <ac:spMkLst>
              <pc:docMk/>
              <pc:sldMasterMk cId="2703121335" sldId="2147483672"/>
              <pc:sldLayoutMk cId="1423445786" sldId="2147483826"/>
              <ac:spMk id="23" creationId="{662EF311-9306-5498-F3D9-6F3991FF1E09}"/>
            </ac:spMkLst>
          </pc:spChg>
          <pc:spChg chg="mod">
            <ac:chgData name="Najib Darif (Moody's)" userId="592a0a0c-cdda-4551-acca-2ec9c5e745e6" providerId="ADAL" clId="{21A5EEB3-2D71-4021-9D17-AB1343FE6B48}" dt="2025-08-01T15:23:30.723" v="4"/>
            <ac:spMkLst>
              <pc:docMk/>
              <pc:sldMasterMk cId="2703121335" sldId="2147483672"/>
              <pc:sldLayoutMk cId="1423445786" sldId="2147483826"/>
              <ac:spMk id="24" creationId="{3A80FA08-2EA7-E26E-1786-7FC321C07BC6}"/>
            </ac:spMkLst>
          </pc:spChg>
          <pc:spChg chg="mod">
            <ac:chgData name="Najib Darif (Moody's)" userId="592a0a0c-cdda-4551-acca-2ec9c5e745e6" providerId="ADAL" clId="{21A5EEB3-2D71-4021-9D17-AB1343FE6B48}" dt="2025-08-01T15:23:30.723" v="4"/>
            <ac:spMkLst>
              <pc:docMk/>
              <pc:sldMasterMk cId="2703121335" sldId="2147483672"/>
              <pc:sldLayoutMk cId="1423445786" sldId="2147483826"/>
              <ac:spMk id="35" creationId="{6F3D1EEF-0D0B-1B3D-790A-E903BCE7629F}"/>
            </ac:spMkLst>
          </pc:spChg>
          <pc:spChg chg="mod">
            <ac:chgData name="Najib Darif (Moody's)" userId="592a0a0c-cdda-4551-acca-2ec9c5e745e6" providerId="ADAL" clId="{21A5EEB3-2D71-4021-9D17-AB1343FE6B48}" dt="2025-08-01T15:23:30.723" v="4"/>
            <ac:spMkLst>
              <pc:docMk/>
              <pc:sldMasterMk cId="2703121335" sldId="2147483672"/>
              <pc:sldLayoutMk cId="1423445786" sldId="2147483826"/>
              <ac:spMk id="36" creationId="{F3E66951-696C-1D73-0C63-711EFABB807E}"/>
            </ac:spMkLst>
          </pc:spChg>
          <pc:spChg chg="mod">
            <ac:chgData name="Najib Darif (Moody's)" userId="592a0a0c-cdda-4551-acca-2ec9c5e745e6" providerId="ADAL" clId="{21A5EEB3-2D71-4021-9D17-AB1343FE6B48}" dt="2025-08-01T15:23:30.723" v="4"/>
            <ac:spMkLst>
              <pc:docMk/>
              <pc:sldMasterMk cId="2703121335" sldId="2147483672"/>
              <pc:sldLayoutMk cId="1423445786" sldId="2147483826"/>
              <ac:spMk id="37" creationId="{22CCB024-1C7A-358D-17AA-DB143CC33E1A}"/>
            </ac:spMkLst>
          </pc:spChg>
          <pc:spChg chg="mod">
            <ac:chgData name="Najib Darif (Moody's)" userId="592a0a0c-cdda-4551-acca-2ec9c5e745e6" providerId="ADAL" clId="{21A5EEB3-2D71-4021-9D17-AB1343FE6B48}" dt="2025-08-01T15:23:30.723" v="4"/>
            <ac:spMkLst>
              <pc:docMk/>
              <pc:sldMasterMk cId="2703121335" sldId="2147483672"/>
              <pc:sldLayoutMk cId="1423445786" sldId="2147483826"/>
              <ac:spMk id="39" creationId="{4C336508-10E1-4F40-6089-6E416628EAAC}"/>
            </ac:spMkLst>
          </pc:spChg>
          <pc:spChg chg="mod">
            <ac:chgData name="Najib Darif (Moody's)" userId="592a0a0c-cdda-4551-acca-2ec9c5e745e6" providerId="ADAL" clId="{21A5EEB3-2D71-4021-9D17-AB1343FE6B48}" dt="2025-08-01T15:23:30.723" v="4"/>
            <ac:spMkLst>
              <pc:docMk/>
              <pc:sldMasterMk cId="2703121335" sldId="2147483672"/>
              <pc:sldLayoutMk cId="1423445786" sldId="2147483826"/>
              <ac:spMk id="41" creationId="{53BBD7EF-C3BF-D4E8-EF2B-6BC68E04ACCA}"/>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3194864841" sldId="2147483827"/>
          </pc:sldLayoutMkLst>
          <pc:spChg chg="mod">
            <ac:chgData name="Najib Darif (Moody's)" userId="592a0a0c-cdda-4551-acca-2ec9c5e745e6" providerId="ADAL" clId="{21A5EEB3-2D71-4021-9D17-AB1343FE6B48}" dt="2025-08-01T15:23:30.723" v="4"/>
            <ac:spMkLst>
              <pc:docMk/>
              <pc:sldMasterMk cId="2703121335" sldId="2147483672"/>
              <pc:sldLayoutMk cId="3194864841" sldId="2147483827"/>
              <ac:spMk id="3" creationId="{071C30E2-10A6-5251-1FC6-8810B8777FFE}"/>
            </ac:spMkLst>
          </pc:spChg>
          <pc:spChg chg="mod">
            <ac:chgData name="Najib Darif (Moody's)" userId="592a0a0c-cdda-4551-acca-2ec9c5e745e6" providerId="ADAL" clId="{21A5EEB3-2D71-4021-9D17-AB1343FE6B48}" dt="2025-08-01T15:23:30.723" v="4"/>
            <ac:spMkLst>
              <pc:docMk/>
              <pc:sldMasterMk cId="2703121335" sldId="2147483672"/>
              <pc:sldLayoutMk cId="3194864841" sldId="2147483827"/>
              <ac:spMk id="5" creationId="{37E1B056-6E37-0195-3E1E-328A2FEFCC8B}"/>
            </ac:spMkLst>
          </pc:spChg>
          <pc:spChg chg="mod">
            <ac:chgData name="Najib Darif (Moody's)" userId="592a0a0c-cdda-4551-acca-2ec9c5e745e6" providerId="ADAL" clId="{21A5EEB3-2D71-4021-9D17-AB1343FE6B48}" dt="2025-08-01T15:23:30.723" v="4"/>
            <ac:spMkLst>
              <pc:docMk/>
              <pc:sldMasterMk cId="2703121335" sldId="2147483672"/>
              <pc:sldLayoutMk cId="3194864841" sldId="2147483827"/>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3194864841" sldId="2147483827"/>
              <ac:spMk id="10" creationId="{BE85ED21-179E-C2B7-89F1-D4AD14EEDA9A}"/>
            </ac:spMkLst>
          </pc:spChg>
          <pc:spChg chg="mod">
            <ac:chgData name="Najib Darif (Moody's)" userId="592a0a0c-cdda-4551-acca-2ec9c5e745e6" providerId="ADAL" clId="{21A5EEB3-2D71-4021-9D17-AB1343FE6B48}" dt="2025-08-01T15:23:30.723" v="4"/>
            <ac:spMkLst>
              <pc:docMk/>
              <pc:sldMasterMk cId="2703121335" sldId="2147483672"/>
              <pc:sldLayoutMk cId="3194864841" sldId="2147483827"/>
              <ac:spMk id="11" creationId="{2779889F-8243-735B-D407-39B553561C4A}"/>
            </ac:spMkLst>
          </pc:spChg>
          <pc:spChg chg="mod">
            <ac:chgData name="Najib Darif (Moody's)" userId="592a0a0c-cdda-4551-acca-2ec9c5e745e6" providerId="ADAL" clId="{21A5EEB3-2D71-4021-9D17-AB1343FE6B48}" dt="2025-08-01T15:23:30.723" v="4"/>
            <ac:spMkLst>
              <pc:docMk/>
              <pc:sldMasterMk cId="2703121335" sldId="2147483672"/>
              <pc:sldLayoutMk cId="3194864841" sldId="2147483827"/>
              <ac:spMk id="12" creationId="{7E3BD4E3-4BCD-3C87-CEE7-D70639AB32E4}"/>
            </ac:spMkLst>
          </pc:spChg>
          <pc:spChg chg="mod">
            <ac:chgData name="Najib Darif (Moody's)" userId="592a0a0c-cdda-4551-acca-2ec9c5e745e6" providerId="ADAL" clId="{21A5EEB3-2D71-4021-9D17-AB1343FE6B48}" dt="2025-08-01T15:23:30.723" v="4"/>
            <ac:spMkLst>
              <pc:docMk/>
              <pc:sldMasterMk cId="2703121335" sldId="2147483672"/>
              <pc:sldLayoutMk cId="3194864841" sldId="2147483827"/>
              <ac:spMk id="30" creationId="{3CA37D90-0D74-AE2A-B25D-69FCBDEAD1C9}"/>
            </ac:spMkLst>
          </pc:spChg>
          <pc:spChg chg="mod">
            <ac:chgData name="Najib Darif (Moody's)" userId="592a0a0c-cdda-4551-acca-2ec9c5e745e6" providerId="ADAL" clId="{21A5EEB3-2D71-4021-9D17-AB1343FE6B48}" dt="2025-08-01T15:23:30.723" v="4"/>
            <ac:spMkLst>
              <pc:docMk/>
              <pc:sldMasterMk cId="2703121335" sldId="2147483672"/>
              <pc:sldLayoutMk cId="3194864841" sldId="2147483827"/>
              <ac:spMk id="33" creationId="{F52E03F2-F72D-3919-6A71-4CEA2D954B96}"/>
            </ac:spMkLst>
          </pc:spChg>
          <pc:spChg chg="mod">
            <ac:chgData name="Najib Darif (Moody's)" userId="592a0a0c-cdda-4551-acca-2ec9c5e745e6" providerId="ADAL" clId="{21A5EEB3-2D71-4021-9D17-AB1343FE6B48}" dt="2025-08-01T15:23:30.723" v="4"/>
            <ac:spMkLst>
              <pc:docMk/>
              <pc:sldMasterMk cId="2703121335" sldId="2147483672"/>
              <pc:sldLayoutMk cId="3194864841" sldId="2147483827"/>
              <ac:spMk id="35" creationId="{B626F10D-848A-E6CB-7D19-295563F81456}"/>
            </ac:spMkLst>
          </pc:spChg>
          <pc:spChg chg="mod">
            <ac:chgData name="Najib Darif (Moody's)" userId="592a0a0c-cdda-4551-acca-2ec9c5e745e6" providerId="ADAL" clId="{21A5EEB3-2D71-4021-9D17-AB1343FE6B48}" dt="2025-08-01T15:23:30.723" v="4"/>
            <ac:spMkLst>
              <pc:docMk/>
              <pc:sldMasterMk cId="2703121335" sldId="2147483672"/>
              <pc:sldLayoutMk cId="3194864841" sldId="2147483827"/>
              <ac:spMk id="37" creationId="{FE10D5E1-C329-1061-FDA3-9EC5BE5ECB6F}"/>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640607483" sldId="2147483828"/>
          </pc:sldLayoutMkLst>
          <pc:spChg chg="mod">
            <ac:chgData name="Najib Darif (Moody's)" userId="592a0a0c-cdda-4551-acca-2ec9c5e745e6" providerId="ADAL" clId="{21A5EEB3-2D71-4021-9D17-AB1343FE6B48}" dt="2025-08-01T15:23:30.723" v="4"/>
            <ac:spMkLst>
              <pc:docMk/>
              <pc:sldMasterMk cId="2703121335" sldId="2147483672"/>
              <pc:sldLayoutMk cId="640607483" sldId="2147483828"/>
              <ac:spMk id="5" creationId="{37E1B056-6E37-0195-3E1E-328A2FEFCC8B}"/>
            </ac:spMkLst>
          </pc:spChg>
          <pc:spChg chg="mod">
            <ac:chgData name="Najib Darif (Moody's)" userId="592a0a0c-cdda-4551-acca-2ec9c5e745e6" providerId="ADAL" clId="{21A5EEB3-2D71-4021-9D17-AB1343FE6B48}" dt="2025-08-01T15:23:30.723" v="4"/>
            <ac:spMkLst>
              <pc:docMk/>
              <pc:sldMasterMk cId="2703121335" sldId="2147483672"/>
              <pc:sldLayoutMk cId="640607483" sldId="2147483828"/>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640607483" sldId="2147483828"/>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640607483" sldId="2147483828"/>
              <ac:spMk id="10" creationId="{BE85ED21-179E-C2B7-89F1-D4AD14EEDA9A}"/>
            </ac:spMkLst>
          </pc:spChg>
          <pc:spChg chg="mod">
            <ac:chgData name="Najib Darif (Moody's)" userId="592a0a0c-cdda-4551-acca-2ec9c5e745e6" providerId="ADAL" clId="{21A5EEB3-2D71-4021-9D17-AB1343FE6B48}" dt="2025-08-01T15:23:30.723" v="4"/>
            <ac:spMkLst>
              <pc:docMk/>
              <pc:sldMasterMk cId="2703121335" sldId="2147483672"/>
              <pc:sldLayoutMk cId="640607483" sldId="2147483828"/>
              <ac:spMk id="15" creationId="{5E92B4B8-6955-9D30-1BC3-A16EF74E8AD5}"/>
            </ac:spMkLst>
          </pc:spChg>
          <pc:spChg chg="mod">
            <ac:chgData name="Najib Darif (Moody's)" userId="592a0a0c-cdda-4551-acca-2ec9c5e745e6" providerId="ADAL" clId="{21A5EEB3-2D71-4021-9D17-AB1343FE6B48}" dt="2025-08-01T15:23:30.723" v="4"/>
            <ac:spMkLst>
              <pc:docMk/>
              <pc:sldMasterMk cId="2703121335" sldId="2147483672"/>
              <pc:sldLayoutMk cId="640607483" sldId="2147483828"/>
              <ac:spMk id="16" creationId="{AA9F4984-857B-C872-E78B-8D7B49A19FCB}"/>
            </ac:spMkLst>
          </pc:spChg>
          <pc:spChg chg="mod">
            <ac:chgData name="Najib Darif (Moody's)" userId="592a0a0c-cdda-4551-acca-2ec9c5e745e6" providerId="ADAL" clId="{21A5EEB3-2D71-4021-9D17-AB1343FE6B48}" dt="2025-08-01T15:23:30.723" v="4"/>
            <ac:spMkLst>
              <pc:docMk/>
              <pc:sldMasterMk cId="2703121335" sldId="2147483672"/>
              <pc:sldLayoutMk cId="640607483" sldId="2147483828"/>
              <ac:spMk id="17" creationId="{5C8016BC-6435-33AA-70C0-6D27BA55395C}"/>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1928878672" sldId="2147483829"/>
          </pc:sldLayoutMkLst>
          <pc:spChg chg="mod">
            <ac:chgData name="Najib Darif (Moody's)" userId="592a0a0c-cdda-4551-acca-2ec9c5e745e6" providerId="ADAL" clId="{21A5EEB3-2D71-4021-9D17-AB1343FE6B48}" dt="2025-08-01T15:23:30.723" v="4"/>
            <ac:spMkLst>
              <pc:docMk/>
              <pc:sldMasterMk cId="2703121335" sldId="2147483672"/>
              <pc:sldLayoutMk cId="1928878672" sldId="2147483829"/>
              <ac:spMk id="6" creationId="{FA65A5E6-24CF-BD36-5E96-8042A9E0ECC7}"/>
            </ac:spMkLst>
          </pc:spChg>
          <pc:spChg chg="mod">
            <ac:chgData name="Najib Darif (Moody's)" userId="592a0a0c-cdda-4551-acca-2ec9c5e745e6" providerId="ADAL" clId="{21A5EEB3-2D71-4021-9D17-AB1343FE6B48}" dt="2025-08-01T15:23:30.723" v="4"/>
            <ac:spMkLst>
              <pc:docMk/>
              <pc:sldMasterMk cId="2703121335" sldId="2147483672"/>
              <pc:sldLayoutMk cId="1928878672" sldId="2147483829"/>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1928878672" sldId="2147483829"/>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1928878672" sldId="2147483829"/>
              <ac:spMk id="10" creationId="{BE85ED21-179E-C2B7-89F1-D4AD14EEDA9A}"/>
            </ac:spMkLst>
          </pc:spChg>
          <pc:spChg chg="mod">
            <ac:chgData name="Najib Darif (Moody's)" userId="592a0a0c-cdda-4551-acca-2ec9c5e745e6" providerId="ADAL" clId="{21A5EEB3-2D71-4021-9D17-AB1343FE6B48}" dt="2025-08-01T15:23:30.723" v="4"/>
            <ac:spMkLst>
              <pc:docMk/>
              <pc:sldMasterMk cId="2703121335" sldId="2147483672"/>
              <pc:sldLayoutMk cId="1928878672" sldId="2147483829"/>
              <ac:spMk id="16" creationId="{163054C7-C247-490C-C290-6EB0D4E9DC74}"/>
            </ac:spMkLst>
          </pc:spChg>
          <pc:spChg chg="mod">
            <ac:chgData name="Najib Darif (Moody's)" userId="592a0a0c-cdda-4551-acca-2ec9c5e745e6" providerId="ADAL" clId="{21A5EEB3-2D71-4021-9D17-AB1343FE6B48}" dt="2025-08-01T15:23:30.723" v="4"/>
            <ac:spMkLst>
              <pc:docMk/>
              <pc:sldMasterMk cId="2703121335" sldId="2147483672"/>
              <pc:sldLayoutMk cId="1928878672" sldId="2147483829"/>
              <ac:spMk id="17" creationId="{A96A9E9C-CF80-8438-5697-6A29008CD5FA}"/>
            </ac:spMkLst>
          </pc:spChg>
          <pc:spChg chg="mod">
            <ac:chgData name="Najib Darif (Moody's)" userId="592a0a0c-cdda-4551-acca-2ec9c5e745e6" providerId="ADAL" clId="{21A5EEB3-2D71-4021-9D17-AB1343FE6B48}" dt="2025-08-01T15:23:30.723" v="4"/>
            <ac:spMkLst>
              <pc:docMk/>
              <pc:sldMasterMk cId="2703121335" sldId="2147483672"/>
              <pc:sldLayoutMk cId="1928878672" sldId="2147483829"/>
              <ac:spMk id="18" creationId="{75ADEAFE-4009-A3BC-3F86-F58A050AF5C0}"/>
            </ac:spMkLst>
          </pc:spChg>
          <pc:spChg chg="mod">
            <ac:chgData name="Najib Darif (Moody's)" userId="592a0a0c-cdda-4551-acca-2ec9c5e745e6" providerId="ADAL" clId="{21A5EEB3-2D71-4021-9D17-AB1343FE6B48}" dt="2025-08-01T15:23:30.723" v="4"/>
            <ac:spMkLst>
              <pc:docMk/>
              <pc:sldMasterMk cId="2703121335" sldId="2147483672"/>
              <pc:sldLayoutMk cId="1928878672" sldId="2147483829"/>
              <ac:spMk id="19" creationId="{C8FCEF29-492C-8F4E-A702-5AD89C03B6B4}"/>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4123117337" sldId="2147483830"/>
          </pc:sldLayoutMkLst>
          <pc:spChg chg="mod">
            <ac:chgData name="Najib Darif (Moody's)" userId="592a0a0c-cdda-4551-acca-2ec9c5e745e6" providerId="ADAL" clId="{21A5EEB3-2D71-4021-9D17-AB1343FE6B48}" dt="2025-08-01T15:23:30.723" v="4"/>
            <ac:spMkLst>
              <pc:docMk/>
              <pc:sldMasterMk cId="2703121335" sldId="2147483672"/>
              <pc:sldLayoutMk cId="4123117337" sldId="2147483830"/>
              <ac:spMk id="5" creationId="{B8ED52C6-CAF9-7CFB-3BBD-C28F1DD35377}"/>
            </ac:spMkLst>
          </pc:spChg>
          <pc:spChg chg="mod">
            <ac:chgData name="Najib Darif (Moody's)" userId="592a0a0c-cdda-4551-acca-2ec9c5e745e6" providerId="ADAL" clId="{21A5EEB3-2D71-4021-9D17-AB1343FE6B48}" dt="2025-08-01T15:23:30.723" v="4"/>
            <ac:spMkLst>
              <pc:docMk/>
              <pc:sldMasterMk cId="2703121335" sldId="2147483672"/>
              <pc:sldLayoutMk cId="4123117337" sldId="2147483830"/>
              <ac:spMk id="6" creationId="{76B8FFAA-4288-7A55-0BCC-B4A10908B32D}"/>
            </ac:spMkLst>
          </pc:spChg>
          <pc:spChg chg="mod">
            <ac:chgData name="Najib Darif (Moody's)" userId="592a0a0c-cdda-4551-acca-2ec9c5e745e6" providerId="ADAL" clId="{21A5EEB3-2D71-4021-9D17-AB1343FE6B48}" dt="2025-08-01T15:23:30.723" v="4"/>
            <ac:spMkLst>
              <pc:docMk/>
              <pc:sldMasterMk cId="2703121335" sldId="2147483672"/>
              <pc:sldLayoutMk cId="4123117337" sldId="2147483830"/>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4123117337" sldId="2147483830"/>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4123117337" sldId="2147483830"/>
              <ac:spMk id="10" creationId="{BE85ED21-179E-C2B7-89F1-D4AD14EEDA9A}"/>
            </ac:spMkLst>
          </pc:spChg>
          <pc:spChg chg="mod">
            <ac:chgData name="Najib Darif (Moody's)" userId="592a0a0c-cdda-4551-acca-2ec9c5e745e6" providerId="ADAL" clId="{21A5EEB3-2D71-4021-9D17-AB1343FE6B48}" dt="2025-08-01T15:23:30.723" v="4"/>
            <ac:spMkLst>
              <pc:docMk/>
              <pc:sldMasterMk cId="2703121335" sldId="2147483672"/>
              <pc:sldLayoutMk cId="4123117337" sldId="2147483830"/>
              <ac:spMk id="16" creationId="{C6506391-3DB1-9F32-7688-9823C2B43230}"/>
            </ac:spMkLst>
          </pc:spChg>
          <pc:spChg chg="mod">
            <ac:chgData name="Najib Darif (Moody's)" userId="592a0a0c-cdda-4551-acca-2ec9c5e745e6" providerId="ADAL" clId="{21A5EEB3-2D71-4021-9D17-AB1343FE6B48}" dt="2025-08-01T15:23:30.723" v="4"/>
            <ac:spMkLst>
              <pc:docMk/>
              <pc:sldMasterMk cId="2703121335" sldId="2147483672"/>
              <pc:sldLayoutMk cId="4123117337" sldId="2147483830"/>
              <ac:spMk id="17" creationId="{4C8DB3B3-004C-E921-0B4A-5EE8B997DF71}"/>
            </ac:spMkLst>
          </pc:spChg>
          <pc:spChg chg="mod">
            <ac:chgData name="Najib Darif (Moody's)" userId="592a0a0c-cdda-4551-acca-2ec9c5e745e6" providerId="ADAL" clId="{21A5EEB3-2D71-4021-9D17-AB1343FE6B48}" dt="2025-08-01T15:23:30.723" v="4"/>
            <ac:spMkLst>
              <pc:docMk/>
              <pc:sldMasterMk cId="2703121335" sldId="2147483672"/>
              <pc:sldLayoutMk cId="4123117337" sldId="2147483830"/>
              <ac:spMk id="18" creationId="{02974D94-9BEF-B148-C21F-FB42A3CC7E5D}"/>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1492779163" sldId="2147483831"/>
          </pc:sldLayoutMkLst>
          <pc:spChg chg="mod">
            <ac:chgData name="Najib Darif (Moody's)" userId="592a0a0c-cdda-4551-acca-2ec9c5e745e6" providerId="ADAL" clId="{21A5EEB3-2D71-4021-9D17-AB1343FE6B48}" dt="2025-08-01T15:23:30.723" v="4"/>
            <ac:spMkLst>
              <pc:docMk/>
              <pc:sldMasterMk cId="2703121335" sldId="2147483672"/>
              <pc:sldLayoutMk cId="1492779163" sldId="2147483831"/>
              <ac:spMk id="5" creationId="{8BA902E5-1959-8D93-356A-51055AFC1FFA}"/>
            </ac:spMkLst>
          </pc:spChg>
          <pc:spChg chg="mod">
            <ac:chgData name="Najib Darif (Moody's)" userId="592a0a0c-cdda-4551-acca-2ec9c5e745e6" providerId="ADAL" clId="{21A5EEB3-2D71-4021-9D17-AB1343FE6B48}" dt="2025-08-01T15:23:30.723" v="4"/>
            <ac:spMkLst>
              <pc:docMk/>
              <pc:sldMasterMk cId="2703121335" sldId="2147483672"/>
              <pc:sldLayoutMk cId="1492779163" sldId="2147483831"/>
              <ac:spMk id="6" creationId="{76B8FFAA-4288-7A55-0BCC-B4A10908B32D}"/>
            </ac:spMkLst>
          </pc:spChg>
          <pc:spChg chg="mod">
            <ac:chgData name="Najib Darif (Moody's)" userId="592a0a0c-cdda-4551-acca-2ec9c5e745e6" providerId="ADAL" clId="{21A5EEB3-2D71-4021-9D17-AB1343FE6B48}" dt="2025-08-01T15:23:30.723" v="4"/>
            <ac:spMkLst>
              <pc:docMk/>
              <pc:sldMasterMk cId="2703121335" sldId="2147483672"/>
              <pc:sldLayoutMk cId="1492779163" sldId="2147483831"/>
              <ac:spMk id="7" creationId="{D5FC25B8-805C-1612-14FC-B175AA440631}"/>
            </ac:spMkLst>
          </pc:spChg>
          <pc:spChg chg="mod">
            <ac:chgData name="Najib Darif (Moody's)" userId="592a0a0c-cdda-4551-acca-2ec9c5e745e6" providerId="ADAL" clId="{21A5EEB3-2D71-4021-9D17-AB1343FE6B48}" dt="2025-08-01T15:23:30.723" v="4"/>
            <ac:spMkLst>
              <pc:docMk/>
              <pc:sldMasterMk cId="2703121335" sldId="2147483672"/>
              <pc:sldLayoutMk cId="1492779163" sldId="2147483831"/>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1492779163" sldId="2147483831"/>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1492779163" sldId="2147483831"/>
              <ac:spMk id="10" creationId="{BE85ED21-179E-C2B7-89F1-D4AD14EEDA9A}"/>
            </ac:spMkLst>
          </pc:spChg>
          <pc:spChg chg="mod">
            <ac:chgData name="Najib Darif (Moody's)" userId="592a0a0c-cdda-4551-acca-2ec9c5e745e6" providerId="ADAL" clId="{21A5EEB3-2D71-4021-9D17-AB1343FE6B48}" dt="2025-08-01T15:23:30.723" v="4"/>
            <ac:spMkLst>
              <pc:docMk/>
              <pc:sldMasterMk cId="2703121335" sldId="2147483672"/>
              <pc:sldLayoutMk cId="1492779163" sldId="2147483831"/>
              <ac:spMk id="11" creationId="{9FBDFEC1-9F37-0749-6D25-E3B502E7E966}"/>
            </ac:spMkLst>
          </pc:spChg>
          <pc:spChg chg="mod">
            <ac:chgData name="Najib Darif (Moody's)" userId="592a0a0c-cdda-4551-acca-2ec9c5e745e6" providerId="ADAL" clId="{21A5EEB3-2D71-4021-9D17-AB1343FE6B48}" dt="2025-08-01T15:23:30.723" v="4"/>
            <ac:spMkLst>
              <pc:docMk/>
              <pc:sldMasterMk cId="2703121335" sldId="2147483672"/>
              <pc:sldLayoutMk cId="1492779163" sldId="2147483831"/>
              <ac:spMk id="12" creationId="{4B789C02-8217-29F3-CCBF-88E3D196B36D}"/>
            </ac:spMkLst>
          </pc:spChg>
          <pc:spChg chg="mod">
            <ac:chgData name="Najib Darif (Moody's)" userId="592a0a0c-cdda-4551-acca-2ec9c5e745e6" providerId="ADAL" clId="{21A5EEB3-2D71-4021-9D17-AB1343FE6B48}" dt="2025-08-01T15:23:30.723" v="4"/>
            <ac:spMkLst>
              <pc:docMk/>
              <pc:sldMasterMk cId="2703121335" sldId="2147483672"/>
              <pc:sldLayoutMk cId="1492779163" sldId="2147483831"/>
              <ac:spMk id="13" creationId="{F955E566-2D25-F593-52AC-63C9C65B51E7}"/>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234440435" sldId="2147483832"/>
          </pc:sldLayoutMkLst>
          <pc:spChg chg="mod">
            <ac:chgData name="Najib Darif (Moody's)" userId="592a0a0c-cdda-4551-acca-2ec9c5e745e6" providerId="ADAL" clId="{21A5EEB3-2D71-4021-9D17-AB1343FE6B48}" dt="2025-08-01T15:23:30.723" v="4"/>
            <ac:spMkLst>
              <pc:docMk/>
              <pc:sldMasterMk cId="2703121335" sldId="2147483672"/>
              <pc:sldLayoutMk cId="234440435" sldId="2147483832"/>
              <ac:spMk id="4" creationId="{98C27CD0-E7ED-0F06-9583-C2455E4C7100}"/>
            </ac:spMkLst>
          </pc:spChg>
          <pc:spChg chg="mod">
            <ac:chgData name="Najib Darif (Moody's)" userId="592a0a0c-cdda-4551-acca-2ec9c5e745e6" providerId="ADAL" clId="{21A5EEB3-2D71-4021-9D17-AB1343FE6B48}" dt="2025-08-01T15:23:30.723" v="4"/>
            <ac:spMkLst>
              <pc:docMk/>
              <pc:sldMasterMk cId="2703121335" sldId="2147483672"/>
              <pc:sldLayoutMk cId="234440435" sldId="2147483832"/>
              <ac:spMk id="5" creationId="{DFA82EE6-606F-A412-2CF2-001ACBC3F752}"/>
            </ac:spMkLst>
          </pc:spChg>
          <pc:spChg chg="mod">
            <ac:chgData name="Najib Darif (Moody's)" userId="592a0a0c-cdda-4551-acca-2ec9c5e745e6" providerId="ADAL" clId="{21A5EEB3-2D71-4021-9D17-AB1343FE6B48}" dt="2025-08-01T15:23:30.723" v="4"/>
            <ac:spMkLst>
              <pc:docMk/>
              <pc:sldMasterMk cId="2703121335" sldId="2147483672"/>
              <pc:sldLayoutMk cId="234440435" sldId="2147483832"/>
              <ac:spMk id="6" creationId="{76B8FFAA-4288-7A55-0BCC-B4A10908B32D}"/>
            </ac:spMkLst>
          </pc:spChg>
          <pc:spChg chg="mod">
            <ac:chgData name="Najib Darif (Moody's)" userId="592a0a0c-cdda-4551-acca-2ec9c5e745e6" providerId="ADAL" clId="{21A5EEB3-2D71-4021-9D17-AB1343FE6B48}" dt="2025-08-01T15:23:30.723" v="4"/>
            <ac:spMkLst>
              <pc:docMk/>
              <pc:sldMasterMk cId="2703121335" sldId="2147483672"/>
              <pc:sldLayoutMk cId="234440435" sldId="2147483832"/>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234440435" sldId="2147483832"/>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234440435" sldId="2147483832"/>
              <ac:spMk id="10" creationId="{BE85ED21-179E-C2B7-89F1-D4AD14EEDA9A}"/>
            </ac:spMkLst>
          </pc:spChg>
          <pc:spChg chg="mod">
            <ac:chgData name="Najib Darif (Moody's)" userId="592a0a0c-cdda-4551-acca-2ec9c5e745e6" providerId="ADAL" clId="{21A5EEB3-2D71-4021-9D17-AB1343FE6B48}" dt="2025-08-01T15:23:30.723" v="4"/>
            <ac:spMkLst>
              <pc:docMk/>
              <pc:sldMasterMk cId="2703121335" sldId="2147483672"/>
              <pc:sldLayoutMk cId="234440435" sldId="2147483832"/>
              <ac:spMk id="16" creationId="{153D2C7A-DCFA-04C5-B25D-045A4E287A01}"/>
            </ac:spMkLst>
          </pc:spChg>
          <pc:spChg chg="mod">
            <ac:chgData name="Najib Darif (Moody's)" userId="592a0a0c-cdda-4551-acca-2ec9c5e745e6" providerId="ADAL" clId="{21A5EEB3-2D71-4021-9D17-AB1343FE6B48}" dt="2025-08-01T15:23:30.723" v="4"/>
            <ac:spMkLst>
              <pc:docMk/>
              <pc:sldMasterMk cId="2703121335" sldId="2147483672"/>
              <pc:sldLayoutMk cId="234440435" sldId="2147483832"/>
              <ac:spMk id="17" creationId="{C0678888-447D-EFD9-9770-C2B47B8E8D77}"/>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1702587781" sldId="2147483833"/>
          </pc:sldLayoutMkLst>
          <pc:spChg chg="mod">
            <ac:chgData name="Najib Darif (Moody's)" userId="592a0a0c-cdda-4551-acca-2ec9c5e745e6" providerId="ADAL" clId="{21A5EEB3-2D71-4021-9D17-AB1343FE6B48}" dt="2025-08-01T15:23:30.723" v="4"/>
            <ac:spMkLst>
              <pc:docMk/>
              <pc:sldMasterMk cId="2703121335" sldId="2147483672"/>
              <pc:sldLayoutMk cId="1702587781" sldId="2147483833"/>
              <ac:spMk id="6" creationId="{76B8FFAA-4288-7A55-0BCC-B4A10908B32D}"/>
            </ac:spMkLst>
          </pc:spChg>
          <pc:spChg chg="mod">
            <ac:chgData name="Najib Darif (Moody's)" userId="592a0a0c-cdda-4551-acca-2ec9c5e745e6" providerId="ADAL" clId="{21A5EEB3-2D71-4021-9D17-AB1343FE6B48}" dt="2025-08-01T15:23:30.723" v="4"/>
            <ac:spMkLst>
              <pc:docMk/>
              <pc:sldMasterMk cId="2703121335" sldId="2147483672"/>
              <pc:sldLayoutMk cId="1702587781" sldId="2147483833"/>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1702587781" sldId="2147483833"/>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1702587781" sldId="2147483833"/>
              <ac:spMk id="10" creationId="{BE85ED21-179E-C2B7-89F1-D4AD14EEDA9A}"/>
            </ac:spMkLst>
          </pc:spChg>
          <pc:spChg chg="mod">
            <ac:chgData name="Najib Darif (Moody's)" userId="592a0a0c-cdda-4551-acca-2ec9c5e745e6" providerId="ADAL" clId="{21A5EEB3-2D71-4021-9D17-AB1343FE6B48}" dt="2025-08-01T15:23:30.723" v="4"/>
            <ac:spMkLst>
              <pc:docMk/>
              <pc:sldMasterMk cId="2703121335" sldId="2147483672"/>
              <pc:sldLayoutMk cId="1702587781" sldId="2147483833"/>
              <ac:spMk id="12" creationId="{2C685442-9E1D-96DF-CF89-A92CB871F5BC}"/>
            </ac:spMkLst>
          </pc:spChg>
          <pc:spChg chg="mod">
            <ac:chgData name="Najib Darif (Moody's)" userId="592a0a0c-cdda-4551-acca-2ec9c5e745e6" providerId="ADAL" clId="{21A5EEB3-2D71-4021-9D17-AB1343FE6B48}" dt="2025-08-01T15:23:30.723" v="4"/>
            <ac:spMkLst>
              <pc:docMk/>
              <pc:sldMasterMk cId="2703121335" sldId="2147483672"/>
              <pc:sldLayoutMk cId="1702587781" sldId="2147483833"/>
              <ac:spMk id="19" creationId="{9E6A5714-8F29-43FB-2C8C-E2BDF9308AA2}"/>
            </ac:spMkLst>
          </pc:spChg>
          <pc:spChg chg="mod">
            <ac:chgData name="Najib Darif (Moody's)" userId="592a0a0c-cdda-4551-acca-2ec9c5e745e6" providerId="ADAL" clId="{21A5EEB3-2D71-4021-9D17-AB1343FE6B48}" dt="2025-08-01T15:23:30.723" v="4"/>
            <ac:spMkLst>
              <pc:docMk/>
              <pc:sldMasterMk cId="2703121335" sldId="2147483672"/>
              <pc:sldLayoutMk cId="1702587781" sldId="2147483833"/>
              <ac:spMk id="21" creationId="{EECC0D08-185E-0174-824D-5A7A264DB01F}"/>
            </ac:spMkLst>
          </pc:spChg>
          <pc:spChg chg="mod">
            <ac:chgData name="Najib Darif (Moody's)" userId="592a0a0c-cdda-4551-acca-2ec9c5e745e6" providerId="ADAL" clId="{21A5EEB3-2D71-4021-9D17-AB1343FE6B48}" dt="2025-08-01T15:23:30.723" v="4"/>
            <ac:spMkLst>
              <pc:docMk/>
              <pc:sldMasterMk cId="2703121335" sldId="2147483672"/>
              <pc:sldLayoutMk cId="1702587781" sldId="2147483833"/>
              <ac:spMk id="23" creationId="{2B526351-496B-235F-61A3-4656D3654893}"/>
            </ac:spMkLst>
          </pc:spChg>
          <pc:spChg chg="mod">
            <ac:chgData name="Najib Darif (Moody's)" userId="592a0a0c-cdda-4551-acca-2ec9c5e745e6" providerId="ADAL" clId="{21A5EEB3-2D71-4021-9D17-AB1343FE6B48}" dt="2025-08-01T15:23:30.723" v="4"/>
            <ac:spMkLst>
              <pc:docMk/>
              <pc:sldMasterMk cId="2703121335" sldId="2147483672"/>
              <pc:sldLayoutMk cId="1702587781" sldId="2147483833"/>
              <ac:spMk id="24" creationId="{8D981F7B-3DFA-DAB1-22F5-DA649A21F2D3}"/>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1528625907" sldId="2147483834"/>
          </pc:sldLayoutMkLst>
          <pc:spChg chg="mod">
            <ac:chgData name="Najib Darif (Moody's)" userId="592a0a0c-cdda-4551-acca-2ec9c5e745e6" providerId="ADAL" clId="{21A5EEB3-2D71-4021-9D17-AB1343FE6B48}" dt="2025-08-01T15:23:30.723" v="4"/>
            <ac:spMkLst>
              <pc:docMk/>
              <pc:sldMasterMk cId="2703121335" sldId="2147483672"/>
              <pc:sldLayoutMk cId="1528625907" sldId="2147483834"/>
              <ac:spMk id="5" creationId="{239C2D3C-EE71-F9D5-90F0-145F2DCE4065}"/>
            </ac:spMkLst>
          </pc:spChg>
          <pc:spChg chg="mod">
            <ac:chgData name="Najib Darif (Moody's)" userId="592a0a0c-cdda-4551-acca-2ec9c5e745e6" providerId="ADAL" clId="{21A5EEB3-2D71-4021-9D17-AB1343FE6B48}" dt="2025-08-01T15:23:30.723" v="4"/>
            <ac:spMkLst>
              <pc:docMk/>
              <pc:sldMasterMk cId="2703121335" sldId="2147483672"/>
              <pc:sldLayoutMk cId="1528625907" sldId="2147483834"/>
              <ac:spMk id="6" creationId="{D3E5534D-668A-F3FA-3A87-AF2CA9556356}"/>
            </ac:spMkLst>
          </pc:spChg>
          <pc:spChg chg="mod">
            <ac:chgData name="Najib Darif (Moody's)" userId="592a0a0c-cdda-4551-acca-2ec9c5e745e6" providerId="ADAL" clId="{21A5EEB3-2D71-4021-9D17-AB1343FE6B48}" dt="2025-08-01T15:23:30.723" v="4"/>
            <ac:spMkLst>
              <pc:docMk/>
              <pc:sldMasterMk cId="2703121335" sldId="2147483672"/>
              <pc:sldLayoutMk cId="1528625907" sldId="2147483834"/>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1528625907" sldId="2147483834"/>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1528625907" sldId="2147483834"/>
              <ac:spMk id="12" creationId="{44C754A0-D8DE-596F-C5FB-AB25D5782CCF}"/>
            </ac:spMkLst>
          </pc:spChg>
          <pc:spChg chg="mod">
            <ac:chgData name="Najib Darif (Moody's)" userId="592a0a0c-cdda-4551-acca-2ec9c5e745e6" providerId="ADAL" clId="{21A5EEB3-2D71-4021-9D17-AB1343FE6B48}" dt="2025-08-01T15:23:30.723" v="4"/>
            <ac:spMkLst>
              <pc:docMk/>
              <pc:sldMasterMk cId="2703121335" sldId="2147483672"/>
              <pc:sldLayoutMk cId="1528625907" sldId="2147483834"/>
              <ac:spMk id="17" creationId="{ECB37E7F-4E3C-E404-9DDD-59DE28C0077B}"/>
            </ac:spMkLst>
          </pc:spChg>
          <pc:spChg chg="mod">
            <ac:chgData name="Najib Darif (Moody's)" userId="592a0a0c-cdda-4551-acca-2ec9c5e745e6" providerId="ADAL" clId="{21A5EEB3-2D71-4021-9D17-AB1343FE6B48}" dt="2025-08-01T15:23:30.723" v="4"/>
            <ac:spMkLst>
              <pc:docMk/>
              <pc:sldMasterMk cId="2703121335" sldId="2147483672"/>
              <pc:sldLayoutMk cId="1528625907" sldId="2147483834"/>
              <ac:spMk id="18" creationId="{832FAA27-BCE1-37FB-9BE3-8699F7E0E899}"/>
            </ac:spMkLst>
          </pc:spChg>
          <pc:spChg chg="mod">
            <ac:chgData name="Najib Darif (Moody's)" userId="592a0a0c-cdda-4551-acca-2ec9c5e745e6" providerId="ADAL" clId="{21A5EEB3-2D71-4021-9D17-AB1343FE6B48}" dt="2025-08-01T15:23:30.723" v="4"/>
            <ac:spMkLst>
              <pc:docMk/>
              <pc:sldMasterMk cId="2703121335" sldId="2147483672"/>
              <pc:sldLayoutMk cId="1528625907" sldId="2147483834"/>
              <ac:spMk id="19" creationId="{C6AFCAE6-3A9A-0A39-AF9B-54D500EE9D1A}"/>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186250730" sldId="2147483835"/>
          </pc:sldLayoutMkLst>
          <pc:spChg chg="mod">
            <ac:chgData name="Najib Darif (Moody's)" userId="592a0a0c-cdda-4551-acca-2ec9c5e745e6" providerId="ADAL" clId="{21A5EEB3-2D71-4021-9D17-AB1343FE6B48}" dt="2025-08-01T15:23:30.723" v="4"/>
            <ac:spMkLst>
              <pc:docMk/>
              <pc:sldMasterMk cId="2703121335" sldId="2147483672"/>
              <pc:sldLayoutMk cId="186250730" sldId="2147483835"/>
              <ac:spMk id="2" creationId="{4EB62E2F-2E37-C08A-71AA-5EDB5BF3A79E}"/>
            </ac:spMkLst>
          </pc:spChg>
          <pc:spChg chg="mod">
            <ac:chgData name="Najib Darif (Moody's)" userId="592a0a0c-cdda-4551-acca-2ec9c5e745e6" providerId="ADAL" clId="{21A5EEB3-2D71-4021-9D17-AB1343FE6B48}" dt="2025-08-01T15:23:30.723" v="4"/>
            <ac:spMkLst>
              <pc:docMk/>
              <pc:sldMasterMk cId="2703121335" sldId="2147483672"/>
              <pc:sldLayoutMk cId="186250730" sldId="2147483835"/>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186250730" sldId="2147483835"/>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186250730" sldId="2147483835"/>
              <ac:spMk id="10" creationId="{BE85ED21-179E-C2B7-89F1-D4AD14EEDA9A}"/>
            </ac:spMkLst>
          </pc:spChg>
          <pc:spChg chg="mod">
            <ac:chgData name="Najib Darif (Moody's)" userId="592a0a0c-cdda-4551-acca-2ec9c5e745e6" providerId="ADAL" clId="{21A5EEB3-2D71-4021-9D17-AB1343FE6B48}" dt="2025-08-01T15:23:30.723" v="4"/>
            <ac:spMkLst>
              <pc:docMk/>
              <pc:sldMasterMk cId="2703121335" sldId="2147483672"/>
              <pc:sldLayoutMk cId="186250730" sldId="2147483835"/>
              <ac:spMk id="12" creationId="{B6A2B7E6-3059-8E4F-3CF4-F1E41E44420F}"/>
            </ac:spMkLst>
          </pc:spChg>
          <pc:spChg chg="mod">
            <ac:chgData name="Najib Darif (Moody's)" userId="592a0a0c-cdda-4551-acca-2ec9c5e745e6" providerId="ADAL" clId="{21A5EEB3-2D71-4021-9D17-AB1343FE6B48}" dt="2025-08-01T15:23:30.723" v="4"/>
            <ac:spMkLst>
              <pc:docMk/>
              <pc:sldMasterMk cId="2703121335" sldId="2147483672"/>
              <pc:sldLayoutMk cId="186250730" sldId="2147483835"/>
              <ac:spMk id="18" creationId="{9D388E5C-FB1D-8ADE-23C8-8F02759F89BF}"/>
            </ac:spMkLst>
          </pc:spChg>
          <pc:spChg chg="mod">
            <ac:chgData name="Najib Darif (Moody's)" userId="592a0a0c-cdda-4551-acca-2ec9c5e745e6" providerId="ADAL" clId="{21A5EEB3-2D71-4021-9D17-AB1343FE6B48}" dt="2025-08-01T15:23:30.723" v="4"/>
            <ac:spMkLst>
              <pc:docMk/>
              <pc:sldMasterMk cId="2703121335" sldId="2147483672"/>
              <pc:sldLayoutMk cId="186250730" sldId="2147483835"/>
              <ac:spMk id="19" creationId="{912FB487-0A83-3038-FA1F-1E425681D205}"/>
            </ac:spMkLst>
          </pc:spChg>
          <pc:spChg chg="mod">
            <ac:chgData name="Najib Darif (Moody's)" userId="592a0a0c-cdda-4551-acca-2ec9c5e745e6" providerId="ADAL" clId="{21A5EEB3-2D71-4021-9D17-AB1343FE6B48}" dt="2025-08-01T15:23:30.723" v="4"/>
            <ac:spMkLst>
              <pc:docMk/>
              <pc:sldMasterMk cId="2703121335" sldId="2147483672"/>
              <pc:sldLayoutMk cId="186250730" sldId="2147483835"/>
              <ac:spMk id="20" creationId="{58C0D593-9DC8-91DA-877C-F657119FC2AA}"/>
            </ac:spMkLst>
          </pc:spChg>
          <pc:spChg chg="mod">
            <ac:chgData name="Najib Darif (Moody's)" userId="592a0a0c-cdda-4551-acca-2ec9c5e745e6" providerId="ADAL" clId="{21A5EEB3-2D71-4021-9D17-AB1343FE6B48}" dt="2025-08-01T15:23:30.723" v="4"/>
            <ac:spMkLst>
              <pc:docMk/>
              <pc:sldMasterMk cId="2703121335" sldId="2147483672"/>
              <pc:sldLayoutMk cId="186250730" sldId="2147483835"/>
              <ac:spMk id="21" creationId="{F724E384-38F7-2332-6CDE-587ABAE34345}"/>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767887186" sldId="2147483836"/>
          </pc:sldLayoutMkLst>
          <pc:spChg chg="mod">
            <ac:chgData name="Najib Darif (Moody's)" userId="592a0a0c-cdda-4551-acca-2ec9c5e745e6" providerId="ADAL" clId="{21A5EEB3-2D71-4021-9D17-AB1343FE6B48}" dt="2025-08-01T15:23:30.723" v="4"/>
            <ac:spMkLst>
              <pc:docMk/>
              <pc:sldMasterMk cId="2703121335" sldId="2147483672"/>
              <pc:sldLayoutMk cId="767887186" sldId="2147483836"/>
              <ac:spMk id="3" creationId="{A5C25FA9-2DC2-B06B-E7AA-31258B974C05}"/>
            </ac:spMkLst>
          </pc:spChg>
          <pc:spChg chg="mod">
            <ac:chgData name="Najib Darif (Moody's)" userId="592a0a0c-cdda-4551-acca-2ec9c5e745e6" providerId="ADAL" clId="{21A5EEB3-2D71-4021-9D17-AB1343FE6B48}" dt="2025-08-01T15:23:30.723" v="4"/>
            <ac:spMkLst>
              <pc:docMk/>
              <pc:sldMasterMk cId="2703121335" sldId="2147483672"/>
              <pc:sldLayoutMk cId="767887186" sldId="2147483836"/>
              <ac:spMk id="5" creationId="{239C2D3C-EE71-F9D5-90F0-145F2DCE4065}"/>
            </ac:spMkLst>
          </pc:spChg>
          <pc:spChg chg="mod">
            <ac:chgData name="Najib Darif (Moody's)" userId="592a0a0c-cdda-4551-acca-2ec9c5e745e6" providerId="ADAL" clId="{21A5EEB3-2D71-4021-9D17-AB1343FE6B48}" dt="2025-08-01T15:23:30.723" v="4"/>
            <ac:spMkLst>
              <pc:docMk/>
              <pc:sldMasterMk cId="2703121335" sldId="2147483672"/>
              <pc:sldLayoutMk cId="767887186" sldId="2147483836"/>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767887186" sldId="2147483836"/>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767887186" sldId="2147483836"/>
              <ac:spMk id="12" creationId="{44C754A0-D8DE-596F-C5FB-AB25D5782CCF}"/>
            </ac:spMkLst>
          </pc:spChg>
          <pc:spChg chg="mod">
            <ac:chgData name="Najib Darif (Moody's)" userId="592a0a0c-cdda-4551-acca-2ec9c5e745e6" providerId="ADAL" clId="{21A5EEB3-2D71-4021-9D17-AB1343FE6B48}" dt="2025-08-01T15:23:30.723" v="4"/>
            <ac:spMkLst>
              <pc:docMk/>
              <pc:sldMasterMk cId="2703121335" sldId="2147483672"/>
              <pc:sldLayoutMk cId="767887186" sldId="2147483836"/>
              <ac:spMk id="22" creationId="{A09E7A87-B133-8C2E-3361-C82516967FAB}"/>
            </ac:spMkLst>
          </pc:spChg>
          <pc:spChg chg="mod">
            <ac:chgData name="Najib Darif (Moody's)" userId="592a0a0c-cdda-4551-acca-2ec9c5e745e6" providerId="ADAL" clId="{21A5EEB3-2D71-4021-9D17-AB1343FE6B48}" dt="2025-08-01T15:23:30.723" v="4"/>
            <ac:spMkLst>
              <pc:docMk/>
              <pc:sldMasterMk cId="2703121335" sldId="2147483672"/>
              <pc:sldLayoutMk cId="767887186" sldId="2147483836"/>
              <ac:spMk id="24" creationId="{80128354-9047-7350-5416-848442CCD831}"/>
            </ac:spMkLst>
          </pc:spChg>
          <pc:spChg chg="mod">
            <ac:chgData name="Najib Darif (Moody's)" userId="592a0a0c-cdda-4551-acca-2ec9c5e745e6" providerId="ADAL" clId="{21A5EEB3-2D71-4021-9D17-AB1343FE6B48}" dt="2025-08-01T15:23:30.723" v="4"/>
            <ac:spMkLst>
              <pc:docMk/>
              <pc:sldMasterMk cId="2703121335" sldId="2147483672"/>
              <pc:sldLayoutMk cId="767887186" sldId="2147483836"/>
              <ac:spMk id="25" creationId="{72CE5105-8928-8980-F557-C8D17BD90A57}"/>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1079641063" sldId="2147483837"/>
          </pc:sldLayoutMkLst>
          <pc:spChg chg="mod">
            <ac:chgData name="Najib Darif (Moody's)" userId="592a0a0c-cdda-4551-acca-2ec9c5e745e6" providerId="ADAL" clId="{21A5EEB3-2D71-4021-9D17-AB1343FE6B48}" dt="2025-08-01T15:23:30.723" v="4"/>
            <ac:spMkLst>
              <pc:docMk/>
              <pc:sldMasterMk cId="2703121335" sldId="2147483672"/>
              <pc:sldLayoutMk cId="1079641063" sldId="2147483837"/>
              <ac:spMk id="3" creationId="{4A49D3FC-5492-D318-3220-FE343B99E4C8}"/>
            </ac:spMkLst>
          </pc:spChg>
          <pc:spChg chg="mod">
            <ac:chgData name="Najib Darif (Moody's)" userId="592a0a0c-cdda-4551-acca-2ec9c5e745e6" providerId="ADAL" clId="{21A5EEB3-2D71-4021-9D17-AB1343FE6B48}" dt="2025-08-01T15:23:30.723" v="4"/>
            <ac:spMkLst>
              <pc:docMk/>
              <pc:sldMasterMk cId="2703121335" sldId="2147483672"/>
              <pc:sldLayoutMk cId="1079641063" sldId="2147483837"/>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1079641063" sldId="2147483837"/>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1079641063" sldId="2147483837"/>
              <ac:spMk id="10" creationId="{BE85ED21-179E-C2B7-89F1-D4AD14EEDA9A}"/>
            </ac:spMkLst>
          </pc:spChg>
          <pc:spChg chg="mod">
            <ac:chgData name="Najib Darif (Moody's)" userId="592a0a0c-cdda-4551-acca-2ec9c5e745e6" providerId="ADAL" clId="{21A5EEB3-2D71-4021-9D17-AB1343FE6B48}" dt="2025-08-01T15:23:30.723" v="4"/>
            <ac:spMkLst>
              <pc:docMk/>
              <pc:sldMasterMk cId="2703121335" sldId="2147483672"/>
              <pc:sldLayoutMk cId="1079641063" sldId="2147483837"/>
              <ac:spMk id="12" creationId="{B6A2B7E6-3059-8E4F-3CF4-F1E41E44420F}"/>
            </ac:spMkLst>
          </pc:spChg>
          <pc:spChg chg="mod">
            <ac:chgData name="Najib Darif (Moody's)" userId="592a0a0c-cdda-4551-acca-2ec9c5e745e6" providerId="ADAL" clId="{21A5EEB3-2D71-4021-9D17-AB1343FE6B48}" dt="2025-08-01T15:23:30.723" v="4"/>
            <ac:spMkLst>
              <pc:docMk/>
              <pc:sldMasterMk cId="2703121335" sldId="2147483672"/>
              <pc:sldLayoutMk cId="1079641063" sldId="2147483837"/>
              <ac:spMk id="22" creationId="{9C9BE862-933D-B8D2-1646-E5CF8CEC4FF4}"/>
            </ac:spMkLst>
          </pc:spChg>
          <pc:spChg chg="mod">
            <ac:chgData name="Najib Darif (Moody's)" userId="592a0a0c-cdda-4551-acca-2ec9c5e745e6" providerId="ADAL" clId="{21A5EEB3-2D71-4021-9D17-AB1343FE6B48}" dt="2025-08-01T15:23:30.723" v="4"/>
            <ac:spMkLst>
              <pc:docMk/>
              <pc:sldMasterMk cId="2703121335" sldId="2147483672"/>
              <pc:sldLayoutMk cId="1079641063" sldId="2147483837"/>
              <ac:spMk id="23" creationId="{2265EDEA-EF70-E7C2-266B-98ED28E8BD71}"/>
            </ac:spMkLst>
          </pc:spChg>
          <pc:spChg chg="mod">
            <ac:chgData name="Najib Darif (Moody's)" userId="592a0a0c-cdda-4551-acca-2ec9c5e745e6" providerId="ADAL" clId="{21A5EEB3-2D71-4021-9D17-AB1343FE6B48}" dt="2025-08-01T15:23:30.723" v="4"/>
            <ac:spMkLst>
              <pc:docMk/>
              <pc:sldMasterMk cId="2703121335" sldId="2147483672"/>
              <pc:sldLayoutMk cId="1079641063" sldId="2147483837"/>
              <ac:spMk id="24" creationId="{BCC2869B-FAAE-3BB6-A892-BE38C3B3A864}"/>
            </ac:spMkLst>
          </pc:spChg>
          <pc:spChg chg="mod">
            <ac:chgData name="Najib Darif (Moody's)" userId="592a0a0c-cdda-4551-acca-2ec9c5e745e6" providerId="ADAL" clId="{21A5EEB3-2D71-4021-9D17-AB1343FE6B48}" dt="2025-08-01T15:23:30.723" v="4"/>
            <ac:spMkLst>
              <pc:docMk/>
              <pc:sldMasterMk cId="2703121335" sldId="2147483672"/>
              <pc:sldLayoutMk cId="1079641063" sldId="2147483837"/>
              <ac:spMk id="25" creationId="{9D00109D-23D6-35EC-8D08-145972370CD0}"/>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2644012866" sldId="2147483838"/>
          </pc:sldLayoutMkLst>
          <pc:spChg chg="mod">
            <ac:chgData name="Najib Darif (Moody's)" userId="592a0a0c-cdda-4551-acca-2ec9c5e745e6" providerId="ADAL" clId="{21A5EEB3-2D71-4021-9D17-AB1343FE6B48}" dt="2025-08-01T15:23:30.723" v="4"/>
            <ac:spMkLst>
              <pc:docMk/>
              <pc:sldMasterMk cId="2703121335" sldId="2147483672"/>
              <pc:sldLayoutMk cId="2644012866" sldId="2147483838"/>
              <ac:spMk id="3" creationId="{A89257F7-621A-5336-6983-2E0294700EF3}"/>
            </ac:spMkLst>
          </pc:spChg>
          <pc:spChg chg="mod">
            <ac:chgData name="Najib Darif (Moody's)" userId="592a0a0c-cdda-4551-acca-2ec9c5e745e6" providerId="ADAL" clId="{21A5EEB3-2D71-4021-9D17-AB1343FE6B48}" dt="2025-08-01T15:23:30.723" v="4"/>
            <ac:spMkLst>
              <pc:docMk/>
              <pc:sldMasterMk cId="2703121335" sldId="2147483672"/>
              <pc:sldLayoutMk cId="2644012866" sldId="2147483838"/>
              <ac:spMk id="6" creationId="{DC8B780F-A068-964A-78C1-26D461FDD8F3}"/>
            </ac:spMkLst>
          </pc:spChg>
          <pc:spChg chg="mod">
            <ac:chgData name="Najib Darif (Moody's)" userId="592a0a0c-cdda-4551-acca-2ec9c5e745e6" providerId="ADAL" clId="{21A5EEB3-2D71-4021-9D17-AB1343FE6B48}" dt="2025-08-01T15:23:30.723" v="4"/>
            <ac:spMkLst>
              <pc:docMk/>
              <pc:sldMasterMk cId="2703121335" sldId="2147483672"/>
              <pc:sldLayoutMk cId="2644012866" sldId="2147483838"/>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2644012866" sldId="2147483838"/>
              <ac:spMk id="10" creationId="{28364535-ED1A-CBB0-F2E7-B24E32C753E0}"/>
            </ac:spMkLst>
          </pc:spChg>
          <pc:spChg chg="mod">
            <ac:chgData name="Najib Darif (Moody's)" userId="592a0a0c-cdda-4551-acca-2ec9c5e745e6" providerId="ADAL" clId="{21A5EEB3-2D71-4021-9D17-AB1343FE6B48}" dt="2025-08-01T15:23:30.723" v="4"/>
            <ac:spMkLst>
              <pc:docMk/>
              <pc:sldMasterMk cId="2703121335" sldId="2147483672"/>
              <pc:sldLayoutMk cId="2644012866" sldId="2147483838"/>
              <ac:spMk id="16" creationId="{9E4B5CA9-B99A-587A-7D0F-4D043F1DC21F}"/>
            </ac:spMkLst>
          </pc:spChg>
          <pc:spChg chg="mod">
            <ac:chgData name="Najib Darif (Moody's)" userId="592a0a0c-cdda-4551-acca-2ec9c5e745e6" providerId="ADAL" clId="{21A5EEB3-2D71-4021-9D17-AB1343FE6B48}" dt="2025-08-01T15:23:30.723" v="4"/>
            <ac:spMkLst>
              <pc:docMk/>
              <pc:sldMasterMk cId="2703121335" sldId="2147483672"/>
              <pc:sldLayoutMk cId="2644012866" sldId="2147483838"/>
              <ac:spMk id="17" creationId="{4FCD9D92-5EBB-1267-37DE-7FFC864C27C1}"/>
            </ac:spMkLst>
          </pc:spChg>
          <pc:spChg chg="mod">
            <ac:chgData name="Najib Darif (Moody's)" userId="592a0a0c-cdda-4551-acca-2ec9c5e745e6" providerId="ADAL" clId="{21A5EEB3-2D71-4021-9D17-AB1343FE6B48}" dt="2025-08-01T15:23:30.723" v="4"/>
            <ac:spMkLst>
              <pc:docMk/>
              <pc:sldMasterMk cId="2703121335" sldId="2147483672"/>
              <pc:sldLayoutMk cId="2644012866" sldId="2147483838"/>
              <ac:spMk id="18" creationId="{A2A7940A-1484-5578-4B6A-6E74DB89CA57}"/>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2063213817" sldId="2147483839"/>
          </pc:sldLayoutMkLst>
          <pc:spChg chg="mod">
            <ac:chgData name="Najib Darif (Moody's)" userId="592a0a0c-cdda-4551-acca-2ec9c5e745e6" providerId="ADAL" clId="{21A5EEB3-2D71-4021-9D17-AB1343FE6B48}" dt="2025-08-01T15:23:30.723" v="4"/>
            <ac:spMkLst>
              <pc:docMk/>
              <pc:sldMasterMk cId="2703121335" sldId="2147483672"/>
              <pc:sldLayoutMk cId="2063213817" sldId="2147483839"/>
              <ac:spMk id="2" creationId="{378C4A14-D3BD-0C77-5422-EA4EA16B7E7F}"/>
            </ac:spMkLst>
          </pc:spChg>
          <pc:spChg chg="mod">
            <ac:chgData name="Najib Darif (Moody's)" userId="592a0a0c-cdda-4551-acca-2ec9c5e745e6" providerId="ADAL" clId="{21A5EEB3-2D71-4021-9D17-AB1343FE6B48}" dt="2025-08-01T15:23:30.723" v="4"/>
            <ac:spMkLst>
              <pc:docMk/>
              <pc:sldMasterMk cId="2703121335" sldId="2147483672"/>
              <pc:sldLayoutMk cId="2063213817" sldId="2147483839"/>
              <ac:spMk id="5" creationId="{1321E794-0491-E9E6-121A-E516B2215417}"/>
            </ac:spMkLst>
          </pc:spChg>
          <pc:spChg chg="mod">
            <ac:chgData name="Najib Darif (Moody's)" userId="592a0a0c-cdda-4551-acca-2ec9c5e745e6" providerId="ADAL" clId="{21A5EEB3-2D71-4021-9D17-AB1343FE6B48}" dt="2025-08-01T15:23:30.723" v="4"/>
            <ac:spMkLst>
              <pc:docMk/>
              <pc:sldMasterMk cId="2703121335" sldId="2147483672"/>
              <pc:sldLayoutMk cId="2063213817" sldId="2147483839"/>
              <ac:spMk id="8" creationId="{F08C48AF-02EF-8FA0-A466-0869BF05C3EF}"/>
            </ac:spMkLst>
          </pc:spChg>
          <pc:spChg chg="mod">
            <ac:chgData name="Najib Darif (Moody's)" userId="592a0a0c-cdda-4551-acca-2ec9c5e745e6" providerId="ADAL" clId="{21A5EEB3-2D71-4021-9D17-AB1343FE6B48}" dt="2025-08-01T15:23:30.723" v="4"/>
            <ac:spMkLst>
              <pc:docMk/>
              <pc:sldMasterMk cId="2703121335" sldId="2147483672"/>
              <pc:sldLayoutMk cId="2063213817" sldId="2147483839"/>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2063213817" sldId="2147483839"/>
              <ac:spMk id="17" creationId="{42B1C8D0-9BF5-7D51-4653-BA462E698BF8}"/>
            </ac:spMkLst>
          </pc:spChg>
          <pc:spChg chg="mod">
            <ac:chgData name="Najib Darif (Moody's)" userId="592a0a0c-cdda-4551-acca-2ec9c5e745e6" providerId="ADAL" clId="{21A5EEB3-2D71-4021-9D17-AB1343FE6B48}" dt="2025-08-01T15:23:30.723" v="4"/>
            <ac:spMkLst>
              <pc:docMk/>
              <pc:sldMasterMk cId="2703121335" sldId="2147483672"/>
              <pc:sldLayoutMk cId="2063213817" sldId="2147483839"/>
              <ac:spMk id="18" creationId="{871AEB0B-0B00-555A-5C9B-C9A03C9EDEEB}"/>
            </ac:spMkLst>
          </pc:spChg>
          <pc:spChg chg="mod">
            <ac:chgData name="Najib Darif (Moody's)" userId="592a0a0c-cdda-4551-acca-2ec9c5e745e6" providerId="ADAL" clId="{21A5EEB3-2D71-4021-9D17-AB1343FE6B48}" dt="2025-08-01T15:23:30.723" v="4"/>
            <ac:spMkLst>
              <pc:docMk/>
              <pc:sldMasterMk cId="2703121335" sldId="2147483672"/>
              <pc:sldLayoutMk cId="2063213817" sldId="2147483839"/>
              <ac:spMk id="19" creationId="{B08BBDC8-9EE2-4892-A502-EE24EF94D90E}"/>
            </ac:spMkLst>
          </pc:spChg>
          <pc:spChg chg="mod">
            <ac:chgData name="Najib Darif (Moody's)" userId="592a0a0c-cdda-4551-acca-2ec9c5e745e6" providerId="ADAL" clId="{21A5EEB3-2D71-4021-9D17-AB1343FE6B48}" dt="2025-08-01T15:23:30.723" v="4"/>
            <ac:spMkLst>
              <pc:docMk/>
              <pc:sldMasterMk cId="2703121335" sldId="2147483672"/>
              <pc:sldLayoutMk cId="2063213817" sldId="2147483839"/>
              <ac:spMk id="20" creationId="{49A0AA3E-9575-EECD-E637-A3C1AED8E871}"/>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1928071582" sldId="2147483840"/>
          </pc:sldLayoutMkLst>
          <pc:spChg chg="mod">
            <ac:chgData name="Najib Darif (Moody's)" userId="592a0a0c-cdda-4551-acca-2ec9c5e745e6" providerId="ADAL" clId="{21A5EEB3-2D71-4021-9D17-AB1343FE6B48}" dt="2025-08-01T15:23:30.723" v="4"/>
            <ac:spMkLst>
              <pc:docMk/>
              <pc:sldMasterMk cId="2703121335" sldId="2147483672"/>
              <pc:sldLayoutMk cId="1928071582" sldId="2147483840"/>
              <ac:spMk id="2" creationId="{7DD19302-3490-4363-31D6-A0E59636C5F8}"/>
            </ac:spMkLst>
          </pc:spChg>
          <pc:spChg chg="mod">
            <ac:chgData name="Najib Darif (Moody's)" userId="592a0a0c-cdda-4551-acca-2ec9c5e745e6" providerId="ADAL" clId="{21A5EEB3-2D71-4021-9D17-AB1343FE6B48}" dt="2025-08-01T15:23:30.723" v="4"/>
            <ac:spMkLst>
              <pc:docMk/>
              <pc:sldMasterMk cId="2703121335" sldId="2147483672"/>
              <pc:sldLayoutMk cId="1928071582" sldId="2147483840"/>
              <ac:spMk id="4" creationId="{DF234296-5557-C221-1254-5A736D5B7FFF}"/>
            </ac:spMkLst>
          </pc:spChg>
          <pc:spChg chg="mod">
            <ac:chgData name="Najib Darif (Moody's)" userId="592a0a0c-cdda-4551-acca-2ec9c5e745e6" providerId="ADAL" clId="{21A5EEB3-2D71-4021-9D17-AB1343FE6B48}" dt="2025-08-01T15:23:30.723" v="4"/>
            <ac:spMkLst>
              <pc:docMk/>
              <pc:sldMasterMk cId="2703121335" sldId="2147483672"/>
              <pc:sldLayoutMk cId="1928071582" sldId="2147483840"/>
              <ac:spMk id="6" creationId="{DC8B780F-A068-964A-78C1-26D461FDD8F3}"/>
            </ac:spMkLst>
          </pc:spChg>
          <pc:spChg chg="mod">
            <ac:chgData name="Najib Darif (Moody's)" userId="592a0a0c-cdda-4551-acca-2ec9c5e745e6" providerId="ADAL" clId="{21A5EEB3-2D71-4021-9D17-AB1343FE6B48}" dt="2025-08-01T15:23:30.723" v="4"/>
            <ac:spMkLst>
              <pc:docMk/>
              <pc:sldMasterMk cId="2703121335" sldId="2147483672"/>
              <pc:sldLayoutMk cId="1928071582" sldId="2147483840"/>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1928071582" sldId="2147483840"/>
              <ac:spMk id="15" creationId="{E8E7A520-8D19-1EB7-4C7B-61AA51ACCF70}"/>
            </ac:spMkLst>
          </pc:spChg>
          <pc:spChg chg="mod">
            <ac:chgData name="Najib Darif (Moody's)" userId="592a0a0c-cdda-4551-acca-2ec9c5e745e6" providerId="ADAL" clId="{21A5EEB3-2D71-4021-9D17-AB1343FE6B48}" dt="2025-08-01T15:23:30.723" v="4"/>
            <ac:spMkLst>
              <pc:docMk/>
              <pc:sldMasterMk cId="2703121335" sldId="2147483672"/>
              <pc:sldLayoutMk cId="1928071582" sldId="2147483840"/>
              <ac:spMk id="16" creationId="{28AF4221-65CA-B054-F531-6DBCC5DE6AC0}"/>
            </ac:spMkLst>
          </pc:spChg>
          <pc:spChg chg="mod">
            <ac:chgData name="Najib Darif (Moody's)" userId="592a0a0c-cdda-4551-acca-2ec9c5e745e6" providerId="ADAL" clId="{21A5EEB3-2D71-4021-9D17-AB1343FE6B48}" dt="2025-08-01T15:23:30.723" v="4"/>
            <ac:spMkLst>
              <pc:docMk/>
              <pc:sldMasterMk cId="2703121335" sldId="2147483672"/>
              <pc:sldLayoutMk cId="1928071582" sldId="2147483840"/>
              <ac:spMk id="17" creationId="{C1A6F190-ADA1-E908-E0F1-D9B0DC198DAE}"/>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1047967907" sldId="2147483841"/>
          </pc:sldLayoutMkLst>
          <pc:spChg chg="mod">
            <ac:chgData name="Najib Darif (Moody's)" userId="592a0a0c-cdda-4551-acca-2ec9c5e745e6" providerId="ADAL" clId="{21A5EEB3-2D71-4021-9D17-AB1343FE6B48}" dt="2025-08-01T15:23:30.723" v="4"/>
            <ac:spMkLst>
              <pc:docMk/>
              <pc:sldMasterMk cId="2703121335" sldId="2147483672"/>
              <pc:sldLayoutMk cId="1047967907" sldId="2147483841"/>
              <ac:spMk id="2" creationId="{C6BD3E9F-3FB2-86B5-5D44-D025A9DEC744}"/>
            </ac:spMkLst>
          </pc:spChg>
          <pc:spChg chg="mod">
            <ac:chgData name="Najib Darif (Moody's)" userId="592a0a0c-cdda-4551-acca-2ec9c5e745e6" providerId="ADAL" clId="{21A5EEB3-2D71-4021-9D17-AB1343FE6B48}" dt="2025-08-01T15:23:30.723" v="4"/>
            <ac:spMkLst>
              <pc:docMk/>
              <pc:sldMasterMk cId="2703121335" sldId="2147483672"/>
              <pc:sldLayoutMk cId="1047967907" sldId="2147483841"/>
              <ac:spMk id="4" creationId="{254E1435-77AE-ED78-111D-A9A3F32B09FD}"/>
            </ac:spMkLst>
          </pc:spChg>
          <pc:spChg chg="mod">
            <ac:chgData name="Najib Darif (Moody's)" userId="592a0a0c-cdda-4551-acca-2ec9c5e745e6" providerId="ADAL" clId="{21A5EEB3-2D71-4021-9D17-AB1343FE6B48}" dt="2025-08-01T15:23:30.723" v="4"/>
            <ac:spMkLst>
              <pc:docMk/>
              <pc:sldMasterMk cId="2703121335" sldId="2147483672"/>
              <pc:sldLayoutMk cId="1047967907" sldId="2147483841"/>
              <ac:spMk id="8" creationId="{F08C48AF-02EF-8FA0-A466-0869BF05C3EF}"/>
            </ac:spMkLst>
          </pc:spChg>
          <pc:spChg chg="mod">
            <ac:chgData name="Najib Darif (Moody's)" userId="592a0a0c-cdda-4551-acca-2ec9c5e745e6" providerId="ADAL" clId="{21A5EEB3-2D71-4021-9D17-AB1343FE6B48}" dt="2025-08-01T15:23:30.723" v="4"/>
            <ac:spMkLst>
              <pc:docMk/>
              <pc:sldMasterMk cId="2703121335" sldId="2147483672"/>
              <pc:sldLayoutMk cId="1047967907" sldId="2147483841"/>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1047967907" sldId="2147483841"/>
              <ac:spMk id="13" creationId="{C1B3D74E-B270-D5EC-6F1E-2F3F425D169B}"/>
            </ac:spMkLst>
          </pc:spChg>
          <pc:spChg chg="mod">
            <ac:chgData name="Najib Darif (Moody's)" userId="592a0a0c-cdda-4551-acca-2ec9c5e745e6" providerId="ADAL" clId="{21A5EEB3-2D71-4021-9D17-AB1343FE6B48}" dt="2025-08-01T15:23:30.723" v="4"/>
            <ac:spMkLst>
              <pc:docMk/>
              <pc:sldMasterMk cId="2703121335" sldId="2147483672"/>
              <pc:sldLayoutMk cId="1047967907" sldId="2147483841"/>
              <ac:spMk id="17" creationId="{1F0B1429-1262-BB0D-EEE9-9308631827BA}"/>
            </ac:spMkLst>
          </pc:spChg>
          <pc:spChg chg="mod">
            <ac:chgData name="Najib Darif (Moody's)" userId="592a0a0c-cdda-4551-acca-2ec9c5e745e6" providerId="ADAL" clId="{21A5EEB3-2D71-4021-9D17-AB1343FE6B48}" dt="2025-08-01T15:23:30.723" v="4"/>
            <ac:spMkLst>
              <pc:docMk/>
              <pc:sldMasterMk cId="2703121335" sldId="2147483672"/>
              <pc:sldLayoutMk cId="1047967907" sldId="2147483841"/>
              <ac:spMk id="18" creationId="{FC341142-156C-1A12-BFCF-8E43F622EC84}"/>
            </ac:spMkLst>
          </pc:spChg>
          <pc:spChg chg="mod">
            <ac:chgData name="Najib Darif (Moody's)" userId="592a0a0c-cdda-4551-acca-2ec9c5e745e6" providerId="ADAL" clId="{21A5EEB3-2D71-4021-9D17-AB1343FE6B48}" dt="2025-08-01T15:23:30.723" v="4"/>
            <ac:spMkLst>
              <pc:docMk/>
              <pc:sldMasterMk cId="2703121335" sldId="2147483672"/>
              <pc:sldLayoutMk cId="1047967907" sldId="2147483841"/>
              <ac:spMk id="19" creationId="{697DE6C5-E6D7-D5B0-D5AF-03E4A50E0461}"/>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1821194233" sldId="2147483842"/>
          </pc:sldLayoutMkLst>
          <pc:spChg chg="mod">
            <ac:chgData name="Najib Darif (Moody's)" userId="592a0a0c-cdda-4551-acca-2ec9c5e745e6" providerId="ADAL" clId="{21A5EEB3-2D71-4021-9D17-AB1343FE6B48}" dt="2025-08-01T15:23:30.723" v="4"/>
            <ac:spMkLst>
              <pc:docMk/>
              <pc:sldMasterMk cId="2703121335" sldId="2147483672"/>
              <pc:sldLayoutMk cId="1821194233" sldId="2147483842"/>
              <ac:spMk id="6" creationId="{F70F910A-0FDA-8569-64E0-CDA719003479}"/>
            </ac:spMkLst>
          </pc:spChg>
          <pc:spChg chg="mod">
            <ac:chgData name="Najib Darif (Moody's)" userId="592a0a0c-cdda-4551-acca-2ec9c5e745e6" providerId="ADAL" clId="{21A5EEB3-2D71-4021-9D17-AB1343FE6B48}" dt="2025-08-01T15:23:30.723" v="4"/>
            <ac:spMkLst>
              <pc:docMk/>
              <pc:sldMasterMk cId="2703121335" sldId="2147483672"/>
              <pc:sldLayoutMk cId="1821194233" sldId="2147483842"/>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1821194233" sldId="2147483842"/>
              <ac:spMk id="18" creationId="{CC315AB5-1A8A-0272-124A-17B0C97D4F3F}"/>
            </ac:spMkLst>
          </pc:spChg>
          <pc:spChg chg="mod">
            <ac:chgData name="Najib Darif (Moody's)" userId="592a0a0c-cdda-4551-acca-2ec9c5e745e6" providerId="ADAL" clId="{21A5EEB3-2D71-4021-9D17-AB1343FE6B48}" dt="2025-08-01T15:23:30.723" v="4"/>
            <ac:spMkLst>
              <pc:docMk/>
              <pc:sldMasterMk cId="2703121335" sldId="2147483672"/>
              <pc:sldLayoutMk cId="1821194233" sldId="2147483842"/>
              <ac:spMk id="21" creationId="{9E00C7D1-33B8-8C13-3170-53723F9DC775}"/>
            </ac:spMkLst>
          </pc:spChg>
          <pc:spChg chg="mod">
            <ac:chgData name="Najib Darif (Moody's)" userId="592a0a0c-cdda-4551-acca-2ec9c5e745e6" providerId="ADAL" clId="{21A5EEB3-2D71-4021-9D17-AB1343FE6B48}" dt="2025-08-01T15:23:30.723" v="4"/>
            <ac:spMkLst>
              <pc:docMk/>
              <pc:sldMasterMk cId="2703121335" sldId="2147483672"/>
              <pc:sldLayoutMk cId="1821194233" sldId="2147483842"/>
              <ac:spMk id="22" creationId="{25C2B24F-2F63-693C-4B5C-5218010E6E17}"/>
            </ac:spMkLst>
          </pc:spChg>
          <pc:spChg chg="mod">
            <ac:chgData name="Najib Darif (Moody's)" userId="592a0a0c-cdda-4551-acca-2ec9c5e745e6" providerId="ADAL" clId="{21A5EEB3-2D71-4021-9D17-AB1343FE6B48}" dt="2025-08-01T15:23:30.723" v="4"/>
            <ac:spMkLst>
              <pc:docMk/>
              <pc:sldMasterMk cId="2703121335" sldId="2147483672"/>
              <pc:sldLayoutMk cId="1821194233" sldId="2147483842"/>
              <ac:spMk id="35" creationId="{B88CC021-CDD2-6418-1ADC-6959FDAC120A}"/>
            </ac:spMkLst>
          </pc:spChg>
          <pc:spChg chg="mod">
            <ac:chgData name="Najib Darif (Moody's)" userId="592a0a0c-cdda-4551-acca-2ec9c5e745e6" providerId="ADAL" clId="{21A5EEB3-2D71-4021-9D17-AB1343FE6B48}" dt="2025-08-01T15:23:30.723" v="4"/>
            <ac:spMkLst>
              <pc:docMk/>
              <pc:sldMasterMk cId="2703121335" sldId="2147483672"/>
              <pc:sldLayoutMk cId="1821194233" sldId="2147483842"/>
              <ac:spMk id="36" creationId="{BC76AFF6-CF90-29B2-6B5F-2F953DE61D0F}"/>
            </ac:spMkLst>
          </pc:spChg>
          <pc:spChg chg="mod">
            <ac:chgData name="Najib Darif (Moody's)" userId="592a0a0c-cdda-4551-acca-2ec9c5e745e6" providerId="ADAL" clId="{21A5EEB3-2D71-4021-9D17-AB1343FE6B48}" dt="2025-08-01T15:23:30.723" v="4"/>
            <ac:spMkLst>
              <pc:docMk/>
              <pc:sldMasterMk cId="2703121335" sldId="2147483672"/>
              <pc:sldLayoutMk cId="1821194233" sldId="2147483842"/>
              <ac:spMk id="37" creationId="{97E0F40B-B869-0C41-17E9-7CB4DEBBA384}"/>
            </ac:spMkLst>
          </pc:spChg>
          <pc:spChg chg="mod">
            <ac:chgData name="Najib Darif (Moody's)" userId="592a0a0c-cdda-4551-acca-2ec9c5e745e6" providerId="ADAL" clId="{21A5EEB3-2D71-4021-9D17-AB1343FE6B48}" dt="2025-08-01T15:23:30.723" v="4"/>
            <ac:spMkLst>
              <pc:docMk/>
              <pc:sldMasterMk cId="2703121335" sldId="2147483672"/>
              <pc:sldLayoutMk cId="1821194233" sldId="2147483842"/>
              <ac:spMk id="39" creationId="{B8FB8A65-64DE-688C-A8C8-69259DE4ACFC}"/>
            </ac:spMkLst>
          </pc:spChg>
          <pc:spChg chg="mod">
            <ac:chgData name="Najib Darif (Moody's)" userId="592a0a0c-cdda-4551-acca-2ec9c5e745e6" providerId="ADAL" clId="{21A5EEB3-2D71-4021-9D17-AB1343FE6B48}" dt="2025-08-01T15:23:30.723" v="4"/>
            <ac:spMkLst>
              <pc:docMk/>
              <pc:sldMasterMk cId="2703121335" sldId="2147483672"/>
              <pc:sldLayoutMk cId="1821194233" sldId="2147483842"/>
              <ac:spMk id="43" creationId="{D4223DE0-4467-4663-D8D2-667F2C64D3E3}"/>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1017995522" sldId="2147483843"/>
          </pc:sldLayoutMkLst>
          <pc:spChg chg="mod">
            <ac:chgData name="Najib Darif (Moody's)" userId="592a0a0c-cdda-4551-acca-2ec9c5e745e6" providerId="ADAL" clId="{21A5EEB3-2D71-4021-9D17-AB1343FE6B48}" dt="2025-08-01T15:23:30.723" v="4"/>
            <ac:spMkLst>
              <pc:docMk/>
              <pc:sldMasterMk cId="2703121335" sldId="2147483672"/>
              <pc:sldLayoutMk cId="1017995522" sldId="2147483843"/>
              <ac:spMk id="6" creationId="{F70F910A-0FDA-8569-64E0-CDA719003479}"/>
            </ac:spMkLst>
          </pc:spChg>
          <pc:spChg chg="mod">
            <ac:chgData name="Najib Darif (Moody's)" userId="592a0a0c-cdda-4551-acca-2ec9c5e745e6" providerId="ADAL" clId="{21A5EEB3-2D71-4021-9D17-AB1343FE6B48}" dt="2025-08-01T15:23:30.723" v="4"/>
            <ac:spMkLst>
              <pc:docMk/>
              <pc:sldMasterMk cId="2703121335" sldId="2147483672"/>
              <pc:sldLayoutMk cId="1017995522" sldId="2147483843"/>
              <ac:spMk id="11" creationId="{BAECEC3D-770F-7250-26AF-412E70DE9C76}"/>
            </ac:spMkLst>
          </pc:spChg>
          <pc:spChg chg="mod">
            <ac:chgData name="Najib Darif (Moody's)" userId="592a0a0c-cdda-4551-acca-2ec9c5e745e6" providerId="ADAL" clId="{21A5EEB3-2D71-4021-9D17-AB1343FE6B48}" dt="2025-08-01T15:23:30.723" v="4"/>
            <ac:spMkLst>
              <pc:docMk/>
              <pc:sldMasterMk cId="2703121335" sldId="2147483672"/>
              <pc:sldLayoutMk cId="1017995522" sldId="2147483843"/>
              <ac:spMk id="16" creationId="{C768E3CA-EE05-5C0C-7FDE-235DD91067BA}"/>
            </ac:spMkLst>
          </pc:spChg>
          <pc:spChg chg="mod">
            <ac:chgData name="Najib Darif (Moody's)" userId="592a0a0c-cdda-4551-acca-2ec9c5e745e6" providerId="ADAL" clId="{21A5EEB3-2D71-4021-9D17-AB1343FE6B48}" dt="2025-08-01T15:23:30.723" v="4"/>
            <ac:spMkLst>
              <pc:docMk/>
              <pc:sldMasterMk cId="2703121335" sldId="2147483672"/>
              <pc:sldLayoutMk cId="1017995522" sldId="2147483843"/>
              <ac:spMk id="27" creationId="{8476A416-A714-4210-10C5-4ECE5403AD92}"/>
            </ac:spMkLst>
          </pc:spChg>
          <pc:spChg chg="mod">
            <ac:chgData name="Najib Darif (Moody's)" userId="592a0a0c-cdda-4551-acca-2ec9c5e745e6" providerId="ADAL" clId="{21A5EEB3-2D71-4021-9D17-AB1343FE6B48}" dt="2025-08-01T15:23:30.723" v="4"/>
            <ac:spMkLst>
              <pc:docMk/>
              <pc:sldMasterMk cId="2703121335" sldId="2147483672"/>
              <pc:sldLayoutMk cId="1017995522" sldId="2147483843"/>
              <ac:spMk id="28" creationId="{E821CB68-EA76-1467-1729-66BB76463650}"/>
            </ac:spMkLst>
          </pc:spChg>
          <pc:spChg chg="mod">
            <ac:chgData name="Najib Darif (Moody's)" userId="592a0a0c-cdda-4551-acca-2ec9c5e745e6" providerId="ADAL" clId="{21A5EEB3-2D71-4021-9D17-AB1343FE6B48}" dt="2025-08-01T15:23:30.723" v="4"/>
            <ac:spMkLst>
              <pc:docMk/>
              <pc:sldMasterMk cId="2703121335" sldId="2147483672"/>
              <pc:sldLayoutMk cId="1017995522" sldId="2147483843"/>
              <ac:spMk id="29" creationId="{51AAE891-E737-DFDA-7D8D-D6B9BFB4D07E}"/>
            </ac:spMkLst>
          </pc:spChg>
          <pc:spChg chg="mod">
            <ac:chgData name="Najib Darif (Moody's)" userId="592a0a0c-cdda-4551-acca-2ec9c5e745e6" providerId="ADAL" clId="{21A5EEB3-2D71-4021-9D17-AB1343FE6B48}" dt="2025-08-01T15:23:30.723" v="4"/>
            <ac:spMkLst>
              <pc:docMk/>
              <pc:sldMasterMk cId="2703121335" sldId="2147483672"/>
              <pc:sldLayoutMk cId="1017995522" sldId="2147483843"/>
              <ac:spMk id="34" creationId="{1325EC07-DA2D-56D3-9A3C-C6F0509F3655}"/>
            </ac:spMkLst>
          </pc:spChg>
          <pc:spChg chg="mod">
            <ac:chgData name="Najib Darif (Moody's)" userId="592a0a0c-cdda-4551-acca-2ec9c5e745e6" providerId="ADAL" clId="{21A5EEB3-2D71-4021-9D17-AB1343FE6B48}" dt="2025-08-01T15:23:30.723" v="4"/>
            <ac:spMkLst>
              <pc:docMk/>
              <pc:sldMasterMk cId="2703121335" sldId="2147483672"/>
              <pc:sldLayoutMk cId="1017995522" sldId="2147483843"/>
              <ac:spMk id="36" creationId="{34DD913C-76A7-91A4-17C2-6A7974B58E09}"/>
            </ac:spMkLst>
          </pc:spChg>
          <pc:spChg chg="mod">
            <ac:chgData name="Najib Darif (Moody's)" userId="592a0a0c-cdda-4551-acca-2ec9c5e745e6" providerId="ADAL" clId="{21A5EEB3-2D71-4021-9D17-AB1343FE6B48}" dt="2025-08-01T15:23:30.723" v="4"/>
            <ac:spMkLst>
              <pc:docMk/>
              <pc:sldMasterMk cId="2703121335" sldId="2147483672"/>
              <pc:sldLayoutMk cId="1017995522" sldId="2147483843"/>
              <ac:spMk id="40" creationId="{F341F831-D937-52AC-79EE-ED9B317A7A26}"/>
            </ac:spMkLst>
          </pc:spChg>
          <pc:spChg chg="mod">
            <ac:chgData name="Najib Darif (Moody's)" userId="592a0a0c-cdda-4551-acca-2ec9c5e745e6" providerId="ADAL" clId="{21A5EEB3-2D71-4021-9D17-AB1343FE6B48}" dt="2025-08-01T15:23:30.723" v="4"/>
            <ac:spMkLst>
              <pc:docMk/>
              <pc:sldMasterMk cId="2703121335" sldId="2147483672"/>
              <pc:sldLayoutMk cId="1017995522" sldId="2147483843"/>
              <ac:spMk id="42" creationId="{34CDFFDE-72E2-952B-48CC-53250B995DFF}"/>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3870875582" sldId="2147483844"/>
          </pc:sldLayoutMkLst>
          <pc:spChg chg="mod">
            <ac:chgData name="Najib Darif (Moody's)" userId="592a0a0c-cdda-4551-acca-2ec9c5e745e6" providerId="ADAL" clId="{21A5EEB3-2D71-4021-9D17-AB1343FE6B48}" dt="2025-08-01T15:23:30.723" v="4"/>
            <ac:spMkLst>
              <pc:docMk/>
              <pc:sldMasterMk cId="2703121335" sldId="2147483672"/>
              <pc:sldLayoutMk cId="3870875582" sldId="2147483844"/>
              <ac:spMk id="7" creationId="{48AC8EA4-0D69-7185-E21E-3A998D4C0283}"/>
            </ac:spMkLst>
          </pc:spChg>
          <pc:spChg chg="mod">
            <ac:chgData name="Najib Darif (Moody's)" userId="592a0a0c-cdda-4551-acca-2ec9c5e745e6" providerId="ADAL" clId="{21A5EEB3-2D71-4021-9D17-AB1343FE6B48}" dt="2025-08-01T15:23:30.723" v="4"/>
            <ac:spMkLst>
              <pc:docMk/>
              <pc:sldMasterMk cId="2703121335" sldId="2147483672"/>
              <pc:sldLayoutMk cId="3870875582" sldId="2147483844"/>
              <ac:spMk id="8" creationId="{2FE058B6-3992-C015-0C1B-CF5A092DD0C5}"/>
            </ac:spMkLst>
          </pc:spChg>
          <pc:spChg chg="mod">
            <ac:chgData name="Najib Darif (Moody's)" userId="592a0a0c-cdda-4551-acca-2ec9c5e745e6" providerId="ADAL" clId="{21A5EEB3-2D71-4021-9D17-AB1343FE6B48}" dt="2025-08-01T15:23:30.723" v="4"/>
            <ac:spMkLst>
              <pc:docMk/>
              <pc:sldMasterMk cId="2703121335" sldId="2147483672"/>
              <pc:sldLayoutMk cId="3870875582" sldId="2147483844"/>
              <ac:spMk id="9" creationId="{C1B56411-5CA6-9842-0E70-A429EA905CD5}"/>
            </ac:spMkLst>
          </pc:spChg>
          <pc:spChg chg="mod">
            <ac:chgData name="Najib Darif (Moody's)" userId="592a0a0c-cdda-4551-acca-2ec9c5e745e6" providerId="ADAL" clId="{21A5EEB3-2D71-4021-9D17-AB1343FE6B48}" dt="2025-08-01T15:23:30.723" v="4"/>
            <ac:spMkLst>
              <pc:docMk/>
              <pc:sldMasterMk cId="2703121335" sldId="2147483672"/>
              <pc:sldLayoutMk cId="3870875582" sldId="2147483844"/>
              <ac:spMk id="12" creationId="{10D68855-6C8B-26E2-7D19-EF4C14B54255}"/>
            </ac:spMkLst>
          </pc:spChg>
          <pc:spChg chg="mod">
            <ac:chgData name="Najib Darif (Moody's)" userId="592a0a0c-cdda-4551-acca-2ec9c5e745e6" providerId="ADAL" clId="{21A5EEB3-2D71-4021-9D17-AB1343FE6B48}" dt="2025-08-01T15:23:30.723" v="4"/>
            <ac:spMkLst>
              <pc:docMk/>
              <pc:sldMasterMk cId="2703121335" sldId="2147483672"/>
              <pc:sldLayoutMk cId="3870875582" sldId="2147483844"/>
              <ac:spMk id="20" creationId="{8C68C4CC-CEF3-3402-F640-B77CCA9E63E6}"/>
            </ac:spMkLst>
          </pc:spChg>
          <pc:spChg chg="mod">
            <ac:chgData name="Najib Darif (Moody's)" userId="592a0a0c-cdda-4551-acca-2ec9c5e745e6" providerId="ADAL" clId="{21A5EEB3-2D71-4021-9D17-AB1343FE6B48}" dt="2025-08-01T15:23:30.723" v="4"/>
            <ac:spMkLst>
              <pc:docMk/>
              <pc:sldMasterMk cId="2703121335" sldId="2147483672"/>
              <pc:sldLayoutMk cId="3870875582" sldId="2147483844"/>
              <ac:spMk id="22" creationId="{419B93D8-9F40-73DB-5A94-C874C8DAA5C6}"/>
            </ac:spMkLst>
          </pc:spChg>
          <pc:spChg chg="mod">
            <ac:chgData name="Najib Darif (Moody's)" userId="592a0a0c-cdda-4551-acca-2ec9c5e745e6" providerId="ADAL" clId="{21A5EEB3-2D71-4021-9D17-AB1343FE6B48}" dt="2025-08-01T15:23:30.723" v="4"/>
            <ac:spMkLst>
              <pc:docMk/>
              <pc:sldMasterMk cId="2703121335" sldId="2147483672"/>
              <pc:sldLayoutMk cId="3870875582" sldId="2147483844"/>
              <ac:spMk id="25" creationId="{F6249455-82E8-40E3-5DFB-873B422998AB}"/>
            </ac:spMkLst>
          </pc:spChg>
          <pc:spChg chg="mod">
            <ac:chgData name="Najib Darif (Moody's)" userId="592a0a0c-cdda-4551-acca-2ec9c5e745e6" providerId="ADAL" clId="{21A5EEB3-2D71-4021-9D17-AB1343FE6B48}" dt="2025-08-01T15:23:30.723" v="4"/>
            <ac:spMkLst>
              <pc:docMk/>
              <pc:sldMasterMk cId="2703121335" sldId="2147483672"/>
              <pc:sldLayoutMk cId="3870875582" sldId="2147483844"/>
              <ac:spMk id="27" creationId="{6433A83F-D9D0-E3DD-A0A1-A356E73FBFB2}"/>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3259380008" sldId="2147483845"/>
          </pc:sldLayoutMkLst>
          <pc:spChg chg="mod">
            <ac:chgData name="Najib Darif (Moody's)" userId="592a0a0c-cdda-4551-acca-2ec9c5e745e6" providerId="ADAL" clId="{21A5EEB3-2D71-4021-9D17-AB1343FE6B48}" dt="2025-08-01T15:23:30.723" v="4"/>
            <ac:spMkLst>
              <pc:docMk/>
              <pc:sldMasterMk cId="2703121335" sldId="2147483672"/>
              <pc:sldLayoutMk cId="3259380008" sldId="2147483845"/>
              <ac:spMk id="3" creationId="{FD134F76-7012-6EEC-A825-D898002DCBEA}"/>
            </ac:spMkLst>
          </pc:spChg>
          <pc:spChg chg="mod">
            <ac:chgData name="Najib Darif (Moody's)" userId="592a0a0c-cdda-4551-acca-2ec9c5e745e6" providerId="ADAL" clId="{21A5EEB3-2D71-4021-9D17-AB1343FE6B48}" dt="2025-08-01T15:23:30.723" v="4"/>
            <ac:spMkLst>
              <pc:docMk/>
              <pc:sldMasterMk cId="2703121335" sldId="2147483672"/>
              <pc:sldLayoutMk cId="3259380008" sldId="2147483845"/>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3259380008" sldId="2147483845"/>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3259380008" sldId="2147483845"/>
              <ac:spMk id="11" creationId="{5155D0AF-DC50-1231-8C20-9614D9642834}"/>
            </ac:spMkLst>
          </pc:spChg>
          <pc:spChg chg="mod">
            <ac:chgData name="Najib Darif (Moody's)" userId="592a0a0c-cdda-4551-acca-2ec9c5e745e6" providerId="ADAL" clId="{21A5EEB3-2D71-4021-9D17-AB1343FE6B48}" dt="2025-08-01T15:23:30.723" v="4"/>
            <ac:spMkLst>
              <pc:docMk/>
              <pc:sldMasterMk cId="2703121335" sldId="2147483672"/>
              <pc:sldLayoutMk cId="3259380008" sldId="2147483845"/>
              <ac:spMk id="12" creationId="{91874068-FCB3-3E67-FD8A-888858391AF4}"/>
            </ac:spMkLst>
          </pc:spChg>
          <pc:spChg chg="mod">
            <ac:chgData name="Najib Darif (Moody's)" userId="592a0a0c-cdda-4551-acca-2ec9c5e745e6" providerId="ADAL" clId="{21A5EEB3-2D71-4021-9D17-AB1343FE6B48}" dt="2025-08-01T15:23:30.723" v="4"/>
            <ac:spMkLst>
              <pc:docMk/>
              <pc:sldMasterMk cId="2703121335" sldId="2147483672"/>
              <pc:sldLayoutMk cId="3259380008" sldId="2147483845"/>
              <ac:spMk id="13" creationId="{23EA351B-2744-2292-EA13-ECF616B5AF66}"/>
            </ac:spMkLst>
          </pc:spChg>
          <pc:spChg chg="mod">
            <ac:chgData name="Najib Darif (Moody's)" userId="592a0a0c-cdda-4551-acca-2ec9c5e745e6" providerId="ADAL" clId="{21A5EEB3-2D71-4021-9D17-AB1343FE6B48}" dt="2025-08-01T15:23:30.723" v="4"/>
            <ac:spMkLst>
              <pc:docMk/>
              <pc:sldMasterMk cId="2703121335" sldId="2147483672"/>
              <pc:sldLayoutMk cId="3259380008" sldId="2147483845"/>
              <ac:spMk id="16" creationId="{0A10D501-BB72-6F51-3E2C-9A5D9855D3B8}"/>
            </ac:spMkLst>
          </pc:spChg>
          <pc:spChg chg="mod">
            <ac:chgData name="Najib Darif (Moody's)" userId="592a0a0c-cdda-4551-acca-2ec9c5e745e6" providerId="ADAL" clId="{21A5EEB3-2D71-4021-9D17-AB1343FE6B48}" dt="2025-08-01T15:23:30.723" v="4"/>
            <ac:spMkLst>
              <pc:docMk/>
              <pc:sldMasterMk cId="2703121335" sldId="2147483672"/>
              <pc:sldLayoutMk cId="3259380008" sldId="2147483845"/>
              <ac:spMk id="18" creationId="{DDF53402-575C-C10C-7E8E-6C99DEA94988}"/>
            </ac:spMkLst>
          </pc:spChg>
          <pc:spChg chg="mod">
            <ac:chgData name="Najib Darif (Moody's)" userId="592a0a0c-cdda-4551-acca-2ec9c5e745e6" providerId="ADAL" clId="{21A5EEB3-2D71-4021-9D17-AB1343FE6B48}" dt="2025-08-01T15:23:30.723" v="4"/>
            <ac:spMkLst>
              <pc:docMk/>
              <pc:sldMasterMk cId="2703121335" sldId="2147483672"/>
              <pc:sldLayoutMk cId="3259380008" sldId="2147483845"/>
              <ac:spMk id="24" creationId="{18479DC6-6C65-6D06-16A5-DC26A0B633FF}"/>
            </ac:spMkLst>
          </pc:spChg>
          <pc:spChg chg="mod">
            <ac:chgData name="Najib Darif (Moody's)" userId="592a0a0c-cdda-4551-acca-2ec9c5e745e6" providerId="ADAL" clId="{21A5EEB3-2D71-4021-9D17-AB1343FE6B48}" dt="2025-08-01T15:23:30.723" v="4"/>
            <ac:spMkLst>
              <pc:docMk/>
              <pc:sldMasterMk cId="2703121335" sldId="2147483672"/>
              <pc:sldLayoutMk cId="3259380008" sldId="2147483845"/>
              <ac:spMk id="34" creationId="{35D3FA32-E657-445D-AFF1-5F98826EF595}"/>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3137418398" sldId="2147483846"/>
          </pc:sldLayoutMkLst>
          <pc:spChg chg="mod">
            <ac:chgData name="Najib Darif (Moody's)" userId="592a0a0c-cdda-4551-acca-2ec9c5e745e6" providerId="ADAL" clId="{21A5EEB3-2D71-4021-9D17-AB1343FE6B48}" dt="2025-08-01T15:23:30.723" v="4"/>
            <ac:spMkLst>
              <pc:docMk/>
              <pc:sldMasterMk cId="2703121335" sldId="2147483672"/>
              <pc:sldLayoutMk cId="3137418398" sldId="2147483846"/>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3137418398" sldId="2147483846"/>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3137418398" sldId="2147483846"/>
              <ac:spMk id="10" creationId="{BE85ED21-179E-C2B7-89F1-D4AD14EEDA9A}"/>
            </ac:spMkLst>
          </pc:spChg>
          <pc:spChg chg="mod">
            <ac:chgData name="Najib Darif (Moody's)" userId="592a0a0c-cdda-4551-acca-2ec9c5e745e6" providerId="ADAL" clId="{21A5EEB3-2D71-4021-9D17-AB1343FE6B48}" dt="2025-08-01T15:23:30.723" v="4"/>
            <ac:spMkLst>
              <pc:docMk/>
              <pc:sldMasterMk cId="2703121335" sldId="2147483672"/>
              <pc:sldLayoutMk cId="3137418398" sldId="2147483846"/>
              <ac:spMk id="12" creationId="{91874068-FCB3-3E67-FD8A-888858391AF4}"/>
            </ac:spMkLst>
          </pc:spChg>
          <pc:spChg chg="mod">
            <ac:chgData name="Najib Darif (Moody's)" userId="592a0a0c-cdda-4551-acca-2ec9c5e745e6" providerId="ADAL" clId="{21A5EEB3-2D71-4021-9D17-AB1343FE6B48}" dt="2025-08-01T15:23:30.723" v="4"/>
            <ac:spMkLst>
              <pc:docMk/>
              <pc:sldMasterMk cId="2703121335" sldId="2147483672"/>
              <pc:sldLayoutMk cId="3137418398" sldId="2147483846"/>
              <ac:spMk id="13" creationId="{89B32E50-9450-0A92-9772-59EA93C40AE7}"/>
            </ac:spMkLst>
          </pc:spChg>
          <pc:spChg chg="mod">
            <ac:chgData name="Najib Darif (Moody's)" userId="592a0a0c-cdda-4551-acca-2ec9c5e745e6" providerId="ADAL" clId="{21A5EEB3-2D71-4021-9D17-AB1343FE6B48}" dt="2025-08-01T15:23:30.723" v="4"/>
            <ac:spMkLst>
              <pc:docMk/>
              <pc:sldMasterMk cId="2703121335" sldId="2147483672"/>
              <pc:sldLayoutMk cId="3137418398" sldId="2147483846"/>
              <ac:spMk id="14" creationId="{81B1CE43-1A7D-92BC-9BE0-98FB6FC0D573}"/>
            </ac:spMkLst>
          </pc:spChg>
          <pc:spChg chg="mod">
            <ac:chgData name="Najib Darif (Moody's)" userId="592a0a0c-cdda-4551-acca-2ec9c5e745e6" providerId="ADAL" clId="{21A5EEB3-2D71-4021-9D17-AB1343FE6B48}" dt="2025-08-01T15:23:30.723" v="4"/>
            <ac:spMkLst>
              <pc:docMk/>
              <pc:sldMasterMk cId="2703121335" sldId="2147483672"/>
              <pc:sldLayoutMk cId="3137418398" sldId="2147483846"/>
              <ac:spMk id="15" creationId="{BA6EB3DD-394B-9F7E-9B89-633914C3BBFB}"/>
            </ac:spMkLst>
          </pc:spChg>
          <pc:spChg chg="mod">
            <ac:chgData name="Najib Darif (Moody's)" userId="592a0a0c-cdda-4551-acca-2ec9c5e745e6" providerId="ADAL" clId="{21A5EEB3-2D71-4021-9D17-AB1343FE6B48}" dt="2025-08-01T15:23:30.723" v="4"/>
            <ac:spMkLst>
              <pc:docMk/>
              <pc:sldMasterMk cId="2703121335" sldId="2147483672"/>
              <pc:sldLayoutMk cId="3137418398" sldId="2147483846"/>
              <ac:spMk id="17" creationId="{5BB03F0A-D74D-D67C-7DAC-CF0BD1A2F886}"/>
            </ac:spMkLst>
          </pc:spChg>
          <pc:spChg chg="mod">
            <ac:chgData name="Najib Darif (Moody's)" userId="592a0a0c-cdda-4551-acca-2ec9c5e745e6" providerId="ADAL" clId="{21A5EEB3-2D71-4021-9D17-AB1343FE6B48}" dt="2025-08-01T15:23:30.723" v="4"/>
            <ac:spMkLst>
              <pc:docMk/>
              <pc:sldMasterMk cId="2703121335" sldId="2147483672"/>
              <pc:sldLayoutMk cId="3137418398" sldId="2147483846"/>
              <ac:spMk id="20" creationId="{A4CFDEF4-9A06-FDBA-C4CA-F65EF5657C9A}"/>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2127549035" sldId="2147483847"/>
          </pc:sldLayoutMkLst>
          <pc:spChg chg="mod">
            <ac:chgData name="Najib Darif (Moody's)" userId="592a0a0c-cdda-4551-acca-2ec9c5e745e6" providerId="ADAL" clId="{21A5EEB3-2D71-4021-9D17-AB1343FE6B48}" dt="2025-08-01T15:23:30.723" v="4"/>
            <ac:spMkLst>
              <pc:docMk/>
              <pc:sldMasterMk cId="2703121335" sldId="2147483672"/>
              <pc:sldLayoutMk cId="2127549035" sldId="2147483847"/>
              <ac:spMk id="4" creationId="{DBDE9691-3D56-DAA7-8818-1939ACD60B6C}"/>
            </ac:spMkLst>
          </pc:spChg>
          <pc:spChg chg="mod">
            <ac:chgData name="Najib Darif (Moody's)" userId="592a0a0c-cdda-4551-acca-2ec9c5e745e6" providerId="ADAL" clId="{21A5EEB3-2D71-4021-9D17-AB1343FE6B48}" dt="2025-08-01T15:23:30.723" v="4"/>
            <ac:spMkLst>
              <pc:docMk/>
              <pc:sldMasterMk cId="2703121335" sldId="2147483672"/>
              <pc:sldLayoutMk cId="2127549035" sldId="2147483847"/>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2127549035" sldId="2147483847"/>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2127549035" sldId="2147483847"/>
              <ac:spMk id="10" creationId="{BE85ED21-179E-C2B7-89F1-D4AD14EEDA9A}"/>
            </ac:spMkLst>
          </pc:spChg>
          <pc:spChg chg="mod">
            <ac:chgData name="Najib Darif (Moody's)" userId="592a0a0c-cdda-4551-acca-2ec9c5e745e6" providerId="ADAL" clId="{21A5EEB3-2D71-4021-9D17-AB1343FE6B48}" dt="2025-08-01T15:23:30.723" v="4"/>
            <ac:spMkLst>
              <pc:docMk/>
              <pc:sldMasterMk cId="2703121335" sldId="2147483672"/>
              <pc:sldLayoutMk cId="2127549035" sldId="2147483847"/>
              <ac:spMk id="11" creationId="{8C6C4B9C-0B61-5ABC-74A2-BD33D2CF5DE4}"/>
            </ac:spMkLst>
          </pc:spChg>
          <pc:spChg chg="mod">
            <ac:chgData name="Najib Darif (Moody's)" userId="592a0a0c-cdda-4551-acca-2ec9c5e745e6" providerId="ADAL" clId="{21A5EEB3-2D71-4021-9D17-AB1343FE6B48}" dt="2025-08-01T15:23:30.723" v="4"/>
            <ac:spMkLst>
              <pc:docMk/>
              <pc:sldMasterMk cId="2703121335" sldId="2147483672"/>
              <pc:sldLayoutMk cId="2127549035" sldId="2147483847"/>
              <ac:spMk id="13" creationId="{A5A79627-D088-B1B1-9F23-A62FAFD9CC75}"/>
            </ac:spMkLst>
          </pc:spChg>
          <pc:spChg chg="mod">
            <ac:chgData name="Najib Darif (Moody's)" userId="592a0a0c-cdda-4551-acca-2ec9c5e745e6" providerId="ADAL" clId="{21A5EEB3-2D71-4021-9D17-AB1343FE6B48}" dt="2025-08-01T15:23:30.723" v="4"/>
            <ac:spMkLst>
              <pc:docMk/>
              <pc:sldMasterMk cId="2703121335" sldId="2147483672"/>
              <pc:sldLayoutMk cId="2127549035" sldId="2147483847"/>
              <ac:spMk id="16" creationId="{6805229E-B1FB-69C3-19F0-88C0E54FE8AD}"/>
            </ac:spMkLst>
          </pc:spChg>
          <pc:spChg chg="mod">
            <ac:chgData name="Najib Darif (Moody's)" userId="592a0a0c-cdda-4551-acca-2ec9c5e745e6" providerId="ADAL" clId="{21A5EEB3-2D71-4021-9D17-AB1343FE6B48}" dt="2025-08-01T15:23:30.723" v="4"/>
            <ac:spMkLst>
              <pc:docMk/>
              <pc:sldMasterMk cId="2703121335" sldId="2147483672"/>
              <pc:sldLayoutMk cId="2127549035" sldId="2147483847"/>
              <ac:spMk id="17" creationId="{6F3F2673-21ED-7F6B-10C0-910AB986E7A3}"/>
            </ac:spMkLst>
          </pc:spChg>
          <pc:spChg chg="mod">
            <ac:chgData name="Najib Darif (Moody's)" userId="592a0a0c-cdda-4551-acca-2ec9c5e745e6" providerId="ADAL" clId="{21A5EEB3-2D71-4021-9D17-AB1343FE6B48}" dt="2025-08-01T15:23:30.723" v="4"/>
            <ac:spMkLst>
              <pc:docMk/>
              <pc:sldMasterMk cId="2703121335" sldId="2147483672"/>
              <pc:sldLayoutMk cId="2127549035" sldId="2147483847"/>
              <ac:spMk id="18" creationId="{A987ED96-C80E-4781-0F7F-E940B58D1115}"/>
            </ac:spMkLst>
          </pc:spChg>
          <pc:spChg chg="mod">
            <ac:chgData name="Najib Darif (Moody's)" userId="592a0a0c-cdda-4551-acca-2ec9c5e745e6" providerId="ADAL" clId="{21A5EEB3-2D71-4021-9D17-AB1343FE6B48}" dt="2025-08-01T15:23:30.723" v="4"/>
            <ac:spMkLst>
              <pc:docMk/>
              <pc:sldMasterMk cId="2703121335" sldId="2147483672"/>
              <pc:sldLayoutMk cId="2127549035" sldId="2147483847"/>
              <ac:spMk id="19" creationId="{8E8CFD94-7258-5E47-4E33-9E574B7B0C33}"/>
            </ac:spMkLst>
          </pc:spChg>
        </pc:sldLayoutChg>
        <pc:sldLayoutChg chg="modSp mod ord">
          <pc:chgData name="Najib Darif (Moody's)" userId="592a0a0c-cdda-4551-acca-2ec9c5e745e6" providerId="ADAL" clId="{21A5EEB3-2D71-4021-9D17-AB1343FE6B48}" dt="2025-08-01T15:23:30.723" v="4"/>
          <pc:sldLayoutMkLst>
            <pc:docMk/>
            <pc:sldMasterMk cId="2703121335" sldId="2147483672"/>
            <pc:sldLayoutMk cId="1921590639" sldId="2147483848"/>
          </pc:sldLayoutMkLst>
          <pc:spChg chg="mod">
            <ac:chgData name="Najib Darif (Moody's)" userId="592a0a0c-cdda-4551-acca-2ec9c5e745e6" providerId="ADAL" clId="{21A5EEB3-2D71-4021-9D17-AB1343FE6B48}" dt="2025-08-01T15:23:30.723" v="4"/>
            <ac:spMkLst>
              <pc:docMk/>
              <pc:sldMasterMk cId="2703121335" sldId="2147483672"/>
              <pc:sldLayoutMk cId="1921590639" sldId="2147483848"/>
              <ac:spMk id="4" creationId="{38E069FA-BCFF-0525-82A8-9D43A0F7FFAD}"/>
            </ac:spMkLst>
          </pc:spChg>
          <pc:spChg chg="mod">
            <ac:chgData name="Najib Darif (Moody's)" userId="592a0a0c-cdda-4551-acca-2ec9c5e745e6" providerId="ADAL" clId="{21A5EEB3-2D71-4021-9D17-AB1343FE6B48}" dt="2025-08-01T15:23:30.723" v="4"/>
            <ac:spMkLst>
              <pc:docMk/>
              <pc:sldMasterMk cId="2703121335" sldId="2147483672"/>
              <pc:sldLayoutMk cId="1921590639" sldId="2147483848"/>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1921590639" sldId="2147483848"/>
              <ac:spMk id="15" creationId="{9BA8EFE1-927F-55D6-A4B0-B8DDF6AF954B}"/>
            </ac:spMkLst>
          </pc:spChg>
          <pc:spChg chg="mod">
            <ac:chgData name="Najib Darif (Moody's)" userId="592a0a0c-cdda-4551-acca-2ec9c5e745e6" providerId="ADAL" clId="{21A5EEB3-2D71-4021-9D17-AB1343FE6B48}" dt="2025-08-01T15:23:30.723" v="4"/>
            <ac:spMkLst>
              <pc:docMk/>
              <pc:sldMasterMk cId="2703121335" sldId="2147483672"/>
              <pc:sldLayoutMk cId="1921590639" sldId="2147483848"/>
              <ac:spMk id="20" creationId="{0C04A2DB-44E7-1779-7153-66AE7C17B9DA}"/>
            </ac:spMkLst>
          </pc:spChg>
          <pc:spChg chg="mod">
            <ac:chgData name="Najib Darif (Moody's)" userId="592a0a0c-cdda-4551-acca-2ec9c5e745e6" providerId="ADAL" clId="{21A5EEB3-2D71-4021-9D17-AB1343FE6B48}" dt="2025-08-01T15:23:30.723" v="4"/>
            <ac:spMkLst>
              <pc:docMk/>
              <pc:sldMasterMk cId="2703121335" sldId="2147483672"/>
              <pc:sldLayoutMk cId="1921590639" sldId="2147483848"/>
              <ac:spMk id="24" creationId="{CF9DFE53-830B-1A4C-F472-E0E7B9624139}"/>
            </ac:spMkLst>
          </pc:spChg>
          <pc:spChg chg="mod">
            <ac:chgData name="Najib Darif (Moody's)" userId="592a0a0c-cdda-4551-acca-2ec9c5e745e6" providerId="ADAL" clId="{21A5EEB3-2D71-4021-9D17-AB1343FE6B48}" dt="2025-08-01T15:23:30.723" v="4"/>
            <ac:spMkLst>
              <pc:docMk/>
              <pc:sldMasterMk cId="2703121335" sldId="2147483672"/>
              <pc:sldLayoutMk cId="1921590639" sldId="2147483848"/>
              <ac:spMk id="26" creationId="{2A0BC643-D0E4-E606-F236-457295E113C5}"/>
            </ac:spMkLst>
          </pc:spChg>
          <pc:spChg chg="mod">
            <ac:chgData name="Najib Darif (Moody's)" userId="592a0a0c-cdda-4551-acca-2ec9c5e745e6" providerId="ADAL" clId="{21A5EEB3-2D71-4021-9D17-AB1343FE6B48}" dt="2025-08-01T15:23:30.723" v="4"/>
            <ac:spMkLst>
              <pc:docMk/>
              <pc:sldMasterMk cId="2703121335" sldId="2147483672"/>
              <pc:sldLayoutMk cId="1921590639" sldId="2147483848"/>
              <ac:spMk id="27" creationId="{A2615C15-0FEC-C591-F37F-CCD2AAD8F80C}"/>
            </ac:spMkLst>
          </pc:spChg>
          <pc:spChg chg="mod">
            <ac:chgData name="Najib Darif (Moody's)" userId="592a0a0c-cdda-4551-acca-2ec9c5e745e6" providerId="ADAL" clId="{21A5EEB3-2D71-4021-9D17-AB1343FE6B48}" dt="2025-08-01T15:23:30.723" v="4"/>
            <ac:spMkLst>
              <pc:docMk/>
              <pc:sldMasterMk cId="2703121335" sldId="2147483672"/>
              <pc:sldLayoutMk cId="1921590639" sldId="2147483848"/>
              <ac:spMk id="39" creationId="{DEE24B91-16DE-DAB3-3069-2978764EB319}"/>
            </ac:spMkLst>
          </pc:spChg>
          <pc:spChg chg="mod">
            <ac:chgData name="Najib Darif (Moody's)" userId="592a0a0c-cdda-4551-acca-2ec9c5e745e6" providerId="ADAL" clId="{21A5EEB3-2D71-4021-9D17-AB1343FE6B48}" dt="2025-08-01T15:23:30.723" v="4"/>
            <ac:spMkLst>
              <pc:docMk/>
              <pc:sldMasterMk cId="2703121335" sldId="2147483672"/>
              <pc:sldLayoutMk cId="1921590639" sldId="2147483848"/>
              <ac:spMk id="41" creationId="{773CBB8A-601B-B68F-970A-8D6534F2D520}"/>
            </ac:spMkLst>
          </pc:spChg>
          <pc:spChg chg="mod">
            <ac:chgData name="Najib Darif (Moody's)" userId="592a0a0c-cdda-4551-acca-2ec9c5e745e6" providerId="ADAL" clId="{21A5EEB3-2D71-4021-9D17-AB1343FE6B48}" dt="2025-08-01T15:23:30.723" v="4"/>
            <ac:spMkLst>
              <pc:docMk/>
              <pc:sldMasterMk cId="2703121335" sldId="2147483672"/>
              <pc:sldLayoutMk cId="1921590639" sldId="2147483848"/>
              <ac:spMk id="44" creationId="{8229F8E0-54EB-CC61-EDE5-D49015E07E9D}"/>
            </ac:spMkLst>
          </pc:spChg>
        </pc:sldLayoutChg>
        <pc:sldLayoutChg chg="modSp mod ord">
          <pc:chgData name="Najib Darif (Moody's)" userId="592a0a0c-cdda-4551-acca-2ec9c5e745e6" providerId="ADAL" clId="{21A5EEB3-2D71-4021-9D17-AB1343FE6B48}" dt="2025-08-01T15:23:30.723" v="4"/>
          <pc:sldLayoutMkLst>
            <pc:docMk/>
            <pc:sldMasterMk cId="2703121335" sldId="2147483672"/>
            <pc:sldLayoutMk cId="1137457663" sldId="2147483849"/>
          </pc:sldLayoutMkLst>
          <pc:spChg chg="mod">
            <ac:chgData name="Najib Darif (Moody's)" userId="592a0a0c-cdda-4551-acca-2ec9c5e745e6" providerId="ADAL" clId="{21A5EEB3-2D71-4021-9D17-AB1343FE6B48}" dt="2025-08-01T15:23:30.723" v="4"/>
            <ac:spMkLst>
              <pc:docMk/>
              <pc:sldMasterMk cId="2703121335" sldId="2147483672"/>
              <pc:sldLayoutMk cId="1137457663" sldId="2147483849"/>
              <ac:spMk id="4" creationId="{F5D45E11-31A5-E3FC-391B-2853581FD0C8}"/>
            </ac:spMkLst>
          </pc:spChg>
          <pc:spChg chg="mod">
            <ac:chgData name="Najib Darif (Moody's)" userId="592a0a0c-cdda-4551-acca-2ec9c5e745e6" providerId="ADAL" clId="{21A5EEB3-2D71-4021-9D17-AB1343FE6B48}" dt="2025-08-01T15:23:30.723" v="4"/>
            <ac:spMkLst>
              <pc:docMk/>
              <pc:sldMasterMk cId="2703121335" sldId="2147483672"/>
              <pc:sldLayoutMk cId="1137457663" sldId="2147483849"/>
              <ac:spMk id="9" creationId="{32664483-5AC8-0F16-9C46-37836889B6E9}"/>
            </ac:spMkLst>
          </pc:spChg>
          <pc:spChg chg="mod">
            <ac:chgData name="Najib Darif (Moody's)" userId="592a0a0c-cdda-4551-acca-2ec9c5e745e6" providerId="ADAL" clId="{21A5EEB3-2D71-4021-9D17-AB1343FE6B48}" dt="2025-08-01T15:23:30.723" v="4"/>
            <ac:spMkLst>
              <pc:docMk/>
              <pc:sldMasterMk cId="2703121335" sldId="2147483672"/>
              <pc:sldLayoutMk cId="1137457663" sldId="2147483849"/>
              <ac:spMk id="14" creationId="{8D27C407-E192-03E9-638A-6586423552D1}"/>
            </ac:spMkLst>
          </pc:spChg>
          <pc:spChg chg="mod">
            <ac:chgData name="Najib Darif (Moody's)" userId="592a0a0c-cdda-4551-acca-2ec9c5e745e6" providerId="ADAL" clId="{21A5EEB3-2D71-4021-9D17-AB1343FE6B48}" dt="2025-08-01T15:23:30.723" v="4"/>
            <ac:spMkLst>
              <pc:docMk/>
              <pc:sldMasterMk cId="2703121335" sldId="2147483672"/>
              <pc:sldLayoutMk cId="1137457663" sldId="2147483849"/>
              <ac:spMk id="15" creationId="{00C9B1A6-9BEE-5CDA-ABBB-81C99443866D}"/>
            </ac:spMkLst>
          </pc:spChg>
        </pc:sldLayoutChg>
        <pc:sldLayoutChg chg="modSp mod ord">
          <pc:chgData name="Najib Darif (Moody's)" userId="592a0a0c-cdda-4551-acca-2ec9c5e745e6" providerId="ADAL" clId="{21A5EEB3-2D71-4021-9D17-AB1343FE6B48}" dt="2025-08-01T15:23:30.723" v="4"/>
          <pc:sldLayoutMkLst>
            <pc:docMk/>
            <pc:sldMasterMk cId="2703121335" sldId="2147483672"/>
            <pc:sldLayoutMk cId="3611429936" sldId="2147483850"/>
          </pc:sldLayoutMkLst>
          <pc:spChg chg="mod">
            <ac:chgData name="Najib Darif (Moody's)" userId="592a0a0c-cdda-4551-acca-2ec9c5e745e6" providerId="ADAL" clId="{21A5EEB3-2D71-4021-9D17-AB1343FE6B48}" dt="2025-08-01T15:23:30.723" v="4"/>
            <ac:spMkLst>
              <pc:docMk/>
              <pc:sldMasterMk cId="2703121335" sldId="2147483672"/>
              <pc:sldLayoutMk cId="3611429936" sldId="2147483850"/>
              <ac:spMk id="4" creationId="{F5D45E11-31A5-E3FC-391B-2853581FD0C8}"/>
            </ac:spMkLst>
          </pc:spChg>
          <pc:spChg chg="mod">
            <ac:chgData name="Najib Darif (Moody's)" userId="592a0a0c-cdda-4551-acca-2ec9c5e745e6" providerId="ADAL" clId="{21A5EEB3-2D71-4021-9D17-AB1343FE6B48}" dt="2025-08-01T15:23:30.723" v="4"/>
            <ac:spMkLst>
              <pc:docMk/>
              <pc:sldMasterMk cId="2703121335" sldId="2147483672"/>
              <pc:sldLayoutMk cId="3611429936" sldId="2147483850"/>
              <ac:spMk id="9" creationId="{32664483-5AC8-0F16-9C46-37836889B6E9}"/>
            </ac:spMkLst>
          </pc:spChg>
          <pc:spChg chg="mod">
            <ac:chgData name="Najib Darif (Moody's)" userId="592a0a0c-cdda-4551-acca-2ec9c5e745e6" providerId="ADAL" clId="{21A5EEB3-2D71-4021-9D17-AB1343FE6B48}" dt="2025-08-01T15:23:30.723" v="4"/>
            <ac:spMkLst>
              <pc:docMk/>
              <pc:sldMasterMk cId="2703121335" sldId="2147483672"/>
              <pc:sldLayoutMk cId="3611429936" sldId="2147483850"/>
              <ac:spMk id="14" creationId="{8D27C407-E192-03E9-638A-6586423552D1}"/>
            </ac:spMkLst>
          </pc:spChg>
          <pc:spChg chg="mod">
            <ac:chgData name="Najib Darif (Moody's)" userId="592a0a0c-cdda-4551-acca-2ec9c5e745e6" providerId="ADAL" clId="{21A5EEB3-2D71-4021-9D17-AB1343FE6B48}" dt="2025-08-01T15:23:30.723" v="4"/>
            <ac:spMkLst>
              <pc:docMk/>
              <pc:sldMasterMk cId="2703121335" sldId="2147483672"/>
              <pc:sldLayoutMk cId="3611429936" sldId="2147483850"/>
              <ac:spMk id="15" creationId="{00C9B1A6-9BEE-5CDA-ABBB-81C99443866D}"/>
            </ac:spMkLst>
          </pc:spChg>
        </pc:sldLayoutChg>
        <pc:sldLayoutChg chg="mod ord">
          <pc:chgData name="Najib Darif (Moody's)" userId="592a0a0c-cdda-4551-acca-2ec9c5e745e6" providerId="ADAL" clId="{21A5EEB3-2D71-4021-9D17-AB1343FE6B48}" dt="2025-08-01T15:23:30.723" v="4"/>
          <pc:sldLayoutMkLst>
            <pc:docMk/>
            <pc:sldMasterMk cId="2703121335" sldId="2147483672"/>
            <pc:sldLayoutMk cId="4278472834" sldId="2147483851"/>
          </pc:sldLayoutMkLst>
        </pc:sldLayoutChg>
        <pc:sldLayoutChg chg="modSp mod ord">
          <pc:chgData name="Najib Darif (Moody's)" userId="592a0a0c-cdda-4551-acca-2ec9c5e745e6" providerId="ADAL" clId="{21A5EEB3-2D71-4021-9D17-AB1343FE6B48}" dt="2025-08-01T15:23:30.723" v="4"/>
          <pc:sldLayoutMkLst>
            <pc:docMk/>
            <pc:sldMasterMk cId="2703121335" sldId="2147483672"/>
            <pc:sldLayoutMk cId="4220215952" sldId="2147483852"/>
          </pc:sldLayoutMkLst>
          <pc:spChg chg="mod">
            <ac:chgData name="Najib Darif (Moody's)" userId="592a0a0c-cdda-4551-acca-2ec9c5e745e6" providerId="ADAL" clId="{21A5EEB3-2D71-4021-9D17-AB1343FE6B48}" dt="2025-08-01T15:23:30.723" v="4"/>
            <ac:spMkLst>
              <pc:docMk/>
              <pc:sldMasterMk cId="2703121335" sldId="2147483672"/>
              <pc:sldLayoutMk cId="4220215952" sldId="2147483852"/>
              <ac:spMk id="7" creationId="{4E7DFA94-D58E-B043-9748-F5C033A80605}"/>
            </ac:spMkLst>
          </pc:spChg>
          <pc:spChg chg="mod">
            <ac:chgData name="Najib Darif (Moody's)" userId="592a0a0c-cdda-4551-acca-2ec9c5e745e6" providerId="ADAL" clId="{21A5EEB3-2D71-4021-9D17-AB1343FE6B48}" dt="2025-08-01T15:23:30.723" v="4"/>
            <ac:spMkLst>
              <pc:docMk/>
              <pc:sldMasterMk cId="2703121335" sldId="2147483672"/>
              <pc:sldLayoutMk cId="4220215952" sldId="2147483852"/>
              <ac:spMk id="20" creationId="{FA57E2A5-07A4-7598-0417-7BDD1699473D}"/>
            </ac:spMkLst>
          </pc:spChg>
          <pc:spChg chg="mod">
            <ac:chgData name="Najib Darif (Moody's)" userId="592a0a0c-cdda-4551-acca-2ec9c5e745e6" providerId="ADAL" clId="{21A5EEB3-2D71-4021-9D17-AB1343FE6B48}" dt="2025-08-01T15:23:30.723" v="4"/>
            <ac:spMkLst>
              <pc:docMk/>
              <pc:sldMasterMk cId="2703121335" sldId="2147483672"/>
              <pc:sldLayoutMk cId="4220215952" sldId="2147483852"/>
              <ac:spMk id="21" creationId="{9E00C7D1-33B8-8C13-3170-53723F9DC775}"/>
            </ac:spMkLst>
          </pc:spChg>
          <pc:spChg chg="mod">
            <ac:chgData name="Najib Darif (Moody's)" userId="592a0a0c-cdda-4551-acca-2ec9c5e745e6" providerId="ADAL" clId="{21A5EEB3-2D71-4021-9D17-AB1343FE6B48}" dt="2025-08-01T15:23:30.723" v="4"/>
            <ac:spMkLst>
              <pc:docMk/>
              <pc:sldMasterMk cId="2703121335" sldId="2147483672"/>
              <pc:sldLayoutMk cId="4220215952" sldId="2147483852"/>
              <ac:spMk id="25" creationId="{6D983F6C-257C-6C67-6EC3-EBCA44E1E447}"/>
            </ac:spMkLst>
          </pc:spChg>
          <pc:spChg chg="mod">
            <ac:chgData name="Najib Darif (Moody's)" userId="592a0a0c-cdda-4551-acca-2ec9c5e745e6" providerId="ADAL" clId="{21A5EEB3-2D71-4021-9D17-AB1343FE6B48}" dt="2025-08-01T15:23:30.723" v="4"/>
            <ac:spMkLst>
              <pc:docMk/>
              <pc:sldMasterMk cId="2703121335" sldId="2147483672"/>
              <pc:sldLayoutMk cId="4220215952" sldId="2147483852"/>
              <ac:spMk id="26" creationId="{B30A2EA1-9831-326D-A8C1-2D549EB4933B}"/>
            </ac:spMkLst>
          </pc:spChg>
          <pc:spChg chg="mod">
            <ac:chgData name="Najib Darif (Moody's)" userId="592a0a0c-cdda-4551-acca-2ec9c5e745e6" providerId="ADAL" clId="{21A5EEB3-2D71-4021-9D17-AB1343FE6B48}" dt="2025-08-01T15:23:30.723" v="4"/>
            <ac:spMkLst>
              <pc:docMk/>
              <pc:sldMasterMk cId="2703121335" sldId="2147483672"/>
              <pc:sldLayoutMk cId="4220215952" sldId="2147483852"/>
              <ac:spMk id="27" creationId="{788C71B0-0D1B-0F88-EE68-676FD8926F88}"/>
            </ac:spMkLst>
          </pc:spChg>
          <pc:spChg chg="mod">
            <ac:chgData name="Najib Darif (Moody's)" userId="592a0a0c-cdda-4551-acca-2ec9c5e745e6" providerId="ADAL" clId="{21A5EEB3-2D71-4021-9D17-AB1343FE6B48}" dt="2025-08-01T15:23:30.723" v="4"/>
            <ac:spMkLst>
              <pc:docMk/>
              <pc:sldMasterMk cId="2703121335" sldId="2147483672"/>
              <pc:sldLayoutMk cId="4220215952" sldId="2147483852"/>
              <ac:spMk id="33" creationId="{E601086B-49DB-91F4-74B7-19EC53EE3BBE}"/>
            </ac:spMkLst>
          </pc:spChg>
          <pc:spChg chg="mod">
            <ac:chgData name="Najib Darif (Moody's)" userId="592a0a0c-cdda-4551-acca-2ec9c5e745e6" providerId="ADAL" clId="{21A5EEB3-2D71-4021-9D17-AB1343FE6B48}" dt="2025-08-01T15:23:30.723" v="4"/>
            <ac:spMkLst>
              <pc:docMk/>
              <pc:sldMasterMk cId="2703121335" sldId="2147483672"/>
              <pc:sldLayoutMk cId="4220215952" sldId="2147483852"/>
              <ac:spMk id="35" creationId="{91795EEA-E69F-C144-C1F3-C2414990FBA1}"/>
            </ac:spMkLst>
          </pc:spChg>
          <pc:spChg chg="mod">
            <ac:chgData name="Najib Darif (Moody's)" userId="592a0a0c-cdda-4551-acca-2ec9c5e745e6" providerId="ADAL" clId="{21A5EEB3-2D71-4021-9D17-AB1343FE6B48}" dt="2025-08-01T15:23:30.723" v="4"/>
            <ac:spMkLst>
              <pc:docMk/>
              <pc:sldMasterMk cId="2703121335" sldId="2147483672"/>
              <pc:sldLayoutMk cId="4220215952" sldId="2147483852"/>
              <ac:spMk id="37" creationId="{2C46E456-167D-6954-BAD6-1AF9A45D1383}"/>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585204134" sldId="2147483853"/>
          </pc:sldLayoutMkLst>
          <pc:spChg chg="mod">
            <ac:chgData name="Najib Darif (Moody's)" userId="592a0a0c-cdda-4551-acca-2ec9c5e745e6" providerId="ADAL" clId="{21A5EEB3-2D71-4021-9D17-AB1343FE6B48}" dt="2025-08-01T15:23:30.723" v="4"/>
            <ac:spMkLst>
              <pc:docMk/>
              <pc:sldMasterMk cId="2703121335" sldId="2147483672"/>
              <pc:sldLayoutMk cId="585204134" sldId="2147483853"/>
              <ac:spMk id="5" creationId="{BD67EC75-3424-7B25-247E-1C6B770541DE}"/>
            </ac:spMkLst>
          </pc:spChg>
          <pc:spChg chg="mod">
            <ac:chgData name="Najib Darif (Moody's)" userId="592a0a0c-cdda-4551-acca-2ec9c5e745e6" providerId="ADAL" clId="{21A5EEB3-2D71-4021-9D17-AB1343FE6B48}" dt="2025-08-01T15:23:30.723" v="4"/>
            <ac:spMkLst>
              <pc:docMk/>
              <pc:sldMasterMk cId="2703121335" sldId="2147483672"/>
              <pc:sldLayoutMk cId="585204134" sldId="2147483853"/>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585204134" sldId="2147483853"/>
              <ac:spMk id="11" creationId="{E5C7C011-127A-0143-3287-56B2493616F3}"/>
            </ac:spMkLst>
          </pc:spChg>
          <pc:spChg chg="mod">
            <ac:chgData name="Najib Darif (Moody's)" userId="592a0a0c-cdda-4551-acca-2ec9c5e745e6" providerId="ADAL" clId="{21A5EEB3-2D71-4021-9D17-AB1343FE6B48}" dt="2025-08-01T15:23:30.723" v="4"/>
            <ac:spMkLst>
              <pc:docMk/>
              <pc:sldMasterMk cId="2703121335" sldId="2147483672"/>
              <pc:sldLayoutMk cId="585204134" sldId="2147483853"/>
              <ac:spMk id="19" creationId="{34072C05-AED5-2EFC-938E-482980433E09}"/>
            </ac:spMkLst>
          </pc:spChg>
          <pc:spChg chg="mod">
            <ac:chgData name="Najib Darif (Moody's)" userId="592a0a0c-cdda-4551-acca-2ec9c5e745e6" providerId="ADAL" clId="{21A5EEB3-2D71-4021-9D17-AB1343FE6B48}" dt="2025-08-01T15:23:30.723" v="4"/>
            <ac:spMkLst>
              <pc:docMk/>
              <pc:sldMasterMk cId="2703121335" sldId="2147483672"/>
              <pc:sldLayoutMk cId="585204134" sldId="2147483853"/>
              <ac:spMk id="25" creationId="{319024EE-ED5D-FFF1-5239-5C9EE26262F8}"/>
            </ac:spMkLst>
          </pc:spChg>
          <pc:spChg chg="mod">
            <ac:chgData name="Najib Darif (Moody's)" userId="592a0a0c-cdda-4551-acca-2ec9c5e745e6" providerId="ADAL" clId="{21A5EEB3-2D71-4021-9D17-AB1343FE6B48}" dt="2025-08-01T15:23:30.723" v="4"/>
            <ac:spMkLst>
              <pc:docMk/>
              <pc:sldMasterMk cId="2703121335" sldId="2147483672"/>
              <pc:sldLayoutMk cId="585204134" sldId="2147483853"/>
              <ac:spMk id="31" creationId="{903611B5-888A-47D0-AF1C-FE9A83D8B5B5}"/>
            </ac:spMkLst>
          </pc:spChg>
          <pc:spChg chg="mod">
            <ac:chgData name="Najib Darif (Moody's)" userId="592a0a0c-cdda-4551-acca-2ec9c5e745e6" providerId="ADAL" clId="{21A5EEB3-2D71-4021-9D17-AB1343FE6B48}" dt="2025-08-01T15:23:30.723" v="4"/>
            <ac:spMkLst>
              <pc:docMk/>
              <pc:sldMasterMk cId="2703121335" sldId="2147483672"/>
              <pc:sldLayoutMk cId="585204134" sldId="2147483853"/>
              <ac:spMk id="35" creationId="{B9B029C9-1EA7-2BAF-AD5E-CED9490ECA94}"/>
            </ac:spMkLst>
          </pc:spChg>
          <pc:spChg chg="mod">
            <ac:chgData name="Najib Darif (Moody's)" userId="592a0a0c-cdda-4551-acca-2ec9c5e745e6" providerId="ADAL" clId="{21A5EEB3-2D71-4021-9D17-AB1343FE6B48}" dt="2025-08-01T15:23:30.723" v="4"/>
            <ac:spMkLst>
              <pc:docMk/>
              <pc:sldMasterMk cId="2703121335" sldId="2147483672"/>
              <pc:sldLayoutMk cId="585204134" sldId="2147483853"/>
              <ac:spMk id="36" creationId="{84EC1E92-0954-710F-591A-C03311440651}"/>
            </ac:spMkLst>
          </pc:spChg>
          <pc:spChg chg="mod">
            <ac:chgData name="Najib Darif (Moody's)" userId="592a0a0c-cdda-4551-acca-2ec9c5e745e6" providerId="ADAL" clId="{21A5EEB3-2D71-4021-9D17-AB1343FE6B48}" dt="2025-08-01T15:23:30.723" v="4"/>
            <ac:spMkLst>
              <pc:docMk/>
              <pc:sldMasterMk cId="2703121335" sldId="2147483672"/>
              <pc:sldLayoutMk cId="585204134" sldId="2147483853"/>
              <ac:spMk id="39" creationId="{E23557D9-4DEB-2508-E9FF-6F918636B4A4}"/>
            </ac:spMkLst>
          </pc:spChg>
          <pc:spChg chg="mod">
            <ac:chgData name="Najib Darif (Moody's)" userId="592a0a0c-cdda-4551-acca-2ec9c5e745e6" providerId="ADAL" clId="{21A5EEB3-2D71-4021-9D17-AB1343FE6B48}" dt="2025-08-01T15:23:30.723" v="4"/>
            <ac:spMkLst>
              <pc:docMk/>
              <pc:sldMasterMk cId="2703121335" sldId="2147483672"/>
              <pc:sldLayoutMk cId="585204134" sldId="2147483853"/>
              <ac:spMk id="42" creationId="{447A49B2-21EC-9A60-A49A-B88D32D6BCEA}"/>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3307133744" sldId="2147483854"/>
          </pc:sldLayoutMkLst>
          <pc:spChg chg="mod">
            <ac:chgData name="Najib Darif (Moody's)" userId="592a0a0c-cdda-4551-acca-2ec9c5e745e6" providerId="ADAL" clId="{21A5EEB3-2D71-4021-9D17-AB1343FE6B48}" dt="2025-08-01T15:23:30.723" v="4"/>
            <ac:spMkLst>
              <pc:docMk/>
              <pc:sldMasterMk cId="2703121335" sldId="2147483672"/>
              <pc:sldLayoutMk cId="3307133744" sldId="2147483854"/>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3307133744" sldId="2147483854"/>
              <ac:spMk id="28" creationId="{17A4289C-7601-5CA4-4C3A-5F28EB369581}"/>
            </ac:spMkLst>
          </pc:spChg>
          <pc:spChg chg="mod">
            <ac:chgData name="Najib Darif (Moody's)" userId="592a0a0c-cdda-4551-acca-2ec9c5e745e6" providerId="ADAL" clId="{21A5EEB3-2D71-4021-9D17-AB1343FE6B48}" dt="2025-08-01T15:23:30.723" v="4"/>
            <ac:spMkLst>
              <pc:docMk/>
              <pc:sldMasterMk cId="2703121335" sldId="2147483672"/>
              <pc:sldLayoutMk cId="3307133744" sldId="2147483854"/>
              <ac:spMk id="48" creationId="{EB65456B-8D08-C9BF-224B-B9C64A7F7CAA}"/>
            </ac:spMkLst>
          </pc:spChg>
          <pc:spChg chg="mod">
            <ac:chgData name="Najib Darif (Moody's)" userId="592a0a0c-cdda-4551-acca-2ec9c5e745e6" providerId="ADAL" clId="{21A5EEB3-2D71-4021-9D17-AB1343FE6B48}" dt="2025-08-01T15:23:30.723" v="4"/>
            <ac:spMkLst>
              <pc:docMk/>
              <pc:sldMasterMk cId="2703121335" sldId="2147483672"/>
              <pc:sldLayoutMk cId="3307133744" sldId="2147483854"/>
              <ac:spMk id="50" creationId="{4E24BE1D-A414-0921-6B24-228F418599DC}"/>
            </ac:spMkLst>
          </pc:spChg>
          <pc:spChg chg="mod">
            <ac:chgData name="Najib Darif (Moody's)" userId="592a0a0c-cdda-4551-acca-2ec9c5e745e6" providerId="ADAL" clId="{21A5EEB3-2D71-4021-9D17-AB1343FE6B48}" dt="2025-08-01T15:23:30.723" v="4"/>
            <ac:spMkLst>
              <pc:docMk/>
              <pc:sldMasterMk cId="2703121335" sldId="2147483672"/>
              <pc:sldLayoutMk cId="3307133744" sldId="2147483854"/>
              <ac:spMk id="52" creationId="{C9D12808-4957-032F-A845-94EEC2925E89}"/>
            </ac:spMkLst>
          </pc:spChg>
          <pc:spChg chg="mod">
            <ac:chgData name="Najib Darif (Moody's)" userId="592a0a0c-cdda-4551-acca-2ec9c5e745e6" providerId="ADAL" clId="{21A5EEB3-2D71-4021-9D17-AB1343FE6B48}" dt="2025-08-01T15:23:30.723" v="4"/>
            <ac:spMkLst>
              <pc:docMk/>
              <pc:sldMasterMk cId="2703121335" sldId="2147483672"/>
              <pc:sldLayoutMk cId="3307133744" sldId="2147483854"/>
              <ac:spMk id="53" creationId="{B12AD652-87BB-53BF-14D1-7CADF3402526}"/>
            </ac:spMkLst>
          </pc:spChg>
          <pc:spChg chg="mod">
            <ac:chgData name="Najib Darif (Moody's)" userId="592a0a0c-cdda-4551-acca-2ec9c5e745e6" providerId="ADAL" clId="{21A5EEB3-2D71-4021-9D17-AB1343FE6B48}" dt="2025-08-01T15:23:30.723" v="4"/>
            <ac:spMkLst>
              <pc:docMk/>
              <pc:sldMasterMk cId="2703121335" sldId="2147483672"/>
              <pc:sldLayoutMk cId="3307133744" sldId="2147483854"/>
              <ac:spMk id="54" creationId="{2F5D586D-E682-4214-BDFC-2381008A2DAD}"/>
            </ac:spMkLst>
          </pc:spChg>
          <pc:spChg chg="mod">
            <ac:chgData name="Najib Darif (Moody's)" userId="592a0a0c-cdda-4551-acca-2ec9c5e745e6" providerId="ADAL" clId="{21A5EEB3-2D71-4021-9D17-AB1343FE6B48}" dt="2025-08-01T15:23:30.723" v="4"/>
            <ac:spMkLst>
              <pc:docMk/>
              <pc:sldMasterMk cId="2703121335" sldId="2147483672"/>
              <pc:sldLayoutMk cId="3307133744" sldId="2147483854"/>
              <ac:spMk id="58" creationId="{B81A6CC2-3FF5-E358-9361-9AA641684178}"/>
            </ac:spMkLst>
          </pc:spChg>
          <pc:spChg chg="mod">
            <ac:chgData name="Najib Darif (Moody's)" userId="592a0a0c-cdda-4551-acca-2ec9c5e745e6" providerId="ADAL" clId="{21A5EEB3-2D71-4021-9D17-AB1343FE6B48}" dt="2025-08-01T15:23:30.723" v="4"/>
            <ac:spMkLst>
              <pc:docMk/>
              <pc:sldMasterMk cId="2703121335" sldId="2147483672"/>
              <pc:sldLayoutMk cId="3307133744" sldId="2147483854"/>
              <ac:spMk id="67" creationId="{D5751559-8E90-53E9-D2C3-6C9A57296D6D}"/>
            </ac:spMkLst>
          </pc:spChg>
          <pc:spChg chg="mod">
            <ac:chgData name="Najib Darif (Moody's)" userId="592a0a0c-cdda-4551-acca-2ec9c5e745e6" providerId="ADAL" clId="{21A5EEB3-2D71-4021-9D17-AB1343FE6B48}" dt="2025-08-01T15:23:30.723" v="4"/>
            <ac:spMkLst>
              <pc:docMk/>
              <pc:sldMasterMk cId="2703121335" sldId="2147483672"/>
              <pc:sldLayoutMk cId="3307133744" sldId="2147483854"/>
              <ac:spMk id="70" creationId="{769EC156-0E51-CE48-5482-055D256909C5}"/>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4071040195" sldId="2147483855"/>
          </pc:sldLayoutMkLst>
          <pc:spChg chg="mod">
            <ac:chgData name="Najib Darif (Moody's)" userId="592a0a0c-cdda-4551-acca-2ec9c5e745e6" providerId="ADAL" clId="{21A5EEB3-2D71-4021-9D17-AB1343FE6B48}" dt="2025-08-01T15:23:30.723" v="4"/>
            <ac:spMkLst>
              <pc:docMk/>
              <pc:sldMasterMk cId="2703121335" sldId="2147483672"/>
              <pc:sldLayoutMk cId="4071040195" sldId="2147483855"/>
              <ac:spMk id="6" creationId="{D6976165-15B0-50D3-48A1-3EEF58B092C0}"/>
            </ac:spMkLst>
          </pc:spChg>
          <pc:spChg chg="mod">
            <ac:chgData name="Najib Darif (Moody's)" userId="592a0a0c-cdda-4551-acca-2ec9c5e745e6" providerId="ADAL" clId="{21A5EEB3-2D71-4021-9D17-AB1343FE6B48}" dt="2025-08-01T15:23:30.723" v="4"/>
            <ac:spMkLst>
              <pc:docMk/>
              <pc:sldMasterMk cId="2703121335" sldId="2147483672"/>
              <pc:sldLayoutMk cId="4071040195" sldId="2147483855"/>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4071040195" sldId="2147483855"/>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4071040195" sldId="2147483855"/>
              <ac:spMk id="11" creationId="{E5C7C011-127A-0143-3287-56B2493616F3}"/>
            </ac:spMkLst>
          </pc:spChg>
          <pc:spChg chg="mod">
            <ac:chgData name="Najib Darif (Moody's)" userId="592a0a0c-cdda-4551-acca-2ec9c5e745e6" providerId="ADAL" clId="{21A5EEB3-2D71-4021-9D17-AB1343FE6B48}" dt="2025-08-01T15:23:30.723" v="4"/>
            <ac:spMkLst>
              <pc:docMk/>
              <pc:sldMasterMk cId="2703121335" sldId="2147483672"/>
              <pc:sldLayoutMk cId="4071040195" sldId="2147483855"/>
              <ac:spMk id="13" creationId="{E6ED4069-4F51-A36D-255A-CF77628C85CE}"/>
            </ac:spMkLst>
          </pc:spChg>
          <pc:spChg chg="mod">
            <ac:chgData name="Najib Darif (Moody's)" userId="592a0a0c-cdda-4551-acca-2ec9c5e745e6" providerId="ADAL" clId="{21A5EEB3-2D71-4021-9D17-AB1343FE6B48}" dt="2025-08-01T15:23:30.723" v="4"/>
            <ac:spMkLst>
              <pc:docMk/>
              <pc:sldMasterMk cId="2703121335" sldId="2147483672"/>
              <pc:sldLayoutMk cId="4071040195" sldId="2147483855"/>
              <ac:spMk id="17" creationId="{4C09C1F9-ECED-C5BA-42C5-0EE10E589CC6}"/>
            </ac:spMkLst>
          </pc:spChg>
          <pc:spChg chg="mod">
            <ac:chgData name="Najib Darif (Moody's)" userId="592a0a0c-cdda-4551-acca-2ec9c5e745e6" providerId="ADAL" clId="{21A5EEB3-2D71-4021-9D17-AB1343FE6B48}" dt="2025-08-01T15:23:30.723" v="4"/>
            <ac:spMkLst>
              <pc:docMk/>
              <pc:sldMasterMk cId="2703121335" sldId="2147483672"/>
              <pc:sldLayoutMk cId="4071040195" sldId="2147483855"/>
              <ac:spMk id="38" creationId="{53AEDA35-ADD6-FCE3-846B-BF1E0A6CA883}"/>
            </ac:spMkLst>
          </pc:spChg>
          <pc:spChg chg="mod">
            <ac:chgData name="Najib Darif (Moody's)" userId="592a0a0c-cdda-4551-acca-2ec9c5e745e6" providerId="ADAL" clId="{21A5EEB3-2D71-4021-9D17-AB1343FE6B48}" dt="2025-08-01T15:23:30.723" v="4"/>
            <ac:spMkLst>
              <pc:docMk/>
              <pc:sldMasterMk cId="2703121335" sldId="2147483672"/>
              <pc:sldLayoutMk cId="4071040195" sldId="2147483855"/>
              <ac:spMk id="42" creationId="{B0B8D82A-323A-DAD8-2FFF-306B1BD8A7B7}"/>
            </ac:spMkLst>
          </pc:spChg>
          <pc:spChg chg="mod">
            <ac:chgData name="Najib Darif (Moody's)" userId="592a0a0c-cdda-4551-acca-2ec9c5e745e6" providerId="ADAL" clId="{21A5EEB3-2D71-4021-9D17-AB1343FE6B48}" dt="2025-08-01T15:23:30.723" v="4"/>
            <ac:spMkLst>
              <pc:docMk/>
              <pc:sldMasterMk cId="2703121335" sldId="2147483672"/>
              <pc:sldLayoutMk cId="4071040195" sldId="2147483855"/>
              <ac:spMk id="47" creationId="{CC20C2B1-E5AA-66A6-3529-09EBEC5AD9E7}"/>
            </ac:spMkLst>
          </pc:spChg>
          <pc:spChg chg="mod">
            <ac:chgData name="Najib Darif (Moody's)" userId="592a0a0c-cdda-4551-acca-2ec9c5e745e6" providerId="ADAL" clId="{21A5EEB3-2D71-4021-9D17-AB1343FE6B48}" dt="2025-08-01T15:23:30.723" v="4"/>
            <ac:spMkLst>
              <pc:docMk/>
              <pc:sldMasterMk cId="2703121335" sldId="2147483672"/>
              <pc:sldLayoutMk cId="4071040195" sldId="2147483855"/>
              <ac:spMk id="52" creationId="{4094CC63-82FC-2C3B-297C-E0DA8033B303}"/>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2651006649" sldId="2147483856"/>
          </pc:sldLayoutMkLst>
          <pc:spChg chg="mod">
            <ac:chgData name="Najib Darif (Moody's)" userId="592a0a0c-cdda-4551-acca-2ec9c5e745e6" providerId="ADAL" clId="{21A5EEB3-2D71-4021-9D17-AB1343FE6B48}" dt="2025-08-01T15:23:30.723" v="4"/>
            <ac:spMkLst>
              <pc:docMk/>
              <pc:sldMasterMk cId="2703121335" sldId="2147483672"/>
              <pc:sldLayoutMk cId="2651006649" sldId="2147483856"/>
              <ac:spMk id="3" creationId="{1DC8F894-857C-8F07-E60C-2FD30A700DD0}"/>
            </ac:spMkLst>
          </pc:spChg>
          <pc:spChg chg="mod">
            <ac:chgData name="Najib Darif (Moody's)" userId="592a0a0c-cdda-4551-acca-2ec9c5e745e6" providerId="ADAL" clId="{21A5EEB3-2D71-4021-9D17-AB1343FE6B48}" dt="2025-08-01T15:23:30.723" v="4"/>
            <ac:spMkLst>
              <pc:docMk/>
              <pc:sldMasterMk cId="2703121335" sldId="2147483672"/>
              <pc:sldLayoutMk cId="2651006649" sldId="2147483856"/>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2651006649" sldId="2147483856"/>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2651006649" sldId="2147483856"/>
              <ac:spMk id="11" creationId="{E5C7C011-127A-0143-3287-56B2493616F3}"/>
            </ac:spMkLst>
          </pc:spChg>
          <pc:spChg chg="mod">
            <ac:chgData name="Najib Darif (Moody's)" userId="592a0a0c-cdda-4551-acca-2ec9c5e745e6" providerId="ADAL" clId="{21A5EEB3-2D71-4021-9D17-AB1343FE6B48}" dt="2025-08-01T15:23:30.723" v="4"/>
            <ac:spMkLst>
              <pc:docMk/>
              <pc:sldMasterMk cId="2703121335" sldId="2147483672"/>
              <pc:sldLayoutMk cId="2651006649" sldId="2147483856"/>
              <ac:spMk id="19" creationId="{59895743-E13E-B246-5F15-74FE000A889A}"/>
            </ac:spMkLst>
          </pc:spChg>
          <pc:spChg chg="mod">
            <ac:chgData name="Najib Darif (Moody's)" userId="592a0a0c-cdda-4551-acca-2ec9c5e745e6" providerId="ADAL" clId="{21A5EEB3-2D71-4021-9D17-AB1343FE6B48}" dt="2025-08-01T15:23:30.723" v="4"/>
            <ac:spMkLst>
              <pc:docMk/>
              <pc:sldMasterMk cId="2703121335" sldId="2147483672"/>
              <pc:sldLayoutMk cId="2651006649" sldId="2147483856"/>
              <ac:spMk id="21" creationId="{8797249A-0895-640A-3C86-1480F09097A3}"/>
            </ac:spMkLst>
          </pc:spChg>
          <pc:spChg chg="mod">
            <ac:chgData name="Najib Darif (Moody's)" userId="592a0a0c-cdda-4551-acca-2ec9c5e745e6" providerId="ADAL" clId="{21A5EEB3-2D71-4021-9D17-AB1343FE6B48}" dt="2025-08-01T15:23:30.723" v="4"/>
            <ac:spMkLst>
              <pc:docMk/>
              <pc:sldMasterMk cId="2703121335" sldId="2147483672"/>
              <pc:sldLayoutMk cId="2651006649" sldId="2147483856"/>
              <ac:spMk id="23" creationId="{35D47A3C-8E02-4C70-4FB9-43DAB1B59A70}"/>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3975975102" sldId="2147483857"/>
          </pc:sldLayoutMkLst>
          <pc:spChg chg="mod">
            <ac:chgData name="Najib Darif (Moody's)" userId="592a0a0c-cdda-4551-acca-2ec9c5e745e6" providerId="ADAL" clId="{21A5EEB3-2D71-4021-9D17-AB1343FE6B48}" dt="2025-08-01T15:23:30.723" v="4"/>
            <ac:spMkLst>
              <pc:docMk/>
              <pc:sldMasterMk cId="2703121335" sldId="2147483672"/>
              <pc:sldLayoutMk cId="3975975102" sldId="2147483857"/>
              <ac:spMk id="5" creationId="{EF9EC52F-C370-604D-C528-F596723637C4}"/>
            </ac:spMkLst>
          </pc:spChg>
          <pc:spChg chg="mod">
            <ac:chgData name="Najib Darif (Moody's)" userId="592a0a0c-cdda-4551-acca-2ec9c5e745e6" providerId="ADAL" clId="{21A5EEB3-2D71-4021-9D17-AB1343FE6B48}" dt="2025-08-01T15:23:30.723" v="4"/>
            <ac:spMkLst>
              <pc:docMk/>
              <pc:sldMasterMk cId="2703121335" sldId="2147483672"/>
              <pc:sldLayoutMk cId="3975975102" sldId="2147483857"/>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3975975102" sldId="2147483857"/>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3975975102" sldId="2147483857"/>
              <ac:spMk id="11" creationId="{E5C7C011-127A-0143-3287-56B2493616F3}"/>
            </ac:spMkLst>
          </pc:spChg>
          <pc:spChg chg="mod">
            <ac:chgData name="Najib Darif (Moody's)" userId="592a0a0c-cdda-4551-acca-2ec9c5e745e6" providerId="ADAL" clId="{21A5EEB3-2D71-4021-9D17-AB1343FE6B48}" dt="2025-08-01T15:23:30.723" v="4"/>
            <ac:spMkLst>
              <pc:docMk/>
              <pc:sldMasterMk cId="2703121335" sldId="2147483672"/>
              <pc:sldLayoutMk cId="3975975102" sldId="2147483857"/>
              <ac:spMk id="15" creationId="{C04BF789-84A7-0CA2-9DF8-1B3053E5048C}"/>
            </ac:spMkLst>
          </pc:spChg>
          <pc:spChg chg="mod">
            <ac:chgData name="Najib Darif (Moody's)" userId="592a0a0c-cdda-4551-acca-2ec9c5e745e6" providerId="ADAL" clId="{21A5EEB3-2D71-4021-9D17-AB1343FE6B48}" dt="2025-08-01T15:23:30.723" v="4"/>
            <ac:spMkLst>
              <pc:docMk/>
              <pc:sldMasterMk cId="2703121335" sldId="2147483672"/>
              <pc:sldLayoutMk cId="3975975102" sldId="2147483857"/>
              <ac:spMk id="17" creationId="{C3433E12-13DE-2F76-CD91-AD464AFB9124}"/>
            </ac:spMkLst>
          </pc:spChg>
          <pc:spChg chg="mod">
            <ac:chgData name="Najib Darif (Moody's)" userId="592a0a0c-cdda-4551-acca-2ec9c5e745e6" providerId="ADAL" clId="{21A5EEB3-2D71-4021-9D17-AB1343FE6B48}" dt="2025-08-01T15:23:30.723" v="4"/>
            <ac:spMkLst>
              <pc:docMk/>
              <pc:sldMasterMk cId="2703121335" sldId="2147483672"/>
              <pc:sldLayoutMk cId="3975975102" sldId="2147483857"/>
              <ac:spMk id="19" creationId="{A5CC0331-67E4-97F1-FFCC-045A5FC24A40}"/>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662762103" sldId="2147483858"/>
          </pc:sldLayoutMkLst>
          <pc:spChg chg="mod">
            <ac:chgData name="Najib Darif (Moody's)" userId="592a0a0c-cdda-4551-acca-2ec9c5e745e6" providerId="ADAL" clId="{21A5EEB3-2D71-4021-9D17-AB1343FE6B48}" dt="2025-08-01T15:23:30.723" v="4"/>
            <ac:spMkLst>
              <pc:docMk/>
              <pc:sldMasterMk cId="2703121335" sldId="2147483672"/>
              <pc:sldLayoutMk cId="662762103" sldId="2147483858"/>
              <ac:spMk id="4" creationId="{0F4207BC-188D-C830-B83A-98B60C773C10}"/>
            </ac:spMkLst>
          </pc:spChg>
          <pc:spChg chg="mod">
            <ac:chgData name="Najib Darif (Moody's)" userId="592a0a0c-cdda-4551-acca-2ec9c5e745e6" providerId="ADAL" clId="{21A5EEB3-2D71-4021-9D17-AB1343FE6B48}" dt="2025-08-01T15:23:30.723" v="4"/>
            <ac:spMkLst>
              <pc:docMk/>
              <pc:sldMasterMk cId="2703121335" sldId="2147483672"/>
              <pc:sldLayoutMk cId="662762103" sldId="2147483858"/>
              <ac:spMk id="5" creationId="{EF9EC52F-C370-604D-C528-F596723637C4}"/>
            </ac:spMkLst>
          </pc:spChg>
          <pc:spChg chg="mod">
            <ac:chgData name="Najib Darif (Moody's)" userId="592a0a0c-cdda-4551-acca-2ec9c5e745e6" providerId="ADAL" clId="{21A5EEB3-2D71-4021-9D17-AB1343FE6B48}" dt="2025-08-01T15:23:30.723" v="4"/>
            <ac:spMkLst>
              <pc:docMk/>
              <pc:sldMasterMk cId="2703121335" sldId="2147483672"/>
              <pc:sldLayoutMk cId="662762103" sldId="2147483858"/>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662762103" sldId="2147483858"/>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662762103" sldId="2147483858"/>
              <ac:spMk id="11" creationId="{E5C7C011-127A-0143-3287-56B2493616F3}"/>
            </ac:spMkLst>
          </pc:spChg>
          <pc:spChg chg="mod">
            <ac:chgData name="Najib Darif (Moody's)" userId="592a0a0c-cdda-4551-acca-2ec9c5e745e6" providerId="ADAL" clId="{21A5EEB3-2D71-4021-9D17-AB1343FE6B48}" dt="2025-08-01T15:23:30.723" v="4"/>
            <ac:spMkLst>
              <pc:docMk/>
              <pc:sldMasterMk cId="2703121335" sldId="2147483672"/>
              <pc:sldLayoutMk cId="662762103" sldId="2147483858"/>
              <ac:spMk id="16" creationId="{13CB873E-451B-AD74-97A9-A588E4BAB870}"/>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215269659" sldId="2147483859"/>
          </pc:sldLayoutMkLst>
          <pc:spChg chg="mod">
            <ac:chgData name="Najib Darif (Moody's)" userId="592a0a0c-cdda-4551-acca-2ec9c5e745e6" providerId="ADAL" clId="{21A5EEB3-2D71-4021-9D17-AB1343FE6B48}" dt="2025-08-01T15:23:30.723" v="4"/>
            <ac:spMkLst>
              <pc:docMk/>
              <pc:sldMasterMk cId="2703121335" sldId="2147483672"/>
              <pc:sldLayoutMk cId="215269659" sldId="2147483859"/>
              <ac:spMk id="2" creationId="{33F04150-992C-F011-69D3-7F4A3F6FF433}"/>
            </ac:spMkLst>
          </pc:spChg>
          <pc:spChg chg="mod">
            <ac:chgData name="Najib Darif (Moody's)" userId="592a0a0c-cdda-4551-acca-2ec9c5e745e6" providerId="ADAL" clId="{21A5EEB3-2D71-4021-9D17-AB1343FE6B48}" dt="2025-08-01T15:23:30.723" v="4"/>
            <ac:spMkLst>
              <pc:docMk/>
              <pc:sldMasterMk cId="2703121335" sldId="2147483672"/>
              <pc:sldLayoutMk cId="215269659" sldId="2147483859"/>
              <ac:spMk id="5" creationId="{5FB2903F-88A1-83A6-3840-2C6F40ADA372}"/>
            </ac:spMkLst>
          </pc:spChg>
          <pc:spChg chg="mod">
            <ac:chgData name="Najib Darif (Moody's)" userId="592a0a0c-cdda-4551-acca-2ec9c5e745e6" providerId="ADAL" clId="{21A5EEB3-2D71-4021-9D17-AB1343FE6B48}" dt="2025-08-01T15:23:30.723" v="4"/>
            <ac:spMkLst>
              <pc:docMk/>
              <pc:sldMasterMk cId="2703121335" sldId="2147483672"/>
              <pc:sldLayoutMk cId="215269659" sldId="2147483859"/>
              <ac:spMk id="14" creationId="{E9355155-D34A-C8FB-FD7F-D8F2AFB05465}"/>
            </ac:spMkLst>
          </pc:spChg>
          <pc:spChg chg="mod">
            <ac:chgData name="Najib Darif (Moody's)" userId="592a0a0c-cdda-4551-acca-2ec9c5e745e6" providerId="ADAL" clId="{21A5EEB3-2D71-4021-9D17-AB1343FE6B48}" dt="2025-08-01T15:23:30.723" v="4"/>
            <ac:spMkLst>
              <pc:docMk/>
              <pc:sldMasterMk cId="2703121335" sldId="2147483672"/>
              <pc:sldLayoutMk cId="215269659" sldId="2147483859"/>
              <ac:spMk id="15" creationId="{C7ABDCD6-3B21-724A-2B90-283DF93F2DD4}"/>
            </ac:spMkLst>
          </pc:spChg>
          <pc:spChg chg="mod">
            <ac:chgData name="Najib Darif (Moody's)" userId="592a0a0c-cdda-4551-acca-2ec9c5e745e6" providerId="ADAL" clId="{21A5EEB3-2D71-4021-9D17-AB1343FE6B48}" dt="2025-08-01T15:23:30.723" v="4"/>
            <ac:spMkLst>
              <pc:docMk/>
              <pc:sldMasterMk cId="2703121335" sldId="2147483672"/>
              <pc:sldLayoutMk cId="215269659" sldId="2147483859"/>
              <ac:spMk id="16" creationId="{9B2F4F16-C191-1C55-93DF-40C406D4E32E}"/>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902091781" sldId="2147483860"/>
          </pc:sldLayoutMkLst>
          <pc:spChg chg="mod">
            <ac:chgData name="Najib Darif (Moody's)" userId="592a0a0c-cdda-4551-acca-2ec9c5e745e6" providerId="ADAL" clId="{21A5EEB3-2D71-4021-9D17-AB1343FE6B48}" dt="2025-08-01T15:23:30.723" v="4"/>
            <ac:spMkLst>
              <pc:docMk/>
              <pc:sldMasterMk cId="2703121335" sldId="2147483672"/>
              <pc:sldLayoutMk cId="902091781" sldId="2147483860"/>
              <ac:spMk id="2" creationId="{33F04150-992C-F011-69D3-7F4A3F6FF433}"/>
            </ac:spMkLst>
          </pc:spChg>
          <pc:spChg chg="mod">
            <ac:chgData name="Najib Darif (Moody's)" userId="592a0a0c-cdda-4551-acca-2ec9c5e745e6" providerId="ADAL" clId="{21A5EEB3-2D71-4021-9D17-AB1343FE6B48}" dt="2025-08-01T15:23:30.723" v="4"/>
            <ac:spMkLst>
              <pc:docMk/>
              <pc:sldMasterMk cId="2703121335" sldId="2147483672"/>
              <pc:sldLayoutMk cId="902091781" sldId="2147483860"/>
              <ac:spMk id="5" creationId="{925BD05B-4745-E7F4-97A1-5C222CC090F5}"/>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432437910" sldId="2147483861"/>
          </pc:sldLayoutMkLst>
          <pc:spChg chg="mod">
            <ac:chgData name="Najib Darif (Moody's)" userId="592a0a0c-cdda-4551-acca-2ec9c5e745e6" providerId="ADAL" clId="{21A5EEB3-2D71-4021-9D17-AB1343FE6B48}" dt="2025-08-01T15:23:30.723" v="4"/>
            <ac:spMkLst>
              <pc:docMk/>
              <pc:sldMasterMk cId="2703121335" sldId="2147483672"/>
              <pc:sldLayoutMk cId="432437910" sldId="2147483861"/>
              <ac:spMk id="3" creationId="{2C4DFBF5-AF25-74B3-E64C-151E88405CCD}"/>
            </ac:spMkLst>
          </pc:spChg>
          <pc:spChg chg="mod">
            <ac:chgData name="Najib Darif (Moody's)" userId="592a0a0c-cdda-4551-acca-2ec9c5e745e6" providerId="ADAL" clId="{21A5EEB3-2D71-4021-9D17-AB1343FE6B48}" dt="2025-08-01T15:23:30.723" v="4"/>
            <ac:spMkLst>
              <pc:docMk/>
              <pc:sldMasterMk cId="2703121335" sldId="2147483672"/>
              <pc:sldLayoutMk cId="432437910" sldId="2147483861"/>
              <ac:spMk id="5" creationId="{F22CA864-4C06-0E60-3B00-A1D84FC28322}"/>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3648711462" sldId="2147483862"/>
          </pc:sldLayoutMkLst>
          <pc:spChg chg="mod">
            <ac:chgData name="Najib Darif (Moody's)" userId="592a0a0c-cdda-4551-acca-2ec9c5e745e6" providerId="ADAL" clId="{21A5EEB3-2D71-4021-9D17-AB1343FE6B48}" dt="2025-08-01T15:23:30.723" v="4"/>
            <ac:spMkLst>
              <pc:docMk/>
              <pc:sldMasterMk cId="2703121335" sldId="2147483672"/>
              <pc:sldLayoutMk cId="3648711462" sldId="2147483862"/>
              <ac:spMk id="2" creationId="{65CBF573-59E2-9C93-0DC3-78AAB8C05C25}"/>
            </ac:spMkLst>
          </pc:spChg>
          <pc:spChg chg="mod">
            <ac:chgData name="Najib Darif (Moody's)" userId="592a0a0c-cdda-4551-acca-2ec9c5e745e6" providerId="ADAL" clId="{21A5EEB3-2D71-4021-9D17-AB1343FE6B48}" dt="2025-08-01T15:23:30.723" v="4"/>
            <ac:spMkLst>
              <pc:docMk/>
              <pc:sldMasterMk cId="2703121335" sldId="2147483672"/>
              <pc:sldLayoutMk cId="3648711462" sldId="2147483862"/>
              <ac:spMk id="3" creationId="{611BAA65-5556-8A7C-F1DA-A7D11150A35C}"/>
            </ac:spMkLst>
          </pc:spChg>
          <pc:spChg chg="mod">
            <ac:chgData name="Najib Darif (Moody's)" userId="592a0a0c-cdda-4551-acca-2ec9c5e745e6" providerId="ADAL" clId="{21A5EEB3-2D71-4021-9D17-AB1343FE6B48}" dt="2025-08-01T15:23:30.723" v="4"/>
            <ac:spMkLst>
              <pc:docMk/>
              <pc:sldMasterMk cId="2703121335" sldId="2147483672"/>
              <pc:sldLayoutMk cId="3648711462" sldId="2147483862"/>
              <ac:spMk id="5" creationId="{F22CA864-4C06-0E60-3B00-A1D84FC28322}"/>
            </ac:spMkLst>
          </pc:spChg>
          <pc:spChg chg="mod">
            <ac:chgData name="Najib Darif (Moody's)" userId="592a0a0c-cdda-4551-acca-2ec9c5e745e6" providerId="ADAL" clId="{21A5EEB3-2D71-4021-9D17-AB1343FE6B48}" dt="2025-08-01T15:23:30.723" v="4"/>
            <ac:spMkLst>
              <pc:docMk/>
              <pc:sldMasterMk cId="2703121335" sldId="2147483672"/>
              <pc:sldLayoutMk cId="3648711462" sldId="2147483862"/>
              <ac:spMk id="7" creationId="{E60D21F8-DDF8-0ABD-B77A-99A1823A2B21}"/>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614477199" sldId="2147483863"/>
          </pc:sldLayoutMkLst>
          <pc:spChg chg="mod">
            <ac:chgData name="Najib Darif (Moody's)" userId="592a0a0c-cdda-4551-acca-2ec9c5e745e6" providerId="ADAL" clId="{21A5EEB3-2D71-4021-9D17-AB1343FE6B48}" dt="2025-08-01T15:23:30.723" v="4"/>
            <ac:spMkLst>
              <pc:docMk/>
              <pc:sldMasterMk cId="2703121335" sldId="2147483672"/>
              <pc:sldLayoutMk cId="614477199" sldId="2147483863"/>
              <ac:spMk id="2" creationId="{65CBF573-59E2-9C93-0DC3-78AAB8C05C25}"/>
            </ac:spMkLst>
          </pc:spChg>
          <pc:spChg chg="mod">
            <ac:chgData name="Najib Darif (Moody's)" userId="592a0a0c-cdda-4551-acca-2ec9c5e745e6" providerId="ADAL" clId="{21A5EEB3-2D71-4021-9D17-AB1343FE6B48}" dt="2025-08-01T15:23:30.723" v="4"/>
            <ac:spMkLst>
              <pc:docMk/>
              <pc:sldMasterMk cId="2703121335" sldId="2147483672"/>
              <pc:sldLayoutMk cId="614477199" sldId="2147483863"/>
              <ac:spMk id="3" creationId="{611BAA65-5556-8A7C-F1DA-A7D11150A35C}"/>
            </ac:spMkLst>
          </pc:spChg>
          <pc:spChg chg="mod">
            <ac:chgData name="Najib Darif (Moody's)" userId="592a0a0c-cdda-4551-acca-2ec9c5e745e6" providerId="ADAL" clId="{21A5EEB3-2D71-4021-9D17-AB1343FE6B48}" dt="2025-08-01T15:23:30.723" v="4"/>
            <ac:spMkLst>
              <pc:docMk/>
              <pc:sldMasterMk cId="2703121335" sldId="2147483672"/>
              <pc:sldLayoutMk cId="614477199" sldId="2147483863"/>
              <ac:spMk id="4" creationId="{0A81BF85-E531-3686-907C-CABBA5BF2785}"/>
            </ac:spMkLst>
          </pc:spChg>
          <pc:spChg chg="mod">
            <ac:chgData name="Najib Darif (Moody's)" userId="592a0a0c-cdda-4551-acca-2ec9c5e745e6" providerId="ADAL" clId="{21A5EEB3-2D71-4021-9D17-AB1343FE6B48}" dt="2025-08-01T15:23:30.723" v="4"/>
            <ac:spMkLst>
              <pc:docMk/>
              <pc:sldMasterMk cId="2703121335" sldId="2147483672"/>
              <pc:sldLayoutMk cId="614477199" sldId="2147483863"/>
              <ac:spMk id="5" creationId="{F22CA864-4C06-0E60-3B00-A1D84FC28322}"/>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1745492497" sldId="2147483864"/>
          </pc:sldLayoutMkLst>
          <pc:spChg chg="mod">
            <ac:chgData name="Najib Darif (Moody's)" userId="592a0a0c-cdda-4551-acca-2ec9c5e745e6" providerId="ADAL" clId="{21A5EEB3-2D71-4021-9D17-AB1343FE6B48}" dt="2025-08-01T15:23:30.723" v="4"/>
            <ac:spMkLst>
              <pc:docMk/>
              <pc:sldMasterMk cId="2703121335" sldId="2147483672"/>
              <pc:sldLayoutMk cId="1745492497" sldId="2147483864"/>
              <ac:spMk id="4" creationId="{CE376998-4040-9761-674E-D9535BFB68B1}"/>
            </ac:spMkLst>
          </pc:spChg>
          <pc:spChg chg="mod">
            <ac:chgData name="Najib Darif (Moody's)" userId="592a0a0c-cdda-4551-acca-2ec9c5e745e6" providerId="ADAL" clId="{21A5EEB3-2D71-4021-9D17-AB1343FE6B48}" dt="2025-08-01T15:23:30.723" v="4"/>
            <ac:spMkLst>
              <pc:docMk/>
              <pc:sldMasterMk cId="2703121335" sldId="2147483672"/>
              <pc:sldLayoutMk cId="1745492497" sldId="2147483864"/>
              <ac:spMk id="5" creationId="{BB98ADA5-8554-9765-F77A-EDEF8AC9DCA3}"/>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2959485812" sldId="2147483865"/>
          </pc:sldLayoutMkLst>
          <pc:spChg chg="mod">
            <ac:chgData name="Najib Darif (Moody's)" userId="592a0a0c-cdda-4551-acca-2ec9c5e745e6" providerId="ADAL" clId="{21A5EEB3-2D71-4021-9D17-AB1343FE6B48}" dt="2025-08-01T15:23:30.723" v="4"/>
            <ac:spMkLst>
              <pc:docMk/>
              <pc:sldMasterMk cId="2703121335" sldId="2147483672"/>
              <pc:sldLayoutMk cId="2959485812" sldId="2147483865"/>
              <ac:spMk id="2" creationId="{00000000-0000-0000-0000-000000000000}"/>
            </ac:spMkLst>
          </pc:spChg>
          <pc:spChg chg="mod">
            <ac:chgData name="Najib Darif (Moody's)" userId="592a0a0c-cdda-4551-acca-2ec9c5e745e6" providerId="ADAL" clId="{21A5EEB3-2D71-4021-9D17-AB1343FE6B48}" dt="2025-08-01T15:23:30.723" v="4"/>
            <ac:spMkLst>
              <pc:docMk/>
              <pc:sldMasterMk cId="2703121335" sldId="2147483672"/>
              <pc:sldLayoutMk cId="2959485812" sldId="2147483865"/>
              <ac:spMk id="3" creationId="{00000000-0000-0000-0000-000000000000}"/>
            </ac:spMkLst>
          </pc:spChg>
          <pc:spChg chg="mod">
            <ac:chgData name="Najib Darif (Moody's)" userId="592a0a0c-cdda-4551-acca-2ec9c5e745e6" providerId="ADAL" clId="{21A5EEB3-2D71-4021-9D17-AB1343FE6B48}" dt="2025-08-01T15:23:30.723" v="4"/>
            <ac:spMkLst>
              <pc:docMk/>
              <pc:sldMasterMk cId="2703121335" sldId="2147483672"/>
              <pc:sldLayoutMk cId="2959485812" sldId="2147483865"/>
              <ac:spMk id="4" creationId="{9BB854CE-1B4C-490B-C515-C33E649B37DA}"/>
            </ac:spMkLst>
          </pc:spChg>
          <pc:spChg chg="mod">
            <ac:chgData name="Najib Darif (Moody's)" userId="592a0a0c-cdda-4551-acca-2ec9c5e745e6" providerId="ADAL" clId="{21A5EEB3-2D71-4021-9D17-AB1343FE6B48}" dt="2025-08-01T15:23:30.723" v="4"/>
            <ac:spMkLst>
              <pc:docMk/>
              <pc:sldMasterMk cId="2703121335" sldId="2147483672"/>
              <pc:sldLayoutMk cId="2959485812" sldId="2147483865"/>
              <ac:spMk id="6" creationId="{76C30FE3-5684-132F-302C-CC853776B6C1}"/>
            </ac:spMkLst>
          </pc:spChg>
        </pc:sldLayoutChg>
        <pc:sldLayoutChg chg="modSp mod ord">
          <pc:chgData name="Najib Darif (Moody's)" userId="592a0a0c-cdda-4551-acca-2ec9c5e745e6" providerId="ADAL" clId="{21A5EEB3-2D71-4021-9D17-AB1343FE6B48}" dt="2025-08-01T15:23:30.723" v="4"/>
          <pc:sldLayoutMkLst>
            <pc:docMk/>
            <pc:sldMasterMk cId="2703121335" sldId="2147483672"/>
            <pc:sldLayoutMk cId="1781748488" sldId="2147483866"/>
          </pc:sldLayoutMkLst>
          <pc:spChg chg="mod">
            <ac:chgData name="Najib Darif (Moody's)" userId="592a0a0c-cdda-4551-acca-2ec9c5e745e6" providerId="ADAL" clId="{21A5EEB3-2D71-4021-9D17-AB1343FE6B48}" dt="2025-08-01T15:23:30.723" v="4"/>
            <ac:spMkLst>
              <pc:docMk/>
              <pc:sldMasterMk cId="2703121335" sldId="2147483672"/>
              <pc:sldLayoutMk cId="1781748488" sldId="2147483866"/>
              <ac:spMk id="2" creationId="{00000000-0000-0000-0000-000000000000}"/>
            </ac:spMkLst>
          </pc:spChg>
          <pc:spChg chg="mod">
            <ac:chgData name="Najib Darif (Moody's)" userId="592a0a0c-cdda-4551-acca-2ec9c5e745e6" providerId="ADAL" clId="{21A5EEB3-2D71-4021-9D17-AB1343FE6B48}" dt="2025-08-01T15:23:30.723" v="4"/>
            <ac:spMkLst>
              <pc:docMk/>
              <pc:sldMasterMk cId="2703121335" sldId="2147483672"/>
              <pc:sldLayoutMk cId="1781748488" sldId="2147483866"/>
              <ac:spMk id="3" creationId="{00000000-0000-0000-0000-000000000000}"/>
            </ac:spMkLst>
          </pc:spChg>
          <pc:spChg chg="mod">
            <ac:chgData name="Najib Darif (Moody's)" userId="592a0a0c-cdda-4551-acca-2ec9c5e745e6" providerId="ADAL" clId="{21A5EEB3-2D71-4021-9D17-AB1343FE6B48}" dt="2025-08-01T15:23:30.723" v="4"/>
            <ac:spMkLst>
              <pc:docMk/>
              <pc:sldMasterMk cId="2703121335" sldId="2147483672"/>
              <pc:sldLayoutMk cId="1781748488" sldId="2147483866"/>
              <ac:spMk id="4" creationId="{00000000-0000-0000-0000-000000000000}"/>
            </ac:spMkLst>
          </pc:spChg>
          <pc:spChg chg="mod">
            <ac:chgData name="Najib Darif (Moody's)" userId="592a0a0c-cdda-4551-acca-2ec9c5e745e6" providerId="ADAL" clId="{21A5EEB3-2D71-4021-9D17-AB1343FE6B48}" dt="2025-08-01T15:23:30.723" v="4"/>
            <ac:spMkLst>
              <pc:docMk/>
              <pc:sldMasterMk cId="2703121335" sldId="2147483672"/>
              <pc:sldLayoutMk cId="1781748488" sldId="2147483866"/>
              <ac:spMk id="5" creationId="{A78CAA1A-8A79-4F83-53DE-0E9A87252E16}"/>
            </ac:spMkLst>
          </pc:spChg>
          <pc:spChg chg="mod">
            <ac:chgData name="Najib Darif (Moody's)" userId="592a0a0c-cdda-4551-acca-2ec9c5e745e6" providerId="ADAL" clId="{21A5EEB3-2D71-4021-9D17-AB1343FE6B48}" dt="2025-08-01T15:23:30.723" v="4"/>
            <ac:spMkLst>
              <pc:docMk/>
              <pc:sldMasterMk cId="2703121335" sldId="2147483672"/>
              <pc:sldLayoutMk cId="1781748488" sldId="2147483866"/>
              <ac:spMk id="7" creationId="{58F4AF7D-7EF6-6D24-08C5-B87FDA689D4B}"/>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2086959980" sldId="2147483867"/>
          </pc:sldLayoutMkLst>
          <pc:spChg chg="mod">
            <ac:chgData name="Najib Darif (Moody's)" userId="592a0a0c-cdda-4551-acca-2ec9c5e745e6" providerId="ADAL" clId="{21A5EEB3-2D71-4021-9D17-AB1343FE6B48}" dt="2025-08-01T15:23:30.723" v="4"/>
            <ac:spMkLst>
              <pc:docMk/>
              <pc:sldMasterMk cId="2703121335" sldId="2147483672"/>
              <pc:sldLayoutMk cId="2086959980" sldId="2147483867"/>
              <ac:spMk id="2" creationId="{00000000-0000-0000-0000-000000000000}"/>
            </ac:spMkLst>
          </pc:spChg>
          <pc:spChg chg="mod">
            <ac:chgData name="Najib Darif (Moody's)" userId="592a0a0c-cdda-4551-acca-2ec9c5e745e6" providerId="ADAL" clId="{21A5EEB3-2D71-4021-9D17-AB1343FE6B48}" dt="2025-08-01T15:23:30.723" v="4"/>
            <ac:spMkLst>
              <pc:docMk/>
              <pc:sldMasterMk cId="2703121335" sldId="2147483672"/>
              <pc:sldLayoutMk cId="2086959980" sldId="2147483867"/>
              <ac:spMk id="3" creationId="{00000000-0000-0000-0000-000000000000}"/>
            </ac:spMkLst>
          </pc:spChg>
          <pc:spChg chg="mod">
            <ac:chgData name="Najib Darif (Moody's)" userId="592a0a0c-cdda-4551-acca-2ec9c5e745e6" providerId="ADAL" clId="{21A5EEB3-2D71-4021-9D17-AB1343FE6B48}" dt="2025-08-01T15:23:30.723" v="4"/>
            <ac:spMkLst>
              <pc:docMk/>
              <pc:sldMasterMk cId="2703121335" sldId="2147483672"/>
              <pc:sldLayoutMk cId="2086959980" sldId="2147483867"/>
              <ac:spMk id="4" creationId="{10A37705-A168-BCDF-1BEF-7B5943717801}"/>
            </ac:spMkLst>
          </pc:spChg>
          <pc:spChg chg="mod">
            <ac:chgData name="Najib Darif (Moody's)" userId="592a0a0c-cdda-4551-acca-2ec9c5e745e6" providerId="ADAL" clId="{21A5EEB3-2D71-4021-9D17-AB1343FE6B48}" dt="2025-08-01T15:23:30.723" v="4"/>
            <ac:spMkLst>
              <pc:docMk/>
              <pc:sldMasterMk cId="2703121335" sldId="2147483672"/>
              <pc:sldLayoutMk cId="2086959980" sldId="2147483867"/>
              <ac:spMk id="6" creationId="{99C6DEE5-2AD1-6F2D-A60B-9F5FA18B8F86}"/>
            </ac:spMkLst>
          </pc:spChg>
        </pc:sldLayoutChg>
        <pc:sldLayoutChg chg="modSp mod ord">
          <pc:chgData name="Najib Darif (Moody's)" userId="592a0a0c-cdda-4551-acca-2ec9c5e745e6" providerId="ADAL" clId="{21A5EEB3-2D71-4021-9D17-AB1343FE6B48}" dt="2025-08-01T15:23:30.723" v="4"/>
          <pc:sldLayoutMkLst>
            <pc:docMk/>
            <pc:sldMasterMk cId="2703121335" sldId="2147483672"/>
            <pc:sldLayoutMk cId="3418768715" sldId="2147483868"/>
          </pc:sldLayoutMkLst>
          <pc:spChg chg="mod">
            <ac:chgData name="Najib Darif (Moody's)" userId="592a0a0c-cdda-4551-acca-2ec9c5e745e6" providerId="ADAL" clId="{21A5EEB3-2D71-4021-9D17-AB1343FE6B48}" dt="2025-08-01T15:23:30.723" v="4"/>
            <ac:spMkLst>
              <pc:docMk/>
              <pc:sldMasterMk cId="2703121335" sldId="2147483672"/>
              <pc:sldLayoutMk cId="3418768715" sldId="2147483868"/>
              <ac:spMk id="2" creationId="{00000000-0000-0000-0000-000000000000}"/>
            </ac:spMkLst>
          </pc:spChg>
          <pc:spChg chg="mod">
            <ac:chgData name="Najib Darif (Moody's)" userId="592a0a0c-cdda-4551-acca-2ec9c5e745e6" providerId="ADAL" clId="{21A5EEB3-2D71-4021-9D17-AB1343FE6B48}" dt="2025-08-01T15:23:30.723" v="4"/>
            <ac:spMkLst>
              <pc:docMk/>
              <pc:sldMasterMk cId="2703121335" sldId="2147483672"/>
              <pc:sldLayoutMk cId="3418768715" sldId="2147483868"/>
              <ac:spMk id="3" creationId="{00000000-0000-0000-0000-000000000000}"/>
            </ac:spMkLst>
          </pc:spChg>
          <pc:spChg chg="mod">
            <ac:chgData name="Najib Darif (Moody's)" userId="592a0a0c-cdda-4551-acca-2ec9c5e745e6" providerId="ADAL" clId="{21A5EEB3-2D71-4021-9D17-AB1343FE6B48}" dt="2025-08-01T15:23:30.723" v="4"/>
            <ac:spMkLst>
              <pc:docMk/>
              <pc:sldMasterMk cId="2703121335" sldId="2147483672"/>
              <pc:sldLayoutMk cId="3418768715" sldId="2147483868"/>
              <ac:spMk id="4" creationId="{00000000-0000-0000-0000-000000000000}"/>
            </ac:spMkLst>
          </pc:spChg>
          <pc:spChg chg="mod">
            <ac:chgData name="Najib Darif (Moody's)" userId="592a0a0c-cdda-4551-acca-2ec9c5e745e6" providerId="ADAL" clId="{21A5EEB3-2D71-4021-9D17-AB1343FE6B48}" dt="2025-08-01T15:23:30.723" v="4"/>
            <ac:spMkLst>
              <pc:docMk/>
              <pc:sldMasterMk cId="2703121335" sldId="2147483672"/>
              <pc:sldLayoutMk cId="3418768715" sldId="2147483868"/>
              <ac:spMk id="5" creationId="{11E24534-E34F-1CA4-9AEA-AACB89A1DF62}"/>
            </ac:spMkLst>
          </pc:spChg>
          <pc:spChg chg="mod">
            <ac:chgData name="Najib Darif (Moody's)" userId="592a0a0c-cdda-4551-acca-2ec9c5e745e6" providerId="ADAL" clId="{21A5EEB3-2D71-4021-9D17-AB1343FE6B48}" dt="2025-08-01T15:23:30.723" v="4"/>
            <ac:spMkLst>
              <pc:docMk/>
              <pc:sldMasterMk cId="2703121335" sldId="2147483672"/>
              <pc:sldLayoutMk cId="3418768715" sldId="2147483868"/>
              <ac:spMk id="7" creationId="{38FE769C-700D-8111-AE9C-7FD959492849}"/>
            </ac:spMkLst>
          </pc:spChg>
        </pc:sldLayoutChg>
        <pc:sldLayoutChg chg="modSp mod ord">
          <pc:chgData name="Najib Darif (Moody's)" userId="592a0a0c-cdda-4551-acca-2ec9c5e745e6" providerId="ADAL" clId="{21A5EEB3-2D71-4021-9D17-AB1343FE6B48}" dt="2025-08-01T15:23:30.723" v="4"/>
          <pc:sldLayoutMkLst>
            <pc:docMk/>
            <pc:sldMasterMk cId="2703121335" sldId="2147483672"/>
            <pc:sldLayoutMk cId="2509720300" sldId="2147483869"/>
          </pc:sldLayoutMkLst>
          <pc:spChg chg="mod">
            <ac:chgData name="Najib Darif (Moody's)" userId="592a0a0c-cdda-4551-acca-2ec9c5e745e6" providerId="ADAL" clId="{21A5EEB3-2D71-4021-9D17-AB1343FE6B48}" dt="2025-08-01T15:23:30.723" v="4"/>
            <ac:spMkLst>
              <pc:docMk/>
              <pc:sldMasterMk cId="2703121335" sldId="2147483672"/>
              <pc:sldLayoutMk cId="2509720300" sldId="2147483869"/>
              <ac:spMk id="2" creationId="{00000000-0000-0000-0000-000000000000}"/>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2912312909" sldId="2147483870"/>
          </pc:sldLayoutMkLst>
          <pc:spChg chg="mod">
            <ac:chgData name="Najib Darif (Moody's)" userId="592a0a0c-cdda-4551-acca-2ec9c5e745e6" providerId="ADAL" clId="{21A5EEB3-2D71-4021-9D17-AB1343FE6B48}" dt="2025-08-01T15:23:30.723" v="4"/>
            <ac:spMkLst>
              <pc:docMk/>
              <pc:sldMasterMk cId="2703121335" sldId="2147483672"/>
              <pc:sldLayoutMk cId="2912312909" sldId="2147483870"/>
              <ac:spMk id="2" creationId="{BA89B79F-E7FB-6CEC-AF7B-F4596D884FE9}"/>
            </ac:spMkLst>
          </pc:spChg>
          <pc:spChg chg="mod">
            <ac:chgData name="Najib Darif (Moody's)" userId="592a0a0c-cdda-4551-acca-2ec9c5e745e6" providerId="ADAL" clId="{21A5EEB3-2D71-4021-9D17-AB1343FE6B48}" dt="2025-08-01T15:23:30.723" v="4"/>
            <ac:spMkLst>
              <pc:docMk/>
              <pc:sldMasterMk cId="2703121335" sldId="2147483672"/>
              <pc:sldLayoutMk cId="2912312909" sldId="2147483870"/>
              <ac:spMk id="4" creationId="{00000000-0000-0000-0000-000000000000}"/>
            </ac:spMkLst>
          </pc:spChg>
          <pc:spChg chg="mod">
            <ac:chgData name="Najib Darif (Moody's)" userId="592a0a0c-cdda-4551-acca-2ec9c5e745e6" providerId="ADAL" clId="{21A5EEB3-2D71-4021-9D17-AB1343FE6B48}" dt="2025-08-01T15:23:30.723" v="4"/>
            <ac:spMkLst>
              <pc:docMk/>
              <pc:sldMasterMk cId="2703121335" sldId="2147483672"/>
              <pc:sldLayoutMk cId="2912312909" sldId="2147483870"/>
              <ac:spMk id="6" creationId="{1FF48B40-A160-4A8A-E494-CC4D59D82CD5}"/>
            </ac:spMkLst>
          </pc:spChg>
          <pc:spChg chg="mod">
            <ac:chgData name="Najib Darif (Moody's)" userId="592a0a0c-cdda-4551-acca-2ec9c5e745e6" providerId="ADAL" clId="{21A5EEB3-2D71-4021-9D17-AB1343FE6B48}" dt="2025-08-01T15:23:30.723" v="4"/>
            <ac:spMkLst>
              <pc:docMk/>
              <pc:sldMasterMk cId="2703121335" sldId="2147483672"/>
              <pc:sldLayoutMk cId="2912312909" sldId="2147483870"/>
              <ac:spMk id="8" creationId="{00000000-0000-0000-0000-000000000000}"/>
            </ac:spMkLst>
          </pc:spChg>
        </pc:sldLayoutChg>
      </pc:sldMasterChg>
      <pc:sldMasterChg chg="del sldLayoutOrd">
        <pc:chgData name="Najib Darif (Moody's)" userId="592a0a0c-cdda-4551-acca-2ec9c5e745e6" providerId="ADAL" clId="{21A5EEB3-2D71-4021-9D17-AB1343FE6B48}" dt="2025-08-01T15:23:30.912" v="5"/>
        <pc:sldMasterMkLst>
          <pc:docMk/>
          <pc:sldMasterMk cId="3919414421" sldId="2147483785"/>
        </pc:sldMasterMkLst>
      </pc:sldMasterChg>
    </pc:docChg>
  </pc:docChgLst>
</pc:chgInfo>
</file>

<file path=ppt/charts/_rels/chart1.xml.rels><?xml version='1.0' encoding='UTF-8' standalone='yes'?>
<Relationships xmlns="http://schemas.openxmlformats.org/package/2006/relationships"><Relationship Id="rId1" Type="http://schemas.openxmlformats.org/officeDocument/2006/relationships/oleObject" Target="file:///C:\Users\Public\Documents\Rates%20Distribution.xlsx" TargetMode="External"/></Relationships>
</file>

<file path=ppt/charts/_rels/chart2.xml.rels><?xml version='1.0' encoding='UTF-8' standalone='yes'?>
<Relationships xmlns="http://schemas.openxmlformats.org/package/2006/relationships"><Relationship Id="rId1" Type="http://schemas.openxmlformats.org/officeDocument/2006/relationships/oleObject" Target="file:///C:\Users\Public\Documents\Rates%20Distribution.xlsx" TargetMode="External"/></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areaChart>
        <c:grouping val="stacked"/>
        <c:varyColors val="0"/>
        <c:ser>
          <c:idx val="0"/>
          <c:order val="0"/>
          <c:tx>
            <c:strRef>
              <c:f>Chart_Govt!$A$14</c:f>
              <c:strCache>
                <c:ptCount val="1"/>
              </c:strCache>
            </c:strRef>
          </c:tx>
          <c:spPr>
            <a:noFill/>
          </c:spPr>
          <c:cat>
            <c:numRef>
              <c:f>Chart_Govt!$B$13:$AZ$13</c:f>
              <c:numCache>
                <c:formatCode>General</c:formatCode>
                <c:ptCount val="5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pt idx="32">
                  <c:v>32</c:v>
                </c:pt>
                <c:pt idx="33">
                  <c:v>33</c:v>
                </c:pt>
                <c:pt idx="34">
                  <c:v>34</c:v>
                </c:pt>
                <c:pt idx="35">
                  <c:v>35</c:v>
                </c:pt>
                <c:pt idx="36">
                  <c:v>36</c:v>
                </c:pt>
                <c:pt idx="37">
                  <c:v>37</c:v>
                </c:pt>
                <c:pt idx="38">
                  <c:v>38</c:v>
                </c:pt>
                <c:pt idx="39">
                  <c:v>39</c:v>
                </c:pt>
                <c:pt idx="40">
                  <c:v>40</c:v>
                </c:pt>
                <c:pt idx="41">
                  <c:v>41</c:v>
                </c:pt>
                <c:pt idx="42">
                  <c:v>42</c:v>
                </c:pt>
                <c:pt idx="43">
                  <c:v>43</c:v>
                </c:pt>
                <c:pt idx="44">
                  <c:v>44</c:v>
                </c:pt>
                <c:pt idx="45">
                  <c:v>45</c:v>
                </c:pt>
                <c:pt idx="46">
                  <c:v>46</c:v>
                </c:pt>
                <c:pt idx="47">
                  <c:v>47</c:v>
                </c:pt>
                <c:pt idx="48">
                  <c:v>48</c:v>
                </c:pt>
                <c:pt idx="49">
                  <c:v>49</c:v>
                </c:pt>
                <c:pt idx="50">
                  <c:v>50</c:v>
                </c:pt>
              </c:numCache>
            </c:numRef>
          </c:cat>
          <c:val>
            <c:numRef>
              <c:f>Chart_Govt!$B$14:$AZ$14</c:f>
              <c:numCache>
                <c:formatCode>0.00000%</c:formatCode>
                <c:ptCount val="51"/>
                <c:pt idx="0">
                  <c:v>2.16040263945719E-3</c:v>
                </c:pt>
                <c:pt idx="1">
                  <c:v>-1.0054706375837981E-2</c:v>
                </c:pt>
                <c:pt idx="2">
                  <c:v>-1.0925918793586733E-2</c:v>
                </c:pt>
                <c:pt idx="3">
                  <c:v>-1.0707719753272362E-2</c:v>
                </c:pt>
                <c:pt idx="4">
                  <c:v>-1.0779754822896283E-2</c:v>
                </c:pt>
                <c:pt idx="5">
                  <c:v>-9.561810817220814E-3</c:v>
                </c:pt>
                <c:pt idx="6">
                  <c:v>-1.0601889522412384E-2</c:v>
                </c:pt>
                <c:pt idx="7">
                  <c:v>-9.4411797069967242E-3</c:v>
                </c:pt>
                <c:pt idx="8">
                  <c:v>-9.5933138958645726E-3</c:v>
                </c:pt>
                <c:pt idx="9">
                  <c:v>-9.0273252597931064E-3</c:v>
                </c:pt>
                <c:pt idx="10">
                  <c:v>-9.8487724767095611E-3</c:v>
                </c:pt>
                <c:pt idx="11">
                  <c:v>-9.4900957413022197E-3</c:v>
                </c:pt>
                <c:pt idx="12">
                  <c:v>-1.07090533856068E-2</c:v>
                </c:pt>
                <c:pt idx="13">
                  <c:v>-1.0494950733650497E-2</c:v>
                </c:pt>
                <c:pt idx="14">
                  <c:v>-1.3097676696023512E-2</c:v>
                </c:pt>
                <c:pt idx="15">
                  <c:v>-1.329075998838836E-2</c:v>
                </c:pt>
                <c:pt idx="16">
                  <c:v>-1.4229083065421063E-2</c:v>
                </c:pt>
                <c:pt idx="17">
                  <c:v>-1.3207657897242903E-2</c:v>
                </c:pt>
                <c:pt idx="18">
                  <c:v>-1.3759043608187613E-2</c:v>
                </c:pt>
                <c:pt idx="19">
                  <c:v>-1.4620624642180254E-2</c:v>
                </c:pt>
                <c:pt idx="20">
                  <c:v>-1.3944319932506274E-2</c:v>
                </c:pt>
                <c:pt idx="21">
                  <c:v>-1.4211830249208961E-2</c:v>
                </c:pt>
                <c:pt idx="22">
                  <c:v>-1.5208205528568173E-2</c:v>
                </c:pt>
                <c:pt idx="23">
                  <c:v>-1.5912963236758702E-2</c:v>
                </c:pt>
                <c:pt idx="24">
                  <c:v>-1.6546923185779008E-2</c:v>
                </c:pt>
                <c:pt idx="25">
                  <c:v>-1.7034133466463278E-2</c:v>
                </c:pt>
                <c:pt idx="26">
                  <c:v>-1.8875430666513145E-2</c:v>
                </c:pt>
                <c:pt idx="27">
                  <c:v>-1.8612612623761911E-2</c:v>
                </c:pt>
                <c:pt idx="28">
                  <c:v>-2.0591778711535887E-2</c:v>
                </c:pt>
                <c:pt idx="29">
                  <c:v>-1.9801627772256438E-2</c:v>
                </c:pt>
                <c:pt idx="30">
                  <c:v>-2.0543212240943593E-2</c:v>
                </c:pt>
                <c:pt idx="31">
                  <c:v>-2.1898156678896621E-2</c:v>
                </c:pt>
                <c:pt idx="32">
                  <c:v>-2.1771494737552636E-2</c:v>
                </c:pt>
                <c:pt idx="33">
                  <c:v>-2.181667871707816E-2</c:v>
                </c:pt>
                <c:pt idx="34">
                  <c:v>-2.1402976332450658E-2</c:v>
                </c:pt>
                <c:pt idx="35">
                  <c:v>-2.1001479144124025E-2</c:v>
                </c:pt>
                <c:pt idx="36">
                  <c:v>-2.3109196010319938E-2</c:v>
                </c:pt>
                <c:pt idx="37">
                  <c:v>-2.3985654029772159E-2</c:v>
                </c:pt>
                <c:pt idx="38">
                  <c:v>-2.3917386905274594E-2</c:v>
                </c:pt>
                <c:pt idx="39">
                  <c:v>-2.5095808646713968E-2</c:v>
                </c:pt>
                <c:pt idx="40">
                  <c:v>-2.5786452723644521E-2</c:v>
                </c:pt>
                <c:pt idx="41">
                  <c:v>-2.4123396963105507E-2</c:v>
                </c:pt>
                <c:pt idx="42">
                  <c:v>-2.435018578993893E-2</c:v>
                </c:pt>
                <c:pt idx="43">
                  <c:v>-2.2916863312266805E-2</c:v>
                </c:pt>
                <c:pt idx="44">
                  <c:v>-2.5058630191321984E-2</c:v>
                </c:pt>
                <c:pt idx="45">
                  <c:v>-2.4794249084863926E-2</c:v>
                </c:pt>
                <c:pt idx="46">
                  <c:v>-2.4835377836124058E-2</c:v>
                </c:pt>
                <c:pt idx="47">
                  <c:v>-2.4602508511291588E-2</c:v>
                </c:pt>
                <c:pt idx="48">
                  <c:v>-2.4229300832285153E-2</c:v>
                </c:pt>
                <c:pt idx="49">
                  <c:v>-2.3643791238200141E-2</c:v>
                </c:pt>
                <c:pt idx="50">
                  <c:v>-2.2594375722324745E-2</c:v>
                </c:pt>
              </c:numCache>
            </c:numRef>
          </c:val>
          <c:extLst>
            <c:ext xmlns:c16="http://schemas.microsoft.com/office/drawing/2014/chart" uri="{C3380CC4-5D6E-409C-BE32-E72D297353CC}">
              <c16:uniqueId val="{00000000-EF15-4692-87E5-36A1D2D541A4}"/>
            </c:ext>
          </c:extLst>
        </c:ser>
        <c:ser>
          <c:idx val="1"/>
          <c:order val="1"/>
          <c:tx>
            <c:strRef>
              <c:f>Chart_Govt!$A$15</c:f>
              <c:strCache>
                <c:ptCount val="1"/>
                <c:pt idx="0">
                  <c:v>0.01 - 0.05</c:v>
                </c:pt>
              </c:strCache>
            </c:strRef>
          </c:tx>
          <c:spPr>
            <a:solidFill>
              <a:schemeClr val="accent3">
                <a:lumMod val="20000"/>
                <a:lumOff val="80000"/>
              </a:schemeClr>
            </a:solidFill>
          </c:spPr>
          <c:cat>
            <c:numRef>
              <c:f>Chart_Govt!$B$13:$AZ$13</c:f>
              <c:numCache>
                <c:formatCode>General</c:formatCode>
                <c:ptCount val="5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pt idx="32">
                  <c:v>32</c:v>
                </c:pt>
                <c:pt idx="33">
                  <c:v>33</c:v>
                </c:pt>
                <c:pt idx="34">
                  <c:v>34</c:v>
                </c:pt>
                <c:pt idx="35">
                  <c:v>35</c:v>
                </c:pt>
                <c:pt idx="36">
                  <c:v>36</c:v>
                </c:pt>
                <c:pt idx="37">
                  <c:v>37</c:v>
                </c:pt>
                <c:pt idx="38">
                  <c:v>38</c:v>
                </c:pt>
                <c:pt idx="39">
                  <c:v>39</c:v>
                </c:pt>
                <c:pt idx="40">
                  <c:v>40</c:v>
                </c:pt>
                <c:pt idx="41">
                  <c:v>41</c:v>
                </c:pt>
                <c:pt idx="42">
                  <c:v>42</c:v>
                </c:pt>
                <c:pt idx="43">
                  <c:v>43</c:v>
                </c:pt>
                <c:pt idx="44">
                  <c:v>44</c:v>
                </c:pt>
                <c:pt idx="45">
                  <c:v>45</c:v>
                </c:pt>
                <c:pt idx="46">
                  <c:v>46</c:v>
                </c:pt>
                <c:pt idx="47">
                  <c:v>47</c:v>
                </c:pt>
                <c:pt idx="48">
                  <c:v>48</c:v>
                </c:pt>
                <c:pt idx="49">
                  <c:v>49</c:v>
                </c:pt>
                <c:pt idx="50">
                  <c:v>50</c:v>
                </c:pt>
              </c:numCache>
            </c:numRef>
          </c:cat>
          <c:val>
            <c:numRef>
              <c:f>Chart_Govt!$B$15:$AZ$15</c:f>
              <c:numCache>
                <c:formatCode>0.00000%</c:formatCode>
                <c:ptCount val="51"/>
                <c:pt idx="0">
                  <c:v>0</c:v>
                </c:pt>
                <c:pt idx="1">
                  <c:v>3.7736534652461247E-3</c:v>
                </c:pt>
                <c:pt idx="2">
                  <c:v>4.3184477786597257E-3</c:v>
                </c:pt>
                <c:pt idx="3">
                  <c:v>5.531029404768629E-3</c:v>
                </c:pt>
                <c:pt idx="4">
                  <c:v>6.5310542692241002E-3</c:v>
                </c:pt>
                <c:pt idx="5">
                  <c:v>6.7953752167569728E-3</c:v>
                </c:pt>
                <c:pt idx="6">
                  <c:v>9.5583188474711329E-3</c:v>
                </c:pt>
                <c:pt idx="7">
                  <c:v>9.7438670494099586E-3</c:v>
                </c:pt>
                <c:pt idx="8">
                  <c:v>1.0453670047652887E-2</c:v>
                </c:pt>
                <c:pt idx="9">
                  <c:v>1.0984318354101625E-2</c:v>
                </c:pt>
                <c:pt idx="10">
                  <c:v>1.1686715992648495E-2</c:v>
                </c:pt>
                <c:pt idx="11">
                  <c:v>1.0981771267453276E-2</c:v>
                </c:pt>
                <c:pt idx="12">
                  <c:v>1.2639146166400758E-2</c:v>
                </c:pt>
                <c:pt idx="13">
                  <c:v>1.2833396653111933E-2</c:v>
                </c:pt>
                <c:pt idx="14">
                  <c:v>1.5391014179969607E-2</c:v>
                </c:pt>
                <c:pt idx="15">
                  <c:v>1.5744565431776988E-2</c:v>
                </c:pt>
                <c:pt idx="16">
                  <c:v>1.760962634870852E-2</c:v>
                </c:pt>
                <c:pt idx="17">
                  <c:v>1.6178993875967756E-2</c:v>
                </c:pt>
                <c:pt idx="18">
                  <c:v>1.6254354647848059E-2</c:v>
                </c:pt>
                <c:pt idx="19">
                  <c:v>1.7595868864104514E-2</c:v>
                </c:pt>
                <c:pt idx="20">
                  <c:v>1.7228980610078916E-2</c:v>
                </c:pt>
                <c:pt idx="21">
                  <c:v>1.7171745746095642E-2</c:v>
                </c:pt>
                <c:pt idx="22">
                  <c:v>1.8060663494094346E-2</c:v>
                </c:pt>
                <c:pt idx="23">
                  <c:v>1.8937902704315411E-2</c:v>
                </c:pt>
                <c:pt idx="24">
                  <c:v>1.8807441101857773E-2</c:v>
                </c:pt>
                <c:pt idx="25">
                  <c:v>1.8395981651318647E-2</c:v>
                </c:pt>
                <c:pt idx="26">
                  <c:v>1.9993476299255384E-2</c:v>
                </c:pt>
                <c:pt idx="27">
                  <c:v>1.9074298589214687E-2</c:v>
                </c:pt>
                <c:pt idx="28">
                  <c:v>2.1273789443995623E-2</c:v>
                </c:pt>
                <c:pt idx="29">
                  <c:v>2.0316900328285561E-2</c:v>
                </c:pt>
                <c:pt idx="30">
                  <c:v>2.06960710603569E-2</c:v>
                </c:pt>
                <c:pt idx="31">
                  <c:v>2.17056727167209E-2</c:v>
                </c:pt>
                <c:pt idx="32">
                  <c:v>2.057066584955004E-2</c:v>
                </c:pt>
                <c:pt idx="33">
                  <c:v>2.0281553680793124E-2</c:v>
                </c:pt>
                <c:pt idx="34">
                  <c:v>1.9076320042015749E-2</c:v>
                </c:pt>
                <c:pt idx="35">
                  <c:v>1.7481353263124229E-2</c:v>
                </c:pt>
                <c:pt idx="36">
                  <c:v>1.9877540327109398E-2</c:v>
                </c:pt>
                <c:pt idx="37">
                  <c:v>1.9717879230104138E-2</c:v>
                </c:pt>
                <c:pt idx="38">
                  <c:v>1.9871175433977983E-2</c:v>
                </c:pt>
                <c:pt idx="39">
                  <c:v>2.102675704708214E-2</c:v>
                </c:pt>
                <c:pt idx="40">
                  <c:v>2.1213914316678739E-2</c:v>
                </c:pt>
                <c:pt idx="41">
                  <c:v>2.0100586075243097E-2</c:v>
                </c:pt>
                <c:pt idx="42">
                  <c:v>2.1095038638452419E-2</c:v>
                </c:pt>
                <c:pt idx="43">
                  <c:v>1.8481898612938474E-2</c:v>
                </c:pt>
                <c:pt idx="44">
                  <c:v>2.0696014939581613E-2</c:v>
                </c:pt>
                <c:pt idx="45">
                  <c:v>2.117050892958031E-2</c:v>
                </c:pt>
                <c:pt idx="46">
                  <c:v>2.1971903202527045E-2</c:v>
                </c:pt>
                <c:pt idx="47">
                  <c:v>2.148693753376462E-2</c:v>
                </c:pt>
                <c:pt idx="48">
                  <c:v>2.1255195447609492E-2</c:v>
                </c:pt>
                <c:pt idx="49">
                  <c:v>2.0758218310475671E-2</c:v>
                </c:pt>
                <c:pt idx="50">
                  <c:v>2.0219309814741068E-2</c:v>
                </c:pt>
              </c:numCache>
            </c:numRef>
          </c:val>
          <c:extLst>
            <c:ext xmlns:c16="http://schemas.microsoft.com/office/drawing/2014/chart" uri="{C3380CC4-5D6E-409C-BE32-E72D297353CC}">
              <c16:uniqueId val="{00000001-EF15-4692-87E5-36A1D2D541A4}"/>
            </c:ext>
          </c:extLst>
        </c:ser>
        <c:ser>
          <c:idx val="2"/>
          <c:order val="2"/>
          <c:tx>
            <c:strRef>
              <c:f>Chart_Govt!$A$16</c:f>
              <c:strCache>
                <c:ptCount val="1"/>
                <c:pt idx="0">
                  <c:v>0.05 - 0.1</c:v>
                </c:pt>
              </c:strCache>
            </c:strRef>
          </c:tx>
          <c:spPr>
            <a:solidFill>
              <a:schemeClr val="accent3">
                <a:lumMod val="40000"/>
                <a:lumOff val="60000"/>
              </a:schemeClr>
            </a:solidFill>
          </c:spPr>
          <c:cat>
            <c:numRef>
              <c:f>Chart_Govt!$B$13:$AZ$13</c:f>
              <c:numCache>
                <c:formatCode>General</c:formatCode>
                <c:ptCount val="5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pt idx="32">
                  <c:v>32</c:v>
                </c:pt>
                <c:pt idx="33">
                  <c:v>33</c:v>
                </c:pt>
                <c:pt idx="34">
                  <c:v>34</c:v>
                </c:pt>
                <c:pt idx="35">
                  <c:v>35</c:v>
                </c:pt>
                <c:pt idx="36">
                  <c:v>36</c:v>
                </c:pt>
                <c:pt idx="37">
                  <c:v>37</c:v>
                </c:pt>
                <c:pt idx="38">
                  <c:v>38</c:v>
                </c:pt>
                <c:pt idx="39">
                  <c:v>39</c:v>
                </c:pt>
                <c:pt idx="40">
                  <c:v>40</c:v>
                </c:pt>
                <c:pt idx="41">
                  <c:v>41</c:v>
                </c:pt>
                <c:pt idx="42">
                  <c:v>42</c:v>
                </c:pt>
                <c:pt idx="43">
                  <c:v>43</c:v>
                </c:pt>
                <c:pt idx="44">
                  <c:v>44</c:v>
                </c:pt>
                <c:pt idx="45">
                  <c:v>45</c:v>
                </c:pt>
                <c:pt idx="46">
                  <c:v>46</c:v>
                </c:pt>
                <c:pt idx="47">
                  <c:v>47</c:v>
                </c:pt>
                <c:pt idx="48">
                  <c:v>48</c:v>
                </c:pt>
                <c:pt idx="49">
                  <c:v>49</c:v>
                </c:pt>
                <c:pt idx="50">
                  <c:v>50</c:v>
                </c:pt>
              </c:numCache>
            </c:numRef>
          </c:cat>
          <c:val>
            <c:numRef>
              <c:f>Chart_Govt!$B$16:$AZ$16</c:f>
              <c:numCache>
                <c:formatCode>0.00000%</c:formatCode>
                <c:ptCount val="51"/>
                <c:pt idx="0">
                  <c:v>0</c:v>
                </c:pt>
                <c:pt idx="1">
                  <c:v>2.1781541201238994E-3</c:v>
                </c:pt>
                <c:pt idx="2">
                  <c:v>2.8356381343853719E-3</c:v>
                </c:pt>
                <c:pt idx="3">
                  <c:v>3.2537708217774955E-3</c:v>
                </c:pt>
                <c:pt idx="4">
                  <c:v>4.0175871684602921E-3</c:v>
                </c:pt>
                <c:pt idx="5">
                  <c:v>4.5465633719823104E-3</c:v>
                </c:pt>
                <c:pt idx="6">
                  <c:v>4.8642423596612274E-3</c:v>
                </c:pt>
                <c:pt idx="7">
                  <c:v>5.2697643015469243E-3</c:v>
                </c:pt>
                <c:pt idx="8">
                  <c:v>6.1448757646588971E-3</c:v>
                </c:pt>
                <c:pt idx="9">
                  <c:v>5.9979828107419551E-3</c:v>
                </c:pt>
                <c:pt idx="10">
                  <c:v>6.6594167519917792E-3</c:v>
                </c:pt>
                <c:pt idx="11">
                  <c:v>7.7102045807480243E-3</c:v>
                </c:pt>
                <c:pt idx="12">
                  <c:v>8.1445584553479812E-3</c:v>
                </c:pt>
                <c:pt idx="13">
                  <c:v>8.6521792883225562E-3</c:v>
                </c:pt>
                <c:pt idx="14">
                  <c:v>9.1120221021416571E-3</c:v>
                </c:pt>
                <c:pt idx="15">
                  <c:v>9.3680605523467145E-3</c:v>
                </c:pt>
                <c:pt idx="16">
                  <c:v>8.3969516474063852E-3</c:v>
                </c:pt>
                <c:pt idx="17">
                  <c:v>9.9664754069744982E-3</c:v>
                </c:pt>
                <c:pt idx="18">
                  <c:v>1.0891382900717457E-2</c:v>
                </c:pt>
                <c:pt idx="19">
                  <c:v>1.094051606007904E-2</c:v>
                </c:pt>
                <c:pt idx="20">
                  <c:v>1.0194895777409438E-2</c:v>
                </c:pt>
                <c:pt idx="21">
                  <c:v>1.036824224212669E-2</c:v>
                </c:pt>
                <c:pt idx="22">
                  <c:v>1.0218538213019379E-2</c:v>
                </c:pt>
                <c:pt idx="23">
                  <c:v>1.0430932365822911E-2</c:v>
                </c:pt>
                <c:pt idx="24">
                  <c:v>1.0940865567427445E-2</c:v>
                </c:pt>
                <c:pt idx="25">
                  <c:v>1.1671214519883193E-2</c:v>
                </c:pt>
                <c:pt idx="26">
                  <c:v>1.1892507602788004E-2</c:v>
                </c:pt>
                <c:pt idx="27">
                  <c:v>1.2210234978994507E-2</c:v>
                </c:pt>
                <c:pt idx="28">
                  <c:v>1.1972299937679865E-2</c:v>
                </c:pt>
                <c:pt idx="29">
                  <c:v>1.1984324569872602E-2</c:v>
                </c:pt>
                <c:pt idx="30">
                  <c:v>1.1081889412317265E-2</c:v>
                </c:pt>
                <c:pt idx="31">
                  <c:v>1.1404464030319701E-2</c:v>
                </c:pt>
                <c:pt idx="32">
                  <c:v>1.1103124982876958E-2</c:v>
                </c:pt>
                <c:pt idx="33">
                  <c:v>1.0464353107254642E-2</c:v>
                </c:pt>
                <c:pt idx="34">
                  <c:v>1.1605473788053024E-2</c:v>
                </c:pt>
                <c:pt idx="35">
                  <c:v>1.2166596064928819E-2</c:v>
                </c:pt>
                <c:pt idx="36">
                  <c:v>1.1141125911538381E-2</c:v>
                </c:pt>
                <c:pt idx="37">
                  <c:v>1.2506054332555689E-2</c:v>
                </c:pt>
                <c:pt idx="38">
                  <c:v>1.1939875886018386E-2</c:v>
                </c:pt>
                <c:pt idx="39">
                  <c:v>1.2369170968586262E-2</c:v>
                </c:pt>
                <c:pt idx="40">
                  <c:v>1.2556205000560768E-2</c:v>
                </c:pt>
                <c:pt idx="41">
                  <c:v>1.162219364095568E-2</c:v>
                </c:pt>
                <c:pt idx="42">
                  <c:v>1.0842070198715458E-2</c:v>
                </c:pt>
                <c:pt idx="43">
                  <c:v>1.2343931491911587E-2</c:v>
                </c:pt>
                <c:pt idx="44">
                  <c:v>1.219529397643164E-2</c:v>
                </c:pt>
                <c:pt idx="45">
                  <c:v>1.1322238673040327E-2</c:v>
                </c:pt>
                <c:pt idx="46">
                  <c:v>1.0667119626708138E-2</c:v>
                </c:pt>
                <c:pt idx="47">
                  <c:v>1.0948674982217049E-2</c:v>
                </c:pt>
                <c:pt idx="48">
                  <c:v>1.074748401089597E-2</c:v>
                </c:pt>
                <c:pt idx="49">
                  <c:v>1.1572118353891905E-2</c:v>
                </c:pt>
                <c:pt idx="50">
                  <c:v>1.1397406004911015E-2</c:v>
                </c:pt>
              </c:numCache>
            </c:numRef>
          </c:val>
          <c:extLst>
            <c:ext xmlns:c16="http://schemas.microsoft.com/office/drawing/2014/chart" uri="{C3380CC4-5D6E-409C-BE32-E72D297353CC}">
              <c16:uniqueId val="{00000002-EF15-4692-87E5-36A1D2D541A4}"/>
            </c:ext>
          </c:extLst>
        </c:ser>
        <c:ser>
          <c:idx val="3"/>
          <c:order val="3"/>
          <c:tx>
            <c:strRef>
              <c:f>Chart_Govt!$A$17</c:f>
              <c:strCache>
                <c:ptCount val="1"/>
                <c:pt idx="0">
                  <c:v>0.1 - 0.25</c:v>
                </c:pt>
              </c:strCache>
            </c:strRef>
          </c:tx>
          <c:spPr>
            <a:solidFill>
              <a:schemeClr val="accent3">
                <a:lumMod val="75000"/>
              </a:schemeClr>
            </a:solidFill>
          </c:spPr>
          <c:cat>
            <c:numRef>
              <c:f>Chart_Govt!$B$13:$AZ$13</c:f>
              <c:numCache>
                <c:formatCode>General</c:formatCode>
                <c:ptCount val="5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pt idx="32">
                  <c:v>32</c:v>
                </c:pt>
                <c:pt idx="33">
                  <c:v>33</c:v>
                </c:pt>
                <c:pt idx="34">
                  <c:v>34</c:v>
                </c:pt>
                <c:pt idx="35">
                  <c:v>35</c:v>
                </c:pt>
                <c:pt idx="36">
                  <c:v>36</c:v>
                </c:pt>
                <c:pt idx="37">
                  <c:v>37</c:v>
                </c:pt>
                <c:pt idx="38">
                  <c:v>38</c:v>
                </c:pt>
                <c:pt idx="39">
                  <c:v>39</c:v>
                </c:pt>
                <c:pt idx="40">
                  <c:v>40</c:v>
                </c:pt>
                <c:pt idx="41">
                  <c:v>41</c:v>
                </c:pt>
                <c:pt idx="42">
                  <c:v>42</c:v>
                </c:pt>
                <c:pt idx="43">
                  <c:v>43</c:v>
                </c:pt>
                <c:pt idx="44">
                  <c:v>44</c:v>
                </c:pt>
                <c:pt idx="45">
                  <c:v>45</c:v>
                </c:pt>
                <c:pt idx="46">
                  <c:v>46</c:v>
                </c:pt>
                <c:pt idx="47">
                  <c:v>47</c:v>
                </c:pt>
                <c:pt idx="48">
                  <c:v>48</c:v>
                </c:pt>
                <c:pt idx="49">
                  <c:v>49</c:v>
                </c:pt>
                <c:pt idx="50">
                  <c:v>50</c:v>
                </c:pt>
              </c:numCache>
            </c:numRef>
          </c:cat>
          <c:val>
            <c:numRef>
              <c:f>Chart_Govt!$B$17:$AZ$17</c:f>
              <c:numCache>
                <c:formatCode>0.00000%</c:formatCode>
                <c:ptCount val="51"/>
                <c:pt idx="0">
                  <c:v>0</c:v>
                </c:pt>
                <c:pt idx="1">
                  <c:v>3.7668590566308649E-3</c:v>
                </c:pt>
                <c:pt idx="2">
                  <c:v>5.0670883855046377E-3</c:v>
                </c:pt>
                <c:pt idx="3">
                  <c:v>6.2509086359489726E-3</c:v>
                </c:pt>
                <c:pt idx="4">
                  <c:v>7.5509606653286479E-3</c:v>
                </c:pt>
                <c:pt idx="5">
                  <c:v>8.38909204175688E-3</c:v>
                </c:pt>
                <c:pt idx="6">
                  <c:v>9.5424375282130991E-3</c:v>
                </c:pt>
                <c:pt idx="7">
                  <c:v>1.0323398008511616E-2</c:v>
                </c:pt>
                <c:pt idx="8">
                  <c:v>1.0732974446933887E-2</c:v>
                </c:pt>
                <c:pt idx="9">
                  <c:v>1.1412877242311952E-2</c:v>
                </c:pt>
                <c:pt idx="10">
                  <c:v>1.2414818267991715E-2</c:v>
                </c:pt>
                <c:pt idx="11">
                  <c:v>1.342971287182442E-2</c:v>
                </c:pt>
                <c:pt idx="12">
                  <c:v>1.3788196325777661E-2</c:v>
                </c:pt>
                <c:pt idx="13">
                  <c:v>1.4353626146651307E-2</c:v>
                </c:pt>
                <c:pt idx="14">
                  <c:v>1.5339820548581099E-2</c:v>
                </c:pt>
                <c:pt idx="15">
                  <c:v>1.6240694469424784E-2</c:v>
                </c:pt>
                <c:pt idx="16">
                  <c:v>1.6800587226259534E-2</c:v>
                </c:pt>
                <c:pt idx="17">
                  <c:v>1.66026986350656E-2</c:v>
                </c:pt>
                <c:pt idx="18">
                  <c:v>1.6234816720825922E-2</c:v>
                </c:pt>
                <c:pt idx="19">
                  <c:v>1.6862261635914748E-2</c:v>
                </c:pt>
                <c:pt idx="20">
                  <c:v>1.8330605182055874E-2</c:v>
                </c:pt>
                <c:pt idx="21">
                  <c:v>1.8680082679964252E-2</c:v>
                </c:pt>
                <c:pt idx="22">
                  <c:v>1.969581371390235E-2</c:v>
                </c:pt>
                <c:pt idx="23">
                  <c:v>1.9386253831690205E-2</c:v>
                </c:pt>
                <c:pt idx="24">
                  <c:v>1.9259947635213985E-2</c:v>
                </c:pt>
                <c:pt idx="25">
                  <c:v>1.9141180567630613E-2</c:v>
                </c:pt>
                <c:pt idx="26">
                  <c:v>1.8496361657252783E-2</c:v>
                </c:pt>
                <c:pt idx="27">
                  <c:v>1.9318421878191161E-2</c:v>
                </c:pt>
                <c:pt idx="28">
                  <c:v>1.8937370084274919E-2</c:v>
                </c:pt>
                <c:pt idx="29">
                  <c:v>1.8284770771230651E-2</c:v>
                </c:pt>
                <c:pt idx="30">
                  <c:v>1.9553173633851804E-2</c:v>
                </c:pt>
                <c:pt idx="31">
                  <c:v>1.9344002868752395E-2</c:v>
                </c:pt>
                <c:pt idx="32">
                  <c:v>2.0789767834498742E-2</c:v>
                </c:pt>
                <c:pt idx="33">
                  <c:v>2.1442304041461795E-2</c:v>
                </c:pt>
                <c:pt idx="34">
                  <c:v>2.0506079189171383E-2</c:v>
                </c:pt>
                <c:pt idx="35">
                  <c:v>2.0708389500636699E-2</c:v>
                </c:pt>
                <c:pt idx="36">
                  <c:v>2.1378658231415285E-2</c:v>
                </c:pt>
                <c:pt idx="37">
                  <c:v>2.1016438239193882E-2</c:v>
                </c:pt>
                <c:pt idx="38">
                  <c:v>2.1265099204031301E-2</c:v>
                </c:pt>
                <c:pt idx="39">
                  <c:v>2.0683347292169713E-2</c:v>
                </c:pt>
                <c:pt idx="40">
                  <c:v>2.0725535459541138E-2</c:v>
                </c:pt>
                <c:pt idx="41">
                  <c:v>2.1280212844322906E-2</c:v>
                </c:pt>
                <c:pt idx="42">
                  <c:v>2.1189580705823954E-2</c:v>
                </c:pt>
                <c:pt idx="43">
                  <c:v>2.1027437179091269E-2</c:v>
                </c:pt>
                <c:pt idx="44">
                  <c:v>2.1220793058456533E-2</c:v>
                </c:pt>
                <c:pt idx="45">
                  <c:v>2.1488937142332614E-2</c:v>
                </c:pt>
                <c:pt idx="46">
                  <c:v>2.1913453636216322E-2</c:v>
                </c:pt>
                <c:pt idx="47">
                  <c:v>2.1405339586874291E-2</c:v>
                </c:pt>
                <c:pt idx="48">
                  <c:v>2.1968078833469466E-2</c:v>
                </c:pt>
                <c:pt idx="49">
                  <c:v>2.1297801064978767E-2</c:v>
                </c:pt>
                <c:pt idx="50">
                  <c:v>2.1351204594311612E-2</c:v>
                </c:pt>
              </c:numCache>
            </c:numRef>
          </c:val>
          <c:extLst>
            <c:ext xmlns:c16="http://schemas.microsoft.com/office/drawing/2014/chart" uri="{C3380CC4-5D6E-409C-BE32-E72D297353CC}">
              <c16:uniqueId val="{00000003-EF15-4692-87E5-36A1D2D541A4}"/>
            </c:ext>
          </c:extLst>
        </c:ser>
        <c:ser>
          <c:idx val="4"/>
          <c:order val="4"/>
          <c:tx>
            <c:strRef>
              <c:f>Chart_Govt!$A$18</c:f>
              <c:strCache>
                <c:ptCount val="1"/>
                <c:pt idx="0">
                  <c:v>0.25 - 0.5</c:v>
                </c:pt>
              </c:strCache>
            </c:strRef>
          </c:tx>
          <c:spPr>
            <a:solidFill>
              <a:schemeClr val="accent3">
                <a:lumMod val="50000"/>
              </a:schemeClr>
            </a:solidFill>
          </c:spPr>
          <c:cat>
            <c:numRef>
              <c:f>Chart_Govt!$B$13:$AZ$13</c:f>
              <c:numCache>
                <c:formatCode>General</c:formatCode>
                <c:ptCount val="5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pt idx="32">
                  <c:v>32</c:v>
                </c:pt>
                <c:pt idx="33">
                  <c:v>33</c:v>
                </c:pt>
                <c:pt idx="34">
                  <c:v>34</c:v>
                </c:pt>
                <c:pt idx="35">
                  <c:v>35</c:v>
                </c:pt>
                <c:pt idx="36">
                  <c:v>36</c:v>
                </c:pt>
                <c:pt idx="37">
                  <c:v>37</c:v>
                </c:pt>
                <c:pt idx="38">
                  <c:v>38</c:v>
                </c:pt>
                <c:pt idx="39">
                  <c:v>39</c:v>
                </c:pt>
                <c:pt idx="40">
                  <c:v>40</c:v>
                </c:pt>
                <c:pt idx="41">
                  <c:v>41</c:v>
                </c:pt>
                <c:pt idx="42">
                  <c:v>42</c:v>
                </c:pt>
                <c:pt idx="43">
                  <c:v>43</c:v>
                </c:pt>
                <c:pt idx="44">
                  <c:v>44</c:v>
                </c:pt>
                <c:pt idx="45">
                  <c:v>45</c:v>
                </c:pt>
                <c:pt idx="46">
                  <c:v>46</c:v>
                </c:pt>
                <c:pt idx="47">
                  <c:v>47</c:v>
                </c:pt>
                <c:pt idx="48">
                  <c:v>48</c:v>
                </c:pt>
                <c:pt idx="49">
                  <c:v>49</c:v>
                </c:pt>
                <c:pt idx="50">
                  <c:v>50</c:v>
                </c:pt>
              </c:numCache>
            </c:numRef>
          </c:cat>
          <c:val>
            <c:numRef>
              <c:f>Chart_Govt!$B$18:$AZ$18</c:f>
              <c:numCache>
                <c:formatCode>0.00000%</c:formatCode>
                <c:ptCount val="51"/>
                <c:pt idx="0">
                  <c:v>0</c:v>
                </c:pt>
                <c:pt idx="1">
                  <c:v>4.3908004838179816E-3</c:v>
                </c:pt>
                <c:pt idx="2">
                  <c:v>6.3440961669099082E-3</c:v>
                </c:pt>
                <c:pt idx="3">
                  <c:v>7.5847912606214147E-3</c:v>
                </c:pt>
                <c:pt idx="4">
                  <c:v>9.0263332364995917E-3</c:v>
                </c:pt>
                <c:pt idx="5">
                  <c:v>1.06372410350997E-2</c:v>
                </c:pt>
                <c:pt idx="6">
                  <c:v>1.1349202429100525E-2</c:v>
                </c:pt>
                <c:pt idx="7">
                  <c:v>1.2451815898541874E-2</c:v>
                </c:pt>
                <c:pt idx="8">
                  <c:v>1.3713185335001352E-2</c:v>
                </c:pt>
                <c:pt idx="9">
                  <c:v>1.5076476032998123E-2</c:v>
                </c:pt>
                <c:pt idx="10">
                  <c:v>1.5876853842551671E-2</c:v>
                </c:pt>
                <c:pt idx="11">
                  <c:v>1.6709765823092148E-2</c:v>
                </c:pt>
                <c:pt idx="12">
                  <c:v>1.7185472455868753E-2</c:v>
                </c:pt>
                <c:pt idx="13">
                  <c:v>1.78531468631603E-2</c:v>
                </c:pt>
                <c:pt idx="14">
                  <c:v>1.8103232116222046E-2</c:v>
                </c:pt>
                <c:pt idx="15">
                  <c:v>1.8484131483453674E-2</c:v>
                </c:pt>
                <c:pt idx="16">
                  <c:v>1.9464173496973425E-2</c:v>
                </c:pt>
                <c:pt idx="17">
                  <c:v>1.9697728981615648E-2</c:v>
                </c:pt>
                <c:pt idx="18">
                  <c:v>2.0975884508994826E-2</c:v>
                </c:pt>
                <c:pt idx="19">
                  <c:v>2.0950074493754245E-2</c:v>
                </c:pt>
                <c:pt idx="20">
                  <c:v>2.0805804894700394E-2</c:v>
                </c:pt>
                <c:pt idx="21">
                  <c:v>2.1350846087746581E-2</c:v>
                </c:pt>
                <c:pt idx="22">
                  <c:v>2.125319558734725E-2</c:v>
                </c:pt>
                <c:pt idx="23">
                  <c:v>2.1729400179646474E-2</c:v>
                </c:pt>
                <c:pt idx="24">
                  <c:v>2.30318788330756E-2</c:v>
                </c:pt>
                <c:pt idx="25">
                  <c:v>2.3736494088075974E-2</c:v>
                </c:pt>
                <c:pt idx="26">
                  <c:v>2.4407734617252624E-2</c:v>
                </c:pt>
                <c:pt idx="27">
                  <c:v>2.3937018000413653E-2</c:v>
                </c:pt>
                <c:pt idx="28">
                  <c:v>2.4052311927773531E-2</c:v>
                </c:pt>
                <c:pt idx="29">
                  <c:v>2.4796123375914275E-2</c:v>
                </c:pt>
                <c:pt idx="30">
                  <c:v>2.5217519292265924E-2</c:v>
                </c:pt>
                <c:pt idx="31">
                  <c:v>2.5211442687248578E-2</c:v>
                </c:pt>
                <c:pt idx="32">
                  <c:v>2.4612491691890049E-2</c:v>
                </c:pt>
                <c:pt idx="33">
                  <c:v>2.4944360603135794E-2</c:v>
                </c:pt>
                <c:pt idx="34">
                  <c:v>2.5193674440612494E-2</c:v>
                </c:pt>
                <c:pt idx="35">
                  <c:v>2.5630933776794523E-2</c:v>
                </c:pt>
                <c:pt idx="36">
                  <c:v>2.565996776351168E-2</c:v>
                </c:pt>
                <c:pt idx="37">
                  <c:v>2.5284905147612398E-2</c:v>
                </c:pt>
                <c:pt idx="38">
                  <c:v>2.5234042406318123E-2</c:v>
                </c:pt>
                <c:pt idx="39">
                  <c:v>2.55883979851763E-2</c:v>
                </c:pt>
                <c:pt idx="40">
                  <c:v>2.557294766913093E-2</c:v>
                </c:pt>
                <c:pt idx="41">
                  <c:v>2.5440376475961122E-2</c:v>
                </c:pt>
                <c:pt idx="42">
                  <c:v>2.5508013979351145E-2</c:v>
                </c:pt>
                <c:pt idx="43">
                  <c:v>2.5204044378098971E-2</c:v>
                </c:pt>
                <c:pt idx="44">
                  <c:v>2.5228741546716053E-2</c:v>
                </c:pt>
                <c:pt idx="45">
                  <c:v>2.5815872703968176E-2</c:v>
                </c:pt>
                <c:pt idx="46">
                  <c:v>2.5106018773232049E-2</c:v>
                </c:pt>
                <c:pt idx="47">
                  <c:v>2.6164578019644624E-2</c:v>
                </c:pt>
                <c:pt idx="48">
                  <c:v>2.5905145716641081E-2</c:v>
                </c:pt>
                <c:pt idx="49">
                  <c:v>2.5912219324591347E-2</c:v>
                </c:pt>
                <c:pt idx="50">
                  <c:v>2.6081847456401804E-2</c:v>
                </c:pt>
              </c:numCache>
            </c:numRef>
          </c:val>
          <c:extLst>
            <c:ext xmlns:c16="http://schemas.microsoft.com/office/drawing/2014/chart" uri="{C3380CC4-5D6E-409C-BE32-E72D297353CC}">
              <c16:uniqueId val="{00000004-EF15-4692-87E5-36A1D2D541A4}"/>
            </c:ext>
          </c:extLst>
        </c:ser>
        <c:ser>
          <c:idx val="5"/>
          <c:order val="5"/>
          <c:tx>
            <c:strRef>
              <c:f>Chart_Govt!$A$19</c:f>
              <c:strCache>
                <c:ptCount val="1"/>
                <c:pt idx="0">
                  <c:v>0.5 - 0.75</c:v>
                </c:pt>
              </c:strCache>
            </c:strRef>
          </c:tx>
          <c:spPr>
            <a:solidFill>
              <a:schemeClr val="accent3">
                <a:lumMod val="50000"/>
              </a:schemeClr>
            </a:solidFill>
          </c:spPr>
          <c:cat>
            <c:numRef>
              <c:f>Chart_Govt!$B$13:$AZ$13</c:f>
              <c:numCache>
                <c:formatCode>General</c:formatCode>
                <c:ptCount val="5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pt idx="32">
                  <c:v>32</c:v>
                </c:pt>
                <c:pt idx="33">
                  <c:v>33</c:v>
                </c:pt>
                <c:pt idx="34">
                  <c:v>34</c:v>
                </c:pt>
                <c:pt idx="35">
                  <c:v>35</c:v>
                </c:pt>
                <c:pt idx="36">
                  <c:v>36</c:v>
                </c:pt>
                <c:pt idx="37">
                  <c:v>37</c:v>
                </c:pt>
                <c:pt idx="38">
                  <c:v>38</c:v>
                </c:pt>
                <c:pt idx="39">
                  <c:v>39</c:v>
                </c:pt>
                <c:pt idx="40">
                  <c:v>40</c:v>
                </c:pt>
                <c:pt idx="41">
                  <c:v>41</c:v>
                </c:pt>
                <c:pt idx="42">
                  <c:v>42</c:v>
                </c:pt>
                <c:pt idx="43">
                  <c:v>43</c:v>
                </c:pt>
                <c:pt idx="44">
                  <c:v>44</c:v>
                </c:pt>
                <c:pt idx="45">
                  <c:v>45</c:v>
                </c:pt>
                <c:pt idx="46">
                  <c:v>46</c:v>
                </c:pt>
                <c:pt idx="47">
                  <c:v>47</c:v>
                </c:pt>
                <c:pt idx="48">
                  <c:v>48</c:v>
                </c:pt>
                <c:pt idx="49">
                  <c:v>49</c:v>
                </c:pt>
                <c:pt idx="50">
                  <c:v>50</c:v>
                </c:pt>
              </c:numCache>
            </c:numRef>
          </c:cat>
          <c:val>
            <c:numRef>
              <c:f>Chart_Govt!$B$19:$AZ$19</c:f>
              <c:numCache>
                <c:formatCode>0.00000%</c:formatCode>
                <c:ptCount val="51"/>
                <c:pt idx="0">
                  <c:v>0</c:v>
                </c:pt>
                <c:pt idx="1">
                  <c:v>4.7842296881733743E-3</c:v>
                </c:pt>
                <c:pt idx="2">
                  <c:v>7.2191306026866894E-3</c:v>
                </c:pt>
                <c:pt idx="3">
                  <c:v>8.7005973009372239E-3</c:v>
                </c:pt>
                <c:pt idx="4">
                  <c:v>1.0486398198731327E-2</c:v>
                </c:pt>
                <c:pt idx="5">
                  <c:v>1.1610735372556948E-2</c:v>
                </c:pt>
                <c:pt idx="6">
                  <c:v>1.2885496510916798E-2</c:v>
                </c:pt>
                <c:pt idx="7">
                  <c:v>1.3860564910876099E-2</c:v>
                </c:pt>
                <c:pt idx="8">
                  <c:v>1.5716926846356546E-2</c:v>
                </c:pt>
                <c:pt idx="9">
                  <c:v>1.6609851112847601E-2</c:v>
                </c:pt>
                <c:pt idx="10">
                  <c:v>1.80758298747557E-2</c:v>
                </c:pt>
                <c:pt idx="11">
                  <c:v>1.8363699622896051E-2</c:v>
                </c:pt>
                <c:pt idx="12">
                  <c:v>1.9721126352745422E-2</c:v>
                </c:pt>
                <c:pt idx="13">
                  <c:v>1.9794480834788568E-2</c:v>
                </c:pt>
                <c:pt idx="14">
                  <c:v>2.0214182127871433E-2</c:v>
                </c:pt>
                <c:pt idx="15">
                  <c:v>2.0886282964657124E-2</c:v>
                </c:pt>
                <c:pt idx="16">
                  <c:v>2.1581600406294969E-2</c:v>
                </c:pt>
                <c:pt idx="17">
                  <c:v>2.2292779486615899E-2</c:v>
                </c:pt>
                <c:pt idx="18">
                  <c:v>2.2586587600431626E-2</c:v>
                </c:pt>
                <c:pt idx="19">
                  <c:v>2.288988074581258E-2</c:v>
                </c:pt>
                <c:pt idx="20">
                  <c:v>2.3470934677106703E-2</c:v>
                </c:pt>
                <c:pt idx="21">
                  <c:v>2.3883335675471545E-2</c:v>
                </c:pt>
                <c:pt idx="22">
                  <c:v>2.4499368622683197E-2</c:v>
                </c:pt>
                <c:pt idx="23">
                  <c:v>2.463839052996445E-2</c:v>
                </c:pt>
                <c:pt idx="24">
                  <c:v>2.4995596731551453E-2</c:v>
                </c:pt>
                <c:pt idx="25">
                  <c:v>2.5166093290280175E-2</c:v>
                </c:pt>
                <c:pt idx="26">
                  <c:v>2.605673894262274E-2</c:v>
                </c:pt>
                <c:pt idx="27">
                  <c:v>2.6086424114376151E-2</c:v>
                </c:pt>
                <c:pt idx="28">
                  <c:v>2.7261356856679526E-2</c:v>
                </c:pt>
                <c:pt idx="29">
                  <c:v>2.8051318017726798E-2</c:v>
                </c:pt>
                <c:pt idx="30">
                  <c:v>2.7108408830221649E-2</c:v>
                </c:pt>
                <c:pt idx="31">
                  <c:v>2.6851208059717122E-2</c:v>
                </c:pt>
                <c:pt idx="32">
                  <c:v>2.7770996227164925E-2</c:v>
                </c:pt>
                <c:pt idx="33">
                  <c:v>2.7465395281067478E-2</c:v>
                </c:pt>
                <c:pt idx="34">
                  <c:v>2.8219414108549598E-2</c:v>
                </c:pt>
                <c:pt idx="35">
                  <c:v>2.8673197571411055E-2</c:v>
                </c:pt>
                <c:pt idx="36">
                  <c:v>2.8301892055841452E-2</c:v>
                </c:pt>
                <c:pt idx="37">
                  <c:v>2.829355426164095E-2</c:v>
                </c:pt>
                <c:pt idx="38">
                  <c:v>2.805275486341445E-2</c:v>
                </c:pt>
                <c:pt idx="39">
                  <c:v>2.7865477210260302E-2</c:v>
                </c:pt>
                <c:pt idx="40">
                  <c:v>2.7251281263159649E-2</c:v>
                </c:pt>
                <c:pt idx="41">
                  <c:v>2.7594811872560937E-2</c:v>
                </c:pt>
                <c:pt idx="42">
                  <c:v>2.7413888069953471E-2</c:v>
                </c:pt>
                <c:pt idx="43">
                  <c:v>2.8508182789716285E-2</c:v>
                </c:pt>
                <c:pt idx="44">
                  <c:v>2.8860944580143974E-2</c:v>
                </c:pt>
                <c:pt idx="45">
                  <c:v>2.8381019257225033E-2</c:v>
                </c:pt>
                <c:pt idx="46">
                  <c:v>2.87037024903267E-2</c:v>
                </c:pt>
                <c:pt idx="47">
                  <c:v>2.8255981350895909E-2</c:v>
                </c:pt>
                <c:pt idx="48">
                  <c:v>2.8663562352507332E-2</c:v>
                </c:pt>
                <c:pt idx="49">
                  <c:v>2.8035792213214471E-2</c:v>
                </c:pt>
                <c:pt idx="50">
                  <c:v>2.8336333383179924E-2</c:v>
                </c:pt>
              </c:numCache>
            </c:numRef>
          </c:val>
          <c:extLst>
            <c:ext xmlns:c16="http://schemas.microsoft.com/office/drawing/2014/chart" uri="{C3380CC4-5D6E-409C-BE32-E72D297353CC}">
              <c16:uniqueId val="{00000005-EF15-4692-87E5-36A1D2D541A4}"/>
            </c:ext>
          </c:extLst>
        </c:ser>
        <c:ser>
          <c:idx val="6"/>
          <c:order val="6"/>
          <c:tx>
            <c:strRef>
              <c:f>Chart_Govt!$A$20</c:f>
              <c:strCache>
                <c:ptCount val="1"/>
                <c:pt idx="0">
                  <c:v>0.75 - 0.9</c:v>
                </c:pt>
              </c:strCache>
            </c:strRef>
          </c:tx>
          <c:spPr>
            <a:solidFill>
              <a:schemeClr val="accent3">
                <a:lumMod val="75000"/>
              </a:schemeClr>
            </a:solidFill>
          </c:spPr>
          <c:cat>
            <c:numRef>
              <c:f>Chart_Govt!$B$13:$AZ$13</c:f>
              <c:numCache>
                <c:formatCode>General</c:formatCode>
                <c:ptCount val="5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pt idx="32">
                  <c:v>32</c:v>
                </c:pt>
                <c:pt idx="33">
                  <c:v>33</c:v>
                </c:pt>
                <c:pt idx="34">
                  <c:v>34</c:v>
                </c:pt>
                <c:pt idx="35">
                  <c:v>35</c:v>
                </c:pt>
                <c:pt idx="36">
                  <c:v>36</c:v>
                </c:pt>
                <c:pt idx="37">
                  <c:v>37</c:v>
                </c:pt>
                <c:pt idx="38">
                  <c:v>38</c:v>
                </c:pt>
                <c:pt idx="39">
                  <c:v>39</c:v>
                </c:pt>
                <c:pt idx="40">
                  <c:v>40</c:v>
                </c:pt>
                <c:pt idx="41">
                  <c:v>41</c:v>
                </c:pt>
                <c:pt idx="42">
                  <c:v>42</c:v>
                </c:pt>
                <c:pt idx="43">
                  <c:v>43</c:v>
                </c:pt>
                <c:pt idx="44">
                  <c:v>44</c:v>
                </c:pt>
                <c:pt idx="45">
                  <c:v>45</c:v>
                </c:pt>
                <c:pt idx="46">
                  <c:v>46</c:v>
                </c:pt>
                <c:pt idx="47">
                  <c:v>47</c:v>
                </c:pt>
                <c:pt idx="48">
                  <c:v>48</c:v>
                </c:pt>
                <c:pt idx="49">
                  <c:v>49</c:v>
                </c:pt>
                <c:pt idx="50">
                  <c:v>50</c:v>
                </c:pt>
              </c:numCache>
            </c:numRef>
          </c:cat>
          <c:val>
            <c:numRef>
              <c:f>Chart_Govt!$B$20:$AZ$20</c:f>
              <c:numCache>
                <c:formatCode>0.00000%</c:formatCode>
                <c:ptCount val="51"/>
                <c:pt idx="0">
                  <c:v>0</c:v>
                </c:pt>
                <c:pt idx="1">
                  <c:v>4.5126056420296875E-3</c:v>
                </c:pt>
                <c:pt idx="2">
                  <c:v>6.8973081295541951E-3</c:v>
                </c:pt>
                <c:pt idx="3">
                  <c:v>8.7923436965814498E-3</c:v>
                </c:pt>
                <c:pt idx="4">
                  <c:v>1.0176845776369178E-2</c:v>
                </c:pt>
                <c:pt idx="5">
                  <c:v>1.1823118758811688E-2</c:v>
                </c:pt>
                <c:pt idx="6">
                  <c:v>1.3413219380152372E-2</c:v>
                </c:pt>
                <c:pt idx="7">
                  <c:v>1.467229790572333E-2</c:v>
                </c:pt>
                <c:pt idx="8">
                  <c:v>1.5418885223614336E-2</c:v>
                </c:pt>
                <c:pt idx="9">
                  <c:v>1.6440107012050724E-2</c:v>
                </c:pt>
                <c:pt idx="10">
                  <c:v>1.6793405535220199E-2</c:v>
                </c:pt>
                <c:pt idx="11">
                  <c:v>1.897342016507185E-2</c:v>
                </c:pt>
                <c:pt idx="12">
                  <c:v>1.8943598165998596E-2</c:v>
                </c:pt>
                <c:pt idx="13">
                  <c:v>1.8846351953031609E-2</c:v>
                </c:pt>
                <c:pt idx="14">
                  <c:v>2.0999294595173218E-2</c:v>
                </c:pt>
                <c:pt idx="15">
                  <c:v>2.1465850051723662E-2</c:v>
                </c:pt>
                <c:pt idx="16">
                  <c:v>2.1966654764725896E-2</c:v>
                </c:pt>
                <c:pt idx="17">
                  <c:v>2.2375428506342804E-2</c:v>
                </c:pt>
                <c:pt idx="18">
                  <c:v>2.3143124536717533E-2</c:v>
                </c:pt>
                <c:pt idx="19">
                  <c:v>2.3434072796525748E-2</c:v>
                </c:pt>
                <c:pt idx="20">
                  <c:v>2.3545410205316114E-2</c:v>
                </c:pt>
                <c:pt idx="21">
                  <c:v>2.4683406311826653E-2</c:v>
                </c:pt>
                <c:pt idx="22">
                  <c:v>2.4782948263151972E-2</c:v>
                </c:pt>
                <c:pt idx="23">
                  <c:v>2.4776496658624955E-2</c:v>
                </c:pt>
                <c:pt idx="24">
                  <c:v>2.4907791100244561E-2</c:v>
                </c:pt>
                <c:pt idx="25">
                  <c:v>2.4947197693596601E-2</c:v>
                </c:pt>
                <c:pt idx="26">
                  <c:v>2.4642860803274449E-2</c:v>
                </c:pt>
                <c:pt idx="27">
                  <c:v>2.6339406297255244E-2</c:v>
                </c:pt>
                <c:pt idx="28">
                  <c:v>2.6231582756961247E-2</c:v>
                </c:pt>
                <c:pt idx="29">
                  <c:v>2.5804836002971066E-2</c:v>
                </c:pt>
                <c:pt idx="30">
                  <c:v>2.6071042467379971E-2</c:v>
                </c:pt>
                <c:pt idx="31">
                  <c:v>2.6556668082167639E-2</c:v>
                </c:pt>
                <c:pt idx="32">
                  <c:v>2.695427487470535E-2</c:v>
                </c:pt>
                <c:pt idx="33">
                  <c:v>2.7974233832778542E-2</c:v>
                </c:pt>
                <c:pt idx="34">
                  <c:v>2.7370679358217714E-2</c:v>
                </c:pt>
                <c:pt idx="35">
                  <c:v>2.6191987375525597E-2</c:v>
                </c:pt>
                <c:pt idx="36">
                  <c:v>2.7365863561835055E-2</c:v>
                </c:pt>
                <c:pt idx="37">
                  <c:v>2.6478693874084094E-2</c:v>
                </c:pt>
                <c:pt idx="38">
                  <c:v>2.758401990689166E-2</c:v>
                </c:pt>
                <c:pt idx="39">
                  <c:v>2.6914266972475231E-2</c:v>
                </c:pt>
                <c:pt idx="40">
                  <c:v>2.8266223245252492E-2</c:v>
                </c:pt>
                <c:pt idx="41">
                  <c:v>2.7688764316731188E-2</c:v>
                </c:pt>
                <c:pt idx="42">
                  <c:v>2.7812515336606711E-2</c:v>
                </c:pt>
                <c:pt idx="43">
                  <c:v>2.6920535901093154E-2</c:v>
                </c:pt>
                <c:pt idx="44">
                  <c:v>2.7154744278749976E-2</c:v>
                </c:pt>
                <c:pt idx="45">
                  <c:v>2.6488102149280893E-2</c:v>
                </c:pt>
                <c:pt idx="46">
                  <c:v>2.6763343126754921E-2</c:v>
                </c:pt>
                <c:pt idx="47">
                  <c:v>2.7269624529209641E-2</c:v>
                </c:pt>
                <c:pt idx="48">
                  <c:v>2.7221154332721265E-2</c:v>
                </c:pt>
                <c:pt idx="49">
                  <c:v>2.7893156443670825E-2</c:v>
                </c:pt>
                <c:pt idx="50">
                  <c:v>2.7936289389122571E-2</c:v>
                </c:pt>
              </c:numCache>
            </c:numRef>
          </c:val>
          <c:extLst>
            <c:ext xmlns:c16="http://schemas.microsoft.com/office/drawing/2014/chart" uri="{C3380CC4-5D6E-409C-BE32-E72D297353CC}">
              <c16:uniqueId val="{00000006-EF15-4692-87E5-36A1D2D541A4}"/>
            </c:ext>
          </c:extLst>
        </c:ser>
        <c:ser>
          <c:idx val="7"/>
          <c:order val="7"/>
          <c:tx>
            <c:strRef>
              <c:f>Chart_Govt!$A$21</c:f>
              <c:strCache>
                <c:ptCount val="1"/>
                <c:pt idx="0">
                  <c:v>0.9 - 0.95</c:v>
                </c:pt>
              </c:strCache>
            </c:strRef>
          </c:tx>
          <c:spPr>
            <a:solidFill>
              <a:schemeClr val="accent3">
                <a:lumMod val="40000"/>
                <a:lumOff val="60000"/>
              </a:schemeClr>
            </a:solidFill>
          </c:spPr>
          <c:cat>
            <c:numRef>
              <c:f>Chart_Govt!$B$13:$AZ$13</c:f>
              <c:numCache>
                <c:formatCode>General</c:formatCode>
                <c:ptCount val="5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pt idx="32">
                  <c:v>32</c:v>
                </c:pt>
                <c:pt idx="33">
                  <c:v>33</c:v>
                </c:pt>
                <c:pt idx="34">
                  <c:v>34</c:v>
                </c:pt>
                <c:pt idx="35">
                  <c:v>35</c:v>
                </c:pt>
                <c:pt idx="36">
                  <c:v>36</c:v>
                </c:pt>
                <c:pt idx="37">
                  <c:v>37</c:v>
                </c:pt>
                <c:pt idx="38">
                  <c:v>38</c:v>
                </c:pt>
                <c:pt idx="39">
                  <c:v>39</c:v>
                </c:pt>
                <c:pt idx="40">
                  <c:v>40</c:v>
                </c:pt>
                <c:pt idx="41">
                  <c:v>41</c:v>
                </c:pt>
                <c:pt idx="42">
                  <c:v>42</c:v>
                </c:pt>
                <c:pt idx="43">
                  <c:v>43</c:v>
                </c:pt>
                <c:pt idx="44">
                  <c:v>44</c:v>
                </c:pt>
                <c:pt idx="45">
                  <c:v>45</c:v>
                </c:pt>
                <c:pt idx="46">
                  <c:v>46</c:v>
                </c:pt>
                <c:pt idx="47">
                  <c:v>47</c:v>
                </c:pt>
                <c:pt idx="48">
                  <c:v>48</c:v>
                </c:pt>
                <c:pt idx="49">
                  <c:v>49</c:v>
                </c:pt>
                <c:pt idx="50">
                  <c:v>50</c:v>
                </c:pt>
              </c:numCache>
            </c:numRef>
          </c:cat>
          <c:val>
            <c:numRef>
              <c:f>Chart_Govt!$B$21:$AZ$21</c:f>
              <c:numCache>
                <c:formatCode>0.00000%</c:formatCode>
                <c:ptCount val="51"/>
                <c:pt idx="0">
                  <c:v>0</c:v>
                </c:pt>
                <c:pt idx="1">
                  <c:v>3.2377606613744146E-3</c:v>
                </c:pt>
                <c:pt idx="2">
                  <c:v>4.3802043716809069E-3</c:v>
                </c:pt>
                <c:pt idx="3">
                  <c:v>5.8978497809694733E-3</c:v>
                </c:pt>
                <c:pt idx="4">
                  <c:v>6.7696566789848325E-3</c:v>
                </c:pt>
                <c:pt idx="5">
                  <c:v>7.897874579044166E-3</c:v>
                </c:pt>
                <c:pt idx="6">
                  <c:v>8.1208359621571038E-3</c:v>
                </c:pt>
                <c:pt idx="7">
                  <c:v>9.1755475223380956E-3</c:v>
                </c:pt>
                <c:pt idx="8">
                  <c:v>9.6428475599726615E-3</c:v>
                </c:pt>
                <c:pt idx="9">
                  <c:v>1.0935280333646047E-2</c:v>
                </c:pt>
                <c:pt idx="10">
                  <c:v>1.2212493773707297E-2</c:v>
                </c:pt>
                <c:pt idx="11">
                  <c:v>1.2346710271340933E-2</c:v>
                </c:pt>
                <c:pt idx="12">
                  <c:v>1.3905171412910311E-2</c:v>
                </c:pt>
                <c:pt idx="13">
                  <c:v>1.5551853390143297E-2</c:v>
                </c:pt>
                <c:pt idx="14">
                  <c:v>1.3462284409586897E-2</c:v>
                </c:pt>
                <c:pt idx="15">
                  <c:v>1.3680873594029377E-2</c:v>
                </c:pt>
                <c:pt idx="16">
                  <c:v>1.5091726613589915E-2</c:v>
                </c:pt>
                <c:pt idx="17">
                  <c:v>1.4910676333778267E-2</c:v>
                </c:pt>
                <c:pt idx="18">
                  <c:v>1.5938846523125563E-2</c:v>
                </c:pt>
                <c:pt idx="19">
                  <c:v>1.5279046577631142E-2</c:v>
                </c:pt>
                <c:pt idx="20">
                  <c:v>1.6486200545978241E-2</c:v>
                </c:pt>
                <c:pt idx="21">
                  <c:v>1.516614073632408E-2</c:v>
                </c:pt>
                <c:pt idx="22">
                  <c:v>1.6383037928699495E-2</c:v>
                </c:pt>
                <c:pt idx="23">
                  <c:v>1.6820438550554567E-2</c:v>
                </c:pt>
                <c:pt idx="24">
                  <c:v>1.6564435507676945E-2</c:v>
                </c:pt>
                <c:pt idx="25">
                  <c:v>1.791193777590401E-2</c:v>
                </c:pt>
                <c:pt idx="26">
                  <c:v>1.8744827830059554E-2</c:v>
                </c:pt>
                <c:pt idx="27">
                  <c:v>1.7406784457626515E-2</c:v>
                </c:pt>
                <c:pt idx="28">
                  <c:v>1.5958942069668886E-2</c:v>
                </c:pt>
                <c:pt idx="29">
                  <c:v>1.5380239338100454E-2</c:v>
                </c:pt>
                <c:pt idx="30">
                  <c:v>1.6474110327873506E-2</c:v>
                </c:pt>
                <c:pt idx="31">
                  <c:v>1.6926397801998005E-2</c:v>
                </c:pt>
                <c:pt idx="32">
                  <c:v>1.5547745984111086E-2</c:v>
                </c:pt>
                <c:pt idx="33">
                  <c:v>1.512297735791325E-2</c:v>
                </c:pt>
                <c:pt idx="34">
                  <c:v>1.5990941994725588E-2</c:v>
                </c:pt>
                <c:pt idx="35">
                  <c:v>1.7510115809609608E-2</c:v>
                </c:pt>
                <c:pt idx="36">
                  <c:v>1.65321194985526E-2</c:v>
                </c:pt>
                <c:pt idx="37">
                  <c:v>1.8240519648368356E-2</c:v>
                </c:pt>
                <c:pt idx="38">
                  <c:v>1.6657215559927802E-2</c:v>
                </c:pt>
                <c:pt idx="39">
                  <c:v>1.8696559025095691E-2</c:v>
                </c:pt>
                <c:pt idx="40">
                  <c:v>1.626181494160614E-2</c:v>
                </c:pt>
                <c:pt idx="41">
                  <c:v>1.6368878550129182E-2</c:v>
                </c:pt>
                <c:pt idx="42">
                  <c:v>1.6843571578422215E-2</c:v>
                </c:pt>
                <c:pt idx="43">
                  <c:v>1.7002079338529721E-2</c:v>
                </c:pt>
                <c:pt idx="44">
                  <c:v>1.7066394899153195E-2</c:v>
                </c:pt>
                <c:pt idx="45">
                  <c:v>1.7354125005100404E-2</c:v>
                </c:pt>
                <c:pt idx="46">
                  <c:v>1.7511303994882432E-2</c:v>
                </c:pt>
                <c:pt idx="47">
                  <c:v>1.6988550295048893E-2</c:v>
                </c:pt>
                <c:pt idx="48">
                  <c:v>1.7600026519549311E-2</c:v>
                </c:pt>
                <c:pt idx="49">
                  <c:v>1.8653351686614167E-2</c:v>
                </c:pt>
                <c:pt idx="50">
                  <c:v>1.8115037817148752E-2</c:v>
                </c:pt>
              </c:numCache>
            </c:numRef>
          </c:val>
          <c:extLst>
            <c:ext xmlns:c16="http://schemas.microsoft.com/office/drawing/2014/chart" uri="{C3380CC4-5D6E-409C-BE32-E72D297353CC}">
              <c16:uniqueId val="{00000007-EF15-4692-87E5-36A1D2D541A4}"/>
            </c:ext>
          </c:extLst>
        </c:ser>
        <c:ser>
          <c:idx val="8"/>
          <c:order val="8"/>
          <c:tx>
            <c:strRef>
              <c:f>Chart_Govt!$A$22</c:f>
              <c:strCache>
                <c:ptCount val="1"/>
                <c:pt idx="0">
                  <c:v>0.95 - 0.99</c:v>
                </c:pt>
              </c:strCache>
            </c:strRef>
          </c:tx>
          <c:spPr>
            <a:solidFill>
              <a:schemeClr val="accent3">
                <a:lumMod val="20000"/>
                <a:lumOff val="80000"/>
              </a:schemeClr>
            </a:solidFill>
          </c:spPr>
          <c:cat>
            <c:numRef>
              <c:f>Chart_Govt!$B$13:$AZ$13</c:f>
              <c:numCache>
                <c:formatCode>General</c:formatCode>
                <c:ptCount val="5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pt idx="32">
                  <c:v>32</c:v>
                </c:pt>
                <c:pt idx="33">
                  <c:v>33</c:v>
                </c:pt>
                <c:pt idx="34">
                  <c:v>34</c:v>
                </c:pt>
                <c:pt idx="35">
                  <c:v>35</c:v>
                </c:pt>
                <c:pt idx="36">
                  <c:v>36</c:v>
                </c:pt>
                <c:pt idx="37">
                  <c:v>37</c:v>
                </c:pt>
                <c:pt idx="38">
                  <c:v>38</c:v>
                </c:pt>
                <c:pt idx="39">
                  <c:v>39</c:v>
                </c:pt>
                <c:pt idx="40">
                  <c:v>40</c:v>
                </c:pt>
                <c:pt idx="41">
                  <c:v>41</c:v>
                </c:pt>
                <c:pt idx="42">
                  <c:v>42</c:v>
                </c:pt>
                <c:pt idx="43">
                  <c:v>43</c:v>
                </c:pt>
                <c:pt idx="44">
                  <c:v>44</c:v>
                </c:pt>
                <c:pt idx="45">
                  <c:v>45</c:v>
                </c:pt>
                <c:pt idx="46">
                  <c:v>46</c:v>
                </c:pt>
                <c:pt idx="47">
                  <c:v>47</c:v>
                </c:pt>
                <c:pt idx="48">
                  <c:v>48</c:v>
                </c:pt>
                <c:pt idx="49">
                  <c:v>49</c:v>
                </c:pt>
                <c:pt idx="50">
                  <c:v>50</c:v>
                </c:pt>
              </c:numCache>
            </c:numRef>
          </c:cat>
          <c:val>
            <c:numRef>
              <c:f>Chart_Govt!$B$22:$AZ$22</c:f>
              <c:numCache>
                <c:formatCode>0.00000%</c:formatCode>
                <c:ptCount val="51"/>
                <c:pt idx="0">
                  <c:v>0</c:v>
                </c:pt>
                <c:pt idx="1">
                  <c:v>5.9333495063029901E-3</c:v>
                </c:pt>
                <c:pt idx="2">
                  <c:v>8.2509101008191796E-3</c:v>
                </c:pt>
                <c:pt idx="3">
                  <c:v>1.0785335463283932E-2</c:v>
                </c:pt>
                <c:pt idx="4">
                  <c:v>1.5345549962929105E-2</c:v>
                </c:pt>
                <c:pt idx="5">
                  <c:v>1.5740129180669332E-2</c:v>
                </c:pt>
                <c:pt idx="6">
                  <c:v>1.6260170776609149E-2</c:v>
                </c:pt>
                <c:pt idx="7">
                  <c:v>1.8359391451262058E-2</c:v>
                </c:pt>
                <c:pt idx="8">
                  <c:v>2.0165036366299113E-2</c:v>
                </c:pt>
                <c:pt idx="9">
                  <c:v>2.0505522713092458E-2</c:v>
                </c:pt>
                <c:pt idx="10">
                  <c:v>2.2216853372705764E-2</c:v>
                </c:pt>
                <c:pt idx="11">
                  <c:v>2.2832469873417E-2</c:v>
                </c:pt>
                <c:pt idx="12">
                  <c:v>2.432332874814877E-2</c:v>
                </c:pt>
                <c:pt idx="13">
                  <c:v>2.3583955529229386E-2</c:v>
                </c:pt>
                <c:pt idx="14">
                  <c:v>2.8595600289307563E-2</c:v>
                </c:pt>
                <c:pt idx="15">
                  <c:v>3.0143351625897985E-2</c:v>
                </c:pt>
                <c:pt idx="16">
                  <c:v>2.9014392893503521E-2</c:v>
                </c:pt>
                <c:pt idx="17">
                  <c:v>3.1500869479223412E-2</c:v>
                </c:pt>
                <c:pt idx="18">
                  <c:v>3.0346383514056649E-2</c:v>
                </c:pt>
                <c:pt idx="19">
                  <c:v>3.1491909655456798E-2</c:v>
                </c:pt>
                <c:pt idx="20">
                  <c:v>3.2710556250474185E-2</c:v>
                </c:pt>
                <c:pt idx="21">
                  <c:v>3.3356714850353242E-2</c:v>
                </c:pt>
                <c:pt idx="22">
                  <c:v>3.5298675240698116E-2</c:v>
                </c:pt>
                <c:pt idx="23">
                  <c:v>3.5804370109173936E-2</c:v>
                </c:pt>
                <c:pt idx="24">
                  <c:v>3.8155527742379763E-2</c:v>
                </c:pt>
                <c:pt idx="25">
                  <c:v>3.7619143041967826E-2</c:v>
                </c:pt>
                <c:pt idx="26">
                  <c:v>3.6341549295158093E-2</c:v>
                </c:pt>
                <c:pt idx="27">
                  <c:v>3.5334213999947323E-2</c:v>
                </c:pt>
                <c:pt idx="28">
                  <c:v>4.0936468560486383E-2</c:v>
                </c:pt>
                <c:pt idx="29">
                  <c:v>3.9240530695755241E-2</c:v>
                </c:pt>
                <c:pt idx="30">
                  <c:v>3.948106478283428E-2</c:v>
                </c:pt>
                <c:pt idx="31">
                  <c:v>3.7934940021081803E-2</c:v>
                </c:pt>
                <c:pt idx="32">
                  <c:v>3.7294061990149285E-2</c:v>
                </c:pt>
                <c:pt idx="33">
                  <c:v>3.6863665391742545E-2</c:v>
                </c:pt>
                <c:pt idx="34">
                  <c:v>3.633626086153538E-2</c:v>
                </c:pt>
                <c:pt idx="35">
                  <c:v>3.4735774247288437E-2</c:v>
                </c:pt>
                <c:pt idx="36">
                  <c:v>3.5343515516555679E-2</c:v>
                </c:pt>
                <c:pt idx="37">
                  <c:v>3.4514069996691987E-2</c:v>
                </c:pt>
                <c:pt idx="38">
                  <c:v>3.3722817827661178E-2</c:v>
                </c:pt>
                <c:pt idx="39">
                  <c:v>3.6774688320896642E-2</c:v>
                </c:pt>
                <c:pt idx="40">
                  <c:v>3.9165810831929215E-2</c:v>
                </c:pt>
                <c:pt idx="41">
                  <c:v>3.8460306515293335E-2</c:v>
                </c:pt>
                <c:pt idx="42">
                  <c:v>3.9149349617009221E-2</c:v>
                </c:pt>
                <c:pt idx="43">
                  <c:v>3.9230901411047681E-2</c:v>
                </c:pt>
                <c:pt idx="44">
                  <c:v>3.8915813342745659E-2</c:v>
                </c:pt>
                <c:pt idx="45">
                  <c:v>3.7777086374003843E-2</c:v>
                </c:pt>
                <c:pt idx="46">
                  <c:v>3.9246686386987306E-2</c:v>
                </c:pt>
                <c:pt idx="47">
                  <c:v>3.6648765128054733E-2</c:v>
                </c:pt>
                <c:pt idx="48">
                  <c:v>3.7023659287965915E-2</c:v>
                </c:pt>
                <c:pt idx="49">
                  <c:v>3.8541710159698123E-2</c:v>
                </c:pt>
                <c:pt idx="50">
                  <c:v>3.8771558041091586E-2</c:v>
                </c:pt>
              </c:numCache>
            </c:numRef>
          </c:val>
          <c:extLst>
            <c:ext xmlns:c16="http://schemas.microsoft.com/office/drawing/2014/chart" uri="{C3380CC4-5D6E-409C-BE32-E72D297353CC}">
              <c16:uniqueId val="{00000008-EF15-4692-87E5-36A1D2D541A4}"/>
            </c:ext>
          </c:extLst>
        </c:ser>
        <c:ser>
          <c:idx val="9"/>
          <c:order val="9"/>
          <c:tx>
            <c:strRef>
              <c:f>Chart_Govt!$A$13</c:f>
              <c:strCache>
                <c:ptCount val="1"/>
                <c:pt idx="0">
                  <c:v>Percentile</c:v>
                </c:pt>
              </c:strCache>
            </c:strRef>
          </c:tx>
          <c:spPr>
            <a:noFill/>
            <a:ln w="25400">
              <a:noFill/>
            </a:ln>
          </c:spPr>
          <c:val>
            <c:numLit>
              <c:formatCode>General</c:formatCode>
              <c:ptCount val="1"/>
              <c:pt idx="0">
                <c:v>0</c:v>
              </c:pt>
            </c:numLit>
          </c:val>
          <c:extLst>
            <c:ext xmlns:c16="http://schemas.microsoft.com/office/drawing/2014/chart" uri="{C3380CC4-5D6E-409C-BE32-E72D297353CC}">
              <c16:uniqueId val="{00000009-EF15-4692-87E5-36A1D2D541A4}"/>
            </c:ext>
          </c:extLst>
        </c:ser>
        <c:dLbls>
          <c:showLegendKey val="0"/>
          <c:showVal val="0"/>
          <c:showCatName val="0"/>
          <c:showSerName val="0"/>
          <c:showPercent val="0"/>
          <c:showBubbleSize val="0"/>
        </c:dLbls>
        <c:axId val="775374200"/>
        <c:axId val="775373024"/>
      </c:areaChart>
      <c:catAx>
        <c:axId val="775374200"/>
        <c:scaling>
          <c:orientation val="minMax"/>
        </c:scaling>
        <c:delete val="1"/>
        <c:axPos val="b"/>
        <c:numFmt formatCode="General" sourceLinked="1"/>
        <c:majorTickMark val="none"/>
        <c:minorTickMark val="none"/>
        <c:tickLblPos val="nextTo"/>
        <c:crossAx val="775373024"/>
        <c:crosses val="autoZero"/>
        <c:auto val="1"/>
        <c:lblAlgn val="ctr"/>
        <c:lblOffset val="100"/>
        <c:tickLblSkip val="5"/>
        <c:tickMarkSkip val="5"/>
        <c:noMultiLvlLbl val="0"/>
      </c:catAx>
      <c:valAx>
        <c:axId val="775373024"/>
        <c:scaling>
          <c:orientation val="minMax"/>
        </c:scaling>
        <c:delete val="0"/>
        <c:axPos val="l"/>
        <c:majorGridlines/>
        <c:title>
          <c:tx>
            <c:rich>
              <a:bodyPr/>
              <a:lstStyle/>
              <a:p>
                <a:pPr>
                  <a:defRPr/>
                </a:pPr>
                <a:r>
                  <a:rPr lang="en-US"/>
                  <a:t>Short Rates</a:t>
                </a:r>
              </a:p>
            </c:rich>
          </c:tx>
          <c:overlay val="0"/>
        </c:title>
        <c:numFmt formatCode="0%" sourceLinked="0"/>
        <c:majorTickMark val="none"/>
        <c:minorTickMark val="none"/>
        <c:tickLblPos val="nextTo"/>
        <c:crossAx val="775374200"/>
        <c:crosses val="autoZero"/>
        <c:crossBetween val="midCat"/>
      </c:valAx>
    </c:plotArea>
    <c:plotVisOnly val="1"/>
    <c:dispBlanksAs val="zero"/>
    <c:showDLblsOverMax val="0"/>
  </c:chart>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lineChart>
        <c:grouping val="standard"/>
        <c:varyColors val="0"/>
        <c:ser>
          <c:idx val="0"/>
          <c:order val="0"/>
          <c:spPr>
            <a:ln>
              <a:solidFill>
                <a:schemeClr val="tx1">
                  <a:lumMod val="75000"/>
                </a:schemeClr>
              </a:solidFill>
            </a:ln>
          </c:spPr>
          <c:marker>
            <c:symbol val="none"/>
          </c:marker>
          <c:val>
            <c:numRef>
              <c:f>'Annual_LMM+'!$C$2:$BA$2</c:f>
              <c:numCache>
                <c:formatCode>General</c:formatCode>
                <c:ptCount val="51"/>
                <c:pt idx="0">
                  <c:v>5.6513056263761702E-3</c:v>
                </c:pt>
                <c:pt idx="1">
                  <c:v>3.7136626009397098E-3</c:v>
                </c:pt>
                <c:pt idx="2">
                  <c:v>1.6661500867381799E-4</c:v>
                </c:pt>
                <c:pt idx="3">
                  <c:v>-2.6916629629522102E-3</c:v>
                </c:pt>
                <c:pt idx="4">
                  <c:v>6.8754467699730301E-3</c:v>
                </c:pt>
                <c:pt idx="5">
                  <c:v>2.1433388873273399E-2</c:v>
                </c:pt>
                <c:pt idx="6">
                  <c:v>2.8112142355541599E-2</c:v>
                </c:pt>
                <c:pt idx="7">
                  <c:v>3.22819312385767E-2</c:v>
                </c:pt>
                <c:pt idx="8">
                  <c:v>3.7299301191720001E-2</c:v>
                </c:pt>
                <c:pt idx="9">
                  <c:v>5.2465815000131602E-2</c:v>
                </c:pt>
                <c:pt idx="10">
                  <c:v>6.19197406128979E-2</c:v>
                </c:pt>
                <c:pt idx="11">
                  <c:v>6.60662275947939E-2</c:v>
                </c:pt>
                <c:pt idx="12">
                  <c:v>7.0537951232754997E-2</c:v>
                </c:pt>
                <c:pt idx="13">
                  <c:v>5.5821641692257701E-2</c:v>
                </c:pt>
                <c:pt idx="14">
                  <c:v>4.6232851284049602E-2</c:v>
                </c:pt>
                <c:pt idx="15">
                  <c:v>3.9713374563486802E-2</c:v>
                </c:pt>
                <c:pt idx="16">
                  <c:v>3.0269723296933001E-2</c:v>
                </c:pt>
                <c:pt idx="17">
                  <c:v>2.9713182911142201E-2</c:v>
                </c:pt>
                <c:pt idx="18">
                  <c:v>2.9406863560656402E-2</c:v>
                </c:pt>
                <c:pt idx="19">
                  <c:v>3.3319323617380998E-2</c:v>
                </c:pt>
                <c:pt idx="20">
                  <c:v>3.1958333618367002E-2</c:v>
                </c:pt>
                <c:pt idx="21">
                  <c:v>2.9325507731915699E-2</c:v>
                </c:pt>
                <c:pt idx="22">
                  <c:v>4.0295581373167098E-2</c:v>
                </c:pt>
                <c:pt idx="23">
                  <c:v>3.5526386446335698E-2</c:v>
                </c:pt>
                <c:pt idx="24">
                  <c:v>3.4184892366631602E-2</c:v>
                </c:pt>
                <c:pt idx="25">
                  <c:v>4.2874905172937301E-2</c:v>
                </c:pt>
                <c:pt idx="26">
                  <c:v>5.3445995103208001E-2</c:v>
                </c:pt>
                <c:pt idx="27">
                  <c:v>5.3023590567102499E-2</c:v>
                </c:pt>
                <c:pt idx="28">
                  <c:v>5.30050446531318E-2</c:v>
                </c:pt>
                <c:pt idx="29">
                  <c:v>5.6918386696375903E-2</c:v>
                </c:pt>
                <c:pt idx="30">
                  <c:v>6.1695812599931801E-2</c:v>
                </c:pt>
                <c:pt idx="31">
                  <c:v>5.49700744313577E-2</c:v>
                </c:pt>
                <c:pt idx="32">
                  <c:v>5.0149267583647503E-2</c:v>
                </c:pt>
                <c:pt idx="33">
                  <c:v>4.2087496650845102E-2</c:v>
                </c:pt>
                <c:pt idx="34">
                  <c:v>3.3913724730233998E-2</c:v>
                </c:pt>
                <c:pt idx="35">
                  <c:v>3.6074513239151597E-2</c:v>
                </c:pt>
                <c:pt idx="36">
                  <c:v>2.4609248809304599E-2</c:v>
                </c:pt>
                <c:pt idx="37">
                  <c:v>2.6403247341508899E-2</c:v>
                </c:pt>
                <c:pt idx="38">
                  <c:v>2.36276011276251E-2</c:v>
                </c:pt>
                <c:pt idx="39">
                  <c:v>2.5669018583157E-2</c:v>
                </c:pt>
                <c:pt idx="40">
                  <c:v>2.6678303687682099E-2</c:v>
                </c:pt>
                <c:pt idx="41">
                  <c:v>2.5747655144048299E-2</c:v>
                </c:pt>
                <c:pt idx="42">
                  <c:v>3.4996042334977502E-2</c:v>
                </c:pt>
                <c:pt idx="43">
                  <c:v>2.5672270503316399E-2</c:v>
                </c:pt>
                <c:pt idx="44">
                  <c:v>3.8146156732705203E-2</c:v>
                </c:pt>
                <c:pt idx="45">
                  <c:v>4.32942526606164E-2</c:v>
                </c:pt>
                <c:pt idx="46">
                  <c:v>4.8598592201354297E-2</c:v>
                </c:pt>
                <c:pt idx="47">
                  <c:v>4.64311418386208E-2</c:v>
                </c:pt>
                <c:pt idx="48">
                  <c:v>3.9237709474618403E-2</c:v>
                </c:pt>
                <c:pt idx="49">
                  <c:v>2.91704532116124E-2</c:v>
                </c:pt>
                <c:pt idx="50">
                  <c:v>1.77460690800956E-2</c:v>
                </c:pt>
              </c:numCache>
            </c:numRef>
          </c:val>
          <c:smooth val="0"/>
          <c:extLst>
            <c:ext xmlns:c16="http://schemas.microsoft.com/office/drawing/2014/chart" uri="{C3380CC4-5D6E-409C-BE32-E72D297353CC}">
              <c16:uniqueId val="{00000000-7E44-44E2-8BAB-8B90226F84A1}"/>
            </c:ext>
          </c:extLst>
        </c:ser>
        <c:dLbls>
          <c:showLegendKey val="0"/>
          <c:showVal val="0"/>
          <c:showCatName val="0"/>
          <c:showSerName val="0"/>
          <c:showPercent val="0"/>
          <c:showBubbleSize val="0"/>
        </c:dLbls>
        <c:smooth val="0"/>
        <c:axId val="775373808"/>
        <c:axId val="775369888"/>
      </c:lineChart>
      <c:catAx>
        <c:axId val="775373808"/>
        <c:scaling>
          <c:orientation val="minMax"/>
        </c:scaling>
        <c:delete val="1"/>
        <c:axPos val="b"/>
        <c:majorTickMark val="out"/>
        <c:minorTickMark val="none"/>
        <c:tickLblPos val="nextTo"/>
        <c:crossAx val="775369888"/>
        <c:crosses val="autoZero"/>
        <c:auto val="1"/>
        <c:lblAlgn val="ctr"/>
        <c:lblOffset val="100"/>
        <c:noMultiLvlLbl val="0"/>
      </c:catAx>
      <c:valAx>
        <c:axId val="775369888"/>
        <c:scaling>
          <c:orientation val="minMax"/>
          <c:max val="0.2"/>
          <c:min val="-5.000000000000001E-2"/>
        </c:scaling>
        <c:delete val="0"/>
        <c:axPos val="l"/>
        <c:majorGridlines/>
        <c:title>
          <c:tx>
            <c:rich>
              <a:bodyPr rot="-5400000" vert="horz"/>
              <a:lstStyle/>
              <a:p>
                <a:pPr>
                  <a:defRPr/>
                </a:pPr>
                <a:r>
                  <a:rPr lang="en-US"/>
                  <a:t>Short Rate</a:t>
                </a:r>
              </a:p>
            </c:rich>
          </c:tx>
          <c:overlay val="0"/>
        </c:title>
        <c:numFmt formatCode="0%" sourceLinked="0"/>
        <c:majorTickMark val="out"/>
        <c:minorTickMark val="none"/>
        <c:tickLblPos val="nextTo"/>
        <c:crossAx val="775373808"/>
        <c:crosses val="autoZero"/>
        <c:crossBetween val="between"/>
      </c:valAx>
    </c:plotArea>
    <c:plotVisOnly val="1"/>
    <c:dispBlanksAs val="gap"/>
    <c:showDLblsOverMax val="0"/>
  </c:chart>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0"/>
    <c:plotArea>
      <c:lineChart>
        <c:grouping val="standard"/>
        <c:varyColors val="0"/>
        <c:ser>
          <c:idx val="0"/>
          <c:order val="0"/>
          <c:tx>
            <c:strRef>
              <c:f>Sheet1!$B$1</c:f>
              <c:strCache>
                <c:ptCount val="1"/>
                <c:pt idx="0">
                  <c:v>Annual Fee (GBP)</c:v>
                </c:pt>
              </c:strCache>
            </c:strRef>
          </c:tx>
          <c:spPr>
            <a:ln>
              <a:solidFill>
                <a:srgbClr val="00357A"/>
              </a:solidFill>
            </a:ln>
          </c:spPr>
          <c:cat>
            <c:strRef>
              <c:f>Sheet1!$A$2:$A$4</c:f>
              <c:strCache>
                <c:ptCount val="3"/>
                <c:pt idx="0">
                  <c:v>2023</c:v>
                </c:pt>
                <c:pt idx="1">
                  <c:v>2024</c:v>
                </c:pt>
                <c:pt idx="2">
                  <c:v>2025</c:v>
                </c:pt>
              </c:strCache>
            </c:strRef>
          </c:cat>
          <c:val>
            <c:numRef>
              <c:f>Sheet1!$B$2:$B$4</c:f>
              <c:numCache>
                <c:formatCode>General</c:formatCode>
                <c:ptCount val="3"/>
                <c:pt idx="0">
                  <c:v>50364</c:v>
                </c:pt>
                <c:pt idx="1">
                  <c:v>52379</c:v>
                </c:pt>
                <c:pt idx="2">
                  <c:v>53950</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crossAx val="2140495176"/>
        <c:crosses val="autoZero"/>
        <c:auto val="1"/>
        <c:lblAlgn val="ctr"/>
        <c:lblOffset val="100"/>
        <c:noMultiLvlLbl val="0"/>
      </c:catAx>
      <c:valAx>
        <c:axId val="2140495176"/>
        <c:scaling/>
        <c:delete val="0"/>
        <c:axPos val="l"/>
        <c:majorGridlines/>
        <c:majorTickMark val="out"/>
        <c:minorTickMark val="none"/>
        <c:tickLblPos val="nextTo"/>
        <c:crossAx val="2118791784"/>
        <c:crosses val="autoZero"/>
      </c:valAx>
    </c:plotArea>
    <c:plotVisOnly val="1"/>
    <c:dispBlanksAs val="gap"/>
    <c:showDLblsOverMax val="0"/>
  </c:chart>
  <c:txPr>
    <a:bodyPr/>
    <a:lstStyle/>
    <a:p>
      <a:pPr>
        <a:defRPr sz="1800"/>
      </a:pPr>
      <a:endParaRPr lang="en-US"/>
    </a:p>
  </c:txPr>
  <c:externalData r:id="rId1">
    <c:autoUpdate val="0"/>
  </c:externalData>
</c:chartSpace>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1">
  <dgm:title val=""/>
  <dgm:desc val=""/>
  <dgm:catLst>
    <dgm:cat type="accent1" pri="11100"/>
  </dgm:catLst>
  <dgm:styleLbl name="node0">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alignNode1">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node1">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lnNode1">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vennNode1">
    <dgm:fillClrLst meth="repeat">
      <a:schemeClr val="lt1">
        <a:alpha val="50000"/>
      </a:schemeClr>
    </dgm:fillClrLst>
    <dgm:linClrLst meth="repeat">
      <a:schemeClr val="accent1">
        <a:shade val="80000"/>
      </a:schemeClr>
    </dgm:linClrLst>
    <dgm:effectClrLst/>
    <dgm:txLinClrLst/>
    <dgm:txFillClrLst/>
    <dgm:txEffectClrLst/>
  </dgm:styleLbl>
  <dgm:styleLbl name="node2">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node3">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node4">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fgImgPlace1">
    <dgm:fillClrLst meth="repeat">
      <a:schemeClr val="accent1">
        <a:tint val="40000"/>
      </a:schemeClr>
    </dgm:fillClrLst>
    <dgm:linClrLst meth="repeat">
      <a:schemeClr val="accent1">
        <a:shade val="80000"/>
      </a:schemeClr>
    </dgm:linClrLst>
    <dgm:effectClrLst/>
    <dgm:txLinClrLst/>
    <dgm:txFillClrLst meth="repeat">
      <a:schemeClr val="lt1"/>
    </dgm:txFillClrLst>
    <dgm:txEffectClrLst/>
  </dgm:styleLbl>
  <dgm:styleLbl name="alignImgPlace1">
    <dgm:fillClrLst meth="repeat">
      <a:schemeClr val="accent1">
        <a:tint val="40000"/>
      </a:schemeClr>
    </dgm:fillClrLst>
    <dgm:linClrLst meth="repeat">
      <a:schemeClr val="accent1">
        <a:shade val="80000"/>
      </a:schemeClr>
    </dgm:linClrLst>
    <dgm:effectClrLst/>
    <dgm:txLinClrLst/>
    <dgm:txFillClrLst meth="repeat">
      <a:schemeClr val="lt1"/>
    </dgm:txFillClrLst>
    <dgm:txEffectClrLst/>
  </dgm:styleLbl>
  <dgm:styleLbl name="bgImgPlace1">
    <dgm:fillClrLst meth="repeat">
      <a:schemeClr val="accent1">
        <a:tint val="40000"/>
      </a:schemeClr>
    </dgm:fillClrLst>
    <dgm:linClrLst meth="repeat">
      <a:schemeClr val="accent1">
        <a:shade val="80000"/>
      </a:schemeClr>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meth="repeat">
      <a:schemeClr val="dk1"/>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meth="repeat">
      <a:schemeClr val="dk1"/>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meth="repeat">
      <a:schemeClr val="dk1"/>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dgm:linClrLst>
    <dgm:effectClrLst/>
    <dgm:txLinClrLst/>
    <dgm:txFillClrLst meth="repeat">
      <a:schemeClr val="tx1"/>
    </dgm:txFillClrLst>
    <dgm:txEffectClrLst/>
  </dgm:styleLbl>
  <dgm:styleLbl name="asst0">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asst1">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asst2">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asst3">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asst4">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dgm:txEffectClrLst/>
  </dgm:styleLbl>
  <dgm:styleLbl name="parChTrans2D2">
    <dgm:fillClrLst meth="repeat">
      <a:schemeClr val="accent1"/>
    </dgm:fillClrLst>
    <dgm:linClrLst meth="repeat">
      <a:schemeClr val="accent1"/>
    </dgm:linClrLst>
    <dgm:effectClrLst/>
    <dgm:txLinClrLst/>
    <dgm:txFillClrLst/>
    <dgm:txEffectClrLst/>
  </dgm:styleLbl>
  <dgm:styleLbl name="parChTrans2D3">
    <dgm:fillClrLst meth="repeat">
      <a:schemeClr val="accent1"/>
    </dgm:fillClrLst>
    <dgm:linClrLst meth="repeat">
      <a:schemeClr val="accent1"/>
    </dgm:linClrLst>
    <dgm:effectClrLst/>
    <dgm:txLinClrLst/>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conFgAcc1">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alignAcc1">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trAlignAcc1">
    <dgm:fillClrLst meth="repeat">
      <a:schemeClr val="accent1">
        <a:alpha val="40000"/>
        <a:tint val="40000"/>
      </a:schemeClr>
    </dgm:fillClrLst>
    <dgm:linClrLst meth="repeat">
      <a:schemeClr val="accent1"/>
    </dgm:linClrLst>
    <dgm:effectClrLst/>
    <dgm:txLinClrLst/>
    <dgm:txFillClrLst meth="repeat">
      <a:schemeClr val="dk1"/>
    </dgm:txFillClrLst>
    <dgm:txEffectClrLst/>
  </dgm:styleLbl>
  <dgm:styleLbl name="bgAcc1">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lt1">
        <a:alpha val="90000"/>
        <a:tint val="40000"/>
      </a:schemeClr>
    </dgm:fillClrLst>
    <dgm:linClrLst meth="repeat">
      <a:schemeClr val="accent1">
        <a:alpha val="90000"/>
      </a:schemeClr>
    </dgm:linClrLst>
    <dgm:effectClrLst/>
    <dgm:txLinClrLst/>
    <dgm:txFillClrLst meth="repeat">
      <a:schemeClr val="dk1"/>
    </dgm:txFillClrLst>
    <dgm:txEffectClrLst/>
  </dgm:styleLbl>
  <dgm:styleLbl name="alignAccFollowNode1">
    <dgm:fillClrLst meth="repeat">
      <a:schemeClr val="lt1">
        <a:alpha val="90000"/>
        <a:tint val="40000"/>
      </a:schemeClr>
    </dgm:fillClrLst>
    <dgm:linClrLst meth="repeat">
      <a:schemeClr val="accent1">
        <a:alpha val="90000"/>
      </a:schemeClr>
    </dgm:linClrLst>
    <dgm:effectClrLst/>
    <dgm:txLinClrLst/>
    <dgm:txFillClrLst meth="repeat">
      <a:schemeClr val="dk1"/>
    </dgm:txFillClrLst>
    <dgm:txEffectClrLst/>
  </dgm:styleLbl>
  <dgm:styleLbl name="bgAccFollowNode1">
    <dgm:fillClrLst meth="repeat">
      <a:schemeClr val="lt1">
        <a:alpha val="90000"/>
        <a:tint val="40000"/>
      </a:schemeClr>
    </dgm:fillClrLst>
    <dgm:linClrLst meth="repeat">
      <a:schemeClr val="accent1">
        <a:alpha val="90000"/>
      </a:schemeClr>
    </dgm:linClrLst>
    <dgm:effectClrLst/>
    <dgm:txLinClrLst/>
    <dgm:txFillClrLst meth="repeat">
      <a:schemeClr val="dk1"/>
    </dgm:txFillClrLst>
    <dgm:txEffectClrLst/>
  </dgm:styleLbl>
  <dgm:styleLbl name="fgAcc0">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fgAcc2">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fgAcc3">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fgAcc4">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0_3">
  <dgm:title val=""/>
  <dgm:desc val=""/>
  <dgm:catLst>
    <dgm:cat type="mainScheme" pri="10300"/>
  </dgm:catLst>
  <dgm:styleLbl name="node0">
    <dgm:fillClrLst meth="repeat">
      <a:schemeClr val="dk2"/>
    </dgm:fillClrLst>
    <dgm:linClrLst meth="repeat">
      <a:schemeClr val="lt2"/>
    </dgm:linClrLst>
    <dgm:effectClrLst/>
    <dgm:txLinClrLst/>
    <dgm:txFillClrLst/>
    <dgm:txEffectClrLst/>
  </dgm:styleLbl>
  <dgm:styleLbl name="alignNode1">
    <dgm:fillClrLst meth="repeat">
      <a:schemeClr val="dk2"/>
    </dgm:fillClrLst>
    <dgm:linClrLst meth="repeat">
      <a:schemeClr val="dk2"/>
    </dgm:linClrLst>
    <dgm:effectClrLst/>
    <dgm:txLinClrLst/>
    <dgm:txFillClrLst/>
    <dgm:txEffectClrLst/>
  </dgm:styleLbl>
  <dgm:styleLbl name="node1">
    <dgm:fillClrLst meth="repeat">
      <a:schemeClr val="dk2"/>
    </dgm:fillClrLst>
    <dgm:linClrLst meth="repeat">
      <a:schemeClr val="lt2"/>
    </dgm:linClrLst>
    <dgm:effectClrLst/>
    <dgm:txLinClrLst/>
    <dgm:txFillClrLst/>
    <dgm:txEffectClrLst/>
  </dgm:styleLbl>
  <dgm:styleLbl name="lnNode1">
    <dgm:fillClrLst meth="repeat">
      <a:schemeClr val="dk2"/>
    </dgm:fillClrLst>
    <dgm:linClrLst meth="repeat">
      <a:schemeClr val="lt2"/>
    </dgm:linClrLst>
    <dgm:effectClrLst/>
    <dgm:txLinClrLst/>
    <dgm:txFillClrLst/>
    <dgm:txEffectClrLst/>
  </dgm:styleLbl>
  <dgm:styleLbl name="vennNode1">
    <dgm:fillClrLst meth="repeat">
      <a:schemeClr val="dk2">
        <a:alpha val="50000"/>
      </a:schemeClr>
    </dgm:fillClrLst>
    <dgm:linClrLst meth="repeat">
      <a:schemeClr val="lt2"/>
    </dgm:linClrLst>
    <dgm:effectClrLst/>
    <dgm:txLinClrLst/>
    <dgm:txFillClrLst/>
    <dgm:txEffectClrLst/>
  </dgm:styleLbl>
  <dgm:styleLbl name="node2">
    <dgm:fillClrLst meth="repeat">
      <a:schemeClr val="dk2"/>
    </dgm:fillClrLst>
    <dgm:linClrLst meth="repeat">
      <a:schemeClr val="lt2"/>
    </dgm:linClrLst>
    <dgm:effectClrLst/>
    <dgm:txLinClrLst/>
    <dgm:txFillClrLst/>
    <dgm:txEffectClrLst/>
  </dgm:styleLbl>
  <dgm:styleLbl name="node3">
    <dgm:fillClrLst meth="repeat">
      <a:schemeClr val="dk2"/>
    </dgm:fillClrLst>
    <dgm:linClrLst meth="repeat">
      <a:schemeClr val="lt2"/>
    </dgm:linClrLst>
    <dgm:effectClrLst/>
    <dgm:txLinClrLst/>
    <dgm:txFillClrLst/>
    <dgm:txEffectClrLst/>
  </dgm:styleLbl>
  <dgm:styleLbl name="node4">
    <dgm:fillClrLst meth="repeat">
      <a:schemeClr val="dk2"/>
    </dgm:fillClrLst>
    <dgm:linClrLst meth="repeat">
      <a:schemeClr val="lt2"/>
    </dgm:linClrLst>
    <dgm:effectClrLst/>
    <dgm:txLinClrLst/>
    <dgm:txFillClrLst/>
    <dgm:txEffectClrLst/>
  </dgm:styleLbl>
  <dgm:styleLbl name="fgImgPlace1">
    <dgm:fillClrLst meth="repeat">
      <a:schemeClr val="dk2">
        <a:tint val="50000"/>
      </a:schemeClr>
    </dgm:fillClrLst>
    <dgm:linClrLst meth="repeat">
      <a:schemeClr val="lt2"/>
    </dgm:linClrLst>
    <dgm:effectClrLst/>
    <dgm:txLinClrLst/>
    <dgm:txFillClrLst meth="repeat">
      <a:schemeClr val="lt2"/>
    </dgm:txFillClrLst>
    <dgm:txEffectClrLst/>
  </dgm:styleLbl>
  <dgm:styleLbl name="align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bg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dgm:txEffectClrLst/>
  </dgm:styleLbl>
  <dgm:styleLbl name="sibTrans1D1">
    <dgm:fillClrLst meth="repeat">
      <a:schemeClr val="dk2"/>
    </dgm:fillClrLst>
    <dgm:linClrLst meth="repeat">
      <a:schemeClr val="dk2"/>
    </dgm:linClrLst>
    <dgm:effectClrLst/>
    <dgm:txLinClrLst/>
    <dgm:txFillClrLst meth="repeat">
      <a:schemeClr val="lt2"/>
    </dgm:txFillClrLst>
    <dgm:txEffectClrLst/>
  </dgm:styleLbl>
  <dgm:styleLbl name="callout">
    <dgm:fillClrLst meth="repeat">
      <a:schemeClr val="dk2"/>
    </dgm:fillClrLst>
    <dgm:linClrLst meth="repeat">
      <a:schemeClr val="dk2">
        <a:tint val="50000"/>
      </a:schemeClr>
    </dgm:linClrLst>
    <dgm:effectClrLst/>
    <dgm:txLinClrLst/>
    <dgm:txFillClrLst meth="repeat">
      <a:schemeClr val="lt2"/>
    </dgm:txFillClrLst>
    <dgm:txEffectClrLst/>
  </dgm:styleLbl>
  <dgm:styleLbl name="asst0">
    <dgm:fillClrLst meth="repeat">
      <a:schemeClr val="dk2"/>
    </dgm:fillClrLst>
    <dgm:linClrLst meth="repeat">
      <a:schemeClr val="lt2"/>
    </dgm:linClrLst>
    <dgm:effectClrLst/>
    <dgm:txLinClrLst/>
    <dgm:txFillClrLst/>
    <dgm:txEffectClrLst/>
  </dgm:styleLbl>
  <dgm:styleLbl name="asst1">
    <dgm:fillClrLst meth="repeat">
      <a:schemeClr val="dk2"/>
    </dgm:fillClrLst>
    <dgm:linClrLst meth="repeat">
      <a:schemeClr val="lt2"/>
    </dgm:linClrLst>
    <dgm:effectClrLst/>
    <dgm:txLinClrLst/>
    <dgm:txFillClrLst/>
    <dgm:txEffectClrLst/>
  </dgm:styleLbl>
  <dgm:styleLbl name="asst2">
    <dgm:fillClrLst meth="repeat">
      <a:schemeClr val="dk2"/>
    </dgm:fillClrLst>
    <dgm:linClrLst meth="repeat">
      <a:schemeClr val="lt2"/>
    </dgm:linClrLst>
    <dgm:effectClrLst/>
    <dgm:txLinClrLst/>
    <dgm:txFillClrLst/>
    <dgm:txEffectClrLst/>
  </dgm:styleLbl>
  <dgm:styleLbl name="asst3">
    <dgm:fillClrLst meth="repeat">
      <a:schemeClr val="dk2"/>
    </dgm:fillClrLst>
    <dgm:linClrLst meth="repeat">
      <a:schemeClr val="lt2"/>
    </dgm:linClrLst>
    <dgm:effectClrLst/>
    <dgm:txLinClrLst/>
    <dgm:txFillClrLst/>
    <dgm:txEffectClrLst/>
  </dgm:styleLbl>
  <dgm:styleLbl name="asst4">
    <dgm:fillClrLst meth="repeat">
      <a:schemeClr val="dk2"/>
    </dgm:fillClrLst>
    <dgm:linClrLst meth="repeat">
      <a:schemeClr val="lt2"/>
    </dgm:linClrLst>
    <dgm:effectClrLst/>
    <dgm:txLinClrLst/>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meth="repeat">
      <a:schemeClr val="lt2"/>
    </dgm:txFillClrLst>
    <dgm:txEffectClrLst/>
  </dgm:styleLbl>
  <dgm:styleLbl name="parChTrans2D2">
    <dgm:fillClrLst meth="repeat">
      <a:schemeClr val="dk2"/>
    </dgm:fillClrLst>
    <dgm:linClrLst meth="repeat">
      <a:schemeClr val="dk2"/>
    </dgm:linClrLst>
    <dgm:effectClrLst/>
    <dgm:txLinClrLst/>
    <dgm:txFillClrLst meth="repeat">
      <a:schemeClr val="lt2"/>
    </dgm:txFillClrLst>
    <dgm:txEffectClrLst/>
  </dgm:styleLbl>
  <dgm:styleLbl name="parChTrans2D3">
    <dgm:fillClrLst meth="repeat">
      <a:schemeClr val="dk2"/>
    </dgm:fillClrLst>
    <dgm:linClrLst meth="repeat">
      <a:schemeClr val="dk2"/>
    </dgm:linClrLst>
    <dgm:effectClrLst/>
    <dgm:txLinClrLst/>
    <dgm:txFillClrLst meth="repeat">
      <a:schemeClr val="lt2"/>
    </dgm:txFillClrLst>
    <dgm:txEffectClrLst/>
  </dgm:styleLbl>
  <dgm:styleLbl name="parChTrans2D4">
    <dgm:fillClrLst meth="repeat">
      <a:schemeClr val="dk2"/>
    </dgm:fillClrLst>
    <dgm:linClrLst meth="repeat">
      <a:schemeClr val="dk2"/>
    </dgm:linClrLst>
    <dgm:effectClrLst/>
    <dgm:txLinClrLst/>
    <dgm:txFillClrLst meth="repeat">
      <a:schemeClr val="lt2"/>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con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align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trAlignAcc1">
    <dgm:fillClrLst meth="repeat">
      <a:schemeClr val="lt2">
        <a:alpha val="40000"/>
      </a:schemeClr>
    </dgm:fillClrLst>
    <dgm:linClrLst meth="repeat">
      <a:schemeClr val="dk2"/>
    </dgm:linClrLst>
    <dgm:effectClrLst/>
    <dgm:txLinClrLst/>
    <dgm:txFillClrLst meth="repeat">
      <a:schemeClr val="dk1"/>
    </dgm:txFillClrLst>
    <dgm:txEffectClrLst/>
  </dgm:styleLbl>
  <dgm:styleLbl name="b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solidFgAcc1">
    <dgm:fillClrLst meth="repeat">
      <a:schemeClr val="lt2"/>
    </dgm:fillClrLst>
    <dgm:linClrLst meth="repeat">
      <a:schemeClr val="dk2"/>
    </dgm:linClrLst>
    <dgm:effectClrLst/>
    <dgm:txLinClrLst/>
    <dgm:txFillClrLst meth="repeat">
      <a:schemeClr val="dk1"/>
    </dgm:txFillClrLst>
    <dgm:txEffectClrLst/>
  </dgm:styleLbl>
  <dgm:styleLbl name="solidAlignAcc1">
    <dgm:fillClrLst meth="repeat">
      <a:schemeClr val="lt2"/>
    </dgm:fillClrLst>
    <dgm:linClrLst meth="repeat">
      <a:schemeClr val="dk2"/>
    </dgm:linClrLst>
    <dgm:effectClrLst/>
    <dgm:txLinClrLst/>
    <dgm:txFillClrLst meth="repeat">
      <a:schemeClr val="dk1"/>
    </dgm:txFillClrLst>
    <dgm:txEffectClrLst/>
  </dgm:styleLbl>
  <dgm:styleLbl name="solidBgAcc1">
    <dgm:fillClrLst meth="repeat">
      <a:schemeClr val="lt2"/>
    </dgm:fillClrLst>
    <dgm:linClrLst meth="repeat">
      <a:schemeClr val="dk2"/>
    </dgm:linClrLst>
    <dgm:effectClrLst/>
    <dgm:txLinClrLst/>
    <dgm:txFillClrLst meth="repeat">
      <a:schemeClr val="dk1"/>
    </dgm:txFillClrLst>
    <dgm:txEffectClrLst/>
  </dgm:styleLbl>
  <dgm:styleLbl name="f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align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b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fgAcc0">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2">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3">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4">
    <dgm:fillClrLst meth="repeat">
      <a:schemeClr val="lt2">
        <a:alpha val="90000"/>
      </a:schemeClr>
    </dgm:fillClrLst>
    <dgm:linClrLst meth="repeat">
      <a:schemeClr val="dk2"/>
    </dgm:linClrLst>
    <dgm:effectClrLst/>
    <dgm:txLinClrLst/>
    <dgm:txFillClrLst meth="repeat">
      <a:schemeClr val="dk1"/>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1"/>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1"/>
    </dgm:txFillClrLst>
    <dgm:txEffectClrLst/>
  </dgm:styleLbl>
  <dgm:styleLbl name="fgShp">
    <dgm:fillClrLst meth="repeat">
      <a:schemeClr val="dk2">
        <a:tint val="60000"/>
      </a:schemeClr>
    </dgm:fillClrLst>
    <dgm:linClrLst meth="repeat">
      <a:schemeClr val="lt2"/>
    </dgm:linClrLst>
    <dgm:effectClrLst/>
    <dgm:txLinClrLst/>
    <dgm:txFillClrLst meth="repeat">
      <a:schemeClr val="dk1"/>
    </dgm:txFillClrLst>
    <dgm:txEffectClrLst/>
  </dgm:styleLbl>
  <dgm:styleLbl name="revTx">
    <dgm:fillClrLst meth="repeat">
      <a:schemeClr val="lt2">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C30A438D-EA2A-496B-B978-E9B1418D316B}" type="doc">
      <dgm:prSet loTypeId="urn:microsoft.com/office/officeart/2005/8/layout/chevron1" loCatId="process" qsTypeId="urn:microsoft.com/office/officeart/2005/8/quickstyle/simple1" qsCatId="simple" csTypeId="urn:microsoft.com/office/officeart/2005/8/colors/accent1_2" csCatId="accent1" phldr="1"/>
      <dgm:spPr/>
    </dgm:pt>
    <dgm:pt modelId="{6BE2B9E2-E00C-43A0-9143-9A7A3A0B79F8}">
      <dgm:prSet phldrT="[Text]" custT="1"/>
      <dgm:spPr>
        <a:solidFill>
          <a:schemeClr val="accent6"/>
        </a:solidFill>
      </dgm:spPr>
      <dgm:t>
        <a:bodyPr/>
        <a:lstStyle/>
        <a:p>
          <a:r>
            <a:rPr lang="en-US" sz="1600" b="1">
              <a:solidFill>
                <a:schemeClr val="bg1"/>
              </a:solidFill>
            </a:rPr>
            <a:t>Configure asset classes &amp; capital market assumptions</a:t>
          </a:r>
          <a:endParaRPr lang="en-US" sz="1600"/>
        </a:p>
      </dgm:t>
    </dgm:pt>
    <dgm:pt modelId="{E19822D8-02E5-430F-97AA-ADEA68AB4197}" type="parTrans" cxnId="{F6BA3971-8C9C-43EF-A687-26C774F4A6E6}">
      <dgm:prSet/>
      <dgm:spPr/>
      <dgm:t>
        <a:bodyPr/>
        <a:lstStyle/>
        <a:p>
          <a:endParaRPr lang="en-US"/>
        </a:p>
      </dgm:t>
    </dgm:pt>
    <dgm:pt modelId="{67B0E88A-7004-4B97-9C2C-F5E87934B0C2}" type="sibTrans" cxnId="{F6BA3971-8C9C-43EF-A687-26C774F4A6E6}">
      <dgm:prSet/>
      <dgm:spPr/>
      <dgm:t>
        <a:bodyPr/>
        <a:lstStyle/>
        <a:p>
          <a:endParaRPr lang="en-US"/>
        </a:p>
      </dgm:t>
    </dgm:pt>
    <dgm:pt modelId="{4C69FB09-4927-4691-84AA-238992D8B744}">
      <dgm:prSet phldrT="[Text]" custT="1"/>
      <dgm:spPr/>
      <dgm:t>
        <a:bodyPr/>
        <a:lstStyle/>
        <a:p>
          <a:r>
            <a:rPr lang="en-US" sz="1600" b="1">
              <a:solidFill>
                <a:prstClr val="white"/>
              </a:solidFill>
            </a:rPr>
            <a:t>Create candidate portfolios (SAAs)</a:t>
          </a:r>
          <a:endParaRPr lang="en-US" sz="1600"/>
        </a:p>
      </dgm:t>
    </dgm:pt>
    <dgm:pt modelId="{5FAEECD9-CC00-408E-860E-D5856186EC89}" type="parTrans" cxnId="{D6B8DA4E-D09E-4052-970F-D7E4D7A8212E}">
      <dgm:prSet/>
      <dgm:spPr/>
      <dgm:t>
        <a:bodyPr/>
        <a:lstStyle/>
        <a:p>
          <a:endParaRPr lang="en-US"/>
        </a:p>
      </dgm:t>
    </dgm:pt>
    <dgm:pt modelId="{F4920E1D-CE65-4504-9CE2-F69B9779823C}" type="sibTrans" cxnId="{D6B8DA4E-D09E-4052-970F-D7E4D7A8212E}">
      <dgm:prSet/>
      <dgm:spPr/>
      <dgm:t>
        <a:bodyPr/>
        <a:lstStyle/>
        <a:p>
          <a:endParaRPr lang="en-US"/>
        </a:p>
      </dgm:t>
    </dgm:pt>
    <dgm:pt modelId="{9220089B-17FC-4D3D-BDC8-EF4D1B82A53A}">
      <dgm:prSet phldrT="[Text]" custT="1"/>
      <dgm:spPr>
        <a:solidFill>
          <a:schemeClr val="tx2"/>
        </a:solidFill>
        <a:ln>
          <a:solidFill>
            <a:schemeClr val="tx2"/>
          </a:solidFill>
        </a:ln>
      </dgm:spPr>
      <dgm:t>
        <a:bodyPr/>
        <a:lstStyle/>
        <a:p>
          <a:r>
            <a:rPr lang="en-US" sz="1600" b="1">
              <a:solidFill>
                <a:prstClr val="white"/>
              </a:solidFill>
            </a:rPr>
            <a:t>Stochastic projection of candidate SAAs</a:t>
          </a:r>
          <a:endParaRPr lang="en-US" sz="1600"/>
        </a:p>
      </dgm:t>
    </dgm:pt>
    <dgm:pt modelId="{D3A9182C-AE5E-46B5-9F27-CB81A8EEF351}" type="parTrans" cxnId="{2DDC1A4F-F70A-4D0A-9F9E-6C10F60DC0A8}">
      <dgm:prSet/>
      <dgm:spPr/>
      <dgm:t>
        <a:bodyPr/>
        <a:lstStyle/>
        <a:p>
          <a:endParaRPr lang="en-US"/>
        </a:p>
      </dgm:t>
    </dgm:pt>
    <dgm:pt modelId="{F9F718AD-FD4C-4F17-83FC-62EBF10B0E97}" type="sibTrans" cxnId="{2DDC1A4F-F70A-4D0A-9F9E-6C10F60DC0A8}">
      <dgm:prSet/>
      <dgm:spPr/>
      <dgm:t>
        <a:bodyPr/>
        <a:lstStyle/>
        <a:p>
          <a:endParaRPr lang="en-US"/>
        </a:p>
      </dgm:t>
    </dgm:pt>
    <dgm:pt modelId="{561865FE-6FE3-4689-BFC1-F5E0F923D4CA}">
      <dgm:prSet phldrT="[Text]" custT="1"/>
      <dgm:spPr/>
      <dgm:t>
        <a:bodyPr/>
        <a:lstStyle/>
        <a:p>
          <a:r>
            <a:rPr lang="en-US" sz="1600" b="1">
              <a:solidFill>
                <a:prstClr val="white"/>
              </a:solidFill>
            </a:rPr>
            <a:t>SAA analysis and selection</a:t>
          </a:r>
          <a:endParaRPr lang="en-US" sz="1600"/>
        </a:p>
      </dgm:t>
    </dgm:pt>
    <dgm:pt modelId="{C29FCC7F-B2E2-4503-A832-EC3B0A1AB93A}" type="parTrans" cxnId="{9A1863F6-16EC-4CBA-B80E-F7F56C7DCEF1}">
      <dgm:prSet/>
      <dgm:spPr/>
      <dgm:t>
        <a:bodyPr/>
        <a:lstStyle/>
        <a:p>
          <a:endParaRPr lang="en-US"/>
        </a:p>
      </dgm:t>
    </dgm:pt>
    <dgm:pt modelId="{97F19A25-A53A-4A72-A077-734E169A9CE4}" type="sibTrans" cxnId="{9A1863F6-16EC-4CBA-B80E-F7F56C7DCEF1}">
      <dgm:prSet/>
      <dgm:spPr/>
      <dgm:t>
        <a:bodyPr/>
        <a:lstStyle/>
        <a:p>
          <a:endParaRPr lang="en-US"/>
        </a:p>
      </dgm:t>
    </dgm:pt>
    <dgm:pt modelId="{FCC9F90A-B4C6-4EFC-9BBB-9FB879BB402C}" type="pres">
      <dgm:prSet presAssocID="{C30A438D-EA2A-496B-B978-E9B1418D316B}" presName="Name0" presStyleCnt="0">
        <dgm:presLayoutVars>
          <dgm:dir/>
          <dgm:animLvl val="lvl"/>
          <dgm:resizeHandles val="exact"/>
        </dgm:presLayoutVars>
      </dgm:prSet>
      <dgm:spPr/>
    </dgm:pt>
    <dgm:pt modelId="{6D54FDA8-7277-4AD8-9C20-EDFE1C9FE4AA}" type="pres">
      <dgm:prSet presAssocID="{6BE2B9E2-E00C-43A0-9143-9A7A3A0B79F8}" presName="parTxOnly" presStyleLbl="node1" presStyleIdx="0" presStyleCnt="4">
        <dgm:presLayoutVars>
          <dgm:chMax val="0"/>
          <dgm:chPref val="0"/>
          <dgm:bulletEnabled val="1"/>
        </dgm:presLayoutVars>
      </dgm:prSet>
      <dgm:spPr/>
    </dgm:pt>
    <dgm:pt modelId="{85319C36-7DEE-4570-8FE6-FD5D70E7ECC7}" type="pres">
      <dgm:prSet presAssocID="{67B0E88A-7004-4B97-9C2C-F5E87934B0C2}" presName="parTxOnlySpace" presStyleCnt="0"/>
      <dgm:spPr/>
    </dgm:pt>
    <dgm:pt modelId="{824CDC75-81A7-4838-AACF-80B16AFA76AF}" type="pres">
      <dgm:prSet presAssocID="{4C69FB09-4927-4691-84AA-238992D8B744}" presName="parTxOnly" presStyleLbl="node1" presStyleIdx="1" presStyleCnt="4">
        <dgm:presLayoutVars>
          <dgm:chMax val="0"/>
          <dgm:chPref val="0"/>
          <dgm:bulletEnabled val="1"/>
        </dgm:presLayoutVars>
      </dgm:prSet>
      <dgm:spPr/>
    </dgm:pt>
    <dgm:pt modelId="{BBBC1726-CE51-4F2C-AEE6-9B35B39CFEFC}" type="pres">
      <dgm:prSet presAssocID="{F4920E1D-CE65-4504-9CE2-F69B9779823C}" presName="parTxOnlySpace" presStyleCnt="0"/>
      <dgm:spPr/>
    </dgm:pt>
    <dgm:pt modelId="{0DBAFD01-852E-431C-8411-FDA466E1201F}" type="pres">
      <dgm:prSet presAssocID="{9220089B-17FC-4D3D-BDC8-EF4D1B82A53A}" presName="parTxOnly" presStyleLbl="node1" presStyleIdx="2" presStyleCnt="4">
        <dgm:presLayoutVars>
          <dgm:chMax val="0"/>
          <dgm:chPref val="0"/>
          <dgm:bulletEnabled val="1"/>
        </dgm:presLayoutVars>
      </dgm:prSet>
      <dgm:spPr/>
    </dgm:pt>
    <dgm:pt modelId="{928654B5-0E67-470E-A92D-C4C6E5BDFF0E}" type="pres">
      <dgm:prSet presAssocID="{F9F718AD-FD4C-4F17-83FC-62EBF10B0E97}" presName="parTxOnlySpace" presStyleCnt="0"/>
      <dgm:spPr/>
    </dgm:pt>
    <dgm:pt modelId="{32E19251-A604-409D-ADBB-FE61FA145CE1}" type="pres">
      <dgm:prSet presAssocID="{561865FE-6FE3-4689-BFC1-F5E0F923D4CA}" presName="parTxOnly" presStyleLbl="node1" presStyleIdx="3" presStyleCnt="4">
        <dgm:presLayoutVars>
          <dgm:chMax val="0"/>
          <dgm:chPref val="0"/>
          <dgm:bulletEnabled val="1"/>
        </dgm:presLayoutVars>
      </dgm:prSet>
      <dgm:spPr/>
    </dgm:pt>
  </dgm:ptLst>
  <dgm:cxnLst>
    <dgm:cxn modelId="{FFDAAE01-1EE4-4094-A40A-360A6534F07A}" type="presOf" srcId="{C30A438D-EA2A-496B-B978-E9B1418D316B}" destId="{FCC9F90A-B4C6-4EFC-9BBB-9FB879BB402C}" srcOrd="0" destOrd="0" presId="urn:microsoft.com/office/officeart/2005/8/layout/chevron1"/>
    <dgm:cxn modelId="{49934D39-3047-4EE3-BCED-88FDB537E527}" type="presOf" srcId="{4C69FB09-4927-4691-84AA-238992D8B744}" destId="{824CDC75-81A7-4838-AACF-80B16AFA76AF}" srcOrd="0" destOrd="0" presId="urn:microsoft.com/office/officeart/2005/8/layout/chevron1"/>
    <dgm:cxn modelId="{D6B8DA4E-D09E-4052-970F-D7E4D7A8212E}" srcId="{C30A438D-EA2A-496B-B978-E9B1418D316B}" destId="{4C69FB09-4927-4691-84AA-238992D8B744}" srcOrd="1" destOrd="0" parTransId="{5FAEECD9-CC00-408E-860E-D5856186EC89}" sibTransId="{F4920E1D-CE65-4504-9CE2-F69B9779823C}"/>
    <dgm:cxn modelId="{2DDC1A4F-F70A-4D0A-9F9E-6C10F60DC0A8}" srcId="{C30A438D-EA2A-496B-B978-E9B1418D316B}" destId="{9220089B-17FC-4D3D-BDC8-EF4D1B82A53A}" srcOrd="2" destOrd="0" parTransId="{D3A9182C-AE5E-46B5-9F27-CB81A8EEF351}" sibTransId="{F9F718AD-FD4C-4F17-83FC-62EBF10B0E97}"/>
    <dgm:cxn modelId="{F6BA3971-8C9C-43EF-A687-26C774F4A6E6}" srcId="{C30A438D-EA2A-496B-B978-E9B1418D316B}" destId="{6BE2B9E2-E00C-43A0-9143-9A7A3A0B79F8}" srcOrd="0" destOrd="0" parTransId="{E19822D8-02E5-430F-97AA-ADEA68AB4197}" sibTransId="{67B0E88A-7004-4B97-9C2C-F5E87934B0C2}"/>
    <dgm:cxn modelId="{F008A395-5F47-4A8C-9252-EAFFCBBB36BA}" type="presOf" srcId="{9220089B-17FC-4D3D-BDC8-EF4D1B82A53A}" destId="{0DBAFD01-852E-431C-8411-FDA466E1201F}" srcOrd="0" destOrd="0" presId="urn:microsoft.com/office/officeart/2005/8/layout/chevron1"/>
    <dgm:cxn modelId="{F7F21CD6-8AA4-4D84-8C19-D7015241E9DD}" type="presOf" srcId="{6BE2B9E2-E00C-43A0-9143-9A7A3A0B79F8}" destId="{6D54FDA8-7277-4AD8-9C20-EDFE1C9FE4AA}" srcOrd="0" destOrd="0" presId="urn:microsoft.com/office/officeart/2005/8/layout/chevron1"/>
    <dgm:cxn modelId="{051A57DD-F9A1-4227-8085-B0864CE513BF}" type="presOf" srcId="{561865FE-6FE3-4689-BFC1-F5E0F923D4CA}" destId="{32E19251-A604-409D-ADBB-FE61FA145CE1}" srcOrd="0" destOrd="0" presId="urn:microsoft.com/office/officeart/2005/8/layout/chevron1"/>
    <dgm:cxn modelId="{9A1863F6-16EC-4CBA-B80E-F7F56C7DCEF1}" srcId="{C30A438D-EA2A-496B-B978-E9B1418D316B}" destId="{561865FE-6FE3-4689-BFC1-F5E0F923D4CA}" srcOrd="3" destOrd="0" parTransId="{C29FCC7F-B2E2-4503-A832-EC3B0A1AB93A}" sibTransId="{97F19A25-A53A-4A72-A077-734E169A9CE4}"/>
    <dgm:cxn modelId="{CD763EEA-C890-437E-8D6F-9A932EB2A0FC}" type="presParOf" srcId="{FCC9F90A-B4C6-4EFC-9BBB-9FB879BB402C}" destId="{6D54FDA8-7277-4AD8-9C20-EDFE1C9FE4AA}" srcOrd="0" destOrd="0" presId="urn:microsoft.com/office/officeart/2005/8/layout/chevron1"/>
    <dgm:cxn modelId="{D817F270-216C-4C73-8F9B-3830A03346CD}" type="presParOf" srcId="{FCC9F90A-B4C6-4EFC-9BBB-9FB879BB402C}" destId="{85319C36-7DEE-4570-8FE6-FD5D70E7ECC7}" srcOrd="1" destOrd="0" presId="urn:microsoft.com/office/officeart/2005/8/layout/chevron1"/>
    <dgm:cxn modelId="{FAB050B2-F2DA-48C1-A28B-5C580A38F095}" type="presParOf" srcId="{FCC9F90A-B4C6-4EFC-9BBB-9FB879BB402C}" destId="{824CDC75-81A7-4838-AACF-80B16AFA76AF}" srcOrd="2" destOrd="0" presId="urn:microsoft.com/office/officeart/2005/8/layout/chevron1"/>
    <dgm:cxn modelId="{5AC1E057-CBC1-4E7D-93E7-C38AB51E98F1}" type="presParOf" srcId="{FCC9F90A-B4C6-4EFC-9BBB-9FB879BB402C}" destId="{BBBC1726-CE51-4F2C-AEE6-9B35B39CFEFC}" srcOrd="3" destOrd="0" presId="urn:microsoft.com/office/officeart/2005/8/layout/chevron1"/>
    <dgm:cxn modelId="{638F181D-03AE-412B-9020-C62A00E3593A}" type="presParOf" srcId="{FCC9F90A-B4C6-4EFC-9BBB-9FB879BB402C}" destId="{0DBAFD01-852E-431C-8411-FDA466E1201F}" srcOrd="4" destOrd="0" presId="urn:microsoft.com/office/officeart/2005/8/layout/chevron1"/>
    <dgm:cxn modelId="{4E13DC2F-E1EB-4F37-8EAA-242CD3E975C4}" type="presParOf" srcId="{FCC9F90A-B4C6-4EFC-9BBB-9FB879BB402C}" destId="{928654B5-0E67-470E-A92D-C4C6E5BDFF0E}" srcOrd="5" destOrd="0" presId="urn:microsoft.com/office/officeart/2005/8/layout/chevron1"/>
    <dgm:cxn modelId="{E61A4A92-5581-4340-98CC-32DC0DBC7081}" type="presParOf" srcId="{FCC9F90A-B4C6-4EFC-9BBB-9FB879BB402C}" destId="{32E19251-A604-409D-ADBB-FE61FA145CE1}" srcOrd="6" destOrd="0" presId="urn:microsoft.com/office/officeart/2005/8/layout/chevron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D1611F56-FB45-4DDD-B7E5-3EBDFF9BFED4}" type="doc">
      <dgm:prSet loTypeId="urn:microsoft.com/office/officeart/2005/8/layout/cycle5" loCatId="cycle" qsTypeId="urn:microsoft.com/office/officeart/2005/8/quickstyle/simple1" qsCatId="simple" csTypeId="urn:microsoft.com/office/officeart/2005/8/colors/accent1_1" csCatId="accent1" phldr="1"/>
      <dgm:spPr/>
      <dgm:t>
        <a:bodyPr/>
        <a:lstStyle/>
        <a:p>
          <a:endParaRPr lang="en-US"/>
        </a:p>
      </dgm:t>
    </dgm:pt>
    <dgm:pt modelId="{680E1602-DAF4-4A68-A953-08B19945B3CE}">
      <dgm:prSet phldrT="[Text]"/>
      <dgm:spPr>
        <a:ln>
          <a:noFill/>
        </a:ln>
      </dgm:spPr>
      <dgm:t>
        <a:bodyPr/>
        <a:lstStyle/>
        <a:p>
          <a:r>
            <a:rPr lang="en-US"/>
            <a:t> </a:t>
          </a:r>
        </a:p>
      </dgm:t>
    </dgm:pt>
    <dgm:pt modelId="{DDCD60BF-7850-4C96-B2B2-FC68239F2C54}" type="parTrans" cxnId="{120C5417-A96A-4ECE-9F35-0CD9BA7FC7C2}">
      <dgm:prSet/>
      <dgm:spPr/>
      <dgm:t>
        <a:bodyPr/>
        <a:lstStyle/>
        <a:p>
          <a:endParaRPr lang="en-US"/>
        </a:p>
      </dgm:t>
    </dgm:pt>
    <dgm:pt modelId="{FEDCE86F-F3B3-4CA9-8028-C750BFBB40B6}" type="sibTrans" cxnId="{120C5417-A96A-4ECE-9F35-0CD9BA7FC7C2}">
      <dgm:prSet/>
      <dgm:spPr>
        <a:ln w="76200">
          <a:solidFill>
            <a:schemeClr val="accent3"/>
          </a:solidFill>
        </a:ln>
      </dgm:spPr>
      <dgm:t>
        <a:bodyPr/>
        <a:lstStyle/>
        <a:p>
          <a:endParaRPr lang="en-US"/>
        </a:p>
      </dgm:t>
    </dgm:pt>
    <dgm:pt modelId="{39E53BF7-8DEC-4CA2-B2B1-E183A9CF4D80}">
      <dgm:prSet phldrT="[Text]"/>
      <dgm:spPr>
        <a:ln>
          <a:noFill/>
        </a:ln>
      </dgm:spPr>
      <dgm:t>
        <a:bodyPr/>
        <a:lstStyle/>
        <a:p>
          <a:r>
            <a:rPr lang="en-US"/>
            <a:t> </a:t>
          </a:r>
        </a:p>
      </dgm:t>
    </dgm:pt>
    <dgm:pt modelId="{C54098B6-8AE6-49C9-BC44-2F838DB86D4C}" type="parTrans" cxnId="{04EE15D6-47D6-40E0-9CFC-9FE0D2D1BBA1}">
      <dgm:prSet/>
      <dgm:spPr/>
      <dgm:t>
        <a:bodyPr/>
        <a:lstStyle/>
        <a:p>
          <a:endParaRPr lang="en-US"/>
        </a:p>
      </dgm:t>
    </dgm:pt>
    <dgm:pt modelId="{503BDACD-078E-4A8E-A753-3E76ACAD3C91}" type="sibTrans" cxnId="{04EE15D6-47D6-40E0-9CFC-9FE0D2D1BBA1}">
      <dgm:prSet/>
      <dgm:spPr>
        <a:ln w="76200">
          <a:solidFill>
            <a:schemeClr val="accent3"/>
          </a:solidFill>
        </a:ln>
      </dgm:spPr>
      <dgm:t>
        <a:bodyPr/>
        <a:lstStyle/>
        <a:p>
          <a:endParaRPr lang="en-US"/>
        </a:p>
      </dgm:t>
    </dgm:pt>
    <dgm:pt modelId="{195CAF26-F11D-4DD0-B8E3-6720CCB7433A}" type="pres">
      <dgm:prSet presAssocID="{D1611F56-FB45-4DDD-B7E5-3EBDFF9BFED4}" presName="cycle" presStyleCnt="0">
        <dgm:presLayoutVars>
          <dgm:dir/>
          <dgm:resizeHandles val="exact"/>
        </dgm:presLayoutVars>
      </dgm:prSet>
      <dgm:spPr/>
    </dgm:pt>
    <dgm:pt modelId="{76988FF5-DCF0-4633-AE3F-DCE6CA5606CC}" type="pres">
      <dgm:prSet presAssocID="{680E1602-DAF4-4A68-A953-08B19945B3CE}" presName="node" presStyleLbl="node1" presStyleIdx="0" presStyleCnt="2">
        <dgm:presLayoutVars>
          <dgm:bulletEnabled val="1"/>
        </dgm:presLayoutVars>
      </dgm:prSet>
      <dgm:spPr/>
    </dgm:pt>
    <dgm:pt modelId="{DD99B249-037F-4AB1-86A7-F20A4AA14328}" type="pres">
      <dgm:prSet presAssocID="{680E1602-DAF4-4A68-A953-08B19945B3CE}" presName="spNode" presStyleCnt="0"/>
      <dgm:spPr/>
    </dgm:pt>
    <dgm:pt modelId="{D422494A-E64D-460D-98BE-0B094FD0AC5B}" type="pres">
      <dgm:prSet presAssocID="{FEDCE86F-F3B3-4CA9-8028-C750BFBB40B6}" presName="sibTrans" presStyleLbl="sibTrans1D1" presStyleIdx="0" presStyleCnt="2"/>
      <dgm:spPr/>
    </dgm:pt>
    <dgm:pt modelId="{331B302E-6359-455A-ABFE-2CAE71A0D25C}" type="pres">
      <dgm:prSet presAssocID="{39E53BF7-8DEC-4CA2-B2B1-E183A9CF4D80}" presName="node" presStyleLbl="node1" presStyleIdx="1" presStyleCnt="2">
        <dgm:presLayoutVars>
          <dgm:bulletEnabled val="1"/>
        </dgm:presLayoutVars>
      </dgm:prSet>
      <dgm:spPr/>
    </dgm:pt>
    <dgm:pt modelId="{79D4120C-9378-43B0-814B-76815821425B}" type="pres">
      <dgm:prSet presAssocID="{39E53BF7-8DEC-4CA2-B2B1-E183A9CF4D80}" presName="spNode" presStyleCnt="0"/>
      <dgm:spPr/>
    </dgm:pt>
    <dgm:pt modelId="{4945D46A-B365-45CB-A937-C08BB5A315DF}" type="pres">
      <dgm:prSet presAssocID="{503BDACD-078E-4A8E-A753-3E76ACAD3C91}" presName="sibTrans" presStyleLbl="sibTrans1D1" presStyleIdx="1" presStyleCnt="2"/>
      <dgm:spPr/>
    </dgm:pt>
  </dgm:ptLst>
  <dgm:cxnLst>
    <dgm:cxn modelId="{120C5417-A96A-4ECE-9F35-0CD9BA7FC7C2}" srcId="{D1611F56-FB45-4DDD-B7E5-3EBDFF9BFED4}" destId="{680E1602-DAF4-4A68-A953-08B19945B3CE}" srcOrd="0" destOrd="0" parTransId="{DDCD60BF-7850-4C96-B2B2-FC68239F2C54}" sibTransId="{FEDCE86F-F3B3-4CA9-8028-C750BFBB40B6}"/>
    <dgm:cxn modelId="{58FE8C36-4395-43DD-93AA-8F3B7FCFCDB4}" type="presOf" srcId="{680E1602-DAF4-4A68-A953-08B19945B3CE}" destId="{76988FF5-DCF0-4633-AE3F-DCE6CA5606CC}" srcOrd="0" destOrd="0" presId="urn:microsoft.com/office/officeart/2005/8/layout/cycle5"/>
    <dgm:cxn modelId="{BE37AE3E-9E5F-408C-9C74-98AA07434A2A}" type="presOf" srcId="{39E53BF7-8DEC-4CA2-B2B1-E183A9CF4D80}" destId="{331B302E-6359-455A-ABFE-2CAE71A0D25C}" srcOrd="0" destOrd="0" presId="urn:microsoft.com/office/officeart/2005/8/layout/cycle5"/>
    <dgm:cxn modelId="{0CC25A61-D6F1-47C3-B02C-3D57017236D9}" type="presOf" srcId="{503BDACD-078E-4A8E-A753-3E76ACAD3C91}" destId="{4945D46A-B365-45CB-A937-C08BB5A315DF}" srcOrd="0" destOrd="0" presId="urn:microsoft.com/office/officeart/2005/8/layout/cycle5"/>
    <dgm:cxn modelId="{04EE15D6-47D6-40E0-9CFC-9FE0D2D1BBA1}" srcId="{D1611F56-FB45-4DDD-B7E5-3EBDFF9BFED4}" destId="{39E53BF7-8DEC-4CA2-B2B1-E183A9CF4D80}" srcOrd="1" destOrd="0" parTransId="{C54098B6-8AE6-49C9-BC44-2F838DB86D4C}" sibTransId="{503BDACD-078E-4A8E-A753-3E76ACAD3C91}"/>
    <dgm:cxn modelId="{E30FE6DE-3318-4BB9-9948-C82D1AFF587F}" type="presOf" srcId="{D1611F56-FB45-4DDD-B7E5-3EBDFF9BFED4}" destId="{195CAF26-F11D-4DD0-B8E3-6720CCB7433A}" srcOrd="0" destOrd="0" presId="urn:microsoft.com/office/officeart/2005/8/layout/cycle5"/>
    <dgm:cxn modelId="{731483E5-9F00-43A5-AAA2-DA70DAC3BBC4}" type="presOf" srcId="{FEDCE86F-F3B3-4CA9-8028-C750BFBB40B6}" destId="{D422494A-E64D-460D-98BE-0B094FD0AC5B}" srcOrd="0" destOrd="0" presId="urn:microsoft.com/office/officeart/2005/8/layout/cycle5"/>
    <dgm:cxn modelId="{912F7F00-F70B-442F-A865-990F0C9B896D}" type="presParOf" srcId="{195CAF26-F11D-4DD0-B8E3-6720CCB7433A}" destId="{76988FF5-DCF0-4633-AE3F-DCE6CA5606CC}" srcOrd="0" destOrd="0" presId="urn:microsoft.com/office/officeart/2005/8/layout/cycle5"/>
    <dgm:cxn modelId="{81C2DC7F-1F1B-4251-A9FA-BE0A7F5C0E88}" type="presParOf" srcId="{195CAF26-F11D-4DD0-B8E3-6720CCB7433A}" destId="{DD99B249-037F-4AB1-86A7-F20A4AA14328}" srcOrd="1" destOrd="0" presId="urn:microsoft.com/office/officeart/2005/8/layout/cycle5"/>
    <dgm:cxn modelId="{27896263-D81D-41D6-B28C-5EFBF92E37F8}" type="presParOf" srcId="{195CAF26-F11D-4DD0-B8E3-6720CCB7433A}" destId="{D422494A-E64D-460D-98BE-0B094FD0AC5B}" srcOrd="2" destOrd="0" presId="urn:microsoft.com/office/officeart/2005/8/layout/cycle5"/>
    <dgm:cxn modelId="{029FBE2E-3287-4B90-9DDA-6FF5CF4E014A}" type="presParOf" srcId="{195CAF26-F11D-4DD0-B8E3-6720CCB7433A}" destId="{331B302E-6359-455A-ABFE-2CAE71A0D25C}" srcOrd="3" destOrd="0" presId="urn:microsoft.com/office/officeart/2005/8/layout/cycle5"/>
    <dgm:cxn modelId="{A7E54B85-9EC6-49D4-A87C-4302B46D9EBD}" type="presParOf" srcId="{195CAF26-F11D-4DD0-B8E3-6720CCB7433A}" destId="{79D4120C-9378-43B0-814B-76815821425B}" srcOrd="4" destOrd="0" presId="urn:microsoft.com/office/officeart/2005/8/layout/cycle5"/>
    <dgm:cxn modelId="{6812A914-58C0-4DA4-9E0C-EFC80CE19D75}" type="presParOf" srcId="{195CAF26-F11D-4DD0-B8E3-6720CCB7433A}" destId="{4945D46A-B365-45CB-A937-C08BB5A315DF}" srcOrd="5" destOrd="0" presId="urn:microsoft.com/office/officeart/2005/8/layout/cycle5"/>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64E7C610-8FF5-4543-8DAA-B6C24FD94D3B}" type="doc">
      <dgm:prSet loTypeId="urn:microsoft.com/office/officeart/2005/8/layout/cycle5" loCatId="cycle" qsTypeId="urn:microsoft.com/office/officeart/2005/8/quickstyle/simple1" qsCatId="simple" csTypeId="urn:microsoft.com/office/officeart/2005/8/colors/accent0_3" csCatId="mainScheme" phldr="1"/>
      <dgm:spPr/>
      <dgm:t>
        <a:bodyPr/>
        <a:lstStyle/>
        <a:p>
          <a:endParaRPr lang="en-US"/>
        </a:p>
      </dgm:t>
    </dgm:pt>
    <dgm:pt modelId="{E270651A-4238-4174-B298-44C555329E0B}">
      <dgm:prSet phldrT="[Text]"/>
      <dgm:spPr/>
      <dgm:t>
        <a:bodyPr/>
        <a:lstStyle/>
        <a:p>
          <a:r>
            <a:rPr lang="en-US">
              <a:latin typeface="GT America Regular" pitchFamily="2" charset="0"/>
              <a:ea typeface="GT America Regular" pitchFamily="2" charset="0"/>
              <a:cs typeface="GT America Regular" pitchFamily="2" charset="0"/>
            </a:rPr>
            <a:t>Candidate Portfolios</a:t>
          </a:r>
        </a:p>
      </dgm:t>
    </dgm:pt>
    <dgm:pt modelId="{EEDE0486-0AEB-4D3D-9D5F-9D118044FC53}" type="parTrans" cxnId="{6720BA22-C7D2-4E23-911D-27EB7B88DFF7}">
      <dgm:prSet/>
      <dgm:spPr/>
      <dgm:t>
        <a:bodyPr/>
        <a:lstStyle/>
        <a:p>
          <a:endParaRPr lang="en-US"/>
        </a:p>
      </dgm:t>
    </dgm:pt>
    <dgm:pt modelId="{BF2DC5F5-BA1A-4335-8D6B-F159DE32C95F}" type="sibTrans" cxnId="{6720BA22-C7D2-4E23-911D-27EB7B88DFF7}">
      <dgm:prSet/>
      <dgm:spPr>
        <a:ln w="28575">
          <a:solidFill>
            <a:schemeClr val="tx2"/>
          </a:solidFill>
        </a:ln>
      </dgm:spPr>
      <dgm:t>
        <a:bodyPr/>
        <a:lstStyle/>
        <a:p>
          <a:endParaRPr lang="en-US"/>
        </a:p>
      </dgm:t>
    </dgm:pt>
    <dgm:pt modelId="{55D7FA04-B438-46C5-9206-4D6BDFB3FD42}">
      <dgm:prSet phldrT="[Text]"/>
      <dgm:spPr/>
      <dgm:t>
        <a:bodyPr/>
        <a:lstStyle/>
        <a:p>
          <a:r>
            <a:rPr lang="en-US">
              <a:latin typeface="GT America Regular" pitchFamily="2" charset="0"/>
              <a:ea typeface="GT America Regular" pitchFamily="2" charset="0"/>
              <a:cs typeface="GT America Regular" pitchFamily="2" charset="0"/>
            </a:rPr>
            <a:t>Run Scenario Generator</a:t>
          </a:r>
        </a:p>
      </dgm:t>
    </dgm:pt>
    <dgm:pt modelId="{3B566E58-A17F-4A1B-9298-5DD54A99687D}" type="parTrans" cxnId="{3F4239B9-A438-46DE-B19D-DEE3C33492FB}">
      <dgm:prSet/>
      <dgm:spPr/>
      <dgm:t>
        <a:bodyPr/>
        <a:lstStyle/>
        <a:p>
          <a:endParaRPr lang="en-US"/>
        </a:p>
      </dgm:t>
    </dgm:pt>
    <dgm:pt modelId="{8F1E56F9-E950-4DB1-ABE7-1DEC040EAB38}" type="sibTrans" cxnId="{3F4239B9-A438-46DE-B19D-DEE3C33492FB}">
      <dgm:prSet/>
      <dgm:spPr>
        <a:solidFill>
          <a:schemeClr val="tx2"/>
        </a:solidFill>
        <a:ln w="28575">
          <a:solidFill>
            <a:schemeClr val="tx2"/>
          </a:solidFill>
        </a:ln>
      </dgm:spPr>
      <dgm:t>
        <a:bodyPr/>
        <a:lstStyle/>
        <a:p>
          <a:endParaRPr lang="en-US"/>
        </a:p>
      </dgm:t>
    </dgm:pt>
    <dgm:pt modelId="{64E648A8-B93A-492F-A16D-6870C17869BF}">
      <dgm:prSet phldrT="[Text]"/>
      <dgm:spPr/>
      <dgm:t>
        <a:bodyPr/>
        <a:lstStyle/>
        <a:p>
          <a:r>
            <a:rPr lang="en-US">
              <a:latin typeface="GT America Regular" pitchFamily="2" charset="0"/>
              <a:ea typeface="GT America Regular" pitchFamily="2" charset="0"/>
              <a:cs typeface="GT America Regular" pitchFamily="2" charset="0"/>
            </a:rPr>
            <a:t>Output Files</a:t>
          </a:r>
        </a:p>
      </dgm:t>
    </dgm:pt>
    <dgm:pt modelId="{EA302420-593C-478F-AEF5-6554B18B23DE}" type="parTrans" cxnId="{5E73FAB4-F156-47AC-B1E2-83F462FB5DC9}">
      <dgm:prSet/>
      <dgm:spPr/>
      <dgm:t>
        <a:bodyPr/>
        <a:lstStyle/>
        <a:p>
          <a:endParaRPr lang="en-US"/>
        </a:p>
      </dgm:t>
    </dgm:pt>
    <dgm:pt modelId="{8C43525F-6DC7-4265-BFA6-6031A9104E95}" type="sibTrans" cxnId="{5E73FAB4-F156-47AC-B1E2-83F462FB5DC9}">
      <dgm:prSet/>
      <dgm:spPr>
        <a:ln w="28575">
          <a:solidFill>
            <a:schemeClr val="tx2"/>
          </a:solidFill>
        </a:ln>
      </dgm:spPr>
      <dgm:t>
        <a:bodyPr/>
        <a:lstStyle/>
        <a:p>
          <a:endParaRPr lang="en-US"/>
        </a:p>
      </dgm:t>
    </dgm:pt>
    <dgm:pt modelId="{A3B5E8CC-B2BE-45BE-BC09-9732746B29E8}">
      <dgm:prSet phldrT="[Text]"/>
      <dgm:spPr/>
      <dgm:t>
        <a:bodyPr/>
        <a:lstStyle/>
        <a:p>
          <a:r>
            <a:rPr lang="en-US">
              <a:latin typeface="GT America Regular" pitchFamily="2" charset="0"/>
              <a:ea typeface="GT America Regular" pitchFamily="2" charset="0"/>
              <a:cs typeface="GT America Regular" pitchFamily="2" charset="0"/>
            </a:rPr>
            <a:t>Portfolio Optimisation</a:t>
          </a:r>
        </a:p>
      </dgm:t>
    </dgm:pt>
    <dgm:pt modelId="{43957B32-504B-457A-B8E8-5C2939A27E2A}" type="parTrans" cxnId="{9E7F6001-7358-4595-86EB-6F7A5E06BC1C}">
      <dgm:prSet/>
      <dgm:spPr/>
      <dgm:t>
        <a:bodyPr/>
        <a:lstStyle/>
        <a:p>
          <a:endParaRPr lang="en-US"/>
        </a:p>
      </dgm:t>
    </dgm:pt>
    <dgm:pt modelId="{0B1A3405-3C55-4522-9403-CB81AC79F443}" type="sibTrans" cxnId="{9E7F6001-7358-4595-86EB-6F7A5E06BC1C}">
      <dgm:prSet/>
      <dgm:spPr>
        <a:ln w="28575">
          <a:solidFill>
            <a:schemeClr val="tx2"/>
          </a:solidFill>
        </a:ln>
      </dgm:spPr>
      <dgm:t>
        <a:bodyPr/>
        <a:lstStyle/>
        <a:p>
          <a:endParaRPr lang="en-US"/>
        </a:p>
      </dgm:t>
    </dgm:pt>
    <dgm:pt modelId="{3124D48D-D4DB-44AA-89FC-470079741F1C}" type="pres">
      <dgm:prSet presAssocID="{64E7C610-8FF5-4543-8DAA-B6C24FD94D3B}" presName="cycle" presStyleCnt="0">
        <dgm:presLayoutVars>
          <dgm:dir/>
          <dgm:resizeHandles val="exact"/>
        </dgm:presLayoutVars>
      </dgm:prSet>
      <dgm:spPr/>
    </dgm:pt>
    <dgm:pt modelId="{E3D804C6-3200-4EA7-B03F-AEBDC0A7A64B}" type="pres">
      <dgm:prSet presAssocID="{E270651A-4238-4174-B298-44C555329E0B}" presName="node" presStyleLbl="node1" presStyleIdx="0" presStyleCnt="4">
        <dgm:presLayoutVars>
          <dgm:bulletEnabled val="1"/>
        </dgm:presLayoutVars>
      </dgm:prSet>
      <dgm:spPr/>
    </dgm:pt>
    <dgm:pt modelId="{03D27340-3E42-40EE-873B-807795817CBA}" type="pres">
      <dgm:prSet presAssocID="{E270651A-4238-4174-B298-44C555329E0B}" presName="spNode" presStyleCnt="0"/>
      <dgm:spPr/>
    </dgm:pt>
    <dgm:pt modelId="{0AA75898-252E-44BD-A8FE-A40EC5272E82}" type="pres">
      <dgm:prSet presAssocID="{BF2DC5F5-BA1A-4335-8D6B-F159DE32C95F}" presName="sibTrans" presStyleLbl="sibTrans1D1" presStyleIdx="0" presStyleCnt="4"/>
      <dgm:spPr/>
    </dgm:pt>
    <dgm:pt modelId="{8802026B-9559-410D-B3EB-E47925FCFBA2}" type="pres">
      <dgm:prSet presAssocID="{55D7FA04-B438-46C5-9206-4D6BDFB3FD42}" presName="node" presStyleLbl="node1" presStyleIdx="1" presStyleCnt="4">
        <dgm:presLayoutVars>
          <dgm:bulletEnabled val="1"/>
        </dgm:presLayoutVars>
      </dgm:prSet>
      <dgm:spPr/>
    </dgm:pt>
    <dgm:pt modelId="{37CB3073-7E6F-4719-8040-B9F8AB38746B}" type="pres">
      <dgm:prSet presAssocID="{55D7FA04-B438-46C5-9206-4D6BDFB3FD42}" presName="spNode" presStyleCnt="0"/>
      <dgm:spPr/>
    </dgm:pt>
    <dgm:pt modelId="{A248AAC3-5869-42C6-A0C1-1DD0F66440EC}" type="pres">
      <dgm:prSet presAssocID="{8F1E56F9-E950-4DB1-ABE7-1DEC040EAB38}" presName="sibTrans" presStyleLbl="sibTrans1D1" presStyleIdx="1" presStyleCnt="4"/>
      <dgm:spPr/>
    </dgm:pt>
    <dgm:pt modelId="{8CF25465-B530-43AF-80AA-61C65E4F91AA}" type="pres">
      <dgm:prSet presAssocID="{64E648A8-B93A-492F-A16D-6870C17869BF}" presName="node" presStyleLbl="node1" presStyleIdx="2" presStyleCnt="4">
        <dgm:presLayoutVars>
          <dgm:bulletEnabled val="1"/>
        </dgm:presLayoutVars>
      </dgm:prSet>
      <dgm:spPr/>
    </dgm:pt>
    <dgm:pt modelId="{DD640CC9-6E8C-4728-968D-C23FBF29E753}" type="pres">
      <dgm:prSet presAssocID="{64E648A8-B93A-492F-A16D-6870C17869BF}" presName="spNode" presStyleCnt="0"/>
      <dgm:spPr/>
    </dgm:pt>
    <dgm:pt modelId="{F925028F-5967-4761-8FA6-5112931E1719}" type="pres">
      <dgm:prSet presAssocID="{8C43525F-6DC7-4265-BFA6-6031A9104E95}" presName="sibTrans" presStyleLbl="sibTrans1D1" presStyleIdx="2" presStyleCnt="4"/>
      <dgm:spPr/>
    </dgm:pt>
    <dgm:pt modelId="{3CD2A74B-48A8-4489-BDD5-AA1D3A5A5F49}" type="pres">
      <dgm:prSet presAssocID="{A3B5E8CC-B2BE-45BE-BC09-9732746B29E8}" presName="node" presStyleLbl="node1" presStyleIdx="3" presStyleCnt="4">
        <dgm:presLayoutVars>
          <dgm:bulletEnabled val="1"/>
        </dgm:presLayoutVars>
      </dgm:prSet>
      <dgm:spPr/>
    </dgm:pt>
    <dgm:pt modelId="{93EBABDF-19C0-4F9E-9A84-59665657C5C4}" type="pres">
      <dgm:prSet presAssocID="{A3B5E8CC-B2BE-45BE-BC09-9732746B29E8}" presName="spNode" presStyleCnt="0"/>
      <dgm:spPr/>
    </dgm:pt>
    <dgm:pt modelId="{03B5C208-4872-4DC6-AC35-4BBC5F806A2D}" type="pres">
      <dgm:prSet presAssocID="{0B1A3405-3C55-4522-9403-CB81AC79F443}" presName="sibTrans" presStyleLbl="sibTrans1D1" presStyleIdx="3" presStyleCnt="4"/>
      <dgm:spPr/>
    </dgm:pt>
  </dgm:ptLst>
  <dgm:cxnLst>
    <dgm:cxn modelId="{E106B000-6F7F-48DC-A31C-108A16B8B06B}" type="presOf" srcId="{E270651A-4238-4174-B298-44C555329E0B}" destId="{E3D804C6-3200-4EA7-B03F-AEBDC0A7A64B}" srcOrd="0" destOrd="0" presId="urn:microsoft.com/office/officeart/2005/8/layout/cycle5"/>
    <dgm:cxn modelId="{9E7F6001-7358-4595-86EB-6F7A5E06BC1C}" srcId="{64E7C610-8FF5-4543-8DAA-B6C24FD94D3B}" destId="{A3B5E8CC-B2BE-45BE-BC09-9732746B29E8}" srcOrd="3" destOrd="0" parTransId="{43957B32-504B-457A-B8E8-5C2939A27E2A}" sibTransId="{0B1A3405-3C55-4522-9403-CB81AC79F443}"/>
    <dgm:cxn modelId="{129E3F07-8F7C-45F6-BE52-9F1D990E0D1F}" type="presOf" srcId="{8C43525F-6DC7-4265-BFA6-6031A9104E95}" destId="{F925028F-5967-4761-8FA6-5112931E1719}" srcOrd="0" destOrd="0" presId="urn:microsoft.com/office/officeart/2005/8/layout/cycle5"/>
    <dgm:cxn modelId="{6720BA22-C7D2-4E23-911D-27EB7B88DFF7}" srcId="{64E7C610-8FF5-4543-8DAA-B6C24FD94D3B}" destId="{E270651A-4238-4174-B298-44C555329E0B}" srcOrd="0" destOrd="0" parTransId="{EEDE0486-0AEB-4D3D-9D5F-9D118044FC53}" sibTransId="{BF2DC5F5-BA1A-4335-8D6B-F159DE32C95F}"/>
    <dgm:cxn modelId="{8C35CA25-74B9-42FC-869E-0F44699C3627}" type="presOf" srcId="{8F1E56F9-E950-4DB1-ABE7-1DEC040EAB38}" destId="{A248AAC3-5869-42C6-A0C1-1DD0F66440EC}" srcOrd="0" destOrd="0" presId="urn:microsoft.com/office/officeart/2005/8/layout/cycle5"/>
    <dgm:cxn modelId="{7A021F46-9557-4B55-AF38-7757EB776895}" type="presOf" srcId="{A3B5E8CC-B2BE-45BE-BC09-9732746B29E8}" destId="{3CD2A74B-48A8-4489-BDD5-AA1D3A5A5F49}" srcOrd="0" destOrd="0" presId="urn:microsoft.com/office/officeart/2005/8/layout/cycle5"/>
    <dgm:cxn modelId="{6BE44D6F-4568-4384-B119-7BAF7470E55F}" type="presOf" srcId="{55D7FA04-B438-46C5-9206-4D6BDFB3FD42}" destId="{8802026B-9559-410D-B3EB-E47925FCFBA2}" srcOrd="0" destOrd="0" presId="urn:microsoft.com/office/officeart/2005/8/layout/cycle5"/>
    <dgm:cxn modelId="{5E73FAB4-F156-47AC-B1E2-83F462FB5DC9}" srcId="{64E7C610-8FF5-4543-8DAA-B6C24FD94D3B}" destId="{64E648A8-B93A-492F-A16D-6870C17869BF}" srcOrd="2" destOrd="0" parTransId="{EA302420-593C-478F-AEF5-6554B18B23DE}" sibTransId="{8C43525F-6DC7-4265-BFA6-6031A9104E95}"/>
    <dgm:cxn modelId="{3F4239B9-A438-46DE-B19D-DEE3C33492FB}" srcId="{64E7C610-8FF5-4543-8DAA-B6C24FD94D3B}" destId="{55D7FA04-B438-46C5-9206-4D6BDFB3FD42}" srcOrd="1" destOrd="0" parTransId="{3B566E58-A17F-4A1B-9298-5DD54A99687D}" sibTransId="{8F1E56F9-E950-4DB1-ABE7-1DEC040EAB38}"/>
    <dgm:cxn modelId="{DFD8FDD0-F0E6-4F05-8C1A-EF1BB5A7B3AC}" type="presOf" srcId="{0B1A3405-3C55-4522-9403-CB81AC79F443}" destId="{03B5C208-4872-4DC6-AC35-4BBC5F806A2D}" srcOrd="0" destOrd="0" presId="urn:microsoft.com/office/officeart/2005/8/layout/cycle5"/>
    <dgm:cxn modelId="{9DD7E6DE-EF29-4E8E-8AA2-AE7379DAE02A}" type="presOf" srcId="{64E7C610-8FF5-4543-8DAA-B6C24FD94D3B}" destId="{3124D48D-D4DB-44AA-89FC-470079741F1C}" srcOrd="0" destOrd="0" presId="urn:microsoft.com/office/officeart/2005/8/layout/cycle5"/>
    <dgm:cxn modelId="{FD3943F2-142F-4D77-89B4-26AE6A7200DD}" type="presOf" srcId="{BF2DC5F5-BA1A-4335-8D6B-F159DE32C95F}" destId="{0AA75898-252E-44BD-A8FE-A40EC5272E82}" srcOrd="0" destOrd="0" presId="urn:microsoft.com/office/officeart/2005/8/layout/cycle5"/>
    <dgm:cxn modelId="{FC4E04F4-629F-49B3-93E7-CCCA92E5477A}" type="presOf" srcId="{64E648A8-B93A-492F-A16D-6870C17869BF}" destId="{8CF25465-B530-43AF-80AA-61C65E4F91AA}" srcOrd="0" destOrd="0" presId="urn:microsoft.com/office/officeart/2005/8/layout/cycle5"/>
    <dgm:cxn modelId="{6A501758-C36A-4E5E-B257-ECB606B98A52}" type="presParOf" srcId="{3124D48D-D4DB-44AA-89FC-470079741F1C}" destId="{E3D804C6-3200-4EA7-B03F-AEBDC0A7A64B}" srcOrd="0" destOrd="0" presId="urn:microsoft.com/office/officeart/2005/8/layout/cycle5"/>
    <dgm:cxn modelId="{C39D0FBD-6850-4F6D-8EA3-D5413DCD130D}" type="presParOf" srcId="{3124D48D-D4DB-44AA-89FC-470079741F1C}" destId="{03D27340-3E42-40EE-873B-807795817CBA}" srcOrd="1" destOrd="0" presId="urn:microsoft.com/office/officeart/2005/8/layout/cycle5"/>
    <dgm:cxn modelId="{11386855-7ACE-4AC6-9776-FD711968B2AF}" type="presParOf" srcId="{3124D48D-D4DB-44AA-89FC-470079741F1C}" destId="{0AA75898-252E-44BD-A8FE-A40EC5272E82}" srcOrd="2" destOrd="0" presId="urn:microsoft.com/office/officeart/2005/8/layout/cycle5"/>
    <dgm:cxn modelId="{FC62EF18-0E8C-411F-B365-A40EFDD73CBC}" type="presParOf" srcId="{3124D48D-D4DB-44AA-89FC-470079741F1C}" destId="{8802026B-9559-410D-B3EB-E47925FCFBA2}" srcOrd="3" destOrd="0" presId="urn:microsoft.com/office/officeart/2005/8/layout/cycle5"/>
    <dgm:cxn modelId="{C0B41545-66CB-4337-A647-2EBF200F72E9}" type="presParOf" srcId="{3124D48D-D4DB-44AA-89FC-470079741F1C}" destId="{37CB3073-7E6F-4719-8040-B9F8AB38746B}" srcOrd="4" destOrd="0" presId="urn:microsoft.com/office/officeart/2005/8/layout/cycle5"/>
    <dgm:cxn modelId="{AA65A680-2498-4B1C-9B30-251331DC854B}" type="presParOf" srcId="{3124D48D-D4DB-44AA-89FC-470079741F1C}" destId="{A248AAC3-5869-42C6-A0C1-1DD0F66440EC}" srcOrd="5" destOrd="0" presId="urn:microsoft.com/office/officeart/2005/8/layout/cycle5"/>
    <dgm:cxn modelId="{6C1C80E6-F934-456F-8452-8ED66649A09F}" type="presParOf" srcId="{3124D48D-D4DB-44AA-89FC-470079741F1C}" destId="{8CF25465-B530-43AF-80AA-61C65E4F91AA}" srcOrd="6" destOrd="0" presId="urn:microsoft.com/office/officeart/2005/8/layout/cycle5"/>
    <dgm:cxn modelId="{A247DB25-0486-484A-8373-7AE95352520E}" type="presParOf" srcId="{3124D48D-D4DB-44AA-89FC-470079741F1C}" destId="{DD640CC9-6E8C-4728-968D-C23FBF29E753}" srcOrd="7" destOrd="0" presId="urn:microsoft.com/office/officeart/2005/8/layout/cycle5"/>
    <dgm:cxn modelId="{EB42346C-F491-40D1-9514-0A7B15200877}" type="presParOf" srcId="{3124D48D-D4DB-44AA-89FC-470079741F1C}" destId="{F925028F-5967-4761-8FA6-5112931E1719}" srcOrd="8" destOrd="0" presId="urn:microsoft.com/office/officeart/2005/8/layout/cycle5"/>
    <dgm:cxn modelId="{7921B8BC-1450-4230-94CE-14DBB3E4378A}" type="presParOf" srcId="{3124D48D-D4DB-44AA-89FC-470079741F1C}" destId="{3CD2A74B-48A8-4489-BDD5-AA1D3A5A5F49}" srcOrd="9" destOrd="0" presId="urn:microsoft.com/office/officeart/2005/8/layout/cycle5"/>
    <dgm:cxn modelId="{C9A6DA3C-59E0-4829-BFE7-7BAC90AB41A8}" type="presParOf" srcId="{3124D48D-D4DB-44AA-89FC-470079741F1C}" destId="{93EBABDF-19C0-4F9E-9A84-59665657C5C4}" srcOrd="10" destOrd="0" presId="urn:microsoft.com/office/officeart/2005/8/layout/cycle5"/>
    <dgm:cxn modelId="{93328496-0598-4340-BD1C-88FF8464711F}" type="presParOf" srcId="{3124D48D-D4DB-44AA-89FC-470079741F1C}" destId="{03B5C208-4872-4DC6-AC35-4BBC5F806A2D}" srcOrd="11" destOrd="0" presId="urn:microsoft.com/office/officeart/2005/8/layout/cycle5"/>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64E7C610-8FF5-4543-8DAA-B6C24FD94D3B}" type="doc">
      <dgm:prSet loTypeId="urn:microsoft.com/office/officeart/2005/8/layout/cycle5" loCatId="cycle" qsTypeId="urn:microsoft.com/office/officeart/2005/8/quickstyle/simple1" qsCatId="simple" csTypeId="urn:microsoft.com/office/officeart/2005/8/colors/accent1_2" csCatId="accent1" phldr="1"/>
      <dgm:spPr/>
      <dgm:t>
        <a:bodyPr/>
        <a:lstStyle/>
        <a:p>
          <a:endParaRPr lang="en-US"/>
        </a:p>
      </dgm:t>
    </dgm:pt>
    <dgm:pt modelId="{E270651A-4238-4174-B298-44C555329E0B}">
      <dgm:prSet phldrT="[Text]"/>
      <dgm:spPr/>
      <dgm:t>
        <a:bodyPr/>
        <a:lstStyle/>
        <a:p>
          <a:r>
            <a:rPr lang="en-US">
              <a:latin typeface="GT America Regular" pitchFamily="2" charset="0"/>
              <a:ea typeface="GT America Regular" pitchFamily="2" charset="0"/>
              <a:cs typeface="GT America Regular" pitchFamily="2" charset="0"/>
            </a:rPr>
            <a:t>Calibrations</a:t>
          </a:r>
        </a:p>
      </dgm:t>
    </dgm:pt>
    <dgm:pt modelId="{EEDE0486-0AEB-4D3D-9D5F-9D118044FC53}" type="parTrans" cxnId="{6720BA22-C7D2-4E23-911D-27EB7B88DFF7}">
      <dgm:prSet/>
      <dgm:spPr/>
      <dgm:t>
        <a:bodyPr/>
        <a:lstStyle/>
        <a:p>
          <a:endParaRPr lang="en-US"/>
        </a:p>
      </dgm:t>
    </dgm:pt>
    <dgm:pt modelId="{BF2DC5F5-BA1A-4335-8D6B-F159DE32C95F}" type="sibTrans" cxnId="{6720BA22-C7D2-4E23-911D-27EB7B88DFF7}">
      <dgm:prSet/>
      <dgm:spPr>
        <a:ln w="28575">
          <a:solidFill>
            <a:schemeClr val="accent1"/>
          </a:solidFill>
        </a:ln>
      </dgm:spPr>
      <dgm:t>
        <a:bodyPr/>
        <a:lstStyle/>
        <a:p>
          <a:endParaRPr lang="en-US"/>
        </a:p>
      </dgm:t>
    </dgm:pt>
    <dgm:pt modelId="{55D7FA04-B438-46C5-9206-4D6BDFB3FD42}">
      <dgm:prSet phldrT="[Text]"/>
      <dgm:spPr/>
      <dgm:t>
        <a:bodyPr/>
        <a:lstStyle/>
        <a:p>
          <a:r>
            <a:rPr lang="en-US">
              <a:latin typeface="GT America Regular" pitchFamily="2" charset="0"/>
              <a:ea typeface="GT America Regular" pitchFamily="2" charset="0"/>
              <a:cs typeface="GT America Regular" pitchFamily="2" charset="0"/>
            </a:rPr>
            <a:t>Run Scenario Generator</a:t>
          </a:r>
        </a:p>
      </dgm:t>
    </dgm:pt>
    <dgm:pt modelId="{3B566E58-A17F-4A1B-9298-5DD54A99687D}" type="parTrans" cxnId="{3F4239B9-A438-46DE-B19D-DEE3C33492FB}">
      <dgm:prSet/>
      <dgm:spPr/>
      <dgm:t>
        <a:bodyPr/>
        <a:lstStyle/>
        <a:p>
          <a:endParaRPr lang="en-US"/>
        </a:p>
      </dgm:t>
    </dgm:pt>
    <dgm:pt modelId="{8F1E56F9-E950-4DB1-ABE7-1DEC040EAB38}" type="sibTrans" cxnId="{3F4239B9-A438-46DE-B19D-DEE3C33492FB}">
      <dgm:prSet/>
      <dgm:spPr>
        <a:ln w="28575">
          <a:solidFill>
            <a:schemeClr val="accent1"/>
          </a:solidFill>
        </a:ln>
      </dgm:spPr>
      <dgm:t>
        <a:bodyPr/>
        <a:lstStyle/>
        <a:p>
          <a:endParaRPr lang="en-US"/>
        </a:p>
      </dgm:t>
    </dgm:pt>
    <dgm:pt modelId="{64E648A8-B93A-492F-A16D-6870C17869BF}">
      <dgm:prSet phldrT="[Text]"/>
      <dgm:spPr/>
      <dgm:t>
        <a:bodyPr/>
        <a:lstStyle/>
        <a:p>
          <a:r>
            <a:rPr lang="en-US">
              <a:latin typeface="GT America Regular" pitchFamily="2" charset="0"/>
              <a:ea typeface="GT America Regular" pitchFamily="2" charset="0"/>
              <a:cs typeface="GT America Regular" pitchFamily="2" charset="0"/>
            </a:rPr>
            <a:t>Capital Market Assumptions</a:t>
          </a:r>
        </a:p>
      </dgm:t>
    </dgm:pt>
    <dgm:pt modelId="{EA302420-593C-478F-AEF5-6554B18B23DE}" type="parTrans" cxnId="{5E73FAB4-F156-47AC-B1E2-83F462FB5DC9}">
      <dgm:prSet/>
      <dgm:spPr/>
      <dgm:t>
        <a:bodyPr/>
        <a:lstStyle/>
        <a:p>
          <a:endParaRPr lang="en-US"/>
        </a:p>
      </dgm:t>
    </dgm:pt>
    <dgm:pt modelId="{8C43525F-6DC7-4265-BFA6-6031A9104E95}" type="sibTrans" cxnId="{5E73FAB4-F156-47AC-B1E2-83F462FB5DC9}">
      <dgm:prSet/>
      <dgm:spPr>
        <a:ln w="28575">
          <a:solidFill>
            <a:schemeClr val="accent1"/>
          </a:solidFill>
        </a:ln>
      </dgm:spPr>
      <dgm:t>
        <a:bodyPr/>
        <a:lstStyle/>
        <a:p>
          <a:endParaRPr lang="en-US"/>
        </a:p>
      </dgm:t>
    </dgm:pt>
    <dgm:pt modelId="{A3B5E8CC-B2BE-45BE-BC09-9732746B29E8}">
      <dgm:prSet phldrT="[Text]"/>
      <dgm:spPr/>
      <dgm:t>
        <a:bodyPr/>
        <a:lstStyle/>
        <a:p>
          <a:r>
            <a:rPr lang="en-US">
              <a:latin typeface="GT America Regular" pitchFamily="2" charset="0"/>
              <a:ea typeface="GT America Regular" pitchFamily="2" charset="0"/>
              <a:cs typeface="GT America Regular" pitchFamily="2" charset="0"/>
            </a:rPr>
            <a:t>Calibration Targets</a:t>
          </a:r>
        </a:p>
      </dgm:t>
    </dgm:pt>
    <dgm:pt modelId="{43957B32-504B-457A-B8E8-5C2939A27E2A}" type="parTrans" cxnId="{9E7F6001-7358-4595-86EB-6F7A5E06BC1C}">
      <dgm:prSet/>
      <dgm:spPr/>
      <dgm:t>
        <a:bodyPr/>
        <a:lstStyle/>
        <a:p>
          <a:endParaRPr lang="en-US"/>
        </a:p>
      </dgm:t>
    </dgm:pt>
    <dgm:pt modelId="{0B1A3405-3C55-4522-9403-CB81AC79F443}" type="sibTrans" cxnId="{9E7F6001-7358-4595-86EB-6F7A5E06BC1C}">
      <dgm:prSet/>
      <dgm:spPr>
        <a:ln w="28575">
          <a:solidFill>
            <a:schemeClr val="accent1"/>
          </a:solidFill>
        </a:ln>
      </dgm:spPr>
      <dgm:t>
        <a:bodyPr/>
        <a:lstStyle/>
        <a:p>
          <a:endParaRPr lang="en-US"/>
        </a:p>
      </dgm:t>
    </dgm:pt>
    <dgm:pt modelId="{3124D48D-D4DB-44AA-89FC-470079741F1C}" type="pres">
      <dgm:prSet presAssocID="{64E7C610-8FF5-4543-8DAA-B6C24FD94D3B}" presName="cycle" presStyleCnt="0">
        <dgm:presLayoutVars>
          <dgm:dir/>
          <dgm:resizeHandles val="exact"/>
        </dgm:presLayoutVars>
      </dgm:prSet>
      <dgm:spPr/>
    </dgm:pt>
    <dgm:pt modelId="{E3D804C6-3200-4EA7-B03F-AEBDC0A7A64B}" type="pres">
      <dgm:prSet presAssocID="{E270651A-4238-4174-B298-44C555329E0B}" presName="node" presStyleLbl="node1" presStyleIdx="0" presStyleCnt="4">
        <dgm:presLayoutVars>
          <dgm:bulletEnabled val="1"/>
        </dgm:presLayoutVars>
      </dgm:prSet>
      <dgm:spPr/>
    </dgm:pt>
    <dgm:pt modelId="{03D27340-3E42-40EE-873B-807795817CBA}" type="pres">
      <dgm:prSet presAssocID="{E270651A-4238-4174-B298-44C555329E0B}" presName="spNode" presStyleCnt="0"/>
      <dgm:spPr/>
    </dgm:pt>
    <dgm:pt modelId="{0AA75898-252E-44BD-A8FE-A40EC5272E82}" type="pres">
      <dgm:prSet presAssocID="{BF2DC5F5-BA1A-4335-8D6B-F159DE32C95F}" presName="sibTrans" presStyleLbl="sibTrans1D1" presStyleIdx="0" presStyleCnt="4"/>
      <dgm:spPr/>
    </dgm:pt>
    <dgm:pt modelId="{8802026B-9559-410D-B3EB-E47925FCFBA2}" type="pres">
      <dgm:prSet presAssocID="{55D7FA04-B438-46C5-9206-4D6BDFB3FD42}" presName="node" presStyleLbl="node1" presStyleIdx="1" presStyleCnt="4">
        <dgm:presLayoutVars>
          <dgm:bulletEnabled val="1"/>
        </dgm:presLayoutVars>
      </dgm:prSet>
      <dgm:spPr/>
    </dgm:pt>
    <dgm:pt modelId="{37CB3073-7E6F-4719-8040-B9F8AB38746B}" type="pres">
      <dgm:prSet presAssocID="{55D7FA04-B438-46C5-9206-4D6BDFB3FD42}" presName="spNode" presStyleCnt="0"/>
      <dgm:spPr/>
    </dgm:pt>
    <dgm:pt modelId="{A248AAC3-5869-42C6-A0C1-1DD0F66440EC}" type="pres">
      <dgm:prSet presAssocID="{8F1E56F9-E950-4DB1-ABE7-1DEC040EAB38}" presName="sibTrans" presStyleLbl="sibTrans1D1" presStyleIdx="1" presStyleCnt="4"/>
      <dgm:spPr/>
    </dgm:pt>
    <dgm:pt modelId="{8CF25465-B530-43AF-80AA-61C65E4F91AA}" type="pres">
      <dgm:prSet presAssocID="{64E648A8-B93A-492F-A16D-6870C17869BF}" presName="node" presStyleLbl="node1" presStyleIdx="2" presStyleCnt="4">
        <dgm:presLayoutVars>
          <dgm:bulletEnabled val="1"/>
        </dgm:presLayoutVars>
      </dgm:prSet>
      <dgm:spPr/>
    </dgm:pt>
    <dgm:pt modelId="{DD640CC9-6E8C-4728-968D-C23FBF29E753}" type="pres">
      <dgm:prSet presAssocID="{64E648A8-B93A-492F-A16D-6870C17869BF}" presName="spNode" presStyleCnt="0"/>
      <dgm:spPr/>
    </dgm:pt>
    <dgm:pt modelId="{F925028F-5967-4761-8FA6-5112931E1719}" type="pres">
      <dgm:prSet presAssocID="{8C43525F-6DC7-4265-BFA6-6031A9104E95}" presName="sibTrans" presStyleLbl="sibTrans1D1" presStyleIdx="2" presStyleCnt="4"/>
      <dgm:spPr/>
    </dgm:pt>
    <dgm:pt modelId="{3CD2A74B-48A8-4489-BDD5-AA1D3A5A5F49}" type="pres">
      <dgm:prSet presAssocID="{A3B5E8CC-B2BE-45BE-BC09-9732746B29E8}" presName="node" presStyleLbl="node1" presStyleIdx="3" presStyleCnt="4">
        <dgm:presLayoutVars>
          <dgm:bulletEnabled val="1"/>
        </dgm:presLayoutVars>
      </dgm:prSet>
      <dgm:spPr/>
    </dgm:pt>
    <dgm:pt modelId="{93EBABDF-19C0-4F9E-9A84-59665657C5C4}" type="pres">
      <dgm:prSet presAssocID="{A3B5E8CC-B2BE-45BE-BC09-9732746B29E8}" presName="spNode" presStyleCnt="0"/>
      <dgm:spPr/>
    </dgm:pt>
    <dgm:pt modelId="{03B5C208-4872-4DC6-AC35-4BBC5F806A2D}" type="pres">
      <dgm:prSet presAssocID="{0B1A3405-3C55-4522-9403-CB81AC79F443}" presName="sibTrans" presStyleLbl="sibTrans1D1" presStyleIdx="3" presStyleCnt="4"/>
      <dgm:spPr/>
    </dgm:pt>
  </dgm:ptLst>
  <dgm:cxnLst>
    <dgm:cxn modelId="{E106B000-6F7F-48DC-A31C-108A16B8B06B}" type="presOf" srcId="{E270651A-4238-4174-B298-44C555329E0B}" destId="{E3D804C6-3200-4EA7-B03F-AEBDC0A7A64B}" srcOrd="0" destOrd="0" presId="urn:microsoft.com/office/officeart/2005/8/layout/cycle5"/>
    <dgm:cxn modelId="{9E7F6001-7358-4595-86EB-6F7A5E06BC1C}" srcId="{64E7C610-8FF5-4543-8DAA-B6C24FD94D3B}" destId="{A3B5E8CC-B2BE-45BE-BC09-9732746B29E8}" srcOrd="3" destOrd="0" parTransId="{43957B32-504B-457A-B8E8-5C2939A27E2A}" sibTransId="{0B1A3405-3C55-4522-9403-CB81AC79F443}"/>
    <dgm:cxn modelId="{129E3F07-8F7C-45F6-BE52-9F1D990E0D1F}" type="presOf" srcId="{8C43525F-6DC7-4265-BFA6-6031A9104E95}" destId="{F925028F-5967-4761-8FA6-5112931E1719}" srcOrd="0" destOrd="0" presId="urn:microsoft.com/office/officeart/2005/8/layout/cycle5"/>
    <dgm:cxn modelId="{6720BA22-C7D2-4E23-911D-27EB7B88DFF7}" srcId="{64E7C610-8FF5-4543-8DAA-B6C24FD94D3B}" destId="{E270651A-4238-4174-B298-44C555329E0B}" srcOrd="0" destOrd="0" parTransId="{EEDE0486-0AEB-4D3D-9D5F-9D118044FC53}" sibTransId="{BF2DC5F5-BA1A-4335-8D6B-F159DE32C95F}"/>
    <dgm:cxn modelId="{8C35CA25-74B9-42FC-869E-0F44699C3627}" type="presOf" srcId="{8F1E56F9-E950-4DB1-ABE7-1DEC040EAB38}" destId="{A248AAC3-5869-42C6-A0C1-1DD0F66440EC}" srcOrd="0" destOrd="0" presId="urn:microsoft.com/office/officeart/2005/8/layout/cycle5"/>
    <dgm:cxn modelId="{7A021F46-9557-4B55-AF38-7757EB776895}" type="presOf" srcId="{A3B5E8CC-B2BE-45BE-BC09-9732746B29E8}" destId="{3CD2A74B-48A8-4489-BDD5-AA1D3A5A5F49}" srcOrd="0" destOrd="0" presId="urn:microsoft.com/office/officeart/2005/8/layout/cycle5"/>
    <dgm:cxn modelId="{6BE44D6F-4568-4384-B119-7BAF7470E55F}" type="presOf" srcId="{55D7FA04-B438-46C5-9206-4D6BDFB3FD42}" destId="{8802026B-9559-410D-B3EB-E47925FCFBA2}" srcOrd="0" destOrd="0" presId="urn:microsoft.com/office/officeart/2005/8/layout/cycle5"/>
    <dgm:cxn modelId="{5E73FAB4-F156-47AC-B1E2-83F462FB5DC9}" srcId="{64E7C610-8FF5-4543-8DAA-B6C24FD94D3B}" destId="{64E648A8-B93A-492F-A16D-6870C17869BF}" srcOrd="2" destOrd="0" parTransId="{EA302420-593C-478F-AEF5-6554B18B23DE}" sibTransId="{8C43525F-6DC7-4265-BFA6-6031A9104E95}"/>
    <dgm:cxn modelId="{3F4239B9-A438-46DE-B19D-DEE3C33492FB}" srcId="{64E7C610-8FF5-4543-8DAA-B6C24FD94D3B}" destId="{55D7FA04-B438-46C5-9206-4D6BDFB3FD42}" srcOrd="1" destOrd="0" parTransId="{3B566E58-A17F-4A1B-9298-5DD54A99687D}" sibTransId="{8F1E56F9-E950-4DB1-ABE7-1DEC040EAB38}"/>
    <dgm:cxn modelId="{DFD8FDD0-F0E6-4F05-8C1A-EF1BB5A7B3AC}" type="presOf" srcId="{0B1A3405-3C55-4522-9403-CB81AC79F443}" destId="{03B5C208-4872-4DC6-AC35-4BBC5F806A2D}" srcOrd="0" destOrd="0" presId="urn:microsoft.com/office/officeart/2005/8/layout/cycle5"/>
    <dgm:cxn modelId="{9DD7E6DE-EF29-4E8E-8AA2-AE7379DAE02A}" type="presOf" srcId="{64E7C610-8FF5-4543-8DAA-B6C24FD94D3B}" destId="{3124D48D-D4DB-44AA-89FC-470079741F1C}" srcOrd="0" destOrd="0" presId="urn:microsoft.com/office/officeart/2005/8/layout/cycle5"/>
    <dgm:cxn modelId="{FD3943F2-142F-4D77-89B4-26AE6A7200DD}" type="presOf" srcId="{BF2DC5F5-BA1A-4335-8D6B-F159DE32C95F}" destId="{0AA75898-252E-44BD-A8FE-A40EC5272E82}" srcOrd="0" destOrd="0" presId="urn:microsoft.com/office/officeart/2005/8/layout/cycle5"/>
    <dgm:cxn modelId="{FC4E04F4-629F-49B3-93E7-CCCA92E5477A}" type="presOf" srcId="{64E648A8-B93A-492F-A16D-6870C17869BF}" destId="{8CF25465-B530-43AF-80AA-61C65E4F91AA}" srcOrd="0" destOrd="0" presId="urn:microsoft.com/office/officeart/2005/8/layout/cycle5"/>
    <dgm:cxn modelId="{6A501758-C36A-4E5E-B257-ECB606B98A52}" type="presParOf" srcId="{3124D48D-D4DB-44AA-89FC-470079741F1C}" destId="{E3D804C6-3200-4EA7-B03F-AEBDC0A7A64B}" srcOrd="0" destOrd="0" presId="urn:microsoft.com/office/officeart/2005/8/layout/cycle5"/>
    <dgm:cxn modelId="{C39D0FBD-6850-4F6D-8EA3-D5413DCD130D}" type="presParOf" srcId="{3124D48D-D4DB-44AA-89FC-470079741F1C}" destId="{03D27340-3E42-40EE-873B-807795817CBA}" srcOrd="1" destOrd="0" presId="urn:microsoft.com/office/officeart/2005/8/layout/cycle5"/>
    <dgm:cxn modelId="{11386855-7ACE-4AC6-9776-FD711968B2AF}" type="presParOf" srcId="{3124D48D-D4DB-44AA-89FC-470079741F1C}" destId="{0AA75898-252E-44BD-A8FE-A40EC5272E82}" srcOrd="2" destOrd="0" presId="urn:microsoft.com/office/officeart/2005/8/layout/cycle5"/>
    <dgm:cxn modelId="{FC62EF18-0E8C-411F-B365-A40EFDD73CBC}" type="presParOf" srcId="{3124D48D-D4DB-44AA-89FC-470079741F1C}" destId="{8802026B-9559-410D-B3EB-E47925FCFBA2}" srcOrd="3" destOrd="0" presId="urn:microsoft.com/office/officeart/2005/8/layout/cycle5"/>
    <dgm:cxn modelId="{C0B41545-66CB-4337-A647-2EBF200F72E9}" type="presParOf" srcId="{3124D48D-D4DB-44AA-89FC-470079741F1C}" destId="{37CB3073-7E6F-4719-8040-B9F8AB38746B}" srcOrd="4" destOrd="0" presId="urn:microsoft.com/office/officeart/2005/8/layout/cycle5"/>
    <dgm:cxn modelId="{AA65A680-2498-4B1C-9B30-251331DC854B}" type="presParOf" srcId="{3124D48D-D4DB-44AA-89FC-470079741F1C}" destId="{A248AAC3-5869-42C6-A0C1-1DD0F66440EC}" srcOrd="5" destOrd="0" presId="urn:microsoft.com/office/officeart/2005/8/layout/cycle5"/>
    <dgm:cxn modelId="{6C1C80E6-F934-456F-8452-8ED66649A09F}" type="presParOf" srcId="{3124D48D-D4DB-44AA-89FC-470079741F1C}" destId="{8CF25465-B530-43AF-80AA-61C65E4F91AA}" srcOrd="6" destOrd="0" presId="urn:microsoft.com/office/officeart/2005/8/layout/cycle5"/>
    <dgm:cxn modelId="{A247DB25-0486-484A-8373-7AE95352520E}" type="presParOf" srcId="{3124D48D-D4DB-44AA-89FC-470079741F1C}" destId="{DD640CC9-6E8C-4728-968D-C23FBF29E753}" srcOrd="7" destOrd="0" presId="urn:microsoft.com/office/officeart/2005/8/layout/cycle5"/>
    <dgm:cxn modelId="{EB42346C-F491-40D1-9514-0A7B15200877}" type="presParOf" srcId="{3124D48D-D4DB-44AA-89FC-470079741F1C}" destId="{F925028F-5967-4761-8FA6-5112931E1719}" srcOrd="8" destOrd="0" presId="urn:microsoft.com/office/officeart/2005/8/layout/cycle5"/>
    <dgm:cxn modelId="{7921B8BC-1450-4230-94CE-14DBB3E4378A}" type="presParOf" srcId="{3124D48D-D4DB-44AA-89FC-470079741F1C}" destId="{3CD2A74B-48A8-4489-BDD5-AA1D3A5A5F49}" srcOrd="9" destOrd="0" presId="urn:microsoft.com/office/officeart/2005/8/layout/cycle5"/>
    <dgm:cxn modelId="{C9A6DA3C-59E0-4829-BFE7-7BAC90AB41A8}" type="presParOf" srcId="{3124D48D-D4DB-44AA-89FC-470079741F1C}" destId="{93EBABDF-19C0-4F9E-9A84-59665657C5C4}" srcOrd="10" destOrd="0" presId="urn:microsoft.com/office/officeart/2005/8/layout/cycle5"/>
    <dgm:cxn modelId="{93328496-0598-4340-BD1C-88FF8464711F}" type="presParOf" srcId="{3124D48D-D4DB-44AA-89FC-470079741F1C}" destId="{03B5C208-4872-4DC6-AC35-4BBC5F806A2D}" srcOrd="11" destOrd="0" presId="urn:microsoft.com/office/officeart/2005/8/layout/cycle5"/>
  </dgm:cxnLst>
  <dgm:bg/>
  <dgm:whole/>
  <dgm:extLst>
    <a:ext uri="http://schemas.microsoft.com/office/drawing/2008/diagram">
      <dsp:dataModelExt xmlns:dsp="http://schemas.microsoft.com/office/drawing/2008/diagram" relId="rId1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D54FDA8-7277-4AD8-9C20-EDFE1C9FE4AA}">
      <dsp:nvSpPr>
        <dsp:cNvPr id="0" name=""/>
        <dsp:cNvSpPr/>
      </dsp:nvSpPr>
      <dsp:spPr>
        <a:xfrm>
          <a:off x="4868" y="1442156"/>
          <a:ext cx="2834120" cy="1133648"/>
        </a:xfrm>
        <a:prstGeom prst="chevron">
          <a:avLst/>
        </a:prstGeom>
        <a:solidFill>
          <a:schemeClr val="accent6"/>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008" tIns="21336" rIns="21336" bIns="21336" numCol="1" spcCol="1270" anchor="ctr" anchorCtr="0">
          <a:noAutofit/>
        </a:bodyPr>
        <a:lstStyle/>
        <a:p>
          <a:pPr marL="0" lvl="0" indent="0" algn="ctr" defTabSz="711200">
            <a:lnSpc>
              <a:spcPct val="90000"/>
            </a:lnSpc>
            <a:spcBef>
              <a:spcPct val="0"/>
            </a:spcBef>
            <a:spcAft>
              <a:spcPct val="35000"/>
            </a:spcAft>
            <a:buNone/>
          </a:pPr>
          <a:r>
            <a:rPr lang="en-US" sz="1600" b="1" kern="1200">
              <a:solidFill>
                <a:schemeClr val="bg1"/>
              </a:solidFill>
            </a:rPr>
            <a:t>Configure asset classes &amp; capital market assumptions</a:t>
          </a:r>
          <a:endParaRPr lang="en-US" sz="1600" kern="1200"/>
        </a:p>
      </dsp:txBody>
      <dsp:txXfrm>
        <a:off x="571692" y="1442156"/>
        <a:ext cx="1700472" cy="1133648"/>
      </dsp:txXfrm>
    </dsp:sp>
    <dsp:sp modelId="{824CDC75-81A7-4838-AACF-80B16AFA76AF}">
      <dsp:nvSpPr>
        <dsp:cNvPr id="0" name=""/>
        <dsp:cNvSpPr/>
      </dsp:nvSpPr>
      <dsp:spPr>
        <a:xfrm>
          <a:off x="2555577" y="1442156"/>
          <a:ext cx="2834120" cy="1133648"/>
        </a:xfrm>
        <a:prstGeom prst="chevron">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008" tIns="21336" rIns="21336" bIns="21336" numCol="1" spcCol="1270" anchor="ctr" anchorCtr="0">
          <a:noAutofit/>
        </a:bodyPr>
        <a:lstStyle/>
        <a:p>
          <a:pPr marL="0" lvl="0" indent="0" algn="ctr" defTabSz="711200">
            <a:lnSpc>
              <a:spcPct val="90000"/>
            </a:lnSpc>
            <a:spcBef>
              <a:spcPct val="0"/>
            </a:spcBef>
            <a:spcAft>
              <a:spcPct val="35000"/>
            </a:spcAft>
            <a:buNone/>
          </a:pPr>
          <a:r>
            <a:rPr lang="en-US" sz="1600" b="1" kern="1200">
              <a:solidFill>
                <a:prstClr val="white"/>
              </a:solidFill>
            </a:rPr>
            <a:t>Create candidate portfolios (SAAs)</a:t>
          </a:r>
          <a:endParaRPr lang="en-US" sz="1600" kern="1200"/>
        </a:p>
      </dsp:txBody>
      <dsp:txXfrm>
        <a:off x="3122401" y="1442156"/>
        <a:ext cx="1700472" cy="1133648"/>
      </dsp:txXfrm>
    </dsp:sp>
    <dsp:sp modelId="{0DBAFD01-852E-431C-8411-FDA466E1201F}">
      <dsp:nvSpPr>
        <dsp:cNvPr id="0" name=""/>
        <dsp:cNvSpPr/>
      </dsp:nvSpPr>
      <dsp:spPr>
        <a:xfrm>
          <a:off x="5106285" y="1442156"/>
          <a:ext cx="2834120" cy="1133648"/>
        </a:xfrm>
        <a:prstGeom prst="chevron">
          <a:avLst/>
        </a:prstGeom>
        <a:solidFill>
          <a:schemeClr val="tx2"/>
        </a:solidFill>
        <a:ln w="12700" cap="flat" cmpd="sng" algn="ctr">
          <a:solidFill>
            <a:schemeClr val="tx2"/>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008" tIns="21336" rIns="21336" bIns="21336" numCol="1" spcCol="1270" anchor="ctr" anchorCtr="0">
          <a:noAutofit/>
        </a:bodyPr>
        <a:lstStyle/>
        <a:p>
          <a:pPr marL="0" lvl="0" indent="0" algn="ctr" defTabSz="711200">
            <a:lnSpc>
              <a:spcPct val="90000"/>
            </a:lnSpc>
            <a:spcBef>
              <a:spcPct val="0"/>
            </a:spcBef>
            <a:spcAft>
              <a:spcPct val="35000"/>
            </a:spcAft>
            <a:buNone/>
          </a:pPr>
          <a:r>
            <a:rPr lang="en-US" sz="1600" b="1" kern="1200">
              <a:solidFill>
                <a:prstClr val="white"/>
              </a:solidFill>
            </a:rPr>
            <a:t>Stochastic projection of candidate SAAs</a:t>
          </a:r>
          <a:endParaRPr lang="en-US" sz="1600" kern="1200"/>
        </a:p>
      </dsp:txBody>
      <dsp:txXfrm>
        <a:off x="5673109" y="1442156"/>
        <a:ext cx="1700472" cy="1133648"/>
      </dsp:txXfrm>
    </dsp:sp>
    <dsp:sp modelId="{32E19251-A604-409D-ADBB-FE61FA145CE1}">
      <dsp:nvSpPr>
        <dsp:cNvPr id="0" name=""/>
        <dsp:cNvSpPr/>
      </dsp:nvSpPr>
      <dsp:spPr>
        <a:xfrm>
          <a:off x="7656994" y="1442156"/>
          <a:ext cx="2834120" cy="1133648"/>
        </a:xfrm>
        <a:prstGeom prst="chevron">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008" tIns="21336" rIns="21336" bIns="21336" numCol="1" spcCol="1270" anchor="ctr" anchorCtr="0">
          <a:noAutofit/>
        </a:bodyPr>
        <a:lstStyle/>
        <a:p>
          <a:pPr marL="0" lvl="0" indent="0" algn="ctr" defTabSz="711200">
            <a:lnSpc>
              <a:spcPct val="90000"/>
            </a:lnSpc>
            <a:spcBef>
              <a:spcPct val="0"/>
            </a:spcBef>
            <a:spcAft>
              <a:spcPct val="35000"/>
            </a:spcAft>
            <a:buNone/>
          </a:pPr>
          <a:r>
            <a:rPr lang="en-US" sz="1600" b="1" kern="1200">
              <a:solidFill>
                <a:prstClr val="white"/>
              </a:solidFill>
            </a:rPr>
            <a:t>SAA analysis and selection</a:t>
          </a:r>
          <a:endParaRPr lang="en-US" sz="1600" kern="1200"/>
        </a:p>
      </dsp:txBody>
      <dsp:txXfrm>
        <a:off x="8223818" y="1442156"/>
        <a:ext cx="1700472" cy="1133648"/>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6988FF5-DCF0-4633-AE3F-DCE6CA5606CC}">
      <dsp:nvSpPr>
        <dsp:cNvPr id="0" name=""/>
        <dsp:cNvSpPr/>
      </dsp:nvSpPr>
      <dsp:spPr>
        <a:xfrm>
          <a:off x="221603" y="1429891"/>
          <a:ext cx="4113492" cy="2673770"/>
        </a:xfrm>
        <a:prstGeom prst="roundRect">
          <a:avLst/>
        </a:prstGeom>
        <a:solidFill>
          <a:schemeClr val="lt1">
            <a:hueOff val="0"/>
            <a:satOff val="0"/>
            <a:lumOff val="0"/>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47650" tIns="247650" rIns="247650" bIns="247650" numCol="1" spcCol="1270" anchor="ctr" anchorCtr="0">
          <a:noAutofit/>
        </a:bodyPr>
        <a:lstStyle/>
        <a:p>
          <a:pPr marL="0" lvl="0" indent="0" algn="ctr" defTabSz="2889250">
            <a:lnSpc>
              <a:spcPct val="90000"/>
            </a:lnSpc>
            <a:spcBef>
              <a:spcPct val="0"/>
            </a:spcBef>
            <a:spcAft>
              <a:spcPct val="35000"/>
            </a:spcAft>
            <a:buNone/>
          </a:pPr>
          <a:r>
            <a:rPr lang="en-US" sz="6500" kern="1200"/>
            <a:t> </a:t>
          </a:r>
        </a:p>
      </dsp:txBody>
      <dsp:txXfrm>
        <a:off x="352126" y="1560414"/>
        <a:ext cx="3852446" cy="2412724"/>
      </dsp:txXfrm>
    </dsp:sp>
    <dsp:sp modelId="{D422494A-E64D-460D-98BE-0B094FD0AC5B}">
      <dsp:nvSpPr>
        <dsp:cNvPr id="0" name=""/>
        <dsp:cNvSpPr/>
      </dsp:nvSpPr>
      <dsp:spPr>
        <a:xfrm>
          <a:off x="2278349" y="496295"/>
          <a:ext cx="4540961" cy="4540961"/>
        </a:xfrm>
        <a:custGeom>
          <a:avLst/>
          <a:gdLst/>
          <a:ahLst/>
          <a:cxnLst/>
          <a:rect l="0" t="0" r="0" b="0"/>
          <a:pathLst>
            <a:path>
              <a:moveTo>
                <a:pt x="955134" y="419819"/>
              </a:moveTo>
              <a:arcTo wR="2270480" hR="2270480" stAng="14075814" swAng="4248371"/>
            </a:path>
          </a:pathLst>
        </a:custGeom>
        <a:noFill/>
        <a:ln w="76200" cap="flat" cmpd="sng" algn="ctr">
          <a:solidFill>
            <a:schemeClr val="accent3"/>
          </a:solidFill>
          <a:prstDash val="solid"/>
          <a:miter lim="800000"/>
          <a:tailEnd type="arrow"/>
        </a:ln>
        <a:effectLst/>
      </dsp:spPr>
      <dsp:style>
        <a:lnRef idx="1">
          <a:scrgbClr r="0" g="0" b="0"/>
        </a:lnRef>
        <a:fillRef idx="0">
          <a:scrgbClr r="0" g="0" b="0"/>
        </a:fillRef>
        <a:effectRef idx="0">
          <a:scrgbClr r="0" g="0" b="0"/>
        </a:effectRef>
        <a:fontRef idx="minor"/>
      </dsp:style>
    </dsp:sp>
    <dsp:sp modelId="{331B302E-6359-455A-ABFE-2CAE71A0D25C}">
      <dsp:nvSpPr>
        <dsp:cNvPr id="0" name=""/>
        <dsp:cNvSpPr/>
      </dsp:nvSpPr>
      <dsp:spPr>
        <a:xfrm>
          <a:off x="4762564" y="1429891"/>
          <a:ext cx="4113492" cy="2673770"/>
        </a:xfrm>
        <a:prstGeom prst="roundRect">
          <a:avLst/>
        </a:prstGeom>
        <a:solidFill>
          <a:schemeClr val="lt1">
            <a:hueOff val="0"/>
            <a:satOff val="0"/>
            <a:lumOff val="0"/>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47650" tIns="247650" rIns="247650" bIns="247650" numCol="1" spcCol="1270" anchor="ctr" anchorCtr="0">
          <a:noAutofit/>
        </a:bodyPr>
        <a:lstStyle/>
        <a:p>
          <a:pPr marL="0" lvl="0" indent="0" algn="ctr" defTabSz="2889250">
            <a:lnSpc>
              <a:spcPct val="90000"/>
            </a:lnSpc>
            <a:spcBef>
              <a:spcPct val="0"/>
            </a:spcBef>
            <a:spcAft>
              <a:spcPct val="35000"/>
            </a:spcAft>
            <a:buNone/>
          </a:pPr>
          <a:r>
            <a:rPr lang="en-US" sz="6500" kern="1200"/>
            <a:t> </a:t>
          </a:r>
        </a:p>
      </dsp:txBody>
      <dsp:txXfrm>
        <a:off x="4893087" y="1560414"/>
        <a:ext cx="3852446" cy="2412724"/>
      </dsp:txXfrm>
    </dsp:sp>
    <dsp:sp modelId="{4945D46A-B365-45CB-A937-C08BB5A315DF}">
      <dsp:nvSpPr>
        <dsp:cNvPr id="0" name=""/>
        <dsp:cNvSpPr/>
      </dsp:nvSpPr>
      <dsp:spPr>
        <a:xfrm>
          <a:off x="2278349" y="496295"/>
          <a:ext cx="4540961" cy="4540961"/>
        </a:xfrm>
        <a:custGeom>
          <a:avLst/>
          <a:gdLst/>
          <a:ahLst/>
          <a:cxnLst/>
          <a:rect l="0" t="0" r="0" b="0"/>
          <a:pathLst>
            <a:path>
              <a:moveTo>
                <a:pt x="3585827" y="4121141"/>
              </a:moveTo>
              <a:arcTo wR="2270480" hR="2270480" stAng="3275814" swAng="4248371"/>
            </a:path>
          </a:pathLst>
        </a:custGeom>
        <a:noFill/>
        <a:ln w="76200" cap="flat" cmpd="sng" algn="ctr">
          <a:solidFill>
            <a:schemeClr val="accent3"/>
          </a:solidFill>
          <a:prstDash val="solid"/>
          <a:miter lim="800000"/>
          <a:tailEnd type="arrow"/>
        </a:ln>
        <a:effectLst/>
      </dsp:spPr>
      <dsp:style>
        <a:lnRef idx="1">
          <a:scrgbClr r="0" g="0" b="0"/>
        </a:lnRef>
        <a:fillRef idx="0">
          <a:scrgbClr r="0" g="0" b="0"/>
        </a:fillRef>
        <a:effectRef idx="0">
          <a:scrgbClr r="0" g="0" b="0"/>
        </a:effectRef>
        <a:fontRef idx="minor"/>
      </dsp:style>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3D804C6-3200-4EA7-B03F-AEBDC0A7A64B}">
      <dsp:nvSpPr>
        <dsp:cNvPr id="0" name=""/>
        <dsp:cNvSpPr/>
      </dsp:nvSpPr>
      <dsp:spPr>
        <a:xfrm>
          <a:off x="2146167" y="1028"/>
          <a:ext cx="1147456" cy="745846"/>
        </a:xfrm>
        <a:prstGeom prst="roundRect">
          <a:avLst/>
        </a:prstGeom>
        <a:solidFill>
          <a:schemeClr val="dk2">
            <a:hueOff val="0"/>
            <a:satOff val="0"/>
            <a:lumOff val="0"/>
            <a:alphaOff val="0"/>
          </a:schemeClr>
        </a:solidFill>
        <a:ln w="1270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a:latin typeface="GT America Regular" pitchFamily="2" charset="0"/>
              <a:ea typeface="GT America Regular" pitchFamily="2" charset="0"/>
              <a:cs typeface="GT America Regular" pitchFamily="2" charset="0"/>
            </a:rPr>
            <a:t>Candidate Portfolios</a:t>
          </a:r>
        </a:p>
      </dsp:txBody>
      <dsp:txXfrm>
        <a:off x="2182576" y="37437"/>
        <a:ext cx="1074638" cy="673028"/>
      </dsp:txXfrm>
    </dsp:sp>
    <dsp:sp modelId="{0AA75898-252E-44BD-A8FE-A40EC5272E82}">
      <dsp:nvSpPr>
        <dsp:cNvPr id="0" name=""/>
        <dsp:cNvSpPr/>
      </dsp:nvSpPr>
      <dsp:spPr>
        <a:xfrm>
          <a:off x="1488116" y="373952"/>
          <a:ext cx="2463559" cy="2463559"/>
        </a:xfrm>
        <a:custGeom>
          <a:avLst/>
          <a:gdLst/>
          <a:ahLst/>
          <a:cxnLst/>
          <a:rect l="0" t="0" r="0" b="0"/>
          <a:pathLst>
            <a:path>
              <a:moveTo>
                <a:pt x="1963775" y="241091"/>
              </a:moveTo>
              <a:arcTo wR="1231779" hR="1231779" stAng="18387587" swAng="1633059"/>
            </a:path>
          </a:pathLst>
        </a:custGeom>
        <a:noFill/>
        <a:ln w="28575" cap="flat" cmpd="sng" algn="ctr">
          <a:solidFill>
            <a:schemeClr val="tx2"/>
          </a:solidFill>
          <a:prstDash val="solid"/>
          <a:miter lim="800000"/>
          <a:tailEnd type="arrow"/>
        </a:ln>
        <a:effectLst/>
      </dsp:spPr>
      <dsp:style>
        <a:lnRef idx="1">
          <a:scrgbClr r="0" g="0" b="0"/>
        </a:lnRef>
        <a:fillRef idx="0">
          <a:scrgbClr r="0" g="0" b="0"/>
        </a:fillRef>
        <a:effectRef idx="0">
          <a:scrgbClr r="0" g="0" b="0"/>
        </a:effectRef>
        <a:fontRef idx="minor"/>
      </dsp:style>
    </dsp:sp>
    <dsp:sp modelId="{8802026B-9559-410D-B3EB-E47925FCFBA2}">
      <dsp:nvSpPr>
        <dsp:cNvPr id="0" name=""/>
        <dsp:cNvSpPr/>
      </dsp:nvSpPr>
      <dsp:spPr>
        <a:xfrm>
          <a:off x="3377947" y="1232808"/>
          <a:ext cx="1147456" cy="745846"/>
        </a:xfrm>
        <a:prstGeom prst="roundRect">
          <a:avLst/>
        </a:prstGeom>
        <a:solidFill>
          <a:schemeClr val="dk2">
            <a:hueOff val="0"/>
            <a:satOff val="0"/>
            <a:lumOff val="0"/>
            <a:alphaOff val="0"/>
          </a:schemeClr>
        </a:solidFill>
        <a:ln w="1270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a:latin typeface="GT America Regular" pitchFamily="2" charset="0"/>
              <a:ea typeface="GT America Regular" pitchFamily="2" charset="0"/>
              <a:cs typeface="GT America Regular" pitchFamily="2" charset="0"/>
            </a:rPr>
            <a:t>Run Scenario Generator</a:t>
          </a:r>
        </a:p>
      </dsp:txBody>
      <dsp:txXfrm>
        <a:off x="3414356" y="1269217"/>
        <a:ext cx="1074638" cy="673028"/>
      </dsp:txXfrm>
    </dsp:sp>
    <dsp:sp modelId="{A248AAC3-5869-42C6-A0C1-1DD0F66440EC}">
      <dsp:nvSpPr>
        <dsp:cNvPr id="0" name=""/>
        <dsp:cNvSpPr/>
      </dsp:nvSpPr>
      <dsp:spPr>
        <a:xfrm>
          <a:off x="1488116" y="373952"/>
          <a:ext cx="2463559" cy="2463559"/>
        </a:xfrm>
        <a:custGeom>
          <a:avLst/>
          <a:gdLst/>
          <a:ahLst/>
          <a:cxnLst/>
          <a:rect l="0" t="0" r="0" b="0"/>
          <a:pathLst>
            <a:path>
              <a:moveTo>
                <a:pt x="2335838" y="1777980"/>
              </a:moveTo>
              <a:arcTo wR="1231779" hR="1231779" stAng="1579354" swAng="1633059"/>
            </a:path>
          </a:pathLst>
        </a:custGeom>
        <a:noFill/>
        <a:ln w="28575" cap="flat" cmpd="sng" algn="ctr">
          <a:solidFill>
            <a:schemeClr val="tx2"/>
          </a:solidFill>
          <a:prstDash val="solid"/>
          <a:miter lim="800000"/>
          <a:tailEnd type="arrow"/>
        </a:ln>
        <a:effectLst/>
      </dsp:spPr>
      <dsp:style>
        <a:lnRef idx="1">
          <a:scrgbClr r="0" g="0" b="0"/>
        </a:lnRef>
        <a:fillRef idx="0">
          <a:scrgbClr r="0" g="0" b="0"/>
        </a:fillRef>
        <a:effectRef idx="0">
          <a:scrgbClr r="0" g="0" b="0"/>
        </a:effectRef>
        <a:fontRef idx="minor"/>
      </dsp:style>
    </dsp:sp>
    <dsp:sp modelId="{8CF25465-B530-43AF-80AA-61C65E4F91AA}">
      <dsp:nvSpPr>
        <dsp:cNvPr id="0" name=""/>
        <dsp:cNvSpPr/>
      </dsp:nvSpPr>
      <dsp:spPr>
        <a:xfrm>
          <a:off x="2146167" y="2464588"/>
          <a:ext cx="1147456" cy="745846"/>
        </a:xfrm>
        <a:prstGeom prst="roundRect">
          <a:avLst/>
        </a:prstGeom>
        <a:solidFill>
          <a:schemeClr val="dk2">
            <a:hueOff val="0"/>
            <a:satOff val="0"/>
            <a:lumOff val="0"/>
            <a:alphaOff val="0"/>
          </a:schemeClr>
        </a:solidFill>
        <a:ln w="1270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a:latin typeface="GT America Regular" pitchFamily="2" charset="0"/>
              <a:ea typeface="GT America Regular" pitchFamily="2" charset="0"/>
              <a:cs typeface="GT America Regular" pitchFamily="2" charset="0"/>
            </a:rPr>
            <a:t>Output Files</a:t>
          </a:r>
        </a:p>
      </dsp:txBody>
      <dsp:txXfrm>
        <a:off x="2182576" y="2500997"/>
        <a:ext cx="1074638" cy="673028"/>
      </dsp:txXfrm>
    </dsp:sp>
    <dsp:sp modelId="{F925028F-5967-4761-8FA6-5112931E1719}">
      <dsp:nvSpPr>
        <dsp:cNvPr id="0" name=""/>
        <dsp:cNvSpPr/>
      </dsp:nvSpPr>
      <dsp:spPr>
        <a:xfrm>
          <a:off x="1488116" y="373952"/>
          <a:ext cx="2463559" cy="2463559"/>
        </a:xfrm>
        <a:custGeom>
          <a:avLst/>
          <a:gdLst/>
          <a:ahLst/>
          <a:cxnLst/>
          <a:rect l="0" t="0" r="0" b="0"/>
          <a:pathLst>
            <a:path>
              <a:moveTo>
                <a:pt x="499784" y="2222468"/>
              </a:moveTo>
              <a:arcTo wR="1231779" hR="1231779" stAng="7587587" swAng="1633059"/>
            </a:path>
          </a:pathLst>
        </a:custGeom>
        <a:noFill/>
        <a:ln w="28575" cap="flat" cmpd="sng" algn="ctr">
          <a:solidFill>
            <a:schemeClr val="tx2"/>
          </a:solidFill>
          <a:prstDash val="solid"/>
          <a:miter lim="800000"/>
          <a:tailEnd type="arrow"/>
        </a:ln>
        <a:effectLst/>
      </dsp:spPr>
      <dsp:style>
        <a:lnRef idx="1">
          <a:scrgbClr r="0" g="0" b="0"/>
        </a:lnRef>
        <a:fillRef idx="0">
          <a:scrgbClr r="0" g="0" b="0"/>
        </a:fillRef>
        <a:effectRef idx="0">
          <a:scrgbClr r="0" g="0" b="0"/>
        </a:effectRef>
        <a:fontRef idx="minor"/>
      </dsp:style>
    </dsp:sp>
    <dsp:sp modelId="{3CD2A74B-48A8-4489-BDD5-AA1D3A5A5F49}">
      <dsp:nvSpPr>
        <dsp:cNvPr id="0" name=""/>
        <dsp:cNvSpPr/>
      </dsp:nvSpPr>
      <dsp:spPr>
        <a:xfrm>
          <a:off x="914388" y="1232808"/>
          <a:ext cx="1147456" cy="745846"/>
        </a:xfrm>
        <a:prstGeom prst="roundRect">
          <a:avLst/>
        </a:prstGeom>
        <a:solidFill>
          <a:schemeClr val="dk2">
            <a:hueOff val="0"/>
            <a:satOff val="0"/>
            <a:lumOff val="0"/>
            <a:alphaOff val="0"/>
          </a:schemeClr>
        </a:solidFill>
        <a:ln w="1270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a:latin typeface="GT America Regular" pitchFamily="2" charset="0"/>
              <a:ea typeface="GT America Regular" pitchFamily="2" charset="0"/>
              <a:cs typeface="GT America Regular" pitchFamily="2" charset="0"/>
            </a:rPr>
            <a:t>Portfolio Optimisation</a:t>
          </a:r>
        </a:p>
      </dsp:txBody>
      <dsp:txXfrm>
        <a:off x="950797" y="1269217"/>
        <a:ext cx="1074638" cy="673028"/>
      </dsp:txXfrm>
    </dsp:sp>
    <dsp:sp modelId="{03B5C208-4872-4DC6-AC35-4BBC5F806A2D}">
      <dsp:nvSpPr>
        <dsp:cNvPr id="0" name=""/>
        <dsp:cNvSpPr/>
      </dsp:nvSpPr>
      <dsp:spPr>
        <a:xfrm>
          <a:off x="1488116" y="373952"/>
          <a:ext cx="2463559" cy="2463559"/>
        </a:xfrm>
        <a:custGeom>
          <a:avLst/>
          <a:gdLst/>
          <a:ahLst/>
          <a:cxnLst/>
          <a:rect l="0" t="0" r="0" b="0"/>
          <a:pathLst>
            <a:path>
              <a:moveTo>
                <a:pt x="127720" y="685578"/>
              </a:moveTo>
              <a:arcTo wR="1231779" hR="1231779" stAng="12379354" swAng="1633059"/>
            </a:path>
          </a:pathLst>
        </a:custGeom>
        <a:noFill/>
        <a:ln w="28575" cap="flat" cmpd="sng" algn="ctr">
          <a:solidFill>
            <a:schemeClr val="tx2"/>
          </a:solidFill>
          <a:prstDash val="solid"/>
          <a:miter lim="800000"/>
          <a:tailEnd type="arrow"/>
        </a:ln>
        <a:effectLst/>
      </dsp:spPr>
      <dsp:style>
        <a:lnRef idx="1">
          <a:scrgbClr r="0" g="0" b="0"/>
        </a:lnRef>
        <a:fillRef idx="0">
          <a:scrgbClr r="0" g="0" b="0"/>
        </a:fillRef>
        <a:effectRef idx="0">
          <a:scrgbClr r="0" g="0" b="0"/>
        </a:effectRef>
        <a:fontRef idx="minor"/>
      </dsp:style>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3D804C6-3200-4EA7-B03F-AEBDC0A7A64B}">
      <dsp:nvSpPr>
        <dsp:cNvPr id="0" name=""/>
        <dsp:cNvSpPr/>
      </dsp:nvSpPr>
      <dsp:spPr>
        <a:xfrm>
          <a:off x="2146167" y="1028"/>
          <a:ext cx="1147456" cy="745846"/>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a:latin typeface="GT America Regular" pitchFamily="2" charset="0"/>
              <a:ea typeface="GT America Regular" pitchFamily="2" charset="0"/>
              <a:cs typeface="GT America Regular" pitchFamily="2" charset="0"/>
            </a:rPr>
            <a:t>Calibrations</a:t>
          </a:r>
        </a:p>
      </dsp:txBody>
      <dsp:txXfrm>
        <a:off x="2182576" y="37437"/>
        <a:ext cx="1074638" cy="673028"/>
      </dsp:txXfrm>
    </dsp:sp>
    <dsp:sp modelId="{0AA75898-252E-44BD-A8FE-A40EC5272E82}">
      <dsp:nvSpPr>
        <dsp:cNvPr id="0" name=""/>
        <dsp:cNvSpPr/>
      </dsp:nvSpPr>
      <dsp:spPr>
        <a:xfrm>
          <a:off x="1488116" y="373952"/>
          <a:ext cx="2463559" cy="2463559"/>
        </a:xfrm>
        <a:custGeom>
          <a:avLst/>
          <a:gdLst/>
          <a:ahLst/>
          <a:cxnLst/>
          <a:rect l="0" t="0" r="0" b="0"/>
          <a:pathLst>
            <a:path>
              <a:moveTo>
                <a:pt x="1963775" y="241091"/>
              </a:moveTo>
              <a:arcTo wR="1231779" hR="1231779" stAng="18387587" swAng="1633059"/>
            </a:path>
          </a:pathLst>
        </a:custGeom>
        <a:noFill/>
        <a:ln w="28575" cap="flat" cmpd="sng" algn="ctr">
          <a:solidFill>
            <a:schemeClr val="accent1"/>
          </a:solidFill>
          <a:prstDash val="solid"/>
          <a:miter lim="800000"/>
          <a:tailEnd type="arrow"/>
        </a:ln>
        <a:effectLst/>
      </dsp:spPr>
      <dsp:style>
        <a:lnRef idx="1">
          <a:scrgbClr r="0" g="0" b="0"/>
        </a:lnRef>
        <a:fillRef idx="0">
          <a:scrgbClr r="0" g="0" b="0"/>
        </a:fillRef>
        <a:effectRef idx="0">
          <a:scrgbClr r="0" g="0" b="0"/>
        </a:effectRef>
        <a:fontRef idx="minor"/>
      </dsp:style>
    </dsp:sp>
    <dsp:sp modelId="{8802026B-9559-410D-B3EB-E47925FCFBA2}">
      <dsp:nvSpPr>
        <dsp:cNvPr id="0" name=""/>
        <dsp:cNvSpPr/>
      </dsp:nvSpPr>
      <dsp:spPr>
        <a:xfrm>
          <a:off x="3377947" y="1232808"/>
          <a:ext cx="1147456" cy="745846"/>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a:latin typeface="GT America Regular" pitchFamily="2" charset="0"/>
              <a:ea typeface="GT America Regular" pitchFamily="2" charset="0"/>
              <a:cs typeface="GT America Regular" pitchFamily="2" charset="0"/>
            </a:rPr>
            <a:t>Run Scenario Generator</a:t>
          </a:r>
        </a:p>
      </dsp:txBody>
      <dsp:txXfrm>
        <a:off x="3414356" y="1269217"/>
        <a:ext cx="1074638" cy="673028"/>
      </dsp:txXfrm>
    </dsp:sp>
    <dsp:sp modelId="{A248AAC3-5869-42C6-A0C1-1DD0F66440EC}">
      <dsp:nvSpPr>
        <dsp:cNvPr id="0" name=""/>
        <dsp:cNvSpPr/>
      </dsp:nvSpPr>
      <dsp:spPr>
        <a:xfrm>
          <a:off x="1488116" y="373952"/>
          <a:ext cx="2463559" cy="2463559"/>
        </a:xfrm>
        <a:custGeom>
          <a:avLst/>
          <a:gdLst/>
          <a:ahLst/>
          <a:cxnLst/>
          <a:rect l="0" t="0" r="0" b="0"/>
          <a:pathLst>
            <a:path>
              <a:moveTo>
                <a:pt x="2335838" y="1777980"/>
              </a:moveTo>
              <a:arcTo wR="1231779" hR="1231779" stAng="1579354" swAng="1633059"/>
            </a:path>
          </a:pathLst>
        </a:custGeom>
        <a:noFill/>
        <a:ln w="28575" cap="flat" cmpd="sng" algn="ctr">
          <a:solidFill>
            <a:schemeClr val="accent1"/>
          </a:solidFill>
          <a:prstDash val="solid"/>
          <a:miter lim="800000"/>
          <a:tailEnd type="arrow"/>
        </a:ln>
        <a:effectLst/>
      </dsp:spPr>
      <dsp:style>
        <a:lnRef idx="1">
          <a:scrgbClr r="0" g="0" b="0"/>
        </a:lnRef>
        <a:fillRef idx="0">
          <a:scrgbClr r="0" g="0" b="0"/>
        </a:fillRef>
        <a:effectRef idx="0">
          <a:scrgbClr r="0" g="0" b="0"/>
        </a:effectRef>
        <a:fontRef idx="minor"/>
      </dsp:style>
    </dsp:sp>
    <dsp:sp modelId="{8CF25465-B530-43AF-80AA-61C65E4F91AA}">
      <dsp:nvSpPr>
        <dsp:cNvPr id="0" name=""/>
        <dsp:cNvSpPr/>
      </dsp:nvSpPr>
      <dsp:spPr>
        <a:xfrm>
          <a:off x="2146167" y="2464588"/>
          <a:ext cx="1147456" cy="745846"/>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a:latin typeface="GT America Regular" pitchFamily="2" charset="0"/>
              <a:ea typeface="GT America Regular" pitchFamily="2" charset="0"/>
              <a:cs typeface="GT America Regular" pitchFamily="2" charset="0"/>
            </a:rPr>
            <a:t>Capital Market Assumptions</a:t>
          </a:r>
        </a:p>
      </dsp:txBody>
      <dsp:txXfrm>
        <a:off x="2182576" y="2500997"/>
        <a:ext cx="1074638" cy="673028"/>
      </dsp:txXfrm>
    </dsp:sp>
    <dsp:sp modelId="{F925028F-5967-4761-8FA6-5112931E1719}">
      <dsp:nvSpPr>
        <dsp:cNvPr id="0" name=""/>
        <dsp:cNvSpPr/>
      </dsp:nvSpPr>
      <dsp:spPr>
        <a:xfrm>
          <a:off x="1488116" y="373952"/>
          <a:ext cx="2463559" cy="2463559"/>
        </a:xfrm>
        <a:custGeom>
          <a:avLst/>
          <a:gdLst/>
          <a:ahLst/>
          <a:cxnLst/>
          <a:rect l="0" t="0" r="0" b="0"/>
          <a:pathLst>
            <a:path>
              <a:moveTo>
                <a:pt x="499784" y="2222468"/>
              </a:moveTo>
              <a:arcTo wR="1231779" hR="1231779" stAng="7587587" swAng="1633059"/>
            </a:path>
          </a:pathLst>
        </a:custGeom>
        <a:noFill/>
        <a:ln w="28575" cap="flat" cmpd="sng" algn="ctr">
          <a:solidFill>
            <a:schemeClr val="accent1"/>
          </a:solidFill>
          <a:prstDash val="solid"/>
          <a:miter lim="800000"/>
          <a:tailEnd type="arrow"/>
        </a:ln>
        <a:effectLst/>
      </dsp:spPr>
      <dsp:style>
        <a:lnRef idx="1">
          <a:scrgbClr r="0" g="0" b="0"/>
        </a:lnRef>
        <a:fillRef idx="0">
          <a:scrgbClr r="0" g="0" b="0"/>
        </a:fillRef>
        <a:effectRef idx="0">
          <a:scrgbClr r="0" g="0" b="0"/>
        </a:effectRef>
        <a:fontRef idx="minor"/>
      </dsp:style>
    </dsp:sp>
    <dsp:sp modelId="{3CD2A74B-48A8-4489-BDD5-AA1D3A5A5F49}">
      <dsp:nvSpPr>
        <dsp:cNvPr id="0" name=""/>
        <dsp:cNvSpPr/>
      </dsp:nvSpPr>
      <dsp:spPr>
        <a:xfrm>
          <a:off x="914388" y="1232808"/>
          <a:ext cx="1147456" cy="745846"/>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a:latin typeface="GT America Regular" pitchFamily="2" charset="0"/>
              <a:ea typeface="GT America Regular" pitchFamily="2" charset="0"/>
              <a:cs typeface="GT America Regular" pitchFamily="2" charset="0"/>
            </a:rPr>
            <a:t>Calibration Targets</a:t>
          </a:r>
        </a:p>
      </dsp:txBody>
      <dsp:txXfrm>
        <a:off x="950797" y="1269217"/>
        <a:ext cx="1074638" cy="673028"/>
      </dsp:txXfrm>
    </dsp:sp>
    <dsp:sp modelId="{03B5C208-4872-4DC6-AC35-4BBC5F806A2D}">
      <dsp:nvSpPr>
        <dsp:cNvPr id="0" name=""/>
        <dsp:cNvSpPr/>
      </dsp:nvSpPr>
      <dsp:spPr>
        <a:xfrm>
          <a:off x="1488116" y="373952"/>
          <a:ext cx="2463559" cy="2463559"/>
        </a:xfrm>
        <a:custGeom>
          <a:avLst/>
          <a:gdLst/>
          <a:ahLst/>
          <a:cxnLst/>
          <a:rect l="0" t="0" r="0" b="0"/>
          <a:pathLst>
            <a:path>
              <a:moveTo>
                <a:pt x="127720" y="685578"/>
              </a:moveTo>
              <a:arcTo wR="1231779" hR="1231779" stAng="12379354" swAng="1633059"/>
            </a:path>
          </a:pathLst>
        </a:custGeom>
        <a:noFill/>
        <a:ln w="28575" cap="flat" cmpd="sng" algn="ctr">
          <a:solidFill>
            <a:schemeClr val="accent1"/>
          </a:solidFill>
          <a:prstDash val="solid"/>
          <a:miter lim="800000"/>
          <a:tailEnd type="arrow"/>
        </a:ln>
        <a:effectLst/>
      </dsp:spPr>
      <dsp:style>
        <a:lnRef idx="1">
          <a:scrgbClr r="0" g="0" b="0"/>
        </a:lnRef>
        <a:fillRef idx="0">
          <a:scrgbClr r="0" g="0" b="0"/>
        </a:fillRef>
        <a:effectRef idx="0">
          <a:scrgbClr r="0" g="0" b="0"/>
        </a:effectRef>
        <a:fontRef idx="minor"/>
      </dsp:style>
    </dsp:sp>
  </dsp:spTree>
</dsp:drawing>
</file>

<file path=ppt/diagrams/layout1.xml><?xml version="1.0" encoding="utf-8"?>
<dgm:layoutDef xmlns:dgm="http://schemas.openxmlformats.org/drawingml/2006/diagram" xmlns:a="http://schemas.openxmlformats.org/drawingml/2006/main" uniqueId="urn:microsoft.com/office/officeart/2005/8/layout/chevron1">
  <dgm:title val=""/>
  <dgm:desc val=""/>
  <dgm:catLst>
    <dgm:cat type="process" pri="9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hoose name="Name4">
      <dgm:if name="Name5" axis="des" func="maxDepth" op="gte" val="2">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1.5"/>
          <dgm:constr type="h" for="des" forName="desTx" refType="primFontSz" refFor="des" refForName="parTx" fact="0.5"/>
          <dgm:constr type="w" for="ch" forName="space" op="equ" val="-6"/>
        </dgm:constrLst>
        <dgm:ruleLst>
          <dgm:rule type="w" for="ch" forName="composite" val="0" fact="NaN" max="NaN"/>
          <dgm:rule type="primFontSz" for="des" forName="parTx" val="5" fact="NaN" max="NaN"/>
        </dgm:ruleLst>
        <dgm:forEach name="Name6" axis="ch" ptType="node">
          <dgm:layoutNode name="composite">
            <dgm:alg type="composite"/>
            <dgm:shape xmlns:r="http://schemas.openxmlformats.org/officeDocument/2006/relationships" r:blip="">
              <dgm:adjLst/>
            </dgm:shape>
            <dgm:presOf/>
            <dgm:choose name="Name7">
              <dgm:if name="Name8" func="var" arg="dir" op="equ" val="norm">
                <dgm:constrLst>
                  <dgm:constr type="l" for="ch" forName="parTx"/>
                  <dgm:constr type="w" for="ch" forName="parTx" refType="w"/>
                  <dgm:constr type="t" for="ch" forName="parTx"/>
                  <dgm:constr type="l" for="ch" forName="desTx"/>
                  <dgm:constr type="w" for="ch" forName="desTx" refType="w" refFor="ch" refForName="parTx" fact="0.8"/>
                  <dgm:constr type="t" for="ch" forName="desTx" refType="h" refFor="ch" refForName="parTx" fact="1.125"/>
                </dgm:constrLst>
              </dgm:if>
              <dgm:else name="Name9">
                <dgm:constrLst>
                  <dgm:constr type="l" for="ch" forName="parTx"/>
                  <dgm:constr type="w" for="ch" forName="parTx" refType="w"/>
                  <dgm:constr type="t" for="ch" forName="parTx"/>
                  <dgm:constr type="l" for="ch" forName="desTx" refType="w" fact="0.2"/>
                  <dgm:constr type="w" for="ch" forName="desTx" refType="w" refFor="ch" refForName="parTx" fact="0.8"/>
                  <dgm:constr type="t" for="ch" forName="desTx" refType="h" refFor="ch" refForName="parTx" fact="1.125"/>
                </dgm:constrLst>
              </dgm:else>
            </dgm:choose>
            <dgm:ruleLst>
              <dgm:rule type="h" val="INF" fact="NaN" max="NaN"/>
            </dgm:ruleLst>
            <dgm:layoutNode name="parTx">
              <dgm:varLst>
                <dgm:chMax val="0"/>
                <dgm:chPref val="0"/>
                <dgm:bulletEnabled val="1"/>
              </dgm:varLst>
              <dgm:alg type="tx"/>
              <dgm:choose name="Name10">
                <dgm:if name="Name11" func="var" arg="dir" op="equ" val="norm">
                  <dgm:shape xmlns:r="http://schemas.openxmlformats.org/officeDocument/2006/relationships" type="chevron" r:blip="">
                    <dgm:adjLst/>
                  </dgm:shape>
                </dgm:if>
                <dgm:else name="Name12">
                  <dgm:shape xmlns:r="http://schemas.openxmlformats.org/officeDocument/2006/relationships" rot="180" type="chevron" r:blip="">
                    <dgm:adjLst/>
                  </dgm:shape>
                </dgm:else>
              </dgm:choose>
              <dgm:presOf axis="self" ptType="node"/>
              <dgm:choose name="Name13">
                <dgm:if name="Name14" func="var" arg="dir" op="equ" val="norm">
                  <dgm:constrLst>
                    <dgm:constr type="h" refType="w" op="lte" fact="0.4"/>
                    <dgm:constr type="h"/>
                    <dgm:constr type="tMarg" refType="primFontSz" fact="0.105"/>
                    <dgm:constr type="bMarg" refType="primFontSz" fact="0.105"/>
                    <dgm:constr type="lMarg" refType="primFontSz" fact="0.315"/>
                    <dgm:constr type="rMarg" refType="primFontSz" fact="0.105"/>
                  </dgm:constrLst>
                </dgm:if>
                <dgm:else name="Name15">
                  <dgm:constrLst>
                    <dgm:constr type="h" refType="w" op="lte" fact="0.4"/>
                    <dgm:constr type="h"/>
                    <dgm:constr type="tMarg" refType="primFontSz" fact="0.105"/>
                    <dgm:constr type="bMarg" refType="primFontSz" fact="0.105"/>
                    <dgm:constr type="lMarg" refType="primFontSz" fact="0.105"/>
                    <dgm:constr type="rMarg" refType="primFontSz" fact="0.315"/>
                  </dgm:constrLst>
                </dgm:else>
              </dgm:choose>
              <dgm:ruleLst>
                <dgm:rule type="h" val="INF" fact="NaN" max="NaN"/>
              </dgm:ruleLst>
            </dgm:layoutNode>
            <dgm:layoutNode name="desTx" styleLbl="revTx">
              <dgm:varLst>
                <dgm:bulletEnabled val="1"/>
              </dgm:varLst>
              <dgm:alg type="tx">
                <dgm:param type="stBulletLvl" val="1"/>
              </dgm:alg>
              <dgm:choose name="Name16">
                <dgm:if name="Name17" axis="ch" ptType="node" func="cnt" op="gte" val="1">
                  <dgm:shape xmlns:r="http://schemas.openxmlformats.org/officeDocument/2006/relationships" type="rect" r:blip="">
                    <dgm:adjLst/>
                  </dgm:shape>
                </dgm:if>
                <dgm:else name="Name18">
                  <dgm:shape xmlns:r="http://schemas.openxmlformats.org/officeDocument/2006/relationships" type="rect" r:blip="" hideGeom="1">
                    <dgm:adjLst/>
                  </dgm:shape>
                </dgm:else>
              </dgm:choose>
              <dgm:presOf axis="des" ptType="node"/>
              <dgm:constrLst>
                <dgm:constr type="secFontSz" val="65"/>
                <dgm:constr type="primFontSz" refType="secFontSz"/>
                <dgm:constr type="h"/>
                <dgm:constr type="tMarg"/>
                <dgm:constr type="bMarg"/>
                <dgm:constr type="rMarg"/>
                <dgm:constr type="lMarg"/>
              </dgm:constrLst>
              <dgm:ruleLst>
                <dgm:rule type="h" val="INF" fact="NaN" max="NaN"/>
              </dgm:ruleLst>
            </dgm:layoutNode>
          </dgm:layoutNode>
          <dgm:forEach name="Name19" axis="followSib" ptType="sibTrans" cnt="1">
            <dgm:layoutNode name="space">
              <dgm:alg type="sp"/>
              <dgm:shape xmlns:r="http://schemas.openxmlformats.org/officeDocument/2006/relationships" r:blip="">
                <dgm:adjLst/>
              </dgm:shape>
              <dgm:presOf/>
              <dgm:constrLst/>
              <dgm:ruleLst/>
            </dgm:layoutNode>
          </dgm:forEach>
        </dgm:forEach>
      </dgm:if>
      <dgm:else name="Name20">
        <dgm:constrLst>
          <dgm:constr type="w" for="ch" forName="parTxOnly" refType="w"/>
          <dgm:constr type="h" for="des" forName="parTxOnly" op="equ"/>
          <dgm:constr type="primFontSz" for="des" forName="parTxOnly" op="equ" val="65"/>
          <dgm:constr type="w" for="ch" forName="parTxOnlySpace" refType="w" refFor="ch" refForName="parTxOnly" fact="-0.1"/>
        </dgm:constrLst>
        <dgm:ruleLst/>
        <dgm:forEach name="Name21" axis="ch" ptType="node">
          <dgm:layoutNode name="parTxOnly">
            <dgm:varLst>
              <dgm:chMax val="0"/>
              <dgm:chPref val="0"/>
              <dgm:bulletEnabled val="1"/>
            </dgm:varLst>
            <dgm:alg type="tx"/>
            <dgm:choose name="Name22">
              <dgm:if name="Name23" func="var" arg="dir" op="equ" val="norm">
                <dgm:shape xmlns:r="http://schemas.openxmlformats.org/officeDocument/2006/relationships" type="chevron" r:blip="">
                  <dgm:adjLst/>
                </dgm:shape>
              </dgm:if>
              <dgm:else name="Name24">
                <dgm:shape xmlns:r="http://schemas.openxmlformats.org/officeDocument/2006/relationships" rot="180" type="chevron" r:blip="">
                  <dgm:adjLst/>
                </dgm:shape>
              </dgm:else>
            </dgm:choose>
            <dgm:presOf axis="self" ptType="node"/>
            <dgm:choose name="Name25">
              <dgm:if name="Name26" func="var" arg="dir" op="equ" val="norm">
                <dgm:constrLst>
                  <dgm:constr type="h" refType="w" op="equ" fact="0.4"/>
                  <dgm:constr type="tMarg" refType="primFontSz" fact="0.105"/>
                  <dgm:constr type="bMarg" refType="primFontSz" fact="0.105"/>
                  <dgm:constr type="lMarg" refType="primFontSz" fact="0.315"/>
                  <dgm:constr type="rMarg" refType="primFontSz" fact="0.105"/>
                </dgm:constrLst>
              </dgm:if>
              <dgm:else name="Name27">
                <dgm:constrLst>
                  <dgm:constr type="h" refType="w" op="equ" fact="0.4"/>
                  <dgm:constr type="tMarg" refType="primFontSz" fact="0.105"/>
                  <dgm:constr type="bMarg" refType="primFontSz" fact="0.105"/>
                  <dgm:constr type="lMarg" refType="primFontSz" fact="0.105"/>
                  <dgm:constr type="rMarg" refType="primFontSz" fact="0.315"/>
                </dgm:constrLst>
              </dgm:else>
            </dgm:choose>
            <dgm:ruleLst>
              <dgm:rule type="primFontSz" val="5" fact="NaN" max="NaN"/>
            </dgm:ruleLst>
          </dgm:layoutNode>
          <dgm:forEach name="Name28" axis="followSib" ptType="sibTrans" cnt="1">
            <dgm:layoutNode name="parTxOnlySpace">
              <dgm:alg type="sp"/>
              <dgm:shape xmlns:r="http://schemas.openxmlformats.org/officeDocument/2006/relationships" r:blip="">
                <dgm:adjLst/>
              </dgm:shape>
              <dgm:presOf/>
              <dgm:constrLst/>
              <dgm:ruleLst/>
            </dgm:layoutNode>
          </dgm:forEach>
        </dgm:forEach>
      </dgm:else>
    </dgm:choose>
  </dgm:layoutNode>
</dgm:layoutDef>
</file>

<file path=ppt/diagrams/layout2.xml><?xml version="1.0" encoding="utf-8"?>
<dgm:layoutDef xmlns:dgm="http://schemas.openxmlformats.org/drawingml/2006/diagram" xmlns:a="http://schemas.openxmlformats.org/drawingml/2006/main" uniqueId="urn:microsoft.com/office/officeart/2005/8/layout/cycle5">
  <dgm:title val=""/>
  <dgm:desc val=""/>
  <dgm:catLst>
    <dgm:cat type="cycle" pri="3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choose name="Name2">
          <dgm:if name="Name3" axis="ch" ptType="node" func="cnt" op="gt" val="2">
            <dgm:alg type="cycle">
              <dgm:param type="stAng" val="0"/>
              <dgm:param type="spanAng" val="360"/>
            </dgm:alg>
          </dgm:if>
          <dgm:else name="Name4">
            <dgm:alg type="cycle">
              <dgm:param type="stAng" val="-90"/>
              <dgm:param type="spanAng" val="360"/>
            </dgm:alg>
          </dgm:else>
        </dgm:choose>
      </dgm:if>
      <dgm:else name="Name5">
        <dgm:choose name="Name6">
          <dgm:if name="Name7" axis="ch" ptType="node" func="cnt" op="gt" val="2">
            <dgm:alg type="cycle">
              <dgm:param type="stAng" val="0"/>
              <dgm:param type="spanAng" val="-360"/>
            </dgm:alg>
          </dgm:if>
          <dgm:else name="Name8">
            <dgm:alg type="cycle">
              <dgm:param type="stAng" val="90"/>
              <dgm:param type="spanAng" val="-360"/>
            </dgm:alg>
          </dgm:else>
        </dgm:choose>
      </dgm:else>
    </dgm:choose>
    <dgm:shape xmlns:r="http://schemas.openxmlformats.org/officeDocument/2006/relationships" r:blip="">
      <dgm:adjLst/>
    </dgm:shape>
    <dgm:presOf/>
    <dgm:choose name="Name9">
      <dgm:if name="Name10" func="var" arg="dir" op="equ" val="norm">
        <dgm:constrLst>
          <dgm:constr type="w" for="ch" forName="node" refType="w"/>
          <dgm:constr type="w" for="ch" ptType="sibTrans" refType="w" refFor="ch" refForName="node" op="equ" fact="0.3"/>
          <dgm:constr type="diam" for="ch" ptType="sibTrans" refType="diam" op="equ"/>
          <dgm:constr type="sibSp" refType="w" refFor="ch" refForName="node" op="equ" fact="0.15"/>
          <dgm:constr type="w" for="ch" forName="spNode" refType="sibSp" fact="1.6"/>
          <dgm:constr type="primFontSz" for="ch" forName="node" op="equ" val="65"/>
        </dgm:constrLst>
      </dgm:if>
      <dgm:else name="Name11">
        <dgm:constrLst>
          <dgm:constr type="w" for="ch" forName="node" refType="w"/>
          <dgm:constr type="w" for="ch" ptType="sibTrans" refType="w" refFor="ch" refForName="node" op="equ" fact="0.3"/>
          <dgm:constr type="diam" for="ch" ptType="sibTrans" refType="diam" fact="-1"/>
          <dgm:constr type="diam" for="ch" refType="diam" op="equ" fact="-1"/>
          <dgm:constr type="sibSp" refType="w" refFor="ch" refForName="node" op="equ" fact="0.15"/>
          <dgm:constr type="w" for="ch" forName="spNode" refType="sibSp" fact="1.6"/>
          <dgm:constr type="primFontSz" for="ch" forName="node" op="equ" val="65"/>
        </dgm:constrLst>
      </dgm:else>
    </dgm:choose>
    <dgm:ruleLst/>
    <dgm:forEach name="Name12" axis="ch" ptType="node">
      <dgm:layoutNode name="node">
        <dgm:varLst>
          <dgm:bulletEnabled val="1"/>
        </dgm:varLst>
        <dgm:alg type="tx"/>
        <dgm:shape xmlns:r="http://schemas.openxmlformats.org/officeDocument/2006/relationships" type="roundRect" r:blip="">
          <dgm:adjLst/>
        </dgm:shape>
        <dgm:presOf axis="desOrSelf" ptType="node"/>
        <dgm:constrLst>
          <dgm:constr type="h" refType="w" fact="0.65"/>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13">
        <dgm:if name="Name14" axis="par ch" ptType="doc node" func="cnt" op="gt" val="1">
          <dgm:layoutNode name="spNode">
            <dgm:alg type="sp"/>
            <dgm:shape xmlns:r="http://schemas.openxmlformats.org/officeDocument/2006/relationships" r:blip="">
              <dgm:adjLst/>
            </dgm:shape>
            <dgm:presOf/>
            <dgm:constrLst>
              <dgm:constr type="h" refType="w"/>
            </dgm:constrLst>
            <dgm:ruleLst/>
          </dgm:layoutNode>
          <dgm:forEach name="Name15" axis="followSib" ptType="sibTrans" hideLastTrans="0" cnt="1">
            <dgm:layoutNode name="sibTrans">
              <dgm:alg type="conn">
                <dgm:param type="dim" val="1D"/>
                <dgm:param type="connRout" val="curve"/>
                <dgm:param type="begPts" val="radial"/>
                <dgm:param type="endPts" val="radial"/>
              </dgm:alg>
              <dgm:shape xmlns:r="http://schemas.openxmlformats.org/officeDocument/2006/relationships" type="conn" r:blip="">
                <dgm:adjLst/>
              </dgm:shape>
              <dgm:presOf axis="self"/>
              <dgm:constrLst>
                <dgm:constr type="h" refType="w" fact="0.65"/>
                <dgm:constr type="connDist"/>
                <dgm:constr type="begPad" refType="connDist" fact="0.2"/>
                <dgm:constr type="endPad" refType="connDist" fact="0.2"/>
              </dgm:constrLst>
              <dgm:ruleLst/>
            </dgm:layoutNode>
          </dgm:forEach>
        </dgm:if>
        <dgm:else name="Name16"/>
      </dgm:choose>
    </dgm:forEach>
  </dgm:layoutNode>
</dgm:layoutDef>
</file>

<file path=ppt/diagrams/layout3.xml><?xml version="1.0" encoding="utf-8"?>
<dgm:layoutDef xmlns:dgm="http://schemas.openxmlformats.org/drawingml/2006/diagram" xmlns:a="http://schemas.openxmlformats.org/drawingml/2006/main" uniqueId="urn:microsoft.com/office/officeart/2005/8/layout/cycle5">
  <dgm:title val=""/>
  <dgm:desc val=""/>
  <dgm:catLst>
    <dgm:cat type="cycle" pri="3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choose name="Name2">
          <dgm:if name="Name3" axis="ch" ptType="node" func="cnt" op="gt" val="2">
            <dgm:alg type="cycle">
              <dgm:param type="stAng" val="0"/>
              <dgm:param type="spanAng" val="360"/>
            </dgm:alg>
          </dgm:if>
          <dgm:else name="Name4">
            <dgm:alg type="cycle">
              <dgm:param type="stAng" val="-90"/>
              <dgm:param type="spanAng" val="360"/>
            </dgm:alg>
          </dgm:else>
        </dgm:choose>
      </dgm:if>
      <dgm:else name="Name5">
        <dgm:choose name="Name6">
          <dgm:if name="Name7" axis="ch" ptType="node" func="cnt" op="gt" val="2">
            <dgm:alg type="cycle">
              <dgm:param type="stAng" val="0"/>
              <dgm:param type="spanAng" val="-360"/>
            </dgm:alg>
          </dgm:if>
          <dgm:else name="Name8">
            <dgm:alg type="cycle">
              <dgm:param type="stAng" val="90"/>
              <dgm:param type="spanAng" val="-360"/>
            </dgm:alg>
          </dgm:else>
        </dgm:choose>
      </dgm:else>
    </dgm:choose>
    <dgm:shape xmlns:r="http://schemas.openxmlformats.org/officeDocument/2006/relationships" r:blip="">
      <dgm:adjLst/>
    </dgm:shape>
    <dgm:presOf/>
    <dgm:choose name="Name9">
      <dgm:if name="Name10" func="var" arg="dir" op="equ" val="norm">
        <dgm:constrLst>
          <dgm:constr type="w" for="ch" forName="node" refType="w"/>
          <dgm:constr type="w" for="ch" ptType="sibTrans" refType="w" refFor="ch" refForName="node" op="equ" fact="0.3"/>
          <dgm:constr type="diam" for="ch" ptType="sibTrans" refType="diam" op="equ"/>
          <dgm:constr type="sibSp" refType="w" refFor="ch" refForName="node" op="equ" fact="0.15"/>
          <dgm:constr type="w" for="ch" forName="spNode" refType="sibSp" fact="1.6"/>
          <dgm:constr type="primFontSz" for="ch" forName="node" op="equ" val="65"/>
        </dgm:constrLst>
      </dgm:if>
      <dgm:else name="Name11">
        <dgm:constrLst>
          <dgm:constr type="w" for="ch" forName="node" refType="w"/>
          <dgm:constr type="w" for="ch" ptType="sibTrans" refType="w" refFor="ch" refForName="node" op="equ" fact="0.3"/>
          <dgm:constr type="diam" for="ch" ptType="sibTrans" refType="diam" fact="-1"/>
          <dgm:constr type="diam" for="ch" refType="diam" op="equ" fact="-1"/>
          <dgm:constr type="sibSp" refType="w" refFor="ch" refForName="node" op="equ" fact="0.15"/>
          <dgm:constr type="w" for="ch" forName="spNode" refType="sibSp" fact="1.6"/>
          <dgm:constr type="primFontSz" for="ch" forName="node" op="equ" val="65"/>
        </dgm:constrLst>
      </dgm:else>
    </dgm:choose>
    <dgm:ruleLst/>
    <dgm:forEach name="Name12" axis="ch" ptType="node">
      <dgm:layoutNode name="node">
        <dgm:varLst>
          <dgm:bulletEnabled val="1"/>
        </dgm:varLst>
        <dgm:alg type="tx"/>
        <dgm:shape xmlns:r="http://schemas.openxmlformats.org/officeDocument/2006/relationships" type="roundRect" r:blip="">
          <dgm:adjLst/>
        </dgm:shape>
        <dgm:presOf axis="desOrSelf" ptType="node"/>
        <dgm:constrLst>
          <dgm:constr type="h" refType="w" fact="0.65"/>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13">
        <dgm:if name="Name14" axis="par ch" ptType="doc node" func="cnt" op="gt" val="1">
          <dgm:layoutNode name="spNode">
            <dgm:alg type="sp"/>
            <dgm:shape xmlns:r="http://schemas.openxmlformats.org/officeDocument/2006/relationships" r:blip="">
              <dgm:adjLst/>
            </dgm:shape>
            <dgm:presOf/>
            <dgm:constrLst>
              <dgm:constr type="h" refType="w"/>
            </dgm:constrLst>
            <dgm:ruleLst/>
          </dgm:layoutNode>
          <dgm:forEach name="Name15" axis="followSib" ptType="sibTrans" hideLastTrans="0" cnt="1">
            <dgm:layoutNode name="sibTrans">
              <dgm:alg type="conn">
                <dgm:param type="dim" val="1D"/>
                <dgm:param type="connRout" val="curve"/>
                <dgm:param type="begPts" val="radial"/>
                <dgm:param type="endPts" val="radial"/>
              </dgm:alg>
              <dgm:shape xmlns:r="http://schemas.openxmlformats.org/officeDocument/2006/relationships" type="conn" r:blip="">
                <dgm:adjLst/>
              </dgm:shape>
              <dgm:presOf axis="self"/>
              <dgm:constrLst>
                <dgm:constr type="h" refType="w" fact="0.65"/>
                <dgm:constr type="connDist"/>
                <dgm:constr type="begPad" refType="connDist" fact="0.2"/>
                <dgm:constr type="endPad" refType="connDist" fact="0.2"/>
              </dgm:constrLst>
              <dgm:ruleLst/>
            </dgm:layoutNode>
          </dgm:forEach>
        </dgm:if>
        <dgm:else name="Name16"/>
      </dgm:choose>
    </dgm:forEach>
  </dgm:layoutNode>
</dgm:layoutDef>
</file>

<file path=ppt/diagrams/layout4.xml><?xml version="1.0" encoding="utf-8"?>
<dgm:layoutDef xmlns:dgm="http://schemas.openxmlformats.org/drawingml/2006/diagram" xmlns:a="http://schemas.openxmlformats.org/drawingml/2006/main" uniqueId="urn:microsoft.com/office/officeart/2005/8/layout/cycle5">
  <dgm:title val=""/>
  <dgm:desc val=""/>
  <dgm:catLst>
    <dgm:cat type="cycle" pri="3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choose name="Name2">
          <dgm:if name="Name3" axis="ch" ptType="node" func="cnt" op="gt" val="2">
            <dgm:alg type="cycle">
              <dgm:param type="stAng" val="0"/>
              <dgm:param type="spanAng" val="360"/>
            </dgm:alg>
          </dgm:if>
          <dgm:else name="Name4">
            <dgm:alg type="cycle">
              <dgm:param type="stAng" val="-90"/>
              <dgm:param type="spanAng" val="360"/>
            </dgm:alg>
          </dgm:else>
        </dgm:choose>
      </dgm:if>
      <dgm:else name="Name5">
        <dgm:choose name="Name6">
          <dgm:if name="Name7" axis="ch" ptType="node" func="cnt" op="gt" val="2">
            <dgm:alg type="cycle">
              <dgm:param type="stAng" val="0"/>
              <dgm:param type="spanAng" val="-360"/>
            </dgm:alg>
          </dgm:if>
          <dgm:else name="Name8">
            <dgm:alg type="cycle">
              <dgm:param type="stAng" val="90"/>
              <dgm:param type="spanAng" val="-360"/>
            </dgm:alg>
          </dgm:else>
        </dgm:choose>
      </dgm:else>
    </dgm:choose>
    <dgm:shape xmlns:r="http://schemas.openxmlformats.org/officeDocument/2006/relationships" r:blip="">
      <dgm:adjLst/>
    </dgm:shape>
    <dgm:presOf/>
    <dgm:choose name="Name9">
      <dgm:if name="Name10" func="var" arg="dir" op="equ" val="norm">
        <dgm:constrLst>
          <dgm:constr type="w" for="ch" forName="node" refType="w"/>
          <dgm:constr type="w" for="ch" ptType="sibTrans" refType="w" refFor="ch" refForName="node" op="equ" fact="0.3"/>
          <dgm:constr type="diam" for="ch" ptType="sibTrans" refType="diam" op="equ"/>
          <dgm:constr type="sibSp" refType="w" refFor="ch" refForName="node" op="equ" fact="0.15"/>
          <dgm:constr type="w" for="ch" forName="spNode" refType="sibSp" fact="1.6"/>
          <dgm:constr type="primFontSz" for="ch" forName="node" op="equ" val="65"/>
        </dgm:constrLst>
      </dgm:if>
      <dgm:else name="Name11">
        <dgm:constrLst>
          <dgm:constr type="w" for="ch" forName="node" refType="w"/>
          <dgm:constr type="w" for="ch" ptType="sibTrans" refType="w" refFor="ch" refForName="node" op="equ" fact="0.3"/>
          <dgm:constr type="diam" for="ch" ptType="sibTrans" refType="diam" fact="-1"/>
          <dgm:constr type="diam" for="ch" refType="diam" op="equ" fact="-1"/>
          <dgm:constr type="sibSp" refType="w" refFor="ch" refForName="node" op="equ" fact="0.15"/>
          <dgm:constr type="w" for="ch" forName="spNode" refType="sibSp" fact="1.6"/>
          <dgm:constr type="primFontSz" for="ch" forName="node" op="equ" val="65"/>
        </dgm:constrLst>
      </dgm:else>
    </dgm:choose>
    <dgm:ruleLst/>
    <dgm:forEach name="Name12" axis="ch" ptType="node">
      <dgm:layoutNode name="node">
        <dgm:varLst>
          <dgm:bulletEnabled val="1"/>
        </dgm:varLst>
        <dgm:alg type="tx"/>
        <dgm:shape xmlns:r="http://schemas.openxmlformats.org/officeDocument/2006/relationships" type="roundRect" r:blip="">
          <dgm:adjLst/>
        </dgm:shape>
        <dgm:presOf axis="desOrSelf" ptType="node"/>
        <dgm:constrLst>
          <dgm:constr type="h" refType="w" fact="0.65"/>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13">
        <dgm:if name="Name14" axis="par ch" ptType="doc node" func="cnt" op="gt" val="1">
          <dgm:layoutNode name="spNode">
            <dgm:alg type="sp"/>
            <dgm:shape xmlns:r="http://schemas.openxmlformats.org/officeDocument/2006/relationships" r:blip="">
              <dgm:adjLst/>
            </dgm:shape>
            <dgm:presOf/>
            <dgm:constrLst>
              <dgm:constr type="h" refType="w"/>
            </dgm:constrLst>
            <dgm:ruleLst/>
          </dgm:layoutNode>
          <dgm:forEach name="Name15" axis="followSib" ptType="sibTrans" hideLastTrans="0" cnt="1">
            <dgm:layoutNode name="sibTrans">
              <dgm:alg type="conn">
                <dgm:param type="dim" val="1D"/>
                <dgm:param type="connRout" val="curve"/>
                <dgm:param type="begPts" val="radial"/>
                <dgm:param type="endPts" val="radial"/>
              </dgm:alg>
              <dgm:shape xmlns:r="http://schemas.openxmlformats.org/officeDocument/2006/relationships" type="conn" r:blip="">
                <dgm:adjLst/>
              </dgm:shape>
              <dgm:presOf axis="self"/>
              <dgm:constrLst>
                <dgm:constr type="h" refType="w" fact="0.65"/>
                <dgm:constr type="connDist"/>
                <dgm:constr type="begPad" refType="connDist" fact="0.2"/>
                <dgm:constr type="endPad" refType="connDist" fact="0.2"/>
              </dgm:constrLst>
              <dgm:ruleLst/>
            </dgm:layoutNode>
          </dgm:forEach>
        </dgm:if>
        <dgm:else name="Name16"/>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43343" cy="467072"/>
          </a:xfrm>
          <a:prstGeom prst="rect">
            <a:avLst/>
          </a:prstGeom>
        </p:spPr>
        <p:txBody>
          <a:bodyPr vert="horz" lIns="93324" tIns="46662" rIns="93324" bIns="46662" rtlCol="0"/>
          <a:lstStyle>
            <a:lvl1pPr algn="l">
              <a:defRPr sz="1200"/>
            </a:lvl1pPr>
          </a:lstStyle>
          <a:p>
            <a:endParaRPr lang="en-US"/>
          </a:p>
        </p:txBody>
      </p:sp>
      <p:sp>
        <p:nvSpPr>
          <p:cNvPr id="3" name="Date Placeholder 2"/>
          <p:cNvSpPr>
            <a:spLocks noGrp="1"/>
          </p:cNvSpPr>
          <p:nvPr>
            <p:ph type="dt" idx="1"/>
          </p:nvPr>
        </p:nvSpPr>
        <p:spPr>
          <a:xfrm>
            <a:off x="3978132" y="0"/>
            <a:ext cx="3043343" cy="467072"/>
          </a:xfrm>
          <a:prstGeom prst="rect">
            <a:avLst/>
          </a:prstGeom>
        </p:spPr>
        <p:txBody>
          <a:bodyPr vert="horz" lIns="93324" tIns="46662" rIns="93324" bIns="46662" rtlCol="0"/>
          <a:lstStyle>
            <a:lvl1pPr algn="r">
              <a:defRPr sz="1200"/>
            </a:lvl1pPr>
          </a:lstStyle>
          <a:p>
            <a:fld id="{273EF39E-7396-194D-B313-AD1445050E48}" type="datetimeFigureOut">
              <a:rPr lang="en-US" smtClean="0"/>
              <a:t>8/1/2025</a:t>
            </a:fld>
            <a:endParaRPr lang="en-US"/>
          </a:p>
        </p:txBody>
      </p:sp>
      <p:sp>
        <p:nvSpPr>
          <p:cNvPr id="4" name="Slide Image Placeholder 3"/>
          <p:cNvSpPr>
            <a:spLocks noGrp="1" noRot="1" noChangeAspect="1"/>
          </p:cNvSpPr>
          <p:nvPr>
            <p:ph type="sldImg" idx="2"/>
          </p:nvPr>
        </p:nvSpPr>
        <p:spPr>
          <a:xfrm>
            <a:off x="719138" y="1163638"/>
            <a:ext cx="5584825" cy="3141662"/>
          </a:xfrm>
          <a:prstGeom prst="rect">
            <a:avLst/>
          </a:prstGeom>
          <a:noFill/>
          <a:ln w="12700">
            <a:solidFill>
              <a:prstClr val="black"/>
            </a:solidFill>
          </a:ln>
        </p:spPr>
        <p:txBody>
          <a:bodyPr vert="horz" lIns="93324" tIns="46662" rIns="93324" bIns="46662" rtlCol="0" anchor="ctr"/>
          <a:lstStyle/>
          <a:p>
            <a:endParaRPr lang="en-US"/>
          </a:p>
        </p:txBody>
      </p:sp>
      <p:sp>
        <p:nvSpPr>
          <p:cNvPr id="5" name="Notes Placeholder 4"/>
          <p:cNvSpPr>
            <a:spLocks noGrp="1"/>
          </p:cNvSpPr>
          <p:nvPr>
            <p:ph type="body" sz="quarter" idx="3"/>
          </p:nvPr>
        </p:nvSpPr>
        <p:spPr>
          <a:xfrm>
            <a:off x="702310" y="4480004"/>
            <a:ext cx="5618480" cy="3665458"/>
          </a:xfrm>
          <a:prstGeom prst="rect">
            <a:avLst/>
          </a:prstGeom>
        </p:spPr>
        <p:txBody>
          <a:bodyPr vert="horz" lIns="93324" tIns="46662" rIns="93324" bIns="46662"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842030"/>
            <a:ext cx="3043343" cy="467071"/>
          </a:xfrm>
          <a:prstGeom prst="rect">
            <a:avLst/>
          </a:prstGeom>
        </p:spPr>
        <p:txBody>
          <a:bodyPr vert="horz" lIns="93324" tIns="46662" rIns="93324" bIns="46662" rtlCol="0" anchor="b"/>
          <a:lstStyle>
            <a:lvl1pPr algn="l">
              <a:defRPr sz="1200"/>
            </a:lvl1pPr>
          </a:lstStyle>
          <a:p>
            <a:endParaRPr lang="en-US"/>
          </a:p>
        </p:txBody>
      </p:sp>
      <p:sp>
        <p:nvSpPr>
          <p:cNvPr id="7" name="Slide Number Placeholder 6"/>
          <p:cNvSpPr>
            <a:spLocks noGrp="1"/>
          </p:cNvSpPr>
          <p:nvPr>
            <p:ph type="sldNum" sz="quarter" idx="5"/>
          </p:nvPr>
        </p:nvSpPr>
        <p:spPr>
          <a:xfrm>
            <a:off x="3978132" y="8842030"/>
            <a:ext cx="3043343" cy="467071"/>
          </a:xfrm>
          <a:prstGeom prst="rect">
            <a:avLst/>
          </a:prstGeom>
        </p:spPr>
        <p:txBody>
          <a:bodyPr vert="horz" lIns="93324" tIns="46662" rIns="93324" bIns="46662" rtlCol="0" anchor="b"/>
          <a:lstStyle>
            <a:lvl1pPr algn="r">
              <a:defRPr sz="1200"/>
            </a:lvl1pPr>
          </a:lstStyle>
          <a:p>
            <a:fld id="{E2649BF9-57E4-F54B-9DD8-4601EF62728E}" type="slidenum">
              <a:rPr lang="en-US" smtClean="0"/>
              <a:t>‹#›</a:t>
            </a:fld>
            <a:endParaRPr lang="en-US"/>
          </a:p>
        </p:txBody>
      </p:sp>
    </p:spTree>
    <p:extLst>
      <p:ext uri="{BB962C8B-B14F-4D97-AF65-F5344CB8AC3E}">
        <p14:creationId xmlns:p14="http://schemas.microsoft.com/office/powerpoint/2010/main" val="233948794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E2649BF9-57E4-F54B-9DD8-4601EF62728E}" type="slidenum">
              <a:rPr lang="en-US" smtClean="0"/>
              <a:t>1</a:t>
            </a:fld>
            <a:endParaRPr lang="en-US"/>
          </a:p>
        </p:txBody>
      </p:sp>
    </p:spTree>
    <p:extLst>
      <p:ext uri="{BB962C8B-B14F-4D97-AF65-F5344CB8AC3E}">
        <p14:creationId xmlns:p14="http://schemas.microsoft.com/office/powerpoint/2010/main" val="389139105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E63BF039-2DA1-4F11-BAF7-5B7EEB38A4B6}" type="slidenum">
              <a:rPr lang="en-US">
                <a:solidFill>
                  <a:prstClr val="black"/>
                </a:solidFill>
              </a:rPr>
              <a:pPr/>
              <a:t>3</a:t>
            </a:fld>
            <a:endParaRPr lang="en-US">
              <a:solidFill>
                <a:prstClr val="black"/>
              </a:solidFill>
            </a:endParaRPr>
          </a:p>
        </p:txBody>
      </p:sp>
      <p:sp>
        <p:nvSpPr>
          <p:cNvPr id="25602" name="Rectangle 2"/>
          <p:cNvSpPr>
            <a:spLocks noGrp="1" noRot="1" noChangeAspect="1" noChangeArrowheads="1" noTextEdit="1"/>
          </p:cNvSpPr>
          <p:nvPr>
            <p:ph type="sldImg"/>
          </p:nvPr>
        </p:nvSpPr>
        <p:spPr>
          <a:ln/>
        </p:spPr>
      </p:sp>
      <p:sp>
        <p:nvSpPr>
          <p:cNvPr id="25603" name="Rectangle 3"/>
          <p:cNvSpPr>
            <a:spLocks noGrp="1" noChangeArrowheads="1"/>
          </p:cNvSpPr>
          <p:nvPr>
            <p:ph type="body" idx="1"/>
          </p:nvPr>
        </p:nvSpPr>
        <p:spPr/>
        <p:txBody>
          <a:bodyPr/>
          <a:lstStyle/>
          <a:p>
            <a:pPr marL="171450" lvl="0" indent="-171450">
              <a:buFont typeface="Arial" panose="020B0604020202020204" pitchFamily="34" charset="0"/>
              <a:buChar char="•"/>
            </a:pPr>
            <a:r>
              <a:rPr lang="en-GB" sz="1200" i="0" strike="noStrike" baseline="0" dirty="0"/>
              <a:t>The future value of economic variables and asset prices is uncertain, and this generates financial market risk for companies who hold financial assets and/or make financial promises to costumers. </a:t>
            </a:r>
          </a:p>
          <a:p>
            <a:pPr marL="0" lvl="0" indent="0">
              <a:buFont typeface="Arial" panose="020B0604020202020204" pitchFamily="34" charset="0"/>
              <a:buNone/>
            </a:pPr>
            <a:endParaRPr lang="en-GB" sz="1200" i="0" strike="noStrike" baseline="0" dirty="0"/>
          </a:p>
          <a:p>
            <a:pPr marL="171450" lvl="0" indent="-171450">
              <a:buFont typeface="Arial" panose="020B0604020202020204" pitchFamily="34" charset="0"/>
              <a:buChar char="•"/>
            </a:pPr>
            <a:r>
              <a:rPr lang="en-GB" sz="1200" i="0" strike="noStrike" baseline="0" dirty="0"/>
              <a:t>An Economic Scenario Generator (ESG) is a set of mathematical models that, with appropriate parameterization, describe the future behaviour of economic variables and asset prices. </a:t>
            </a:r>
          </a:p>
          <a:p>
            <a:pPr marL="171450" lvl="0" indent="-171450">
              <a:buFont typeface="Arial" panose="020B0604020202020204" pitchFamily="34" charset="0"/>
              <a:buChar char="•"/>
            </a:pPr>
            <a:r>
              <a:rPr lang="en-GB" sz="1200" i="0" strike="noStrike" baseline="0" dirty="0"/>
              <a:t>Thus, our ESG is useful in answering questions about the value of, or risk characteristics of, cash flows which depend upon the future value of economic variables.</a:t>
            </a:r>
          </a:p>
          <a:p>
            <a:pPr marL="0" lvl="0" indent="0">
              <a:buFont typeface="Arial" panose="020B0604020202020204" pitchFamily="34" charset="0"/>
              <a:buNone/>
            </a:pPr>
            <a:endParaRPr lang="en-GB" sz="1200" b="1" i="0" strike="noStrike" baseline="0" dirty="0"/>
          </a:p>
          <a:p>
            <a:pPr marL="285750" lvl="0" indent="-285750">
              <a:buFont typeface="Arial" panose="020B0604020202020204" pitchFamily="34" charset="0"/>
              <a:buChar char="•"/>
            </a:pPr>
            <a:r>
              <a:rPr lang="en-GB" sz="1200" b="0" i="0" strike="noStrike" baseline="0" dirty="0"/>
              <a:t>Moody’s Analytics Economic Scenario Generator is implemented as a Monte-Carlo tool capable of generating large numbers of possible scenarios for capital markets.</a:t>
            </a:r>
          </a:p>
          <a:p>
            <a:pPr marL="0" lvl="0" indent="0">
              <a:buFont typeface="Arial" panose="020B0604020202020204" pitchFamily="34" charset="0"/>
              <a:buNone/>
            </a:pPr>
            <a:r>
              <a:rPr lang="en-GB" sz="1200" b="0" i="0" strike="noStrike" baseline="0" dirty="0"/>
              <a:t>       </a:t>
            </a:r>
          </a:p>
          <a:p>
            <a:pPr marL="0" lvl="0" indent="0">
              <a:buFont typeface="Arial" panose="020B0604020202020204" pitchFamily="34" charset="0"/>
              <a:buNone/>
            </a:pPr>
            <a:r>
              <a:rPr lang="en-GB" sz="1200" b="0" i="0" strike="noStrike" baseline="0" dirty="0"/>
              <a:t>It enables business managers to perform two types of analysis that put quite different demands on the asset modeller:</a:t>
            </a:r>
          </a:p>
          <a:p>
            <a:pPr marL="285750" lvl="0" indent="-285750">
              <a:buFont typeface="Arial" panose="020B0604020202020204" pitchFamily="34" charset="0"/>
              <a:buChar char="•"/>
            </a:pPr>
            <a:r>
              <a:rPr lang="en-GB" sz="1200" b="0" i="0" strike="noStrike" baseline="0" dirty="0"/>
              <a:t>Economic capital assessment and capital management – this is achieved with Real-World projections</a:t>
            </a:r>
          </a:p>
          <a:p>
            <a:pPr marL="285750" lvl="0" indent="-285750">
              <a:buFont typeface="Arial" panose="020B0604020202020204" pitchFamily="34" charset="0"/>
              <a:buChar char="•"/>
            </a:pPr>
            <a:r>
              <a:rPr lang="en-GB" sz="1200" b="0" i="0" strike="noStrike" baseline="0" dirty="0"/>
              <a:t>Pricing – this is achieved with Market-consistent valuation</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GB" sz="1200" b="0" i="0" baseline="0" dirty="0"/>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GB" sz="1200" b="0" i="0" baseline="0" dirty="0"/>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1200" b="0" i="0" baseline="0" dirty="0"/>
              <a:t>By using computer simulation techniques it is possible to generate a very large number of scenarios for future behaviour of the capital markets, driven by a stochastic model, in order to understand financial risk.</a:t>
            </a:r>
          </a:p>
          <a:p>
            <a:pPr marL="171450" indent="-171450">
              <a:buFont typeface="Arial" panose="020B0604020202020204" pitchFamily="34" charset="0"/>
              <a:buChar char="•"/>
            </a:pPr>
            <a:r>
              <a:rPr lang="en-GB" sz="1200" baseline="0" dirty="0"/>
              <a:t>Moody’s Analytics Economic Scenario Generator is implemented using Monte Carlo simulation, which generates 1000s of different paths of the economy, attained by stochastically modelling different risk drivers.</a:t>
            </a:r>
          </a:p>
          <a:p>
            <a:pPr marL="171450" indent="-171450">
              <a:buFont typeface="Arial" panose="020B0604020202020204" pitchFamily="34" charset="0"/>
              <a:buChar char="•"/>
            </a:pPr>
            <a:r>
              <a:rPr lang="en-GB" sz="1200" baseline="0" dirty="0"/>
              <a:t>A (Monte Carlo) simulation is a collection of paths (called trials), and by studying the distribution of the paths it is possible to get a feel for the expected behaviour of the risk drivers being modelled, and thereby of the economy.</a:t>
            </a:r>
          </a:p>
          <a:p>
            <a:pPr marL="171450" indent="-171450">
              <a:buFont typeface="Arial" panose="020B0604020202020204" pitchFamily="34" charset="0"/>
              <a:buChar char="•"/>
            </a:pPr>
            <a:r>
              <a:rPr lang="en-GB" sz="1200" baseline="0" dirty="0"/>
              <a:t>The fundamental risk drivers in the ESG models are real and nominal interest rates, equity returns (individual shares, sector and market indices, …), credit (corporate bonds, credit derivatives, credit spreads, …), currency (FX rates), inflation (consumer price inflation, …)</a:t>
            </a:r>
            <a:endParaRPr lang="en-GB" sz="1200" dirty="0"/>
          </a:p>
          <a:p>
            <a:pPr marL="171450" indent="-171450">
              <a:buFont typeface="Arial" panose="020B0604020202020204" pitchFamily="34" charset="0"/>
              <a:buChar char="•"/>
            </a:pPr>
            <a:r>
              <a:rPr lang="en-GB" sz="1200" dirty="0"/>
              <a:t>Both Real</a:t>
            </a:r>
            <a:r>
              <a:rPr lang="en-GB" sz="1200" baseline="0" dirty="0"/>
              <a:t> World projections and Market Consistent Valuation of insurers’ assets and liabilities usually involve the use of Monte Carlo scenarios produced by an Economic Scenario Generator. This is because, as mentioned in previous slide, the complex, path-dependent, nature of these assets and liabilities usually prohibits the use of the other valuation techniques, such as the use of analytic formulae.</a:t>
            </a:r>
          </a:p>
          <a:p>
            <a:pPr marL="171450" indent="-171450">
              <a:buFont typeface="Arial" panose="020B0604020202020204" pitchFamily="34" charset="0"/>
              <a:buChar char="•"/>
            </a:pPr>
            <a:endParaRPr lang="en-GB" baseline="0" dirty="0"/>
          </a:p>
          <a:p>
            <a:pPr marL="0" indent="0">
              <a:buFont typeface="Arial" panose="020B0604020202020204" pitchFamily="34" charset="0"/>
              <a:buNone/>
            </a:pPr>
            <a:r>
              <a:rPr lang="en-GB" dirty="0"/>
              <a:t>------------------------------</a:t>
            </a:r>
          </a:p>
          <a:p>
            <a:pPr marL="171450" indent="-171450">
              <a:buFont typeface="Arial" panose="020B0604020202020204" pitchFamily="34" charset="0"/>
              <a:buChar char="•"/>
            </a:pPr>
            <a:endParaRPr lang="en-GB" dirty="0"/>
          </a:p>
          <a:p>
            <a:pPr marL="171450" indent="-171450">
              <a:buFont typeface="Arial" panose="020B0604020202020204" pitchFamily="34" charset="0"/>
              <a:buChar char="•"/>
            </a:pPr>
            <a:r>
              <a:rPr lang="en-GB" dirty="0"/>
              <a:t>Both Real</a:t>
            </a:r>
            <a:r>
              <a:rPr lang="en-GB" baseline="0" dirty="0"/>
              <a:t> World projections and Market Consistent Valuation of insurers’ assets and liabilities usually involve the use of Monte Carlo scenarios produced by an Economic Scenario Generator. This is because, as mentioned in previous slide, the complex, path-dependent, nature of these assets and liabilities usually prohibits the use of the other valuation techniques, such as the use of analytic formulae.</a:t>
            </a:r>
          </a:p>
          <a:p>
            <a:pPr marL="171450" indent="-171450">
              <a:buFont typeface="Arial" panose="020B0604020202020204" pitchFamily="34" charset="0"/>
              <a:buChar char="•"/>
            </a:pPr>
            <a:r>
              <a:rPr lang="en-GB" baseline="0" dirty="0"/>
              <a:t>(As mentioned in the previous slide) Moody’s Analytics Economic Scenario Generator is implemented using Monte Carlo simulation, which generates 1000s of different paths of the economy, attained by stochastically modelling different risk drivers.</a:t>
            </a:r>
          </a:p>
          <a:p>
            <a:pPr marL="171450" indent="-171450">
              <a:buFont typeface="Arial" panose="020B0604020202020204" pitchFamily="34" charset="0"/>
              <a:buChar char="•"/>
            </a:pPr>
            <a:r>
              <a:rPr lang="en-GB" baseline="0" dirty="0"/>
              <a:t>A (Monte Carlo) simulation is a collection of paths (called trials), and by studying the distribution of the paths it is possible to get a feel for the expected behaviour of the risk drivers being modelled, and thereby of the economy.</a:t>
            </a:r>
          </a:p>
          <a:p>
            <a:pPr marL="171450" indent="-171450">
              <a:buFont typeface="Arial" panose="020B0604020202020204" pitchFamily="34" charset="0"/>
              <a:buChar char="•"/>
            </a:pPr>
            <a:r>
              <a:rPr lang="en-GB" baseline="0" dirty="0"/>
              <a:t>The fundamental risk drivers in the ESG models are real and nominal interest rates, equity returns (individual shares, sector and market indices, …) credit (corporate bonds, credit derivatives, credit spreads, …) currency (FX rates), inflation (consumer price inflation, …)</a:t>
            </a:r>
          </a:p>
          <a:p>
            <a:pPr marL="171450" indent="-171450">
              <a:buFont typeface="Arial" panose="020B0604020202020204" pitchFamily="34" charset="0"/>
              <a:buChar char="•"/>
            </a:pPr>
            <a:endParaRPr lang="en-GB" baseline="0" dirty="0"/>
          </a:p>
          <a:p>
            <a:pPr marL="171450" indent="-171450">
              <a:buFont typeface="Arial" panose="020B0604020202020204" pitchFamily="34" charset="0"/>
              <a:buChar char="•"/>
            </a:pPr>
            <a:r>
              <a:rPr lang="en-GB" i="1" baseline="0" dirty="0"/>
              <a:t>“Monte Carlo simulation techniques can be used in situations where it is possible to understand the factors which affect a problem, but where it is difficult to say what happens when all of the factors apply at the same time. For the problems that financial analysts are concerned with, we think we know something about the behaviour of capital markets as well as the structure of financial products and other ‘rules’ which determine the future behaviour of liabilities. Monte Carlo simulation can be used to understand how assets and liabilities might behave in a hypothetical environment. Various characteristics can be mapped out by using a computer to generate different capital market environments. In each simulated market future (also called a ‘scenario’ or a ‘trial’), a path for the behaviour of assets and liabilities is projected. By keeping a record of each simulation result, it is possible to create an estimate of the probability of different outcomes by seeing how often they are observed in the overall simulation. (…) Like any other piece of analysis, Monte Carlo models are only as good as the assumptions fed in by the modeller, including both the choice of models as well as the individual parameters for each model.”</a:t>
            </a:r>
          </a:p>
          <a:p>
            <a:pPr marL="171450" indent="-171450">
              <a:buFont typeface="Arial" panose="020B0604020202020204" pitchFamily="34" charset="0"/>
              <a:buChar char="•"/>
            </a:pPr>
            <a:r>
              <a:rPr lang="en-GB" i="1" baseline="0" dirty="0"/>
              <a:t>“The </a:t>
            </a:r>
            <a:r>
              <a:rPr lang="en-GB" i="1" baseline="0" dirty="0" err="1"/>
              <a:t>Barrie&amp;Hibbert</a:t>
            </a:r>
            <a:r>
              <a:rPr lang="en-GB" i="1" baseline="0" dirty="0"/>
              <a:t> ESG is a framework of mathematical models and calibration methods that can be used for a wide range of applications. It offers a range of models for each risk factor, each of which has different features and levels of sophistication. This allows us to select the model that best meets a particular challenge without introducing unnecessary complexity. The models and associated calibrations presented in this note represent our choice for generating realistic scenarios for liability valuation.”</a:t>
            </a:r>
          </a:p>
          <a:p>
            <a:endParaRPr lang="en-US" dirty="0"/>
          </a:p>
        </p:txBody>
      </p:sp>
    </p:spTree>
    <p:extLst>
      <p:ext uri="{BB962C8B-B14F-4D97-AF65-F5344CB8AC3E}">
        <p14:creationId xmlns:p14="http://schemas.microsoft.com/office/powerpoint/2010/main" val="399610369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normAutofit fontScale="77500" lnSpcReduction="20000"/>
              </a:bodyPr>
              <a:lstStyle/>
              <a:p>
                <a:pPr marL="171450" indent="-171450">
                  <a:buFont typeface="Arial" panose="020B0604020202020204" pitchFamily="34" charset="0"/>
                  <a:buChar char="•"/>
                </a:pPr>
                <a:r>
                  <a:rPr lang="en-US" sz="1200" b="0" i="0" kern="1200" dirty="0">
                    <a:solidFill>
                      <a:schemeClr val="tx1"/>
                    </a:solidFill>
                    <a:effectLst/>
                    <a:latin typeface="+mn-lt"/>
                    <a:ea typeface="+mn-ea"/>
                    <a:cs typeface="+mn-cs"/>
                  </a:rPr>
                  <a:t>Brownian motion is described by the Wiener process</a:t>
                </a:r>
                <a:endParaRPr lang="en-GB" b="0" baseline="0" dirty="0"/>
              </a:p>
              <a:p>
                <a:pPr marL="171450" indent="-171450">
                  <a:buFont typeface="Arial" panose="020B0604020202020204" pitchFamily="34" charset="0"/>
                  <a:buChar char="•"/>
                </a:pPr>
                <a:r>
                  <a:rPr lang="en-GB" baseline="0" dirty="0"/>
                  <a:t>A Wiener Process is a particular type of continuous-time Markov stochastic process, and is sometimes referred to as Brownian Motion. However, to be accurate, a Wiener Process refers to a mathematical model used to describe Brownian motions, which refer to microscopic particles zigzagging under the continuous buffering of a gas, first observed by Robert Brown.</a:t>
                </a:r>
              </a:p>
              <a:p>
                <a:pPr marL="171450" indent="-171450">
                  <a:buFont typeface="Arial" panose="020B0604020202020204" pitchFamily="34" charset="0"/>
                  <a:buChar char="•"/>
                </a:pPr>
                <a:r>
                  <a:rPr lang="en-GB" baseline="0" dirty="0"/>
                  <a:t>We denote these Wiener Processes by </a:t>
                </a:r>
                <a14:m>
                  <m:oMath xmlns:m="http://schemas.openxmlformats.org/officeDocument/2006/math">
                    <m:r>
                      <m:rPr>
                        <m:sty m:val="p"/>
                      </m:rPr>
                      <a:rPr lang="en-GB" b="0" i="0" baseline="0" smtClean="0">
                        <a:latin typeface="Cambria Math" panose="02040503050406030204" pitchFamily="18" charset="0"/>
                      </a:rPr>
                      <m:t>d</m:t>
                    </m:r>
                    <m:r>
                      <a:rPr lang="en-GB" b="0" i="1" baseline="0" smtClean="0">
                        <a:latin typeface="Cambria Math" panose="02040503050406030204" pitchFamily="18" charset="0"/>
                      </a:rPr>
                      <m:t>𝑊</m:t>
                    </m:r>
                    <m:r>
                      <a:rPr lang="en-GB" b="0" i="1" baseline="0" smtClean="0">
                        <a:latin typeface="Cambria Math" panose="02040503050406030204" pitchFamily="18" charset="0"/>
                      </a:rPr>
                      <m:t>(</m:t>
                    </m:r>
                    <m:r>
                      <a:rPr lang="en-GB" b="0" i="1" baseline="0" smtClean="0">
                        <a:latin typeface="Cambria Math" panose="02040503050406030204" pitchFamily="18" charset="0"/>
                      </a:rPr>
                      <m:t>𝑡</m:t>
                    </m:r>
                    <m:r>
                      <a:rPr lang="en-GB" b="0" i="1" baseline="0" smtClean="0">
                        <a:latin typeface="Cambria Math" panose="02040503050406030204" pitchFamily="18" charset="0"/>
                      </a:rPr>
                      <m:t>)</m:t>
                    </m:r>
                  </m:oMath>
                </a14:m>
                <a:r>
                  <a:rPr lang="en-GB" i="1" baseline="0" dirty="0"/>
                  <a:t> </a:t>
                </a:r>
                <a:r>
                  <a:rPr lang="en-GB" i="0" baseline="0" dirty="0"/>
                  <a:t>or </a:t>
                </a:r>
                <a14:m>
                  <m:oMath xmlns:m="http://schemas.openxmlformats.org/officeDocument/2006/math">
                    <m:r>
                      <m:rPr>
                        <m:sty m:val="p"/>
                      </m:rPr>
                      <a:rPr lang="en-GB" b="0" i="0" baseline="0" smtClean="0">
                        <a:latin typeface="Cambria Math" panose="02040503050406030204" pitchFamily="18" charset="0"/>
                      </a:rPr>
                      <m:t>d</m:t>
                    </m:r>
                    <m:r>
                      <a:rPr lang="en-GB" b="0" i="1" baseline="0" smtClean="0">
                        <a:latin typeface="Cambria Math" panose="02040503050406030204" pitchFamily="18" charset="0"/>
                      </a:rPr>
                      <m:t>𝑍</m:t>
                    </m:r>
                    <m:r>
                      <a:rPr lang="en-GB" b="0" i="1" baseline="0" smtClean="0">
                        <a:latin typeface="Cambria Math" panose="02040503050406030204" pitchFamily="18" charset="0"/>
                      </a:rPr>
                      <m:t>(</m:t>
                    </m:r>
                    <m:r>
                      <a:rPr lang="en-GB" b="0" i="1" baseline="0" smtClean="0">
                        <a:latin typeface="Cambria Math" panose="02040503050406030204" pitchFamily="18" charset="0"/>
                      </a:rPr>
                      <m:t>𝑡</m:t>
                    </m:r>
                    <m:r>
                      <a:rPr lang="en-GB" b="0" i="1" baseline="0" smtClean="0">
                        <a:latin typeface="Cambria Math" panose="02040503050406030204" pitchFamily="18" charset="0"/>
                      </a:rPr>
                      <m:t>)</m:t>
                    </m:r>
                  </m:oMath>
                </a14:m>
                <a:r>
                  <a:rPr lang="en-GB" i="1" baseline="0" dirty="0"/>
                  <a:t>, </a:t>
                </a:r>
                <a:r>
                  <a:rPr lang="en-GB" i="0" baseline="0" dirty="0"/>
                  <a:t>which follow a normal distribution with 0 mean and standard deviation equal to the square root of the time increment: </a:t>
                </a:r>
                <a14:m>
                  <m:oMath xmlns:m="http://schemas.openxmlformats.org/officeDocument/2006/math">
                    <m:r>
                      <m:rPr>
                        <m:sty m:val="p"/>
                      </m:rPr>
                      <a:rPr lang="en-GB" b="0" i="0" baseline="0" smtClean="0">
                        <a:latin typeface="Cambria Math" panose="02040503050406030204" pitchFamily="18" charset="0"/>
                      </a:rPr>
                      <m:t>d</m:t>
                    </m:r>
                    <m:r>
                      <a:rPr lang="en-GB" b="0" i="1" baseline="0" smtClean="0">
                        <a:latin typeface="Cambria Math" panose="02040503050406030204" pitchFamily="18" charset="0"/>
                      </a:rPr>
                      <m:t>𝑊</m:t>
                    </m:r>
                    <m:d>
                      <m:dPr>
                        <m:ctrlPr>
                          <a:rPr lang="en-GB" b="0" i="1" baseline="0" smtClean="0">
                            <a:latin typeface="Cambria Math" panose="02040503050406030204" pitchFamily="18" charset="0"/>
                          </a:rPr>
                        </m:ctrlPr>
                      </m:dPr>
                      <m:e>
                        <m:r>
                          <a:rPr lang="en-GB" b="0" i="1" baseline="0" smtClean="0">
                            <a:latin typeface="Cambria Math" panose="02040503050406030204" pitchFamily="18" charset="0"/>
                          </a:rPr>
                          <m:t>𝑡</m:t>
                        </m:r>
                      </m:e>
                    </m:d>
                    <m:r>
                      <a:rPr lang="en-GB" b="0" i="1" baseline="0" smtClean="0">
                        <a:latin typeface="Cambria Math" panose="02040503050406030204" pitchFamily="18" charset="0"/>
                      </a:rPr>
                      <m:t>∼</m:t>
                    </m:r>
                    <m:r>
                      <a:rPr lang="en-GB" b="0" i="1" baseline="0" smtClean="0">
                        <a:latin typeface="Cambria Math" panose="02040503050406030204" pitchFamily="18" charset="0"/>
                      </a:rPr>
                      <m:t>𝑁</m:t>
                    </m:r>
                    <m:d>
                      <m:dPr>
                        <m:ctrlPr>
                          <a:rPr lang="en-GB" b="0" i="1" baseline="0" smtClean="0">
                            <a:latin typeface="Cambria Math" panose="02040503050406030204" pitchFamily="18" charset="0"/>
                          </a:rPr>
                        </m:ctrlPr>
                      </m:dPr>
                      <m:e>
                        <m:r>
                          <a:rPr lang="en-GB" b="0" i="1" baseline="0" smtClean="0">
                            <a:latin typeface="Cambria Math" panose="02040503050406030204" pitchFamily="18" charset="0"/>
                          </a:rPr>
                          <m:t>0,</m:t>
                        </m:r>
                        <m:rad>
                          <m:radPr>
                            <m:degHide m:val="on"/>
                            <m:ctrlPr>
                              <a:rPr lang="en-GB" b="0" i="1" baseline="0" smtClean="0">
                                <a:latin typeface="Cambria Math" panose="02040503050406030204" pitchFamily="18" charset="0"/>
                              </a:rPr>
                            </m:ctrlPr>
                          </m:radPr>
                          <m:deg/>
                          <m:e>
                            <m:r>
                              <m:rPr>
                                <m:sty m:val="p"/>
                              </m:rPr>
                              <a:rPr lang="en-GB" b="0" i="0" baseline="0" smtClean="0">
                                <a:latin typeface="Cambria Math" panose="02040503050406030204" pitchFamily="18" charset="0"/>
                              </a:rPr>
                              <m:t>d</m:t>
                            </m:r>
                            <m:r>
                              <a:rPr lang="en-GB" b="0" i="1" baseline="0" smtClean="0">
                                <a:latin typeface="Cambria Math" panose="02040503050406030204" pitchFamily="18" charset="0"/>
                              </a:rPr>
                              <m:t>𝑡</m:t>
                            </m:r>
                          </m:e>
                        </m:rad>
                      </m:e>
                    </m:d>
                  </m:oMath>
                </a14:m>
                <a:r>
                  <a:rPr lang="en-GB" i="1" baseline="0" dirty="0"/>
                  <a:t>.</a:t>
                </a:r>
              </a:p>
              <a:p>
                <a:pPr marL="171450" indent="-171450">
                  <a:buFont typeface="Arial" panose="020B0604020202020204" pitchFamily="34" charset="0"/>
                  <a:buChar char="•"/>
                </a:pPr>
                <a:r>
                  <a:rPr lang="en-GB" i="0" baseline="0" dirty="0"/>
                  <a:t>Wiener Processes form the random component of the stochastic equations that describe economic variables, such as equity returns, credit transitions, exchange rates, etc.</a:t>
                </a:r>
              </a:p>
              <a:p>
                <a:pPr marL="171450" indent="-171450">
                  <a:buFont typeface="Arial" panose="020B0604020202020204" pitchFamily="34" charset="0"/>
                  <a:buChar char="•"/>
                </a:pPr>
                <a:endParaRPr lang="en-GB" i="0" baseline="0" dirty="0"/>
              </a:p>
              <a:p>
                <a:pPr marL="0" indent="0">
                  <a:buFont typeface="Arial" panose="020B0604020202020204" pitchFamily="34" charset="0"/>
                  <a:buNone/>
                </a:pPr>
                <a:r>
                  <a:rPr lang="en-GB" i="0" baseline="0" dirty="0"/>
                  <a:t>Notes:</a:t>
                </a:r>
              </a:p>
              <a:p>
                <a:pPr marL="171450" indent="-171450">
                  <a:buFont typeface="Arial" panose="020B0604020202020204" pitchFamily="34" charset="0"/>
                  <a:buChar char="•"/>
                </a:pPr>
                <a14:m>
                  <m:oMath xmlns:m="http://schemas.openxmlformats.org/officeDocument/2006/math">
                    <m:r>
                      <m:rPr>
                        <m:sty m:val="p"/>
                      </m:rPr>
                      <a:rPr lang="en-GB" b="0" i="0" baseline="0" smtClean="0">
                        <a:latin typeface="Cambria Math" panose="02040503050406030204" pitchFamily="18" charset="0"/>
                      </a:rPr>
                      <m:t>Δ</m:t>
                    </m:r>
                    <m:r>
                      <a:rPr lang="en-GB" b="0" i="1" baseline="0" smtClean="0">
                        <a:latin typeface="Cambria Math" panose="02040503050406030204" pitchFamily="18" charset="0"/>
                      </a:rPr>
                      <m:t>𝑍</m:t>
                    </m:r>
                    <m:r>
                      <a:rPr lang="en-GB" b="0" i="1" baseline="0" smtClean="0">
                        <a:latin typeface="Cambria Math" panose="02040503050406030204" pitchFamily="18" charset="0"/>
                      </a:rPr>
                      <m:t>=</m:t>
                    </m:r>
                    <m:r>
                      <a:rPr lang="en-GB" b="0" i="1" baseline="0" smtClean="0">
                        <a:latin typeface="Cambria Math" panose="02040503050406030204" pitchFamily="18" charset="0"/>
                      </a:rPr>
                      <m:t>𝜖</m:t>
                    </m:r>
                    <m:rad>
                      <m:radPr>
                        <m:degHide m:val="on"/>
                        <m:ctrlPr>
                          <a:rPr lang="en-GB" b="0" i="1" baseline="0" smtClean="0">
                            <a:latin typeface="Cambria Math" panose="02040503050406030204" pitchFamily="18" charset="0"/>
                          </a:rPr>
                        </m:ctrlPr>
                      </m:radPr>
                      <m:deg/>
                      <m:e>
                        <m:r>
                          <m:rPr>
                            <m:sty m:val="p"/>
                          </m:rPr>
                          <a:rPr lang="en-GB" b="0" i="0" baseline="0" smtClean="0">
                            <a:latin typeface="Cambria Math" panose="02040503050406030204" pitchFamily="18" charset="0"/>
                          </a:rPr>
                          <m:t>Δ</m:t>
                        </m:r>
                        <m:r>
                          <a:rPr lang="en-GB" b="0" i="1" baseline="0" smtClean="0">
                            <a:latin typeface="Cambria Math" panose="02040503050406030204" pitchFamily="18" charset="0"/>
                          </a:rPr>
                          <m:t>𝑡</m:t>
                        </m:r>
                      </m:e>
                    </m:rad>
                    <m:r>
                      <a:rPr lang="en-GB" b="0" i="1" baseline="0" smtClean="0">
                        <a:latin typeface="Cambria Math" panose="02040503050406030204" pitchFamily="18" charset="0"/>
                      </a:rPr>
                      <m:t>,  </m:t>
                    </m:r>
                    <m:r>
                      <a:rPr lang="en-GB" b="0" i="1" baseline="0" smtClean="0">
                        <a:latin typeface="Cambria Math" panose="02040503050406030204" pitchFamily="18" charset="0"/>
                      </a:rPr>
                      <m:t>𝜖</m:t>
                    </m:r>
                    <m:r>
                      <a:rPr lang="en-GB" b="0" i="1" baseline="0" smtClean="0">
                        <a:latin typeface="Cambria Math" panose="02040503050406030204" pitchFamily="18" charset="0"/>
                      </a:rPr>
                      <m:t>∼</m:t>
                    </m:r>
                    <m:r>
                      <a:rPr lang="en-GB" b="0" i="1" baseline="0" smtClean="0">
                        <a:latin typeface="Cambria Math" panose="02040503050406030204" pitchFamily="18" charset="0"/>
                      </a:rPr>
                      <m:t>𝑁</m:t>
                    </m:r>
                    <m:d>
                      <m:dPr>
                        <m:ctrlPr>
                          <a:rPr lang="en-GB" b="0" i="1" baseline="0" smtClean="0">
                            <a:latin typeface="Cambria Math" panose="02040503050406030204" pitchFamily="18" charset="0"/>
                          </a:rPr>
                        </m:ctrlPr>
                      </m:dPr>
                      <m:e>
                        <m:r>
                          <a:rPr lang="en-GB" b="0" i="1" baseline="0" smtClean="0">
                            <a:latin typeface="Cambria Math" panose="02040503050406030204" pitchFamily="18" charset="0"/>
                          </a:rPr>
                          <m:t>0,1</m:t>
                        </m:r>
                      </m:e>
                    </m:d>
                    <m:r>
                      <a:rPr lang="en-GB" b="0" i="1" baseline="0" smtClean="0">
                        <a:latin typeface="Cambria Math" panose="02040503050406030204" pitchFamily="18" charset="0"/>
                      </a:rPr>
                      <m:t>⇒</m:t>
                    </m:r>
                    <m:r>
                      <m:rPr>
                        <m:sty m:val="p"/>
                      </m:rPr>
                      <a:rPr lang="en-GB" b="0" i="0" baseline="0" smtClean="0">
                        <a:latin typeface="Cambria Math" panose="02040503050406030204" pitchFamily="18" charset="0"/>
                      </a:rPr>
                      <m:t>Δ</m:t>
                    </m:r>
                    <m:r>
                      <a:rPr lang="en-GB" b="0" i="1" baseline="0" smtClean="0">
                        <a:latin typeface="Cambria Math" panose="02040503050406030204" pitchFamily="18" charset="0"/>
                      </a:rPr>
                      <m:t>𝑊</m:t>
                    </m:r>
                    <m:d>
                      <m:dPr>
                        <m:ctrlPr>
                          <a:rPr lang="en-GB" b="0" i="1" baseline="0" smtClean="0">
                            <a:latin typeface="Cambria Math" panose="02040503050406030204" pitchFamily="18" charset="0"/>
                          </a:rPr>
                        </m:ctrlPr>
                      </m:dPr>
                      <m:e>
                        <m:r>
                          <a:rPr lang="en-GB" b="0" i="1" baseline="0" smtClean="0">
                            <a:latin typeface="Cambria Math" panose="02040503050406030204" pitchFamily="18" charset="0"/>
                          </a:rPr>
                          <m:t>𝑡</m:t>
                        </m:r>
                      </m:e>
                    </m:d>
                    <m:r>
                      <a:rPr lang="en-GB" b="0" i="1" baseline="0" smtClean="0">
                        <a:latin typeface="Cambria Math" panose="02040503050406030204" pitchFamily="18" charset="0"/>
                      </a:rPr>
                      <m:t>∼</m:t>
                    </m:r>
                    <m:r>
                      <a:rPr lang="en-GB" b="0" i="1" baseline="0" smtClean="0">
                        <a:latin typeface="Cambria Math" panose="02040503050406030204" pitchFamily="18" charset="0"/>
                      </a:rPr>
                      <m:t>𝑁</m:t>
                    </m:r>
                    <m:d>
                      <m:dPr>
                        <m:ctrlPr>
                          <a:rPr lang="en-GB" b="0" i="1" baseline="0" smtClean="0">
                            <a:latin typeface="Cambria Math" panose="02040503050406030204" pitchFamily="18" charset="0"/>
                          </a:rPr>
                        </m:ctrlPr>
                      </m:dPr>
                      <m:e>
                        <m:r>
                          <a:rPr lang="en-GB" b="0" i="1" baseline="0" smtClean="0">
                            <a:latin typeface="Cambria Math" panose="02040503050406030204" pitchFamily="18" charset="0"/>
                          </a:rPr>
                          <m:t>0,</m:t>
                        </m:r>
                        <m:rad>
                          <m:radPr>
                            <m:degHide m:val="on"/>
                            <m:ctrlPr>
                              <a:rPr lang="en-GB" b="0" i="1" baseline="0" smtClean="0">
                                <a:latin typeface="Cambria Math" panose="02040503050406030204" pitchFamily="18" charset="0"/>
                              </a:rPr>
                            </m:ctrlPr>
                          </m:radPr>
                          <m:deg/>
                          <m:e>
                            <m:r>
                              <m:rPr>
                                <m:sty m:val="p"/>
                              </m:rPr>
                              <a:rPr lang="en-GB" b="0" i="0" baseline="0" smtClean="0">
                                <a:latin typeface="Cambria Math" panose="02040503050406030204" pitchFamily="18" charset="0"/>
                              </a:rPr>
                              <m:t>Δ</m:t>
                            </m:r>
                            <m:r>
                              <a:rPr lang="en-GB" b="0" i="1" baseline="0" smtClean="0">
                                <a:latin typeface="Cambria Math" panose="02040503050406030204" pitchFamily="18" charset="0"/>
                              </a:rPr>
                              <m:t>𝑡</m:t>
                            </m:r>
                          </m:e>
                        </m:rad>
                      </m:e>
                    </m:d>
                    <m:r>
                      <a:rPr lang="en-GB" b="0" i="1" baseline="0" smtClean="0">
                        <a:latin typeface="Cambria Math" panose="02040503050406030204" pitchFamily="18" charset="0"/>
                      </a:rPr>
                      <m:t>,</m:t>
                    </m:r>
                    <m:r>
                      <a:rPr lang="en-GB" b="0" i="1" baseline="0" smtClean="0">
                        <a:latin typeface="Cambria Math" panose="02040503050406030204" pitchFamily="18" charset="0"/>
                      </a:rPr>
                      <m:t>𝑊</m:t>
                    </m:r>
                    <m:d>
                      <m:dPr>
                        <m:ctrlPr>
                          <a:rPr lang="en-GB" b="0" i="1" baseline="0" smtClean="0">
                            <a:latin typeface="Cambria Math" panose="02040503050406030204" pitchFamily="18" charset="0"/>
                          </a:rPr>
                        </m:ctrlPr>
                      </m:dPr>
                      <m:e>
                        <m:r>
                          <a:rPr lang="en-GB" b="0" i="1" baseline="0" smtClean="0">
                            <a:latin typeface="Cambria Math" panose="02040503050406030204" pitchFamily="18" charset="0"/>
                          </a:rPr>
                          <m:t>𝑡</m:t>
                        </m:r>
                      </m:e>
                    </m:d>
                    <m:r>
                      <a:rPr lang="en-GB" b="0" i="1" baseline="0" smtClean="0">
                        <a:latin typeface="Cambria Math" panose="02040503050406030204" pitchFamily="18" charset="0"/>
                      </a:rPr>
                      <m:t>∼</m:t>
                    </m:r>
                    <m:r>
                      <a:rPr lang="en-GB" b="0" i="1" baseline="0" smtClean="0">
                        <a:latin typeface="Cambria Math" panose="02040503050406030204" pitchFamily="18" charset="0"/>
                      </a:rPr>
                      <m:t>𝑁</m:t>
                    </m:r>
                    <m:d>
                      <m:dPr>
                        <m:ctrlPr>
                          <a:rPr lang="en-GB" b="0" i="1" baseline="0" smtClean="0">
                            <a:latin typeface="Cambria Math" panose="02040503050406030204" pitchFamily="18" charset="0"/>
                          </a:rPr>
                        </m:ctrlPr>
                      </m:dPr>
                      <m:e>
                        <m:r>
                          <a:rPr lang="en-GB" b="0" i="1" baseline="0" smtClean="0">
                            <a:latin typeface="Cambria Math" panose="02040503050406030204" pitchFamily="18" charset="0"/>
                          </a:rPr>
                          <m:t>0,</m:t>
                        </m:r>
                        <m:rad>
                          <m:radPr>
                            <m:degHide m:val="on"/>
                            <m:ctrlPr>
                              <a:rPr lang="en-GB" b="0" i="1" baseline="0" smtClean="0">
                                <a:latin typeface="Cambria Math" panose="02040503050406030204" pitchFamily="18" charset="0"/>
                              </a:rPr>
                            </m:ctrlPr>
                          </m:radPr>
                          <m:deg/>
                          <m:e>
                            <m:r>
                              <a:rPr lang="en-GB" b="0" i="1" baseline="0" smtClean="0">
                                <a:latin typeface="Cambria Math" panose="02040503050406030204" pitchFamily="18" charset="0"/>
                              </a:rPr>
                              <m:t>𝑡</m:t>
                            </m:r>
                          </m:e>
                        </m:rad>
                      </m:e>
                    </m:d>
                  </m:oMath>
                </a14:m>
                <a:endParaRPr lang="en-GB" i="0" baseline="0" dirty="0"/>
              </a:p>
              <a:p>
                <a:pPr marL="171450" indent="-171450">
                  <a:buFont typeface="Arial" panose="020B0604020202020204" pitchFamily="34" charset="0"/>
                  <a:buChar char="•"/>
                </a:pPr>
                <a:endParaRPr lang="en-GB" i="0" baseline="0" dirty="0"/>
              </a:p>
              <a:p>
                <a:pPr marL="171450" indent="-171450">
                  <a:buFont typeface="Arial" panose="020B0604020202020204" pitchFamily="34" charset="0"/>
                  <a:buChar char="•"/>
                </a:pPr>
                <a:r>
                  <a:rPr lang="en-GB" b="0" i="0" baseline="0" dirty="0"/>
                  <a:t>The standard normal variables </a:t>
                </a:r>
                <a14:m>
                  <m:oMath xmlns:m="http://schemas.openxmlformats.org/officeDocument/2006/math">
                    <m:r>
                      <m:rPr>
                        <m:sty m:val="p"/>
                      </m:rPr>
                      <a:rPr lang="en-GB" b="0" i="0" baseline="0" smtClean="0">
                        <a:latin typeface="Cambria Math" panose="02040503050406030204" pitchFamily="18" charset="0"/>
                      </a:rPr>
                      <m:t>ϵ</m:t>
                    </m:r>
                  </m:oMath>
                </a14:m>
                <a:r>
                  <a:rPr lang="en-GB" i="0" baseline="0" dirty="0"/>
                  <a:t> are referred to as shocks</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GB" i="0" baseline="0" dirty="0"/>
                  <a:t>(when we use an ESG to tackle questions of risk and value, we produce a large number of economic scenarios driven by ESG models. Each single scenario represents a possible future path, and corresponds to one particular set of the mathematical shocks that represent the future news.)</a:t>
                </a:r>
              </a:p>
              <a:p>
                <a:pPr marL="171450" indent="-171450">
                  <a:buFont typeface="Arial" panose="020B0604020202020204" pitchFamily="34" charset="0"/>
                  <a:buChar char="•"/>
                </a:pPr>
                <a14:m>
                  <m:oMath xmlns:m="http://schemas.openxmlformats.org/officeDocument/2006/math">
                    <m:r>
                      <m:rPr>
                        <m:sty m:val="p"/>
                      </m:rPr>
                      <a:rPr lang="en-GB" b="0" i="0" baseline="0" smtClean="0">
                        <a:latin typeface="Cambria Math" panose="02040503050406030204" pitchFamily="18" charset="0"/>
                      </a:rPr>
                      <m:t>Δ</m:t>
                    </m:r>
                    <m:r>
                      <a:rPr lang="en-GB" b="0" i="1" baseline="0" smtClean="0">
                        <a:latin typeface="Cambria Math" panose="02040503050406030204" pitchFamily="18" charset="0"/>
                      </a:rPr>
                      <m:t>𝑍</m:t>
                    </m:r>
                  </m:oMath>
                </a14:m>
                <a:r>
                  <a:rPr lang="en-GB" i="0" baseline="0" dirty="0"/>
                  <a:t> follows a Markov process: a Markov process is a stochastic process where only the present value of a variable is relevant for predicting the future, which implies that the value of the variable at any future time is independent of its value at future times.</a:t>
                </a:r>
              </a:p>
              <a:p>
                <a:pPr marL="0" indent="0">
                  <a:buFont typeface="Arial" panose="020B0604020202020204" pitchFamily="34" charset="0"/>
                  <a:buNone/>
                </a:pPr>
                <a:endParaRPr lang="en-GB" i="1" baseline="0" dirty="0"/>
              </a:p>
              <a:p>
                <a:pPr marL="0" indent="0">
                  <a:buFont typeface="Arial" panose="020B0604020202020204" pitchFamily="34" charset="0"/>
                  <a:buNone/>
                </a:pPr>
                <a:endParaRPr lang="en-GB" i="1" baseline="0" dirty="0"/>
              </a:p>
              <a:p>
                <a:pPr marL="171450" indent="-171450">
                  <a:buFont typeface="Arial" panose="020B0604020202020204" pitchFamily="34" charset="0"/>
                  <a:buChar char="•"/>
                </a:pPr>
                <a:endParaRPr lang="en-GB" i="0" baseline="0" dirty="0"/>
              </a:p>
              <a:p>
                <a:pPr marL="171450" indent="-171450">
                  <a:buFont typeface="Arial" panose="020B0604020202020204" pitchFamily="34" charset="0"/>
                  <a:buChar char="•"/>
                </a:pPr>
                <a:r>
                  <a:rPr lang="en-GB" i="1" baseline="0" dirty="0"/>
                  <a:t>“(…) the models that make up our ESG must reflect the uncertainty that we have over future values. For example, we do not know what value a stock index will be one year from now, or the rate of inflation over the coming year. Therefore, these models do not tell us what these values will be in the future. Rather, they incorporate an unpredictable (random or stochastic) component that represent the future information – unknown today – that will drive changes in these variables. By considering a range of values for these random components – known as ‘shocks’ – we are able to generate a large number of potential future scenarios for the variables. Therefore, when we use an ESG to tackle questions of risk and value, we produce a large number of economic scenarios driven by ESG models. Each single scenario represents a possible future path, and corresponds to one particular set of the mathematical shocks that represent the future news.”</a:t>
                </a:r>
              </a:p>
              <a:p>
                <a:endParaRPr lang="en-GB" baseline="0" dirty="0"/>
              </a:p>
              <a:p>
                <a:endParaRPr lang="en-GB" baseline="0" dirty="0"/>
              </a:p>
              <a:p>
                <a:endParaRPr lang="en-GB" baseline="0" dirty="0"/>
              </a:p>
            </p:txBody>
          </p:sp>
        </mc:Choice>
        <mc:Fallback xmlns="">
          <p:sp>
            <p:nvSpPr>
              <p:cNvPr id="3" name="Notes Placeholder 2"/>
              <p:cNvSpPr>
                <a:spLocks noGrp="1"/>
              </p:cNvSpPr>
              <p:nvPr>
                <p:ph type="body" idx="1"/>
              </p:nvPr>
            </p:nvSpPr>
            <p:spPr/>
            <p:txBody>
              <a:bodyPr>
                <a:normAutofit fontScale="77500" lnSpcReduction="20000"/>
              </a:bodyPr>
              <a:lstStyle/>
              <a:p>
                <a:pPr marL="171450" indent="-171450">
                  <a:buFont typeface="Arial" panose="020B0604020202020204" pitchFamily="34" charset="0"/>
                  <a:buChar char="•"/>
                </a:pPr>
                <a:r>
                  <a:rPr lang="en-US" sz="1200" b="0" i="0" kern="1200" dirty="0">
                    <a:solidFill>
                      <a:schemeClr val="tx1"/>
                    </a:solidFill>
                    <a:effectLst/>
                    <a:latin typeface="+mn-lt"/>
                    <a:ea typeface="+mn-ea"/>
                    <a:cs typeface="+mn-cs"/>
                  </a:rPr>
                  <a:t>Brownian motion is described by the Wiener process</a:t>
                </a:r>
                <a:endParaRPr lang="en-GB" b="0" baseline="0" dirty="0"/>
              </a:p>
              <a:p>
                <a:pPr marL="171450" indent="-171450">
                  <a:buFont typeface="Arial" panose="020B0604020202020204" pitchFamily="34" charset="0"/>
                  <a:buChar char="•"/>
                </a:pPr>
                <a:r>
                  <a:rPr lang="en-GB" baseline="0" dirty="0"/>
                  <a:t>A Wiener Process is a particular type of continuous-time Markov stochastic process, and is sometimes referred to as Brownian Motion. However, to be accurate, a Wiener Process refers to a mathematical model used to describe Brownian motions, which refer to microscopic particles zigzagging under the continuous buffering of a gas, first observed by Robert Brown.</a:t>
                </a:r>
              </a:p>
              <a:p>
                <a:pPr marL="171450" indent="-171450">
                  <a:buFont typeface="Arial" panose="020B0604020202020204" pitchFamily="34" charset="0"/>
                  <a:buChar char="•"/>
                </a:pPr>
                <a:r>
                  <a:rPr lang="en-GB" baseline="0" dirty="0"/>
                  <a:t>We denote these Wiener Processes by </a:t>
                </a:r>
                <a:r>
                  <a:rPr lang="en-GB" b="0" i="0" baseline="0">
                    <a:latin typeface="Cambria Math" panose="02040503050406030204" pitchFamily="18" charset="0"/>
                  </a:rPr>
                  <a:t>d𝑊(𝑡)</a:t>
                </a:r>
                <a:r>
                  <a:rPr lang="en-GB" i="1" baseline="0" dirty="0"/>
                  <a:t> </a:t>
                </a:r>
                <a:r>
                  <a:rPr lang="en-GB" i="0" baseline="0" dirty="0"/>
                  <a:t>or </a:t>
                </a:r>
                <a:r>
                  <a:rPr lang="en-GB" b="0" i="0" baseline="0">
                    <a:latin typeface="Cambria Math" panose="02040503050406030204" pitchFamily="18" charset="0"/>
                  </a:rPr>
                  <a:t>d𝑍(𝑡)</a:t>
                </a:r>
                <a:r>
                  <a:rPr lang="en-GB" i="1" baseline="0" dirty="0"/>
                  <a:t>, </a:t>
                </a:r>
                <a:r>
                  <a:rPr lang="en-GB" i="0" baseline="0" dirty="0"/>
                  <a:t>which follow a normal distribution with 0 mean and standard deviation equal to the square root of the time increment: </a:t>
                </a:r>
                <a:r>
                  <a:rPr lang="en-GB" b="0" i="0" baseline="0">
                    <a:latin typeface="Cambria Math" panose="02040503050406030204" pitchFamily="18" charset="0"/>
                  </a:rPr>
                  <a:t>d𝑊(𝑡)∼𝑁(0,√d𝑡)</a:t>
                </a:r>
                <a:r>
                  <a:rPr lang="en-GB" i="1" baseline="0" dirty="0"/>
                  <a:t>.</a:t>
                </a:r>
              </a:p>
              <a:p>
                <a:pPr marL="171450" indent="-171450">
                  <a:buFont typeface="Arial" panose="020B0604020202020204" pitchFamily="34" charset="0"/>
                  <a:buChar char="•"/>
                </a:pPr>
                <a:r>
                  <a:rPr lang="en-GB" i="0" baseline="0" dirty="0"/>
                  <a:t>Wiener Processes form the random component of the stochastic equations that describe economic variables, such as equity returns, credit transitions, exchange rates, etc.</a:t>
                </a:r>
              </a:p>
              <a:p>
                <a:pPr marL="171450" indent="-171450">
                  <a:buFont typeface="Arial" panose="020B0604020202020204" pitchFamily="34" charset="0"/>
                  <a:buChar char="•"/>
                </a:pPr>
                <a:endParaRPr lang="en-GB" i="0" baseline="0" dirty="0"/>
              </a:p>
              <a:p>
                <a:pPr marL="0" indent="0">
                  <a:buFont typeface="Arial" panose="020B0604020202020204" pitchFamily="34" charset="0"/>
                  <a:buNone/>
                </a:pPr>
                <a:r>
                  <a:rPr lang="en-GB" i="0" baseline="0" dirty="0"/>
                  <a:t>Notes:</a:t>
                </a:r>
              </a:p>
              <a:p>
                <a:pPr marL="171450" indent="-171450">
                  <a:buFont typeface="Arial" panose="020B0604020202020204" pitchFamily="34" charset="0"/>
                  <a:buChar char="•"/>
                </a:pPr>
                <a:r>
                  <a:rPr lang="en-GB" b="0" i="0" baseline="0">
                    <a:latin typeface="Cambria Math" panose="02040503050406030204" pitchFamily="18" charset="0"/>
                  </a:rPr>
                  <a:t>Δ𝑍=𝜖√Δ𝑡,  𝜖∼𝑁(0,1)⇒Δ𝑊(𝑡)∼𝑁(0,√Δ𝑡),𝑊(𝑡)∼𝑁(0,√𝑡)</a:t>
                </a:r>
                <a:endParaRPr lang="en-GB" i="0" baseline="0" dirty="0"/>
              </a:p>
              <a:p>
                <a:pPr marL="171450" indent="-171450">
                  <a:buFont typeface="Arial" panose="020B0604020202020204" pitchFamily="34" charset="0"/>
                  <a:buChar char="•"/>
                </a:pPr>
                <a:endParaRPr lang="en-GB" i="0" baseline="0" dirty="0"/>
              </a:p>
              <a:p>
                <a:pPr marL="171450" indent="-171450">
                  <a:buFont typeface="Arial" panose="020B0604020202020204" pitchFamily="34" charset="0"/>
                  <a:buChar char="•"/>
                </a:pPr>
                <a:r>
                  <a:rPr lang="en-GB" b="0" i="0" baseline="0" dirty="0"/>
                  <a:t>The standard normal variables </a:t>
                </a:r>
                <a:r>
                  <a:rPr lang="en-GB" b="0" i="0" baseline="0">
                    <a:latin typeface="Cambria Math" panose="02040503050406030204" pitchFamily="18" charset="0"/>
                  </a:rPr>
                  <a:t>ϵ</a:t>
                </a:r>
                <a:r>
                  <a:rPr lang="en-GB" i="0" baseline="0" dirty="0"/>
                  <a:t> are referred to as shocks</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GB" i="0" baseline="0" dirty="0"/>
                  <a:t>(when we use an ESG to tackle questions of risk and value, we produce a large number of economic scenarios driven by ESG models. Each single scenario represents a possible future path, and corresponds to one particular set of the mathematical shocks that represent the future news.)</a:t>
                </a:r>
              </a:p>
              <a:p>
                <a:pPr marL="171450" indent="-171450">
                  <a:buFont typeface="Arial" panose="020B0604020202020204" pitchFamily="34" charset="0"/>
                  <a:buChar char="•"/>
                </a:pPr>
                <a:r>
                  <a:rPr lang="en-GB" b="0" i="0" baseline="0">
                    <a:latin typeface="Cambria Math" panose="02040503050406030204" pitchFamily="18" charset="0"/>
                  </a:rPr>
                  <a:t>Δ𝑍</a:t>
                </a:r>
                <a:r>
                  <a:rPr lang="en-GB" i="0" baseline="0" dirty="0"/>
                  <a:t> follows a Markov process: a Markov process is a stochastic process where only the present value of a variable is relevant for predicting the future, which implies that the value of the variable at any future time is independent of its value at future times.</a:t>
                </a:r>
              </a:p>
              <a:p>
                <a:pPr marL="0" indent="0">
                  <a:buFont typeface="Arial" panose="020B0604020202020204" pitchFamily="34" charset="0"/>
                  <a:buNone/>
                </a:pPr>
                <a:endParaRPr lang="en-GB" i="1" baseline="0" dirty="0"/>
              </a:p>
              <a:p>
                <a:pPr marL="0" indent="0">
                  <a:buFont typeface="Arial" panose="020B0604020202020204" pitchFamily="34" charset="0"/>
                  <a:buNone/>
                </a:pPr>
                <a:endParaRPr lang="en-GB" i="1" baseline="0" dirty="0"/>
              </a:p>
              <a:p>
                <a:pPr marL="171450" indent="-171450">
                  <a:buFont typeface="Arial" panose="020B0604020202020204" pitchFamily="34" charset="0"/>
                  <a:buChar char="•"/>
                </a:pPr>
                <a:endParaRPr lang="en-GB" i="0" baseline="0" dirty="0"/>
              </a:p>
              <a:p>
                <a:pPr marL="171450" indent="-171450">
                  <a:buFont typeface="Arial" panose="020B0604020202020204" pitchFamily="34" charset="0"/>
                  <a:buChar char="•"/>
                </a:pPr>
                <a:r>
                  <a:rPr lang="en-GB" i="1" baseline="0" dirty="0"/>
                  <a:t>“(…) the models that make up our ESG must reflect the uncertainty that we have over future values. For example, we do not know what value a stock index will be one year from now, or the rate of inflation over the coming year. Therefore, these models do not tell us what these values will be in the future. Rather, they incorporate an unpredictable (random or stochastic) component that represent the future information – unknown today – that will drive changes in these variables. By considering a range of values for these random components – known as ‘shocks’ – we are able to generate a large number of potential future scenarios for the variables. Therefore, when we use an ESG to tackle questions of risk and value, we produce a large number of economic scenarios driven by ESG models. Each single scenario represents a possible future path, and corresponds to one particular set of the mathematical shocks that represent the future news.”</a:t>
                </a:r>
              </a:p>
              <a:p>
                <a:endParaRPr lang="en-GB" baseline="0" dirty="0"/>
              </a:p>
              <a:p>
                <a:endParaRPr lang="en-GB" baseline="0" dirty="0"/>
              </a:p>
              <a:p>
                <a:endParaRPr lang="en-GB" baseline="0" dirty="0"/>
              </a:p>
            </p:txBody>
          </p:sp>
        </mc:Fallback>
      </mc:AlternateContent>
      <p:sp>
        <p:nvSpPr>
          <p:cNvPr id="4" name="Slide Number Placeholder 3"/>
          <p:cNvSpPr>
            <a:spLocks noGrp="1"/>
          </p:cNvSpPr>
          <p:nvPr>
            <p:ph type="sldNum" sz="quarter" idx="10"/>
          </p:nvPr>
        </p:nvSpPr>
        <p:spPr/>
        <p:txBody>
          <a:bodyPr/>
          <a:lstStyle/>
          <a:p>
            <a:fld id="{786EEEB5-B18C-4FF6-A963-DA30277C13F0}" type="slidenum">
              <a:rPr lang="en-US" smtClean="0">
                <a:solidFill>
                  <a:prstClr val="black"/>
                </a:solidFill>
              </a:rPr>
              <a:pPr/>
              <a:t>4</a:t>
            </a:fld>
            <a:endParaRPr lang="en-US">
              <a:solidFill>
                <a:prstClr val="black"/>
              </a:solidFill>
            </a:endParaRPr>
          </a:p>
        </p:txBody>
      </p:sp>
    </p:spTree>
    <p:extLst>
      <p:ext uri="{BB962C8B-B14F-4D97-AF65-F5344CB8AC3E}">
        <p14:creationId xmlns:p14="http://schemas.microsoft.com/office/powerpoint/2010/main" val="395379149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Font typeface="Arial" panose="020B0604020202020204" pitchFamily="34" charset="0"/>
              <a:buNone/>
            </a:pPr>
            <a:r>
              <a:rPr lang="en-GB" sz="1400" b="1" dirty="0"/>
              <a:t>Motivation:</a:t>
            </a:r>
          </a:p>
          <a:p>
            <a:pPr marL="285750" indent="-285750">
              <a:buFont typeface="Arial" panose="020B0604020202020204" pitchFamily="34" charset="0"/>
              <a:buChar char="•"/>
            </a:pPr>
            <a:r>
              <a:rPr lang="en-GB" sz="1400" dirty="0"/>
              <a:t>Insurance companies and pension</a:t>
            </a:r>
            <a:r>
              <a:rPr lang="en-GB" sz="1400" baseline="0" dirty="0"/>
              <a:t> funds are in the risk management business, in the sense that they act as financial intermediaries who pool and manage risks on behalf of individuals</a:t>
            </a:r>
          </a:p>
          <a:p>
            <a:pPr marL="285750" lvl="0" indent="-285750">
              <a:buFont typeface="Arial" panose="020B0604020202020204" pitchFamily="34" charset="0"/>
              <a:buChar char="•"/>
            </a:pPr>
            <a:r>
              <a:rPr lang="en-GB" sz="1400" baseline="0" dirty="0"/>
              <a:t>The risk exposures come in many different forms (risks arising from pure insurance exposures, risks arising from variations in asset values, operational risk, etc.)</a:t>
            </a:r>
          </a:p>
          <a:p>
            <a:pPr marL="0" lvl="0" indent="0">
              <a:buFont typeface="Arial" panose="020B0604020202020204" pitchFamily="34" charset="0"/>
              <a:buNone/>
            </a:pPr>
            <a:endParaRPr lang="en-GB" sz="1400" b="1" i="0" baseline="0" dirty="0"/>
          </a:p>
          <a:p>
            <a:pPr marL="0" lvl="0" indent="0">
              <a:buFont typeface="Arial" panose="020B0604020202020204" pitchFamily="34" charset="0"/>
              <a:buNone/>
            </a:pPr>
            <a:endParaRPr lang="en-GB" sz="1400" b="0" i="0" baseline="0" dirty="0"/>
          </a:p>
          <a:p>
            <a:pPr marL="0" lvl="0" indent="0">
              <a:buFont typeface="Arial" panose="020B0604020202020204" pitchFamily="34" charset="0"/>
              <a:buNone/>
            </a:pPr>
            <a:r>
              <a:rPr lang="en-GB" sz="1400" b="0" i="0" baseline="0" dirty="0"/>
              <a:t>Market Consistent Valuation</a:t>
            </a:r>
          </a:p>
          <a:p>
            <a:pPr marL="742950" lvl="1" indent="-285750">
              <a:buFont typeface="Arial" panose="020B0604020202020204" pitchFamily="34" charset="0"/>
              <a:buChar char="•"/>
            </a:pPr>
            <a:r>
              <a:rPr lang="en-GB" sz="1400" b="0" i="0" baseline="0" dirty="0"/>
              <a:t>Pricing – this is achieved with Market-consistent valuation:</a:t>
            </a:r>
          </a:p>
          <a:p>
            <a:pPr marL="457200" lvl="1" indent="0">
              <a:buFont typeface="Arial" panose="020B0604020202020204" pitchFamily="34" charset="0"/>
              <a:buNone/>
            </a:pPr>
            <a:r>
              <a:rPr lang="en-GB" sz="1400" b="0" i="0" baseline="0" dirty="0"/>
              <a:t>        Where the primary purpose of the model is to value any contingent claim in a way which is consistent with traded financial assets (market-consistent valuation).</a:t>
            </a:r>
          </a:p>
          <a:p>
            <a:pPr marL="457200" lvl="1" indent="0">
              <a:buFont typeface="Arial" panose="020B0604020202020204" pitchFamily="34" charset="0"/>
              <a:buNone/>
            </a:pPr>
            <a:r>
              <a:rPr lang="en-GB" sz="1400" b="0" i="0" baseline="0" dirty="0"/>
              <a:t>        Market-consistent valuations is more straightforward in the sense that, once we have collected a set of market prices the objective is to select a model and configure it so that it recovers specified prices within an acceptable level  of tolerance. (However, market-consistent valuation will sometimes have to use real-world parameters in the calibration, when there is no market data available for the types of financial risk the insurer is offering).</a:t>
            </a:r>
          </a:p>
          <a:p>
            <a:pPr marL="457200" lvl="1" indent="0">
              <a:buFont typeface="Arial" panose="020B0604020202020204" pitchFamily="34" charset="0"/>
              <a:buNone/>
            </a:pPr>
            <a:r>
              <a:rPr lang="en-GB" sz="1400" b="0" i="0" baseline="0" dirty="0"/>
              <a:t>The business manager will be able to answer questions such as:</a:t>
            </a:r>
          </a:p>
          <a:p>
            <a:pPr marL="1200150" lvl="2" indent="-285750">
              <a:buFont typeface="Arial" panose="020B0604020202020204" pitchFamily="34" charset="0"/>
              <a:buChar char="•"/>
            </a:pPr>
            <a:r>
              <a:rPr lang="en-GB" sz="1400" b="0" i="0" baseline="0" dirty="0"/>
              <a:t>“What is the fair price for a product (or a set of financial promises)?”</a:t>
            </a:r>
          </a:p>
          <a:p>
            <a:pPr marL="1200150" lvl="2" indent="-285750">
              <a:buFont typeface="Arial" panose="020B0604020202020204" pitchFamily="34" charset="0"/>
              <a:buChar char="•"/>
            </a:pPr>
            <a:r>
              <a:rPr lang="en-GB" sz="1400" b="0" i="0" baseline="0" dirty="0"/>
              <a:t>“How should the charge for any financial guarantee be invested in order to minimize the asset-liability mismatch created by the product?”</a:t>
            </a:r>
          </a:p>
          <a:p>
            <a:pPr marL="0" lvl="0" indent="0">
              <a:buFont typeface="Arial" panose="020B0604020202020204" pitchFamily="34" charset="0"/>
              <a:buNone/>
            </a:pPr>
            <a:endParaRPr lang="en-GB" sz="1400" b="0" i="0" baseline="0" dirty="0"/>
          </a:p>
          <a:p>
            <a:pPr marL="0" lvl="0" indent="0">
              <a:buFont typeface="Arial" panose="020B0604020202020204" pitchFamily="34" charset="0"/>
              <a:buNone/>
            </a:pPr>
            <a:r>
              <a:rPr lang="en-GB" sz="1400" b="0" i="0" baseline="0" dirty="0"/>
              <a:t>Real World Projections</a:t>
            </a:r>
          </a:p>
          <a:p>
            <a:pPr marL="742950" lvl="1" indent="-285750">
              <a:buFont typeface="Arial" panose="020B0604020202020204" pitchFamily="34" charset="0"/>
              <a:buChar char="•"/>
            </a:pPr>
            <a:r>
              <a:rPr lang="en-GB" sz="1400" b="0" i="0" baseline="0" dirty="0"/>
              <a:t>Economic capital assessment and capital management – this is achieved with Real-World projections:</a:t>
            </a:r>
          </a:p>
          <a:p>
            <a:pPr marL="457200" lvl="1" indent="0">
              <a:buFont typeface="Arial" panose="020B0604020202020204" pitchFamily="34" charset="0"/>
              <a:buNone/>
            </a:pPr>
            <a:r>
              <a:rPr lang="en-GB" sz="1400" b="0" i="0" baseline="0" dirty="0"/>
              <a:t>       </a:t>
            </a:r>
          </a:p>
          <a:p>
            <a:pPr marL="457200" lvl="1" indent="0">
              <a:buFont typeface="Arial" panose="020B0604020202020204" pitchFamily="34" charset="0"/>
              <a:buNone/>
            </a:pPr>
            <a:r>
              <a:rPr lang="en-GB" sz="1400" b="0" i="0" baseline="0" dirty="0"/>
              <a:t>        Projection of assets and liabilities, in a way which is consistent with our ‘real-world’ views of the possible future behaviour of assets and liabilities.</a:t>
            </a:r>
          </a:p>
          <a:p>
            <a:pPr marL="457200" marR="0" lvl="1"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en-US" sz="1400" dirty="0"/>
          </a:p>
          <a:p>
            <a:pPr marL="457200" lvl="1" indent="0">
              <a:buFont typeface="Arial" panose="020B0604020202020204" pitchFamily="34" charset="0"/>
              <a:buNone/>
            </a:pPr>
            <a:r>
              <a:rPr lang="en-GB" sz="1400" b="0" i="0" baseline="0" dirty="0"/>
              <a:t>        The projection application of a model should be capable of capturing vires on important features of the world in which the financial entity operates, for example:</a:t>
            </a:r>
          </a:p>
          <a:p>
            <a:pPr marL="1200150" lvl="2" indent="-285750">
              <a:buFont typeface="Arial" panose="020B0604020202020204" pitchFamily="34" charset="0"/>
              <a:buChar char="•"/>
            </a:pPr>
            <a:r>
              <a:rPr lang="en-GB" sz="1400" b="0" i="0" baseline="0" dirty="0"/>
              <a:t>The existence of risk premiums associated with equity risk, term risk, credit risk or currency risk.</a:t>
            </a:r>
          </a:p>
          <a:p>
            <a:pPr marL="1200150" lvl="2" indent="-285750">
              <a:buFont typeface="Arial" panose="020B0604020202020204" pitchFamily="34" charset="0"/>
              <a:buChar char="•"/>
            </a:pPr>
            <a:r>
              <a:rPr lang="en-GB" sz="1400" b="0" i="0" baseline="0" dirty="0"/>
              <a:t>The shape of distributions for asset returns – in particular the potential frequency of extreme outcomes.</a:t>
            </a:r>
          </a:p>
          <a:p>
            <a:pPr marL="1200150" lvl="2" indent="-285750">
              <a:buFont typeface="Arial" panose="020B0604020202020204" pitchFamily="34" charset="0"/>
              <a:buChar char="•"/>
            </a:pPr>
            <a:r>
              <a:rPr lang="en-GB" sz="1400" b="0" i="0" baseline="0" dirty="0"/>
              <a:t>The dependency of asset returns through time.</a:t>
            </a:r>
          </a:p>
          <a:p>
            <a:pPr marL="1200150" lvl="2" indent="-285750">
              <a:buFont typeface="Arial" panose="020B0604020202020204" pitchFamily="34" charset="0"/>
              <a:buChar char="•"/>
            </a:pPr>
            <a:r>
              <a:rPr lang="en-GB" sz="1400" b="0" i="0" baseline="0" dirty="0"/>
              <a:t>The correlation of returns between different asset types.</a:t>
            </a:r>
          </a:p>
          <a:p>
            <a:pPr marL="457200" lvl="1" indent="0">
              <a:buFont typeface="Arial" panose="020B0604020202020204" pitchFamily="34" charset="0"/>
              <a:buNone/>
            </a:pPr>
            <a:r>
              <a:rPr lang="en-GB" sz="1400" b="0" i="0" baseline="0" dirty="0"/>
              <a:t>        The business manager will be able to answer questions such as</a:t>
            </a:r>
          </a:p>
          <a:p>
            <a:pPr marL="1200150" lvl="2" indent="-285750">
              <a:buFont typeface="Arial" panose="020B0604020202020204" pitchFamily="34" charset="0"/>
              <a:buChar char="•"/>
            </a:pPr>
            <a:r>
              <a:rPr lang="en-GB" sz="1400" b="0" i="0" baseline="0" dirty="0"/>
              <a:t>“How confident can we be that the financial intermediary will meet its obligations?”</a:t>
            </a:r>
          </a:p>
          <a:p>
            <a:pPr marL="1200150" lvl="2" indent="-285750">
              <a:buFont typeface="Arial" panose="020B0604020202020204" pitchFamily="34" charset="0"/>
              <a:buChar char="•"/>
            </a:pPr>
            <a:r>
              <a:rPr lang="en-GB" sz="1400" b="0" i="0" baseline="0" dirty="0"/>
              <a:t>“How much capital is required so that liabilities can be met with a specified level of confidence?”</a:t>
            </a:r>
          </a:p>
          <a:p>
            <a:pPr marL="1200150" lvl="2" indent="-285750">
              <a:buFont typeface="Arial" panose="020B0604020202020204" pitchFamily="34" charset="0"/>
              <a:buChar char="•"/>
            </a:pPr>
            <a:r>
              <a:rPr lang="en-GB" sz="1400" b="0" i="0" baseline="0" dirty="0"/>
              <a:t>“Given this capital requirement, how should the capital cost be regarded to the business unit?”</a:t>
            </a:r>
          </a:p>
          <a:p>
            <a:pPr marL="1200150" lvl="2" indent="-285750">
              <a:buFont typeface="Arial" panose="020B0604020202020204" pitchFamily="34" charset="0"/>
              <a:buChar char="•"/>
            </a:pPr>
            <a:r>
              <a:rPr lang="en-GB" sz="1400" b="0" i="0" baseline="0" dirty="0"/>
              <a:t>“How variable is this economic capital requirement likely to be in the future?”</a:t>
            </a:r>
          </a:p>
          <a:p>
            <a:pPr marL="1200150" lvl="2" indent="-285750">
              <a:buFont typeface="Arial" panose="020B0604020202020204" pitchFamily="34" charset="0"/>
              <a:buChar char="•"/>
            </a:pPr>
            <a:r>
              <a:rPr lang="en-GB" sz="1400" b="0" i="0" baseline="0" dirty="0"/>
              <a:t>“How can assets be invested to minimize the amount of economic capital (and its future liability)?”</a:t>
            </a:r>
          </a:p>
          <a:p>
            <a:pPr marL="1200150" lvl="2" indent="-285750">
              <a:buFont typeface="Arial" panose="020B0604020202020204" pitchFamily="34" charset="0"/>
              <a:buChar char="•"/>
            </a:pPr>
            <a:endParaRPr lang="en-GB" sz="1400" b="0" i="0" baseline="0" dirty="0"/>
          </a:p>
          <a:p>
            <a:pPr marL="457200" marR="0" lvl="1"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GB" sz="1400" b="0" i="1" baseline="0" dirty="0"/>
              <a:t>Capital Modelling: </a:t>
            </a:r>
            <a:r>
              <a:rPr lang="en-GB" altLang="en-US" sz="1400" i="1" dirty="0"/>
              <a:t> </a:t>
            </a:r>
          </a:p>
          <a:p>
            <a:pPr marL="914400" marR="0" lvl="2"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GB" altLang="en-US" sz="1400" dirty="0" err="1"/>
              <a:t>Isurance</a:t>
            </a:r>
            <a:r>
              <a:rPr lang="en-GB" altLang="en-US" sz="1400" dirty="0"/>
              <a:t> companies</a:t>
            </a:r>
            <a:r>
              <a:rPr lang="en-GB" altLang="en-US" sz="1400" baseline="0" dirty="0"/>
              <a:t> need to define a sufficient level of capital such that they can withstand a 1 in 200 year (1/200=0.5%) event in terms of the risks they face – both market (e.g. changes in interest rates) and non-market risk     (e.g. mortality risk).</a:t>
            </a:r>
            <a:r>
              <a:rPr lang="en-GB" sz="1400" b="0" i="0" baseline="0" dirty="0"/>
              <a:t>    </a:t>
            </a:r>
          </a:p>
          <a:p>
            <a:pPr marL="914400" marR="0" lvl="2"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GB" altLang="en-US" sz="1400" u="none" strike="noStrike" kern="1200" dirty="0">
                <a:solidFill>
                  <a:schemeClr val="tx1"/>
                </a:solidFill>
                <a:effectLst/>
                <a:latin typeface="+mn-lt"/>
                <a:ea typeface="+mn-ea"/>
                <a:cs typeface="+mn-cs"/>
              </a:rPr>
              <a:t>“</a:t>
            </a:r>
            <a:r>
              <a:rPr lang="en-US" sz="1400" dirty="0"/>
              <a:t>VaR is typically used by firms and regulators in the financial industry to gauge the amount of assets needed to cover possible losses.”</a:t>
            </a:r>
            <a:endParaRPr lang="en-GB" sz="1400" b="0" i="0" baseline="0" dirty="0"/>
          </a:p>
          <a:p>
            <a:pPr marL="457200" marR="0" lvl="1"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GB" sz="1400" b="0" i="1" baseline="0" dirty="0"/>
              <a:t>Risk Management</a:t>
            </a:r>
          </a:p>
          <a:p>
            <a:pPr marL="914400" marR="0" lvl="2"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GB" sz="1400" b="0" i="0" baseline="0" dirty="0"/>
              <a:t>Takes long term views </a:t>
            </a:r>
            <a:r>
              <a:rPr lang="en-GB" sz="1400" baseline="0" dirty="0"/>
              <a:t>to understand strategies for managing risk</a:t>
            </a:r>
            <a:endParaRPr lang="en-GB" sz="1400" b="0" i="0" baseline="0" dirty="0"/>
          </a:p>
          <a:p>
            <a:pPr marL="0" indent="0" eaLnBrk="1" hangingPunct="1">
              <a:buFont typeface="Arial" panose="020B0604020202020204" pitchFamily="34" charset="0"/>
              <a:buNone/>
            </a:pPr>
            <a:r>
              <a:rPr lang="en-GB" altLang="en-US" baseline="0" dirty="0"/>
              <a:t>---------------------------------------------------------------</a:t>
            </a:r>
          </a:p>
          <a:p>
            <a:pPr marL="171450" indent="-171450" eaLnBrk="1" hangingPunct="1">
              <a:buFont typeface="Arial" panose="020B0604020202020204" pitchFamily="34" charset="0"/>
              <a:buChar char="•"/>
            </a:pPr>
            <a:r>
              <a:rPr lang="en-GB" altLang="en-US" baseline="0" dirty="0"/>
              <a:t>1 year-VaR: essentially we are asking the question”</a:t>
            </a:r>
            <a:r>
              <a:rPr lang="en-US" sz="1200" u="none" strike="noStrike" kern="1200" dirty="0">
                <a:solidFill>
                  <a:schemeClr val="tx1"/>
                </a:solidFill>
                <a:effectLst/>
                <a:latin typeface="+mn-lt"/>
                <a:ea typeface="+mn-ea"/>
                <a:cs typeface="+mn-cs"/>
              </a:rPr>
              <a:t> What is the maximum percentage I can - with 99.5% confidence - expect to lose over the next year?”; “what is my worst case scenario?”</a:t>
            </a:r>
          </a:p>
          <a:p>
            <a:pPr marL="171450" indent="-171450" eaLnBrk="1" hangingPunct="1">
              <a:buFont typeface="Arial" panose="020B0604020202020204" pitchFamily="34" charset="0"/>
              <a:buChar char="•"/>
            </a:pPr>
            <a:r>
              <a:rPr lang="en-GB" altLang="en-US" sz="1200" u="none" strike="noStrike" kern="1200" dirty="0">
                <a:solidFill>
                  <a:schemeClr val="tx1"/>
                </a:solidFill>
                <a:effectLst/>
                <a:latin typeface="+mn-lt"/>
                <a:ea typeface="+mn-ea"/>
                <a:cs typeface="+mn-cs"/>
              </a:rPr>
              <a:t>“</a:t>
            </a:r>
            <a:r>
              <a:rPr lang="en-US" dirty="0"/>
              <a:t>VaR is typically used by firms and regulators in the financial industry to gauge the amount of assets needed to cover possible losses.”</a:t>
            </a:r>
            <a:endParaRPr lang="en-US" altLang="en-US" dirty="0"/>
          </a:p>
          <a:p>
            <a:pPr marL="0" indent="0">
              <a:buFont typeface="Arial" panose="020B0604020202020204" pitchFamily="34" charset="0"/>
              <a:buNone/>
            </a:pPr>
            <a:endParaRPr lang="en-GB" sz="1400" b="1" dirty="0"/>
          </a:p>
          <a:p>
            <a:pPr marL="0" indent="0">
              <a:buFont typeface="Arial" panose="020B0604020202020204" pitchFamily="34" charset="0"/>
              <a:buNone/>
            </a:pPr>
            <a:endParaRPr lang="en-GB" sz="1400" b="1" dirty="0"/>
          </a:p>
          <a:p>
            <a:pPr marL="0" indent="0">
              <a:buFont typeface="Arial" panose="020B0604020202020204" pitchFamily="34" charset="0"/>
              <a:buNone/>
            </a:pPr>
            <a:endParaRPr lang="en-GB" sz="1400" b="1" dirty="0"/>
          </a:p>
          <a:p>
            <a:pPr marL="0" indent="0">
              <a:buFont typeface="Arial" panose="020B0604020202020204" pitchFamily="34" charset="0"/>
              <a:buNone/>
            </a:pPr>
            <a:r>
              <a:rPr lang="en-GB" sz="1400" b="1" dirty="0"/>
              <a:t>---------------------------------------------</a:t>
            </a:r>
          </a:p>
          <a:p>
            <a:pPr marL="0" indent="0">
              <a:buFont typeface="Arial" panose="020B0604020202020204" pitchFamily="34" charset="0"/>
              <a:buNone/>
            </a:pPr>
            <a:endParaRPr lang="en-GB" sz="1400" b="1" dirty="0"/>
          </a:p>
          <a:p>
            <a:pPr marL="0" indent="0">
              <a:buFont typeface="Arial" panose="020B0604020202020204" pitchFamily="34" charset="0"/>
              <a:buNone/>
            </a:pPr>
            <a:r>
              <a:rPr lang="en-GB" sz="1400" b="1" dirty="0"/>
              <a:t>Motivation:</a:t>
            </a:r>
          </a:p>
          <a:p>
            <a:pPr marL="285750" indent="-285750">
              <a:buFont typeface="Arial" panose="020B0604020202020204" pitchFamily="34" charset="0"/>
              <a:buChar char="•"/>
            </a:pPr>
            <a:r>
              <a:rPr lang="en-GB" sz="1400" dirty="0"/>
              <a:t>Insurance companies and pension</a:t>
            </a:r>
            <a:r>
              <a:rPr lang="en-GB" sz="1400" baseline="0" dirty="0"/>
              <a:t> funds are in the risk management business, in the sense that they act as financial intermediaries who pool and manage risks on behalf of individuals</a:t>
            </a:r>
          </a:p>
          <a:p>
            <a:pPr marL="742950" lvl="1" indent="-285750">
              <a:buFont typeface="Arial" panose="020B0604020202020204" pitchFamily="34" charset="0"/>
              <a:buChar char="•"/>
            </a:pPr>
            <a:r>
              <a:rPr lang="en-GB" sz="1400" baseline="0" dirty="0"/>
              <a:t>The risk exposures come in many different forms (risks arising from pure insurance exposures, risks arising from variations in asset values, operational risk, etc.)</a:t>
            </a:r>
          </a:p>
          <a:p>
            <a:pPr marL="742950" lvl="1" indent="-285750">
              <a:buFont typeface="Arial" panose="020B0604020202020204" pitchFamily="34" charset="0"/>
              <a:buChar char="•"/>
            </a:pPr>
            <a:r>
              <a:rPr lang="en-GB" sz="1400" baseline="0" dirty="0"/>
              <a:t>Our focus is on the risk that an intermediary will fail to meet its obligations due to mismatch between the value of its assets and the liabilities it has promised to pay as they fall due.</a:t>
            </a:r>
          </a:p>
          <a:p>
            <a:pPr marL="457200" lvl="1" indent="0">
              <a:buFont typeface="Arial" panose="020B0604020202020204" pitchFamily="34" charset="0"/>
              <a:buNone/>
            </a:pPr>
            <a:r>
              <a:rPr lang="en-GB" sz="1400" baseline="0" dirty="0"/>
              <a:t>        In particular, we are interested in the possible behaviour of assets over the very long planning horizons faced by insurance companies and pension funds.</a:t>
            </a:r>
          </a:p>
          <a:p>
            <a:pPr marL="742950" lvl="1" indent="-285750">
              <a:buFont typeface="Arial" panose="020B0604020202020204" pitchFamily="34" charset="0"/>
              <a:buChar char="•"/>
            </a:pPr>
            <a:r>
              <a:rPr lang="en-GB" sz="1400" baseline="0" dirty="0"/>
              <a:t>Most financial instruments don’t have closed form solutions for their pricing and projection, and therefore simulation methods are used when no analytical methods are available.</a:t>
            </a:r>
          </a:p>
          <a:p>
            <a:pPr marL="742950" lvl="1" indent="-285750">
              <a:buFont typeface="Arial" panose="020B0604020202020204" pitchFamily="34" charset="0"/>
              <a:buChar char="•"/>
            </a:pPr>
            <a:endParaRPr lang="en-GB" sz="1400" baseline="0" dirty="0"/>
          </a:p>
          <a:p>
            <a:pPr marL="0" lvl="0" indent="0">
              <a:buFont typeface="Arial" panose="020B0604020202020204" pitchFamily="34" charset="0"/>
              <a:buNone/>
            </a:pPr>
            <a:r>
              <a:rPr lang="en-GB" sz="1050" i="1" baseline="0" dirty="0"/>
              <a:t>“The future value of economic variables and asset prices is uncertain, and this generates financial market risk for companies who hold financial assets and/or make financial promises to costumers. An Economic Scenario Generator (ESG) is a set of mathematical models that, with appropriate parameterization, describe the future behaviour of economic variables and asset prices. Thus our ESG is useful in answering questions about the value of, or risk characteristics of, cash flows which depend upon the future value of economic variables.”</a:t>
            </a:r>
          </a:p>
          <a:p>
            <a:pPr marL="0" lvl="0" indent="0">
              <a:buFont typeface="Arial" panose="020B0604020202020204" pitchFamily="34" charset="0"/>
              <a:buNone/>
            </a:pPr>
            <a:endParaRPr lang="en-GB" sz="1200" i="0" baseline="0" dirty="0"/>
          </a:p>
          <a:p>
            <a:pPr marL="0" lvl="0" indent="0">
              <a:buFont typeface="Arial" panose="020B0604020202020204" pitchFamily="34" charset="0"/>
              <a:buNone/>
            </a:pPr>
            <a:r>
              <a:rPr lang="en-GB" sz="1400" b="1" i="0" baseline="0" dirty="0"/>
              <a:t>ESG</a:t>
            </a:r>
          </a:p>
          <a:p>
            <a:pPr marL="285750" lvl="0" indent="-285750">
              <a:buFont typeface="Arial" panose="020B0604020202020204" pitchFamily="34" charset="0"/>
              <a:buChar char="•"/>
            </a:pPr>
            <a:r>
              <a:rPr lang="en-GB" sz="1400" b="0" i="0" baseline="0" dirty="0"/>
              <a:t>By using computer simulation techniques it is possible to generate a very large number of scenarios for future behaviour of the capital markets, driven by a stochastic model, in order to understand financial risk.</a:t>
            </a:r>
          </a:p>
          <a:p>
            <a:pPr marL="285750" lvl="0" indent="-285750">
              <a:buFont typeface="Arial" panose="020B0604020202020204" pitchFamily="34" charset="0"/>
              <a:buChar char="•"/>
            </a:pPr>
            <a:r>
              <a:rPr lang="en-GB" sz="1400" b="0" i="0" baseline="0" dirty="0"/>
              <a:t>Moody’s Analytics Economic Scenario Generator is implemented as a Monte-Carlo tool capable of generating large numbers of possible scenarios for capital markets.</a:t>
            </a:r>
          </a:p>
          <a:p>
            <a:pPr marL="0" lvl="0" indent="0">
              <a:buFont typeface="Arial" panose="020B0604020202020204" pitchFamily="34" charset="0"/>
              <a:buNone/>
            </a:pPr>
            <a:r>
              <a:rPr lang="en-GB" sz="1400" b="0" i="0" baseline="0" dirty="0"/>
              <a:t>        It enables business managers to perform two types of analysis that put quite different demands on the asset modeller:</a:t>
            </a:r>
          </a:p>
          <a:p>
            <a:pPr marL="742950" lvl="1" indent="-285750">
              <a:buFont typeface="Arial" panose="020B0604020202020204" pitchFamily="34" charset="0"/>
              <a:buChar char="•"/>
            </a:pPr>
            <a:endParaRPr lang="en-GB" sz="1400" b="0" i="0" baseline="0" dirty="0"/>
          </a:p>
          <a:p>
            <a:pPr marL="0" lvl="0" indent="0">
              <a:buFont typeface="Arial" panose="020B0604020202020204" pitchFamily="34" charset="0"/>
              <a:buNone/>
            </a:pPr>
            <a:r>
              <a:rPr lang="en-GB" sz="1400" b="0" i="0" baseline="0" dirty="0"/>
              <a:t>Real World Projections</a:t>
            </a:r>
          </a:p>
          <a:p>
            <a:pPr marL="742950" lvl="1" indent="-285750">
              <a:buFont typeface="Arial" panose="020B0604020202020204" pitchFamily="34" charset="0"/>
              <a:buChar char="•"/>
            </a:pPr>
            <a:r>
              <a:rPr lang="en-GB" sz="1400" b="0" i="0" baseline="0" dirty="0"/>
              <a:t>Economic capital assessment and capital management – this is achieved with Real-World projections:</a:t>
            </a:r>
          </a:p>
          <a:p>
            <a:pPr marL="457200" lvl="1" indent="0">
              <a:buFont typeface="Arial" panose="020B0604020202020204" pitchFamily="34" charset="0"/>
              <a:buNone/>
            </a:pPr>
            <a:r>
              <a:rPr lang="en-GB" sz="1400" b="0" i="0" baseline="0" dirty="0"/>
              <a:t>        Projection of assets and liabilities, in a way which is consistent with our ‘real-world’ views of the possible future behaviour of assets and liabilities.</a:t>
            </a:r>
          </a:p>
          <a:p>
            <a:pPr marL="457200" lvl="1" indent="0">
              <a:buFont typeface="Arial" panose="020B0604020202020204" pitchFamily="34" charset="0"/>
              <a:buNone/>
            </a:pPr>
            <a:r>
              <a:rPr lang="en-GB" sz="1400" b="0" i="0" baseline="0" dirty="0"/>
              <a:t>        The projection application of a model should be capable of capturing vires on important features of the world in which the financial entity operates, for example:</a:t>
            </a:r>
          </a:p>
          <a:p>
            <a:pPr marL="1200150" lvl="2" indent="-285750">
              <a:buFont typeface="Arial" panose="020B0604020202020204" pitchFamily="34" charset="0"/>
              <a:buChar char="•"/>
            </a:pPr>
            <a:r>
              <a:rPr lang="en-GB" sz="1400" b="0" i="0" baseline="0" dirty="0"/>
              <a:t>The existence of risk premiums associated with equity risk, term risk, credit risk or currency risk.</a:t>
            </a:r>
          </a:p>
          <a:p>
            <a:pPr marL="1200150" lvl="2" indent="-285750">
              <a:buFont typeface="Arial" panose="020B0604020202020204" pitchFamily="34" charset="0"/>
              <a:buChar char="•"/>
            </a:pPr>
            <a:r>
              <a:rPr lang="en-GB" sz="1400" b="0" i="0" baseline="0" dirty="0"/>
              <a:t>The shape of distributions for asset returns – in particular the potential frequency of extreme outcomes.</a:t>
            </a:r>
          </a:p>
          <a:p>
            <a:pPr marL="1200150" lvl="2" indent="-285750">
              <a:buFont typeface="Arial" panose="020B0604020202020204" pitchFamily="34" charset="0"/>
              <a:buChar char="•"/>
            </a:pPr>
            <a:r>
              <a:rPr lang="en-GB" sz="1400" b="0" i="0" baseline="0" dirty="0"/>
              <a:t>The dependency of asset returns through time.</a:t>
            </a:r>
          </a:p>
          <a:p>
            <a:pPr marL="1200150" lvl="2" indent="-285750">
              <a:buFont typeface="Arial" panose="020B0604020202020204" pitchFamily="34" charset="0"/>
              <a:buChar char="•"/>
            </a:pPr>
            <a:r>
              <a:rPr lang="en-GB" sz="1400" b="0" i="0" baseline="0" dirty="0"/>
              <a:t>The correlation of returns between different asset types.</a:t>
            </a:r>
          </a:p>
          <a:p>
            <a:pPr marL="457200" lvl="1" indent="0">
              <a:buFont typeface="Arial" panose="020B0604020202020204" pitchFamily="34" charset="0"/>
              <a:buNone/>
            </a:pPr>
            <a:r>
              <a:rPr lang="en-GB" sz="1400" b="0" i="0" baseline="0" dirty="0"/>
              <a:t>        The business manager will be able to answer questions such as</a:t>
            </a:r>
          </a:p>
          <a:p>
            <a:pPr marL="1200150" lvl="2" indent="-285750">
              <a:buFont typeface="Arial" panose="020B0604020202020204" pitchFamily="34" charset="0"/>
              <a:buChar char="•"/>
            </a:pPr>
            <a:r>
              <a:rPr lang="en-GB" sz="1400" b="0" i="0" baseline="0" dirty="0"/>
              <a:t>“How confident can we be that the financial intermediary will meet its obligations?”</a:t>
            </a:r>
          </a:p>
          <a:p>
            <a:pPr marL="1200150" lvl="2" indent="-285750">
              <a:buFont typeface="Arial" panose="020B0604020202020204" pitchFamily="34" charset="0"/>
              <a:buChar char="•"/>
            </a:pPr>
            <a:r>
              <a:rPr lang="en-GB" sz="1400" b="0" i="0" baseline="0" dirty="0"/>
              <a:t>“How much capital is required so that liabilities can be met with a specified level of confidence?”</a:t>
            </a:r>
          </a:p>
          <a:p>
            <a:pPr marL="1200150" lvl="2" indent="-285750">
              <a:buFont typeface="Arial" panose="020B0604020202020204" pitchFamily="34" charset="0"/>
              <a:buChar char="•"/>
            </a:pPr>
            <a:r>
              <a:rPr lang="en-GB" sz="1400" b="0" i="0" baseline="0" dirty="0"/>
              <a:t>“Given this capital requirement, how should the capital cost be regarded to the business unit?”</a:t>
            </a:r>
          </a:p>
          <a:p>
            <a:pPr marL="1200150" lvl="2" indent="-285750">
              <a:buFont typeface="Arial" panose="020B0604020202020204" pitchFamily="34" charset="0"/>
              <a:buChar char="•"/>
            </a:pPr>
            <a:r>
              <a:rPr lang="en-GB" sz="1400" b="0" i="0" baseline="0" dirty="0"/>
              <a:t>“How variable is this economic capital requirement likely to be in the future?”</a:t>
            </a:r>
          </a:p>
          <a:p>
            <a:pPr marL="1200150" lvl="2" indent="-285750">
              <a:buFont typeface="Arial" panose="020B0604020202020204" pitchFamily="34" charset="0"/>
              <a:buChar char="•"/>
            </a:pPr>
            <a:r>
              <a:rPr lang="en-GB" sz="1400" b="0" i="0" baseline="0" dirty="0"/>
              <a:t>“How can assets be invested to minimize the amount of economic capital (and its future liability)?”</a:t>
            </a:r>
          </a:p>
          <a:p>
            <a:pPr marL="0" lvl="0" indent="0">
              <a:buFont typeface="Arial" panose="020B0604020202020204" pitchFamily="34" charset="0"/>
              <a:buNone/>
            </a:pPr>
            <a:r>
              <a:rPr lang="en-GB" sz="1400" b="0" i="0" baseline="0" dirty="0"/>
              <a:t>Market Consistent Valuation</a:t>
            </a:r>
          </a:p>
          <a:p>
            <a:pPr marL="742950" lvl="1" indent="-285750">
              <a:buFont typeface="Arial" panose="020B0604020202020204" pitchFamily="34" charset="0"/>
              <a:buChar char="•"/>
            </a:pPr>
            <a:r>
              <a:rPr lang="en-GB" sz="1400" b="0" i="0" baseline="0" dirty="0"/>
              <a:t>Pricing – this is achieved with Market-consistent valuation:</a:t>
            </a:r>
          </a:p>
          <a:p>
            <a:pPr marL="457200" lvl="1" indent="0">
              <a:buFont typeface="Arial" panose="020B0604020202020204" pitchFamily="34" charset="0"/>
              <a:buNone/>
            </a:pPr>
            <a:r>
              <a:rPr lang="en-GB" sz="1400" b="0" i="0" baseline="0" dirty="0"/>
              <a:t>        Where the primary purpose of the model is to value any contingent claim in a way which is consistent with traded financial assets (market-consistent valuation).</a:t>
            </a:r>
          </a:p>
          <a:p>
            <a:pPr marL="457200" lvl="1" indent="0">
              <a:buFont typeface="Arial" panose="020B0604020202020204" pitchFamily="34" charset="0"/>
              <a:buNone/>
            </a:pPr>
            <a:r>
              <a:rPr lang="en-GB" sz="1400" b="0" i="0" baseline="0" dirty="0"/>
              <a:t>        Market-consistent valuations is more straightforward in the sense that, once we have collected a set of market prices the objective is to select a model and configure it so that it recovers specified prices within an acceptable level  of tolerance. (However, market-consistent valuation will sometimes have to use real-world parameters in the calibration, when there is no market data available for the types of financial risk the insurer is offering).</a:t>
            </a:r>
          </a:p>
          <a:p>
            <a:pPr marL="457200" lvl="1" indent="0">
              <a:buFont typeface="Arial" panose="020B0604020202020204" pitchFamily="34" charset="0"/>
              <a:buNone/>
            </a:pPr>
            <a:r>
              <a:rPr lang="en-GB" sz="1400" b="0" i="0" baseline="0" dirty="0"/>
              <a:t>The business manager will be able to answer questions such as:</a:t>
            </a:r>
          </a:p>
          <a:p>
            <a:pPr marL="1200150" lvl="2" indent="-285750">
              <a:buFont typeface="Arial" panose="020B0604020202020204" pitchFamily="34" charset="0"/>
              <a:buChar char="•"/>
            </a:pPr>
            <a:r>
              <a:rPr lang="en-GB" sz="1400" b="0" i="0" baseline="0" dirty="0"/>
              <a:t>“What is the fair price for a product (or a set of financial promises)?”</a:t>
            </a:r>
          </a:p>
          <a:p>
            <a:pPr marL="1200150" lvl="2" indent="-285750">
              <a:buFont typeface="Arial" panose="020B0604020202020204" pitchFamily="34" charset="0"/>
              <a:buChar char="•"/>
            </a:pPr>
            <a:r>
              <a:rPr lang="en-GB" sz="1400" b="0" i="0" baseline="0" dirty="0"/>
              <a:t>“How should the charge for any financial guarantee be invested in order to minimize the asset-liability mismatch created by the product?”</a:t>
            </a:r>
          </a:p>
          <a:p>
            <a:endParaRPr lang="en-GB" dirty="0"/>
          </a:p>
        </p:txBody>
      </p:sp>
      <p:sp>
        <p:nvSpPr>
          <p:cNvPr id="4" name="Slide Number Placeholder 3"/>
          <p:cNvSpPr>
            <a:spLocks noGrp="1"/>
          </p:cNvSpPr>
          <p:nvPr>
            <p:ph type="sldNum" sz="quarter" idx="5"/>
          </p:nvPr>
        </p:nvSpPr>
        <p:spPr/>
        <p:txBody>
          <a:bodyPr/>
          <a:lstStyle/>
          <a:p>
            <a:fld id="{1A74B2DE-5488-4A99-8C52-B7A8EFA28EC8}" type="slidenum">
              <a:rPr lang="en-US" smtClean="0"/>
              <a:t>5</a:t>
            </a:fld>
            <a:endParaRPr lang="en-US"/>
          </a:p>
        </p:txBody>
      </p:sp>
    </p:spTree>
    <p:extLst>
      <p:ext uri="{BB962C8B-B14F-4D97-AF65-F5344CB8AC3E}">
        <p14:creationId xmlns:p14="http://schemas.microsoft.com/office/powerpoint/2010/main" val="162744563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4947" indent="-174947">
              <a:buFont typeface="Arial" panose="020B0604020202020204" pitchFamily="34" charset="0"/>
              <a:buChar char="•"/>
            </a:pPr>
            <a:r>
              <a:rPr lang="en-GB" sz="1000"/>
              <a:t>We can think of our Market Consistent offering split in two different services:</a:t>
            </a:r>
          </a:p>
          <a:p>
            <a:pPr marL="641472" lvl="1" indent="-174947">
              <a:buFont typeface="Arial" panose="020B0604020202020204" pitchFamily="34" charset="0"/>
              <a:buChar char="•"/>
            </a:pPr>
            <a:r>
              <a:rPr lang="en-GB" sz="1000"/>
              <a:t>On one side we have our ESG software suit, including the Scenario Generator and the Automation Module</a:t>
            </a:r>
          </a:p>
          <a:p>
            <a:pPr marL="641472" lvl="1" indent="-174947">
              <a:buFont typeface="Arial" panose="020B0604020202020204" pitchFamily="34" charset="0"/>
              <a:buChar char="•"/>
            </a:pPr>
            <a:r>
              <a:rPr lang="en-GB" sz="1000"/>
              <a:t>On the other side we have our Calibration services offering, including our calibration tools and our standard calibrations released on working day two of each quarter</a:t>
            </a:r>
          </a:p>
          <a:p>
            <a:pPr marL="641472" lvl="1" indent="-174947">
              <a:buFont typeface="Arial" panose="020B0604020202020204" pitchFamily="34" charset="0"/>
              <a:buChar char="•"/>
            </a:pPr>
            <a:endParaRPr lang="en-GB" sz="1000"/>
          </a:p>
          <a:p>
            <a:pPr marL="174947" indent="-174947" defTabSz="933050">
              <a:buFont typeface="Arial" panose="020B0604020202020204" pitchFamily="34" charset="0"/>
              <a:buChar char="•"/>
              <a:defRPr/>
            </a:pPr>
            <a:r>
              <a:rPr lang="en-GB" sz="1000"/>
              <a:t>ESG engine:</a:t>
            </a:r>
          </a:p>
          <a:p>
            <a:pPr marL="641472" lvl="1" indent="-174947" defTabSz="933050">
              <a:buFont typeface="Arial" panose="020B0604020202020204" pitchFamily="34" charset="0"/>
              <a:buChar char="•"/>
              <a:defRPr/>
            </a:pPr>
            <a:r>
              <a:rPr lang="en-GB" sz="1000"/>
              <a:t>the ESG can be viewed as a set of mathematical models that, with appropriate parameterization, describe the future behaviour of economic variables and asset prices. </a:t>
            </a:r>
          </a:p>
          <a:p>
            <a:pPr marL="641472" lvl="1" indent="-174947" defTabSz="933050">
              <a:buFont typeface="Arial" panose="020B0604020202020204" pitchFamily="34" charset="0"/>
              <a:buChar char="•"/>
              <a:defRPr/>
            </a:pPr>
            <a:r>
              <a:rPr lang="en-GB" sz="1000"/>
              <a:t>Moody’s Analytics Economic Scenario Generator is implemented as a Monte-Carlo tool capable of generating large numbers of possible scenarios for capital markets.</a:t>
            </a:r>
          </a:p>
          <a:p>
            <a:pPr marL="641472" lvl="1" indent="-174947" defTabSz="933050">
              <a:buFont typeface="Arial" panose="020B0604020202020204" pitchFamily="34" charset="0"/>
              <a:buChar char="•"/>
              <a:defRPr/>
            </a:pPr>
            <a:endParaRPr lang="en-GB" sz="1000"/>
          </a:p>
          <a:p>
            <a:pPr marL="174947" indent="-174947">
              <a:buFont typeface="Arial" panose="020B0604020202020204" pitchFamily="34" charset="0"/>
              <a:buChar char="•"/>
            </a:pPr>
            <a:r>
              <a:rPr lang="en-GB" sz="1000"/>
              <a:t>Calibration tools:</a:t>
            </a:r>
          </a:p>
          <a:p>
            <a:pPr marL="641472" lvl="1" indent="-174947">
              <a:buFont typeface="Arial" panose="020B0604020202020204" pitchFamily="34" charset="0"/>
              <a:buChar char="•"/>
            </a:pPr>
            <a:r>
              <a:rPr lang="en-GB" sz="1000"/>
              <a:t>Excel based tools that allow to produce calibration files to be input into the ESG</a:t>
            </a:r>
          </a:p>
          <a:p>
            <a:pPr marL="641472" lvl="1" indent="-174947">
              <a:buFont typeface="Arial" panose="020B0604020202020204" pitchFamily="34" charset="0"/>
              <a:buChar char="•"/>
            </a:pPr>
            <a:endParaRPr lang="en-GB" sz="1000"/>
          </a:p>
          <a:p>
            <a:pPr marL="174947" indent="-174947">
              <a:buFont typeface="Arial" panose="020B0604020202020204" pitchFamily="34" charset="0"/>
              <a:buChar char="•"/>
            </a:pPr>
            <a:r>
              <a:rPr lang="en-GB" sz="1000"/>
              <a:t>Automation module:</a:t>
            </a:r>
          </a:p>
          <a:p>
            <a:pPr marL="641472" lvl="1" indent="-174947">
              <a:buFont typeface="Arial" panose="020B0604020202020204" pitchFamily="34" charset="0"/>
              <a:buChar char="•"/>
            </a:pPr>
            <a:r>
              <a:rPr lang="en-GB" sz="1000"/>
              <a:t>Market consistent software that allows to produce a high number of market consistent stress scenarios in an automated way, using both the ESG and the calibration tools </a:t>
            </a:r>
          </a:p>
          <a:p>
            <a:pPr marL="641472" lvl="1" indent="-174947">
              <a:buFont typeface="Arial" panose="020B0604020202020204" pitchFamily="34" charset="0"/>
              <a:buChar char="•"/>
            </a:pPr>
            <a:endParaRPr lang="en-GB" sz="1000"/>
          </a:p>
          <a:p>
            <a:pPr marL="641472" lvl="1" indent="-174947">
              <a:buFont typeface="Arial" panose="020B0604020202020204" pitchFamily="34" charset="0"/>
              <a:buChar char="•"/>
            </a:pPr>
            <a:endParaRPr lang="en-GB" sz="1000"/>
          </a:p>
          <a:p>
            <a:pPr marL="174947" indent="-174947">
              <a:buFont typeface="Arial" panose="020B0604020202020204" pitchFamily="34" charset="0"/>
              <a:buChar char="•"/>
            </a:pPr>
            <a:r>
              <a:rPr lang="en-GB" sz="1000"/>
              <a:t>During this workshop we will talk in more detail about the ESG and the ESG AM</a:t>
            </a:r>
          </a:p>
          <a:p>
            <a:pPr marL="641472" lvl="1" indent="-174947">
              <a:buFont typeface="Arial" panose="020B0604020202020204" pitchFamily="34" charset="0"/>
              <a:buChar char="•"/>
            </a:pPr>
            <a:endParaRPr lang="en-GB" sz="1000"/>
          </a:p>
          <a:p>
            <a:pPr marL="641472" lvl="1" indent="-174947">
              <a:buFont typeface="Arial" panose="020B0604020202020204" pitchFamily="34" charset="0"/>
              <a:buChar char="•"/>
            </a:pPr>
            <a:endParaRPr lang="en-US" sz="1000"/>
          </a:p>
        </p:txBody>
      </p:sp>
      <p:sp>
        <p:nvSpPr>
          <p:cNvPr id="4" name="Slide Number Placeholder 3"/>
          <p:cNvSpPr>
            <a:spLocks noGrp="1"/>
          </p:cNvSpPr>
          <p:nvPr>
            <p:ph type="sldNum" sz="quarter" idx="10"/>
          </p:nvPr>
        </p:nvSpPr>
        <p:spPr/>
        <p:txBody>
          <a:bodyPr/>
          <a:lstStyle/>
          <a:p>
            <a:pPr defTabSz="933237">
              <a:defRPr/>
            </a:pPr>
            <a:fld id="{1A74B2DE-5488-4A99-8C52-B7A8EFA28EC8}" type="slidenum">
              <a:rPr lang="en-US">
                <a:solidFill>
                  <a:prstClr val="black"/>
                </a:solidFill>
                <a:latin typeface="Calibri"/>
              </a:rPr>
              <a:pPr defTabSz="933237">
                <a:defRPr/>
              </a:pPr>
              <a:t>6</a:t>
            </a:fld>
            <a:endParaRPr lang="en-US">
              <a:solidFill>
                <a:prstClr val="black"/>
              </a:solidFill>
              <a:latin typeface="Calibri"/>
            </a:endParaRPr>
          </a:p>
        </p:txBody>
      </p:sp>
    </p:spTree>
    <p:extLst>
      <p:ext uri="{BB962C8B-B14F-4D97-AF65-F5344CB8AC3E}">
        <p14:creationId xmlns:p14="http://schemas.microsoft.com/office/powerpoint/2010/main" val="154275532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4947" indent="-174947">
              <a:buFont typeface="Arial" panose="020B0604020202020204" pitchFamily="34" charset="0"/>
              <a:buChar char="•"/>
            </a:pPr>
            <a:r>
              <a:rPr lang="en-GB" sz="1000"/>
              <a:t>We can think of our Market Consistent offering split in two different services:</a:t>
            </a:r>
          </a:p>
          <a:p>
            <a:pPr marL="641472" lvl="1" indent="-174947">
              <a:buFont typeface="Arial" panose="020B0604020202020204" pitchFamily="34" charset="0"/>
              <a:buChar char="•"/>
            </a:pPr>
            <a:r>
              <a:rPr lang="en-GB" sz="1000"/>
              <a:t>On one side we have our ESG software suit, including the Scenario Generator and the Automation Module</a:t>
            </a:r>
          </a:p>
          <a:p>
            <a:pPr marL="641472" lvl="1" indent="-174947">
              <a:buFont typeface="Arial" panose="020B0604020202020204" pitchFamily="34" charset="0"/>
              <a:buChar char="•"/>
            </a:pPr>
            <a:r>
              <a:rPr lang="en-GB" sz="1000"/>
              <a:t>On the other side we have our Calibration services offering, including our calibration tools and our standard calibrations released on working day two of each quarter</a:t>
            </a:r>
          </a:p>
          <a:p>
            <a:pPr marL="641472" lvl="1" indent="-174947">
              <a:buFont typeface="Arial" panose="020B0604020202020204" pitchFamily="34" charset="0"/>
              <a:buChar char="•"/>
            </a:pPr>
            <a:endParaRPr lang="en-GB" sz="1000"/>
          </a:p>
          <a:p>
            <a:pPr marL="174947" indent="-174947" defTabSz="933050">
              <a:buFont typeface="Arial" panose="020B0604020202020204" pitchFamily="34" charset="0"/>
              <a:buChar char="•"/>
              <a:defRPr/>
            </a:pPr>
            <a:r>
              <a:rPr lang="en-GB" sz="1000"/>
              <a:t>ESG engine:</a:t>
            </a:r>
          </a:p>
          <a:p>
            <a:pPr marL="641472" lvl="1" indent="-174947" defTabSz="933050">
              <a:buFont typeface="Arial" panose="020B0604020202020204" pitchFamily="34" charset="0"/>
              <a:buChar char="•"/>
              <a:defRPr/>
            </a:pPr>
            <a:r>
              <a:rPr lang="en-GB" sz="1000"/>
              <a:t>the ESG can be viewed as a set of mathematical models that, with appropriate parameterization, describe the future behaviour of economic variables and asset prices. </a:t>
            </a:r>
          </a:p>
          <a:p>
            <a:pPr marL="641472" lvl="1" indent="-174947" defTabSz="933050">
              <a:buFont typeface="Arial" panose="020B0604020202020204" pitchFamily="34" charset="0"/>
              <a:buChar char="•"/>
              <a:defRPr/>
            </a:pPr>
            <a:r>
              <a:rPr lang="en-GB" sz="1000"/>
              <a:t>Moody’s Analytics Economic Scenario Generator is implemented as a Monte-Carlo tool capable of generating large numbers of possible scenarios for capital markets.</a:t>
            </a:r>
          </a:p>
          <a:p>
            <a:pPr marL="641472" lvl="1" indent="-174947" defTabSz="933050">
              <a:buFont typeface="Arial" panose="020B0604020202020204" pitchFamily="34" charset="0"/>
              <a:buChar char="•"/>
              <a:defRPr/>
            </a:pPr>
            <a:endParaRPr lang="en-GB" sz="1000"/>
          </a:p>
          <a:p>
            <a:pPr marL="174947" indent="-174947">
              <a:buFont typeface="Arial" panose="020B0604020202020204" pitchFamily="34" charset="0"/>
              <a:buChar char="•"/>
            </a:pPr>
            <a:r>
              <a:rPr lang="en-GB" sz="1000"/>
              <a:t>Calibration tools:</a:t>
            </a:r>
          </a:p>
          <a:p>
            <a:pPr marL="641472" lvl="1" indent="-174947">
              <a:buFont typeface="Arial" panose="020B0604020202020204" pitchFamily="34" charset="0"/>
              <a:buChar char="•"/>
            </a:pPr>
            <a:r>
              <a:rPr lang="en-GB" sz="1000"/>
              <a:t>Excel based tools that allow to produce calibration files to be input into the ESG</a:t>
            </a:r>
          </a:p>
          <a:p>
            <a:pPr marL="641472" lvl="1" indent="-174947">
              <a:buFont typeface="Arial" panose="020B0604020202020204" pitchFamily="34" charset="0"/>
              <a:buChar char="•"/>
            </a:pPr>
            <a:endParaRPr lang="en-GB" sz="1000"/>
          </a:p>
          <a:p>
            <a:pPr marL="174947" indent="-174947">
              <a:buFont typeface="Arial" panose="020B0604020202020204" pitchFamily="34" charset="0"/>
              <a:buChar char="•"/>
            </a:pPr>
            <a:r>
              <a:rPr lang="en-GB" sz="1000"/>
              <a:t>Automation module:</a:t>
            </a:r>
          </a:p>
          <a:p>
            <a:pPr marL="641472" lvl="1" indent="-174947">
              <a:buFont typeface="Arial" panose="020B0604020202020204" pitchFamily="34" charset="0"/>
              <a:buChar char="•"/>
            </a:pPr>
            <a:r>
              <a:rPr lang="en-GB" sz="1000"/>
              <a:t>Market consistent software that allows to produce a high number of market consistent stress scenarios in an automated way, using both the ESG and the calibration tools </a:t>
            </a:r>
          </a:p>
          <a:p>
            <a:pPr marL="641472" lvl="1" indent="-174947">
              <a:buFont typeface="Arial" panose="020B0604020202020204" pitchFamily="34" charset="0"/>
              <a:buChar char="•"/>
            </a:pPr>
            <a:endParaRPr lang="en-GB" sz="1000"/>
          </a:p>
          <a:p>
            <a:pPr marL="641472" lvl="1" indent="-174947">
              <a:buFont typeface="Arial" panose="020B0604020202020204" pitchFamily="34" charset="0"/>
              <a:buChar char="•"/>
            </a:pPr>
            <a:endParaRPr lang="en-GB" sz="1000"/>
          </a:p>
          <a:p>
            <a:pPr marL="174947" indent="-174947">
              <a:buFont typeface="Arial" panose="020B0604020202020204" pitchFamily="34" charset="0"/>
              <a:buChar char="•"/>
            </a:pPr>
            <a:r>
              <a:rPr lang="en-GB" sz="1000"/>
              <a:t>During this workshop we will talk in more detail about the ESG and the ESG AM</a:t>
            </a:r>
          </a:p>
          <a:p>
            <a:pPr marL="641472" lvl="1" indent="-174947">
              <a:buFont typeface="Arial" panose="020B0604020202020204" pitchFamily="34" charset="0"/>
              <a:buChar char="•"/>
            </a:pPr>
            <a:endParaRPr lang="en-GB" sz="1000"/>
          </a:p>
          <a:p>
            <a:pPr marL="641472" lvl="1" indent="-174947">
              <a:buFont typeface="Arial" panose="020B0604020202020204" pitchFamily="34" charset="0"/>
              <a:buChar char="•"/>
            </a:pPr>
            <a:endParaRPr lang="en-US" sz="1000"/>
          </a:p>
        </p:txBody>
      </p:sp>
      <p:sp>
        <p:nvSpPr>
          <p:cNvPr id="4" name="Slide Number Placeholder 3"/>
          <p:cNvSpPr>
            <a:spLocks noGrp="1"/>
          </p:cNvSpPr>
          <p:nvPr>
            <p:ph type="sldNum" sz="quarter" idx="10"/>
          </p:nvPr>
        </p:nvSpPr>
        <p:spPr/>
        <p:txBody>
          <a:bodyPr/>
          <a:lstStyle/>
          <a:p>
            <a:pPr defTabSz="933237">
              <a:defRPr/>
            </a:pPr>
            <a:fld id="{1A74B2DE-5488-4A99-8C52-B7A8EFA28EC8}" type="slidenum">
              <a:rPr lang="en-US">
                <a:solidFill>
                  <a:prstClr val="black"/>
                </a:solidFill>
                <a:latin typeface="Calibri"/>
              </a:rPr>
              <a:pPr defTabSz="933237">
                <a:defRPr/>
              </a:pPr>
              <a:t>7</a:t>
            </a:fld>
            <a:endParaRPr lang="en-US">
              <a:solidFill>
                <a:prstClr val="black"/>
              </a:solidFill>
              <a:latin typeface="Calibri"/>
            </a:endParaRPr>
          </a:p>
        </p:txBody>
      </p:sp>
    </p:spTree>
    <p:extLst>
      <p:ext uri="{BB962C8B-B14F-4D97-AF65-F5344CB8AC3E}">
        <p14:creationId xmlns:p14="http://schemas.microsoft.com/office/powerpoint/2010/main" val="371050028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Slide Image Placeholder 1"/>
          <p:cNvSpPr>
            <a:spLocks noGrp="1" noRot="1" noChangeAspect="1" noTextEdit="1"/>
          </p:cNvSpPr>
          <p:nvPr>
            <p:ph type="sldImg"/>
          </p:nvPr>
        </p:nvSpPr>
        <p:spPr>
          <a:ln/>
        </p:spPr>
      </p:sp>
      <p:sp>
        <p:nvSpPr>
          <p:cNvPr id="19459" name="Notes Placeholder 2"/>
          <p:cNvSpPr>
            <a:spLocks noGrp="1"/>
          </p:cNvSpPr>
          <p:nvPr>
            <p:ph type="body" idx="1"/>
          </p:nvPr>
        </p:nvSpPr>
        <p:spPr>
          <a:noFill/>
          <a:ln/>
        </p:spPr>
        <p:txBody>
          <a:bodyPr/>
          <a:lstStyle/>
          <a:p>
            <a:pPr marL="171416" indent="-171416">
              <a:buFont typeface="Arial" panose="020B0604020202020204" pitchFamily="34" charset="0"/>
              <a:buChar char="•"/>
            </a:pPr>
            <a:r>
              <a:rPr lang="en-GB" sz="1200" dirty="0"/>
              <a:t>We can think about MA’s ESG a structural model, which means that we impose economic structure on the modelling framework</a:t>
            </a:r>
          </a:p>
          <a:p>
            <a:pPr marL="171416" indent="-171416">
              <a:buFont typeface="Arial" panose="020B0604020202020204" pitchFamily="34" charset="0"/>
              <a:buChar char="•"/>
            </a:pPr>
            <a:r>
              <a:rPr lang="en-GB" sz="1200" dirty="0"/>
              <a:t>The figure illustrated provides an overview of the structure of our modelling framework</a:t>
            </a:r>
          </a:p>
          <a:p>
            <a:pPr marL="171416" indent="-171416" defTabSz="914217">
              <a:buFont typeface="Arial" panose="020B0604020202020204" pitchFamily="34" charset="0"/>
              <a:buChar char="•"/>
              <a:defRPr/>
            </a:pPr>
            <a:r>
              <a:rPr lang="en-GB" sz="1200" dirty="0">
                <a:latin typeface="Arial" pitchFamily="34" charset="0"/>
              </a:rPr>
              <a:t>Nominal Short Rate Model is the core ESG model, and risky asset returns are derived from these/ </a:t>
            </a:r>
            <a:r>
              <a:rPr lang="en-GB" sz="1200" dirty="0"/>
              <a:t>The key structural relationship is the link between the returns on risk and risk-free assets. We define the return on risky assets as the risk free return plus a risky excess return component</a:t>
            </a:r>
          </a:p>
          <a:p>
            <a:pPr marL="171416" indent="-171416">
              <a:buFont typeface="Arial" panose="020B0604020202020204" pitchFamily="34" charset="0"/>
              <a:buChar char="•"/>
            </a:pPr>
            <a:r>
              <a:rPr lang="en-GB" sz="1200" dirty="0"/>
              <a:t>We explicitly model the term structure of nominal an real interest rates; expected inflation is then derived as the difference between the short-term nominal and real rates. As is documented in financial economic theory, there is a close theoretical link between nominal, real and inflation rates, and this is intentionally reflected in the structure of the ESG</a:t>
            </a:r>
          </a:p>
          <a:p>
            <a:pPr marL="171416" indent="-171416">
              <a:buFont typeface="Arial" panose="020B0604020202020204" pitchFamily="34" charset="0"/>
              <a:buChar char="•"/>
            </a:pPr>
            <a:endParaRPr lang="en-GB" sz="1200" dirty="0"/>
          </a:p>
          <a:p>
            <a:pPr marL="171416" indent="-171416">
              <a:buFont typeface="Arial" panose="020B0604020202020204" pitchFamily="34" charset="0"/>
              <a:buChar char="•"/>
            </a:pPr>
            <a:r>
              <a:rPr lang="en-GB" sz="1200" dirty="0"/>
              <a:t>Figure illustrates one economy</a:t>
            </a:r>
          </a:p>
          <a:p>
            <a:pPr marL="171416" indent="-171416">
              <a:buFont typeface="Arial" panose="020B0604020202020204" pitchFamily="34" charset="0"/>
              <a:buChar char="•"/>
            </a:pPr>
            <a:r>
              <a:rPr lang="en-GB" sz="1200" dirty="0"/>
              <a:t>Interlink between all economies modelled in the ESG</a:t>
            </a:r>
          </a:p>
          <a:p>
            <a:pPr marL="171416" indent="-171416" defTabSz="914217">
              <a:buFont typeface="Arial" panose="020B0604020202020204" pitchFamily="34" charset="0"/>
              <a:buChar char="•"/>
              <a:defRPr/>
            </a:pPr>
            <a:r>
              <a:rPr lang="en-GB" sz="1200" dirty="0"/>
              <a:t>Very complex multi dimensional modelling framework</a:t>
            </a:r>
          </a:p>
          <a:p>
            <a:pPr marL="171450" indent="-171450">
              <a:buFont typeface="Arial" panose="020B0604020202020204" pitchFamily="34" charset="0"/>
              <a:buChar char="•"/>
            </a:pPr>
            <a:endParaRPr lang="en-GB" dirty="0">
              <a:latin typeface="Arial" pitchFamily="34" charset="0"/>
            </a:endParaRPr>
          </a:p>
          <a:p>
            <a:pPr marL="171450" indent="-171450">
              <a:buFont typeface="Arial" panose="020B0604020202020204" pitchFamily="34" charset="0"/>
              <a:buChar char="•"/>
            </a:pPr>
            <a:endParaRPr lang="en-GB" dirty="0">
              <a:latin typeface="Arial" pitchFamily="34" charset="0"/>
            </a:endParaRPr>
          </a:p>
          <a:p>
            <a:pPr marL="0" indent="0">
              <a:buFont typeface="Arial" panose="020B0604020202020204" pitchFamily="34" charset="0"/>
              <a:buNone/>
            </a:pPr>
            <a:r>
              <a:rPr lang="en-GB" dirty="0">
                <a:latin typeface="Arial" pitchFamily="34" charset="0"/>
              </a:rPr>
              <a:t>----------------------------</a:t>
            </a:r>
          </a:p>
          <a:p>
            <a:pPr marL="171450" indent="-171450">
              <a:buFont typeface="Arial" panose="020B0604020202020204" pitchFamily="34" charset="0"/>
              <a:buChar char="•"/>
            </a:pPr>
            <a:r>
              <a:rPr lang="en-GB" sz="1200" dirty="0">
                <a:latin typeface="Arial" pitchFamily="34" charset="0"/>
              </a:rPr>
              <a:t>Stochastic models introduce</a:t>
            </a:r>
            <a:r>
              <a:rPr lang="en-GB" sz="1200" baseline="0" dirty="0">
                <a:latin typeface="Arial" pitchFamily="34" charset="0"/>
              </a:rPr>
              <a:t> random variables to perturb the system in a realistic way to produce paths that are similarly volatile to those seen in the real world. The ESG is a collection of stochastic models representing a range of asset classes. The way in which these models are structured in a single economy is shown on the diagram.</a:t>
            </a:r>
          </a:p>
          <a:p>
            <a:pPr marL="171450" indent="-171450">
              <a:buFont typeface="Arial" panose="020B0604020202020204" pitchFamily="34" charset="0"/>
              <a:buChar char="•"/>
            </a:pPr>
            <a:endParaRPr lang="en-GB" sz="1200" baseline="0" dirty="0">
              <a:latin typeface="Arial" pitchFamily="34" charset="0"/>
            </a:endParaRPr>
          </a:p>
          <a:p>
            <a:pPr marL="171450" indent="-171450">
              <a:buFont typeface="Arial" panose="020B0604020202020204" pitchFamily="34" charset="0"/>
              <a:buChar char="•"/>
            </a:pPr>
            <a:r>
              <a:rPr lang="en-GB" sz="1200" baseline="0" dirty="0">
                <a:latin typeface="Arial" pitchFamily="34" charset="0"/>
              </a:rPr>
              <a:t>This means that the risk associated with different asset classes are clearly isolated and allows each of them to be considered separately, moreover, it means that it is easier to investigate the distinctive features of different asset classes from a risk management perspective. The structure also embeds some uncontroversial economic principles; the linkages between real interest rates, nominal interest rates and inflation for example. The exhibit is a description of a single economy in the ESG; in each economy these relationships hold. All economies are linked together by changing the relationships between the perturbation to the stochastic models.</a:t>
            </a:r>
          </a:p>
          <a:p>
            <a:pPr marL="171450" indent="-171450">
              <a:buFont typeface="Arial" panose="020B0604020202020204" pitchFamily="34" charset="0"/>
              <a:buChar char="•"/>
            </a:pPr>
            <a:endParaRPr lang="en-GB" baseline="0" dirty="0">
              <a:latin typeface="Arial" pitchFamily="34" charset="0"/>
            </a:endParaRPr>
          </a:p>
          <a:p>
            <a:pPr marL="171450" indent="-171450">
              <a:buFont typeface="Arial" panose="020B0604020202020204" pitchFamily="34" charset="0"/>
              <a:buChar char="•"/>
            </a:pPr>
            <a:r>
              <a:rPr lang="en-GB" baseline="0" dirty="0">
                <a:latin typeface="Arial" pitchFamily="34" charset="0"/>
              </a:rPr>
              <a:t>Nominal Short Rate Model is the core ESG model, and risky asset returns are derived from this.</a:t>
            </a:r>
          </a:p>
          <a:p>
            <a:pPr marL="171450" indent="-171450">
              <a:buFont typeface="Arial" panose="020B0604020202020204" pitchFamily="34" charset="0"/>
              <a:buChar char="•"/>
            </a:pPr>
            <a:r>
              <a:rPr lang="en-US" sz="1200" b="0" i="0" u="none" strike="noStrike" kern="1200" baseline="0" dirty="0">
                <a:solidFill>
                  <a:schemeClr val="tx1"/>
                </a:solidFill>
                <a:latin typeface="+mn-lt"/>
                <a:ea typeface="+mn-ea"/>
                <a:cs typeface="+mn-cs"/>
              </a:rPr>
              <a:t>Perhaps most importantly, </a:t>
            </a:r>
            <a:r>
              <a:rPr lang="en-US" sz="1200" b="1" i="0" u="none" strike="noStrike" kern="1200" baseline="0" dirty="0">
                <a:solidFill>
                  <a:schemeClr val="tx1"/>
                </a:solidFill>
                <a:latin typeface="+mn-lt"/>
                <a:ea typeface="+mn-ea"/>
                <a:cs typeface="+mn-cs"/>
              </a:rPr>
              <a:t>a nominal yield curve model is the mechanism that defines the discount factors that we use to derive present values for cash flows. </a:t>
            </a:r>
          </a:p>
          <a:p>
            <a:pPr marL="171450" indent="-171450">
              <a:buFont typeface="Arial" panose="020B0604020202020204" pitchFamily="34" charset="0"/>
              <a:buChar char="•"/>
            </a:pPr>
            <a:endParaRPr lang="en-GB" baseline="0" dirty="0">
              <a:latin typeface="Arial" pitchFamily="34" charset="0"/>
            </a:endParaRPr>
          </a:p>
          <a:p>
            <a:pPr marL="0" indent="0">
              <a:buFont typeface="+mj-lt"/>
              <a:buNone/>
            </a:pPr>
            <a:r>
              <a:rPr lang="en-GB" sz="1200" b="0" i="0" u="none" strike="noStrike" kern="1200" baseline="0" dirty="0">
                <a:solidFill>
                  <a:schemeClr val="tx1"/>
                </a:solidFill>
                <a:latin typeface="Arial" pitchFamily="34" charset="0"/>
                <a:ea typeface="+mn-ea"/>
                <a:cs typeface="+mn-cs"/>
              </a:rPr>
              <a:t>[1.</a:t>
            </a:r>
            <a:r>
              <a:rPr lang="en-US" sz="1200" b="0" i="0" u="none" strike="noStrike" kern="1200" baseline="0" dirty="0">
                <a:solidFill>
                  <a:schemeClr val="tx1"/>
                </a:solidFill>
                <a:latin typeface="+mn-lt"/>
                <a:ea typeface="+mn-ea"/>
                <a:cs typeface="+mn-cs"/>
              </a:rPr>
              <a:t>Perhaps most importantly, a nominal yield curve model is the mechanism that defines the discount factors that we use to derive present values for cash flows. </a:t>
            </a:r>
          </a:p>
          <a:p>
            <a:r>
              <a:rPr lang="en-US" sz="1200" b="0" i="0" u="none" strike="noStrike" kern="1200" baseline="0" dirty="0">
                <a:solidFill>
                  <a:schemeClr val="tx1"/>
                </a:solidFill>
                <a:latin typeface="+mn-lt"/>
                <a:ea typeface="+mn-ea"/>
                <a:cs typeface="+mn-cs"/>
              </a:rPr>
              <a:t> 2. The nominal yield curve models also define the prices of any interest rate dependent contingent cash flows, option or guarantees through the specification of interest rate volatilities. </a:t>
            </a:r>
          </a:p>
          <a:p>
            <a:r>
              <a:rPr lang="en-US" sz="1200" b="0" i="0" u="none" strike="noStrike" kern="1200" baseline="0" dirty="0">
                <a:solidFill>
                  <a:schemeClr val="tx1"/>
                </a:solidFill>
                <a:latin typeface="+mn-lt"/>
                <a:ea typeface="+mn-ea"/>
                <a:cs typeface="+mn-cs"/>
              </a:rPr>
              <a:t> 3. The nominal yield curve plays an important role in the derivation of returns for many asset classes in the Scenario Generator software.</a:t>
            </a:r>
            <a:r>
              <a:rPr lang="en-GB" baseline="0" dirty="0">
                <a:latin typeface="Arial" pitchFamily="34" charset="0"/>
              </a:rPr>
              <a:t>]</a:t>
            </a:r>
          </a:p>
          <a:p>
            <a:pPr marL="171450" indent="-171450">
              <a:buFont typeface="Arial" panose="020B0604020202020204" pitchFamily="34" charset="0"/>
              <a:buChar char="•"/>
            </a:pPr>
            <a:endParaRPr lang="en-GB" baseline="0" dirty="0">
              <a:latin typeface="Arial" pitchFamily="34" charset="0"/>
            </a:endParaRPr>
          </a:p>
          <a:p>
            <a:pPr marL="0" indent="0">
              <a:buFont typeface="Arial" panose="020B0604020202020204" pitchFamily="34" charset="0"/>
              <a:buNone/>
            </a:pPr>
            <a:r>
              <a:rPr lang="en-GB" baseline="0" dirty="0">
                <a:latin typeface="Arial" pitchFamily="34" charset="0"/>
              </a:rPr>
              <a:t>     This means that the risk associated with different asset classes are clearly isolated and allows each of them to be considered separately, moreover, it means that it is easier to investigate the distinctive features of different asset classes from a risk management perspective. The structure also embeds some uncontroversial economic principles; the linkages between real interest rates, nominal interest rates and inflation for example. The exhibit is a description of a single economy in the ESG; in each economy these relationships hold. All economies are linked together by changing the relationships between the perturbation to the stochastic models.</a:t>
            </a:r>
          </a:p>
          <a:p>
            <a:pPr marL="0" indent="0">
              <a:buFont typeface="Arial" panose="020B0604020202020204" pitchFamily="34" charset="0"/>
              <a:buNone/>
            </a:pPr>
            <a:endParaRPr lang="en-GB" baseline="0" dirty="0">
              <a:latin typeface="Arial" pitchFamily="34" charset="0"/>
            </a:endParaRPr>
          </a:p>
          <a:p>
            <a:pPr marL="0" indent="0">
              <a:buFont typeface="Arial" panose="020B0604020202020204" pitchFamily="34" charset="0"/>
              <a:buNone/>
            </a:pPr>
            <a:r>
              <a:rPr lang="en-GB" baseline="0" dirty="0">
                <a:latin typeface="Arial" pitchFamily="34" charset="0"/>
              </a:rPr>
              <a:t>-----</a:t>
            </a:r>
          </a:p>
          <a:p>
            <a:pPr marL="0" indent="0">
              <a:buFont typeface="Arial" panose="020B0604020202020204" pitchFamily="34" charset="0"/>
              <a:buNone/>
            </a:pPr>
            <a:endParaRPr lang="en-GB" baseline="0" dirty="0">
              <a:latin typeface="Arial" pitchFamily="34" charset="0"/>
            </a:endParaRPr>
          </a:p>
          <a:p>
            <a:pPr marL="171450" indent="-171450">
              <a:buFont typeface="Arial" panose="020B0604020202020204" pitchFamily="34" charset="0"/>
              <a:buChar char="•"/>
            </a:pPr>
            <a:r>
              <a:rPr lang="en-GB" dirty="0"/>
              <a:t>MA’s ESG is a structural model, which means that we impose economic structure on the modelling</a:t>
            </a:r>
            <a:r>
              <a:rPr lang="en-GB" baseline="0" dirty="0"/>
              <a:t> framework</a:t>
            </a:r>
          </a:p>
          <a:p>
            <a:pPr marL="171450" indent="-171450">
              <a:buFont typeface="Arial" panose="020B0604020202020204" pitchFamily="34" charset="0"/>
              <a:buChar char="•"/>
            </a:pPr>
            <a:r>
              <a:rPr lang="en-GB" baseline="0" dirty="0"/>
              <a:t>The figure illustrated provides an overview of the structure of our modelling framework</a:t>
            </a:r>
          </a:p>
          <a:p>
            <a:pPr marL="171450" indent="-171450">
              <a:buFont typeface="Arial" panose="020B0604020202020204" pitchFamily="34" charset="0"/>
              <a:buChar char="•"/>
            </a:pPr>
            <a:r>
              <a:rPr lang="en-GB" baseline="0" dirty="0"/>
              <a:t>The key structural relationship is the link between the returns on risk and risk-free assets. We define the return on risky assets as the risk free return plus a risky excess return component</a:t>
            </a:r>
          </a:p>
          <a:p>
            <a:pPr marL="171450" indent="-171450">
              <a:buFont typeface="Arial" panose="020B0604020202020204" pitchFamily="34" charset="0"/>
              <a:buChar char="•"/>
            </a:pPr>
            <a:r>
              <a:rPr lang="en-GB" baseline="0" dirty="0"/>
              <a:t>We explicitly model the term structure of nominal an real interest rates; expected inflation is then derived as the difference between the short-term nominal and real rates. As is documented in financial economic theory, there is a close theoretical link between nominal, real and inflation rates, and this is intentionally reflected in the structure of the ESG</a:t>
            </a:r>
          </a:p>
          <a:p>
            <a:pPr marL="171450" indent="-171450">
              <a:buFont typeface="Arial" panose="020B0604020202020204" pitchFamily="34" charset="0"/>
              <a:buChar char="•"/>
            </a:pPr>
            <a:endParaRPr lang="en-GB" baseline="0" dirty="0"/>
          </a:p>
          <a:p>
            <a:pPr marL="171450" indent="-171450">
              <a:buFont typeface="Arial" panose="020B0604020202020204" pitchFamily="34" charset="0"/>
              <a:buChar char="•"/>
            </a:pPr>
            <a:r>
              <a:rPr lang="en-GB" baseline="0" dirty="0"/>
              <a:t>Figure illustrates one economy</a:t>
            </a:r>
          </a:p>
          <a:p>
            <a:pPr marL="171450" indent="-171450">
              <a:buFont typeface="Arial" panose="020B0604020202020204" pitchFamily="34" charset="0"/>
              <a:buChar char="•"/>
            </a:pPr>
            <a:r>
              <a:rPr lang="en-GB" baseline="0" dirty="0"/>
              <a:t>Interlink between all economies modelled in the ESG</a:t>
            </a:r>
          </a:p>
          <a:p>
            <a:pPr marL="171450" marR="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baseline="0" dirty="0"/>
              <a:t>Very complex multi dimensional modelling framework</a:t>
            </a:r>
          </a:p>
          <a:p>
            <a:endParaRPr lang="en-US" dirty="0">
              <a:latin typeface="Arial" pitchFamily="34" charset="0"/>
            </a:endParaRPr>
          </a:p>
        </p:txBody>
      </p:sp>
    </p:spTree>
    <p:extLst>
      <p:ext uri="{BB962C8B-B14F-4D97-AF65-F5344CB8AC3E}">
        <p14:creationId xmlns:p14="http://schemas.microsoft.com/office/powerpoint/2010/main" val="152194431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panose="020B0604020202020204" pitchFamily="34" charset="0"/>
              <a:buChar char="•"/>
            </a:pPr>
            <a:r>
              <a:rPr lang="en-GB" i="1" dirty="0"/>
              <a:t>“The Best Views calibration is our recommended multi-year ‘real-world’ scenario generator model</a:t>
            </a:r>
            <a:r>
              <a:rPr lang="en-GB" i="1" baseline="0" dirty="0"/>
              <a:t> configuration and calibration for use with the ESG. The purpose of the calibration is for long term risk and asset-liability management; for example quantifying the level of risk and potential exposures in different investment strategies over periods which span from a few years up to several decades. The Best Views calibration represents a specific set of economic models and parameterization methodologies that are capable of producing sensible forward looking vires on the evolution of the range of financial and economic variables that are available as outputs from the ESG software.”</a:t>
            </a:r>
          </a:p>
          <a:p>
            <a:pPr marL="171450" indent="-171450">
              <a:buFont typeface="Arial" panose="020B0604020202020204" pitchFamily="34" charset="0"/>
              <a:buChar char="•"/>
            </a:pPr>
            <a:endParaRPr lang="en-GB" i="1" baseline="0" dirty="0"/>
          </a:p>
          <a:p>
            <a:pPr marL="171450" indent="-171450">
              <a:buFont typeface="Arial" panose="020B0604020202020204" pitchFamily="34" charset="0"/>
              <a:buChar char="•"/>
            </a:pPr>
            <a:r>
              <a:rPr lang="en-GB" i="0" baseline="0" dirty="0"/>
              <a:t>Real World Best Views calibrations have been available since end-December 2013. These calibrations are multi-year real world and are designed to assign the most realistic set of probabilities to future outcomes of financial and economic variables. They are based on assumptions that market participants have relatively stable long term views on economic outcomes and variables. For nominal and real yield curves this is achieved by using the most flexible term-premium and functionality available in the ESG. In addition, the Best Views calibrations provide the ability to model government and swap curves simultaneously and a broader range of equity assets modelled with stochastic volatility and jumps. [The Best-Views calibrations are designed to complement the Dynamic-Equilibrium calibrations introduced at Q3 2013.]</a:t>
            </a:r>
          </a:p>
          <a:p>
            <a:pPr marL="171450" indent="-171450">
              <a:buFont typeface="Arial" panose="020B0604020202020204" pitchFamily="34" charset="0"/>
              <a:buChar char="•"/>
            </a:pPr>
            <a:endParaRPr lang="en-GB" i="0" baseline="0" dirty="0"/>
          </a:p>
          <a:p>
            <a:pPr marL="171450" indent="-171450">
              <a:buFont typeface="Arial" panose="020B0604020202020204" pitchFamily="34" charset="0"/>
              <a:buChar char="•"/>
            </a:pPr>
            <a:r>
              <a:rPr lang="en-GB" i="0" baseline="0" dirty="0"/>
              <a:t>The aim is to produce realistic (forward looking) distributions. Relevant for analysing the long term behaviour of ‘real-world’ financial market risk.</a:t>
            </a:r>
          </a:p>
          <a:p>
            <a:pPr marL="171450" indent="-171450">
              <a:buFont typeface="Arial" panose="020B0604020202020204" pitchFamily="34" charset="0"/>
              <a:buChar char="•"/>
            </a:pPr>
            <a:r>
              <a:rPr lang="en-GB" i="0" baseline="0" dirty="0"/>
              <a:t>In contrast to market consistent calibrations, real world calibrations are not likely to change significantly as market conditions change (e.g. stable quarter on quarter).</a:t>
            </a:r>
          </a:p>
          <a:p>
            <a:pPr marL="0" indent="0">
              <a:buFont typeface="Arial" panose="020B0604020202020204" pitchFamily="34" charset="0"/>
              <a:buNone/>
            </a:pPr>
            <a:r>
              <a:rPr lang="en-GB" i="0" baseline="0" dirty="0"/>
              <a:t>     Expectation for the outcomes of financial and economic variables in the very long term are stable from one quarter to the next and from one economy to the next. It is not reasonable to expect inflation rates in 30 years’ time to be 5%, and then to change this expectation in one year’s time to 10%; this stability in the way we derive and update assumptions over time is desirable. In the very long term global assumptions apply; this implies a degree of convergence in economic conditions across the world’s economies. It should be emphasized however that significantly diverging conditions between economies and market, where the market is deemed to expect them, are built into standard calibrations.</a:t>
            </a:r>
          </a:p>
          <a:p>
            <a:pPr marL="0" indent="0">
              <a:buFont typeface="Arial" panose="020B0604020202020204" pitchFamily="34" charset="0"/>
              <a:buNone/>
            </a:pPr>
            <a:r>
              <a:rPr lang="en-GB" i="0" baseline="0" dirty="0"/>
              <a:t>The real-world calibration task is however, far more challenging in the sense that there simply is no unique “best” answer to the set of calibrations surrounding long-term assumptions for risk, credit and term premiums, volatility and correlations as well as long-horizon distributions for inflation, interest rates and currency values.</a:t>
            </a:r>
          </a:p>
          <a:p>
            <a:pPr marL="171450" indent="-171450">
              <a:buFont typeface="Arial" panose="020B0604020202020204" pitchFamily="34" charset="0"/>
              <a:buChar char="•"/>
            </a:pPr>
            <a:r>
              <a:rPr lang="en-GB" i="0" baseline="0" dirty="0"/>
              <a:t>Best views’ approach is to produce stable medium/long term interest rate projections (e.g. we assume market participants have relatively stable medium/long term views).</a:t>
            </a:r>
          </a:p>
          <a:p>
            <a:pPr marL="171450" indent="-171450">
              <a:buFont typeface="Arial" panose="020B0604020202020204" pitchFamily="34" charset="0"/>
              <a:buChar char="•"/>
            </a:pPr>
            <a:r>
              <a:rPr lang="en-GB" i="0" baseline="0" dirty="0"/>
              <a:t>The greater interest rate stability gives rise to more stable income distributions for annuity projections and other interest rate linked liabilities.</a:t>
            </a:r>
          </a:p>
          <a:p>
            <a:pPr marL="171450" indent="-171450">
              <a:buFont typeface="Arial" panose="020B0604020202020204" pitchFamily="34" charset="0"/>
              <a:buChar char="•"/>
            </a:pPr>
            <a:r>
              <a:rPr lang="en-GB" i="0" baseline="0" dirty="0"/>
              <a:t>Interest rate stability is achieved by using flexible term premia.</a:t>
            </a:r>
          </a:p>
          <a:p>
            <a:pPr marL="0" indent="0">
              <a:buFont typeface="Arial" panose="020B0604020202020204" pitchFamily="34" charset="0"/>
              <a:buNone/>
            </a:pPr>
            <a:r>
              <a:rPr lang="en-GB" i="0" baseline="0" dirty="0"/>
              <a:t>     By developing views about the outcome of financial variables, given a set of observable market data, implicit views on the risk premia available to be earned in different investments are being taken. The Best Views calibration naturally assumes that these premia are changing over time as market prices change, given a stable set of long term assumptions for economic outcomes. (The Dynamic Equilibrium calibration takes the alternative approach to stability, ensuring stable risk premia embedded in asset prices as market data change (and implicitly assuming changes in economic expectations over time).)</a:t>
            </a:r>
          </a:p>
          <a:p>
            <a:endParaRPr lang="en-GB" dirty="0"/>
          </a:p>
        </p:txBody>
      </p:sp>
      <p:sp>
        <p:nvSpPr>
          <p:cNvPr id="4" name="Slide Number Placeholder 3"/>
          <p:cNvSpPr>
            <a:spLocks noGrp="1"/>
          </p:cNvSpPr>
          <p:nvPr>
            <p:ph type="sldNum" sz="quarter" idx="10"/>
          </p:nvPr>
        </p:nvSpPr>
        <p:spPr/>
        <p:txBody>
          <a:bodyPr/>
          <a:lstStyle/>
          <a:p>
            <a:fld id="{786EEEB5-B18C-4FF6-A963-DA30277C13F0}" type="slidenum">
              <a:rPr lang="en-US" smtClean="0"/>
              <a:pPr/>
              <a:t>10</a:t>
            </a:fld>
            <a:endParaRPr lang="en-US"/>
          </a:p>
        </p:txBody>
      </p:sp>
    </p:spTree>
    <p:extLst>
      <p:ext uri="{BB962C8B-B14F-4D97-AF65-F5344CB8AC3E}">
        <p14:creationId xmlns:p14="http://schemas.microsoft.com/office/powerpoint/2010/main" val="103672948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16" indent="-171416">
              <a:buFont typeface="Arial" panose="020B0604020202020204" pitchFamily="34" charset="0"/>
              <a:buChar char="•"/>
            </a:pPr>
            <a:r>
              <a:rPr lang="en-GB" sz="1200" dirty="0"/>
              <a:t>Our calibration service can be split into RW and MC calibrations</a:t>
            </a:r>
          </a:p>
          <a:p>
            <a:endParaRPr lang="en-GB" sz="1200" dirty="0"/>
          </a:p>
          <a:p>
            <a:pPr marL="171416" indent="-171416">
              <a:buFont typeface="Arial" panose="020B0604020202020204" pitchFamily="34" charset="0"/>
              <a:buChar char="•"/>
            </a:pPr>
            <a:r>
              <a:rPr lang="en-GB" sz="1200" dirty="0"/>
              <a:t>Our MC service aims to obtain a market consistent valuation of liabilities using risk neutral methods</a:t>
            </a:r>
          </a:p>
          <a:p>
            <a:pPr marL="0" indent="0">
              <a:buFont typeface="Arial" panose="020B0604020202020204" pitchFamily="34" charset="0"/>
              <a:buNone/>
            </a:pPr>
            <a:r>
              <a:rPr lang="en-GB" sz="1200" dirty="0"/>
              <a:t>[</a:t>
            </a:r>
            <a:r>
              <a:rPr lang="en-GB" sz="900" b="0" i="0" u="none" baseline="0" dirty="0">
                <a:solidFill>
                  <a:schemeClr val="bg2"/>
                </a:solidFill>
                <a:effectLst/>
                <a:latin typeface="+mn-lt"/>
              </a:rPr>
              <a:t>Risk-neutral valuation –the equation does not involve any variables that are affected by the risk preferences of investors. </a:t>
            </a:r>
            <a:r>
              <a:rPr lang="en-US" sz="900" kern="1200" dirty="0">
                <a:solidFill>
                  <a:schemeClr val="bg2"/>
                </a:solidFill>
                <a:effectLst/>
                <a:latin typeface="+mn-lt"/>
                <a:ea typeface="+mn-ea"/>
                <a:cs typeface="+mn-cs"/>
              </a:rPr>
              <a:t>Given the no-arbitrage assumption, where we assume that we are in a world where investors are risk-neutral, </a:t>
            </a:r>
            <a:r>
              <a:rPr lang="en-US" sz="900" b="1" kern="1200" dirty="0">
                <a:solidFill>
                  <a:schemeClr val="bg2"/>
                </a:solidFill>
                <a:effectLst/>
                <a:latin typeface="+mn-lt"/>
                <a:ea typeface="+mn-ea"/>
                <a:cs typeface="+mn-cs"/>
              </a:rPr>
              <a:t>the expected return on all investment assets is the risk free rate of interest</a:t>
            </a:r>
            <a:r>
              <a:rPr lang="en-US" sz="900" kern="1200" dirty="0">
                <a:solidFill>
                  <a:schemeClr val="bg2"/>
                </a:solidFill>
                <a:effectLst/>
                <a:latin typeface="+mn-lt"/>
                <a:ea typeface="+mn-ea"/>
                <a:cs typeface="+mn-cs"/>
              </a:rPr>
              <a:t>. This is because, in a risk-neutral world investors do not require a premium to induce them to take risks.</a:t>
            </a:r>
            <a:r>
              <a:rPr lang="en-US" sz="900" kern="1200" baseline="0" dirty="0">
                <a:solidFill>
                  <a:schemeClr val="bg2"/>
                </a:solidFill>
                <a:effectLst/>
                <a:latin typeface="+mn-lt"/>
                <a:ea typeface="+mn-ea"/>
                <a:cs typeface="+mn-cs"/>
              </a:rPr>
              <a:t> </a:t>
            </a:r>
            <a:r>
              <a:rPr lang="en-US" sz="900" kern="1200" dirty="0">
                <a:solidFill>
                  <a:schemeClr val="bg2"/>
                </a:solidFill>
                <a:effectLst/>
                <a:latin typeface="+mn-lt"/>
                <a:ea typeface="+mn-ea"/>
                <a:cs typeface="+mn-cs"/>
              </a:rPr>
              <a:t>This implies that the present value of any cash flow in a risk-neutral world can be obtained by discounting its expected value at the risk-free rate.</a:t>
            </a:r>
            <a:r>
              <a:rPr lang="en-US" sz="900" kern="1200" baseline="0" dirty="0">
                <a:solidFill>
                  <a:schemeClr val="bg2"/>
                </a:solidFill>
                <a:effectLst/>
                <a:latin typeface="+mn-lt"/>
                <a:ea typeface="+mn-ea"/>
                <a:cs typeface="+mn-cs"/>
              </a:rPr>
              <a:t> </a:t>
            </a:r>
            <a:r>
              <a:rPr lang="en-US" sz="900" kern="1200" dirty="0">
                <a:solidFill>
                  <a:schemeClr val="bg2"/>
                </a:solidFill>
                <a:effectLst/>
                <a:latin typeface="+mn-lt"/>
                <a:ea typeface="+mn-ea"/>
                <a:cs typeface="+mn-cs"/>
              </a:rPr>
              <a:t>The assumption that the world is risk neutral does, therefore, considerably simplify the analysis of derivatives.]</a:t>
            </a:r>
          </a:p>
          <a:p>
            <a:pPr marL="171416" indent="-171416">
              <a:buFont typeface="Arial" panose="020B0604020202020204" pitchFamily="34" charset="0"/>
              <a:buChar char="•"/>
            </a:pPr>
            <a:endParaRPr lang="en-GB" sz="1200" dirty="0"/>
          </a:p>
          <a:p>
            <a:pPr marL="171416" indent="-171416">
              <a:buFont typeface="Arial" panose="020B0604020202020204" pitchFamily="34" charset="0"/>
              <a:buChar char="•"/>
            </a:pPr>
            <a:r>
              <a:rPr lang="en-GB" sz="1200" dirty="0"/>
              <a:t>This implies that we want our calibrations to be able to match the market prices available for market instruments </a:t>
            </a:r>
          </a:p>
          <a:p>
            <a:pPr marL="171416" indent="-171416">
              <a:buFont typeface="Arial" panose="020B0604020202020204" pitchFamily="34" charset="0"/>
              <a:buChar char="•"/>
            </a:pPr>
            <a:r>
              <a:rPr lang="en-GB" sz="1200" dirty="0"/>
              <a:t>The choice of relevant market instruments should reflect the liabilities held</a:t>
            </a:r>
          </a:p>
          <a:p>
            <a:endParaRPr lang="en-GB" sz="1200" dirty="0"/>
          </a:p>
          <a:p>
            <a:pPr marL="171416" indent="-171416">
              <a:buFont typeface="Arial" panose="020B0604020202020204" pitchFamily="34" charset="0"/>
              <a:buChar char="•"/>
            </a:pPr>
            <a:r>
              <a:rPr lang="en-GB" sz="1200" dirty="0"/>
              <a:t>While the focus of MC calibrations is on replicating market prices, the complex nature of many insurance liabilities implies that, it is important to produce calibrations that allow for realistic (real world) dynamics (e.g. capture path-dependent options and guarantees)</a:t>
            </a:r>
          </a:p>
          <a:p>
            <a:endParaRPr lang="en-GB" sz="1200" dirty="0"/>
          </a:p>
          <a:p>
            <a:pPr marL="171416" indent="-171416">
              <a:buFont typeface="Arial" panose="020B0604020202020204" pitchFamily="34" charset="0"/>
              <a:buChar char="•"/>
            </a:pPr>
            <a:r>
              <a:rPr lang="en-GB" sz="1200" dirty="0"/>
              <a:t>In contrast to RW BV calibrations, we would expect parameters to change fairly frequently to reflect market data changes</a:t>
            </a:r>
          </a:p>
          <a:p>
            <a:endParaRPr lang="en-GB" sz="1200" dirty="0"/>
          </a:p>
          <a:p>
            <a:pPr marL="171416" indent="-171416">
              <a:buFont typeface="Arial" panose="020B0604020202020204" pitchFamily="34" charset="0"/>
              <a:buChar char="•"/>
            </a:pPr>
            <a:r>
              <a:rPr lang="en-GB" sz="1200" dirty="0"/>
              <a:t>The table summarizes the MA models that our clients would typically use for MC calibrations; additional to these models, for which we produce calibrations as part of our standard calibration service, we can support other model choices, such as the FINMA requirements for Swiss Solvency Testing (SST)</a:t>
            </a:r>
          </a:p>
          <a:p>
            <a:pPr marL="171450" indent="-171450">
              <a:buFont typeface="Arial" panose="020B0604020202020204" pitchFamily="34" charset="0"/>
              <a:buChar char="•"/>
            </a:pPr>
            <a:endParaRPr lang="en-GB" dirty="0"/>
          </a:p>
          <a:p>
            <a:pPr marL="171450" indent="-171450">
              <a:buFont typeface="Arial" panose="020B0604020202020204" pitchFamily="34" charset="0"/>
              <a:buChar char="•"/>
            </a:pPr>
            <a:endParaRPr lang="en-GB" dirty="0"/>
          </a:p>
          <a:p>
            <a:pPr marL="0" indent="0">
              <a:buFont typeface="Arial" panose="020B0604020202020204" pitchFamily="34" charset="0"/>
              <a:buNone/>
            </a:pPr>
            <a:r>
              <a:rPr lang="en-GB" dirty="0"/>
              <a:t>-----------------------------------------------------</a:t>
            </a:r>
          </a:p>
          <a:p>
            <a:pPr marL="171450" indent="-171450">
              <a:buFont typeface="Arial" panose="020B0604020202020204" pitchFamily="34" charset="0"/>
              <a:buChar char="•"/>
            </a:pPr>
            <a:r>
              <a:rPr lang="en-GB" dirty="0"/>
              <a:t>The aim is to obtain a market-consistent</a:t>
            </a:r>
            <a:r>
              <a:rPr lang="en-GB" baseline="0" dirty="0"/>
              <a:t> (MC) valuation of liabilities using risk neutral methods</a:t>
            </a:r>
          </a:p>
          <a:p>
            <a:pPr marL="171450" indent="-171450">
              <a:buFont typeface="Arial" panose="020B0604020202020204" pitchFamily="34" charset="0"/>
              <a:buChar char="•"/>
            </a:pPr>
            <a:r>
              <a:rPr lang="en-GB" baseline="0" dirty="0"/>
              <a:t>Important to produce calibrations that match available market prices for relevant instruments</a:t>
            </a:r>
          </a:p>
          <a:p>
            <a:pPr marL="171450" indent="-171450">
              <a:buFont typeface="Arial" panose="020B0604020202020204" pitchFamily="34" charset="0"/>
              <a:buChar char="•"/>
            </a:pPr>
            <a:r>
              <a:rPr lang="en-GB" baseline="0" dirty="0"/>
              <a:t>The choice of relevant market instrument should reflect the liabilities held</a:t>
            </a:r>
          </a:p>
          <a:p>
            <a:pPr marL="171450" indent="-171450">
              <a:buFont typeface="Arial" panose="020B0604020202020204" pitchFamily="34" charset="0"/>
              <a:buChar char="•"/>
            </a:pPr>
            <a:r>
              <a:rPr lang="en-GB" baseline="0" dirty="0"/>
              <a:t>Insurance liabilities are complex and may contain path-dependent options and guarantees. It is, therefore, important to produce calibrations that allow for realistic dynamics.</a:t>
            </a:r>
          </a:p>
          <a:p>
            <a:pPr marL="171450" indent="-171450">
              <a:buFont typeface="Arial" panose="020B0604020202020204" pitchFamily="34" charset="0"/>
              <a:buChar char="•"/>
            </a:pPr>
            <a:r>
              <a:rPr lang="en-GB" baseline="0" dirty="0"/>
              <a:t>We would expect parameters to change fairly frequently to reflect changes to market instruments being priced.</a:t>
            </a:r>
          </a:p>
          <a:p>
            <a:pPr marL="171450" indent="-171450">
              <a:buFont typeface="Arial" panose="020B0604020202020204" pitchFamily="34" charset="0"/>
              <a:buChar char="•"/>
            </a:pPr>
            <a:endParaRPr lang="en-GB" baseline="0" dirty="0"/>
          </a:p>
          <a:p>
            <a:pPr marL="171450" indent="-171450">
              <a:buFont typeface="Arial" panose="020B0604020202020204" pitchFamily="34" charset="0"/>
              <a:buChar char="•"/>
            </a:pPr>
            <a:r>
              <a:rPr lang="en-GB" i="1" baseline="0" dirty="0"/>
              <a:t>“A basic application of models is to perform a market-consistent valuation of insurance or pensions liabilities. The fundamental idea is straightforward – if a set of promised cash flows or contingent claims sells for certain price in the market, from an economic standpoint, the owner of such a set of cash flows should put the same, consistent value on them when they form part of the liabilities of a long-term financial institution. In practice, this requires the modeller to identify a set of relevant market instruments and then collate their prices (typically discount bonds, equity and interest rate options). Model parameters are then chosen so that the model and calibration ‘recover’ the market prices as closely as possible. Once the model is set up to be consistent with market prices it can then be used to value any other similar cash flows such as the liabilities of a financial intermediary.”</a:t>
            </a:r>
            <a:endParaRPr lang="en-GB" i="1" dirty="0"/>
          </a:p>
          <a:p>
            <a:endParaRPr lang="en-GB" baseline="0" dirty="0"/>
          </a:p>
          <a:p>
            <a:endParaRPr lang="en-GB" dirty="0"/>
          </a:p>
          <a:p>
            <a:endParaRPr lang="en-GB" dirty="0"/>
          </a:p>
        </p:txBody>
      </p:sp>
      <p:sp>
        <p:nvSpPr>
          <p:cNvPr id="4" name="Slide Number Placeholder 3"/>
          <p:cNvSpPr>
            <a:spLocks noGrp="1"/>
          </p:cNvSpPr>
          <p:nvPr>
            <p:ph type="sldNum" sz="quarter" idx="10"/>
          </p:nvPr>
        </p:nvSpPr>
        <p:spPr/>
        <p:txBody>
          <a:bodyPr/>
          <a:lstStyle/>
          <a:p>
            <a:fld id="{786EEEB5-B18C-4FF6-A963-DA30277C13F0}" type="slidenum">
              <a:rPr lang="en-US" smtClean="0"/>
              <a:pPr/>
              <a:t>11</a:t>
            </a:fld>
            <a:endParaRPr lang="en-US"/>
          </a:p>
        </p:txBody>
      </p:sp>
    </p:spTree>
    <p:extLst>
      <p:ext uri="{BB962C8B-B14F-4D97-AF65-F5344CB8AC3E}">
        <p14:creationId xmlns:p14="http://schemas.microsoft.com/office/powerpoint/2010/main" val="7932944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is the NGFS framework which is our default approach. These scenarios have been developed specifically for the financial sector.</a:t>
            </a:r>
          </a:p>
          <a:p>
            <a:endParaRPr lang="en-GB" dirty="0"/>
          </a:p>
          <a:p>
            <a:r>
              <a:rPr lang="en-GB" dirty="0"/>
              <a:t>There have been several phases of these scenarios over the last few years. The latest version is Phase 4 which was released at the end of last year. </a:t>
            </a:r>
          </a:p>
          <a:p>
            <a:endParaRPr lang="en-GB" dirty="0"/>
          </a:p>
          <a:p>
            <a:r>
              <a:rPr lang="en-GB" dirty="0"/>
              <a:t>If we focus on the diagram on the left, we can see 4 boxes and a total of 7 NGFS scenarios. Instead of discussing each of these scenarios individually lets look at these boxes. On the x-axis we have physical risk and on the y axis we have transition risk.</a:t>
            </a:r>
          </a:p>
          <a:p>
            <a:endParaRPr lang="en-GB" dirty="0"/>
          </a:p>
          <a:p>
            <a:pPr marL="228600" indent="-228600">
              <a:buAutoNum type="arabicParenR"/>
            </a:pPr>
            <a:r>
              <a:rPr lang="en-GB" dirty="0"/>
              <a:t>Starting off with the bottom right box. “Hot House World”, we have high Physical Risk. One example scenario is current policies (if we do nothing leading to increased emissions and global warming). </a:t>
            </a:r>
          </a:p>
          <a:p>
            <a:pPr marL="228600" indent="-228600">
              <a:buAutoNum type="arabicParenR"/>
            </a:pPr>
            <a:r>
              <a:rPr lang="en-GB" dirty="0"/>
              <a:t>Moving to the bottom left. “Orderly”, we have low Physical Risk and three scenarios all relating to below 2 degrees in line with the Paris Agreement. </a:t>
            </a:r>
          </a:p>
          <a:p>
            <a:pPr marL="228600" indent="-228600">
              <a:buAutoNum type="arabicParenR"/>
            </a:pPr>
            <a:r>
              <a:rPr lang="en-GB" dirty="0"/>
              <a:t>Top left we have “Disorderly”. In this box we have one transition scenario “Delayed Transition”. The reflects if we don’t deal with the transition in as orderly as we could.</a:t>
            </a:r>
          </a:p>
          <a:p>
            <a:pPr marL="228600" indent="-228600">
              <a:buAutoNum type="arabicParenR"/>
            </a:pPr>
            <a:r>
              <a:rPr lang="en-GB" dirty="0"/>
              <a:t>Top right we have “Too Little, Too Late”. Phase 4 is the first time we have a scenario in this box. “Fragmented World” is a divergent scenario, which means there are different policies in different parts of the world. Some countries implement 80% of their Net Zero targets – whereas other countries proceed on their current policies and don’t do anything. This is a question people bring up from time to time and it leads to a 2.5 degree of warming. </a:t>
            </a:r>
          </a:p>
          <a:p>
            <a:pPr marL="228600" indent="-228600">
              <a:buAutoNum type="arabicParenR"/>
            </a:pPr>
            <a:endParaRPr lang="en-GB" dirty="0"/>
          </a:p>
          <a:p>
            <a:pPr marL="0" indent="0">
              <a:buNone/>
            </a:pPr>
            <a:r>
              <a:rPr lang="en-GB" dirty="0"/>
              <a:t>The middle chart here is very important. The scenarios differ in terms of the level of greenhouse emissions but also how quickly they reduce. So for Net Zero 2050 in light green here we see that the carbon emission reduces rapidly. The chart on the right, introduces the financial implications and strength of policy response. Price of carbon increases where emissions reduce the most. Strong policies are required to ensure transition happens. </a:t>
            </a:r>
          </a:p>
        </p:txBody>
      </p:sp>
      <p:sp>
        <p:nvSpPr>
          <p:cNvPr id="4" name="Slide Number Placeholder 3"/>
          <p:cNvSpPr>
            <a:spLocks noGrp="1"/>
          </p:cNvSpPr>
          <p:nvPr>
            <p:ph type="sldNum" sz="quarter" idx="5"/>
          </p:nvPr>
        </p:nvSpPr>
        <p:spPr/>
        <p:txBody>
          <a:bodyPr/>
          <a:lstStyle/>
          <a:p>
            <a:fld id="{1A74B2DE-5488-4A99-8C52-B7A8EFA28EC8}" type="slidenum">
              <a:rPr lang="en-US" smtClean="0"/>
              <a:t>14</a:t>
            </a:fld>
            <a:endParaRPr lang="en-US"/>
          </a:p>
        </p:txBody>
      </p:sp>
    </p:spTree>
    <p:extLst>
      <p:ext uri="{BB962C8B-B14F-4D97-AF65-F5344CB8AC3E}">
        <p14:creationId xmlns:p14="http://schemas.microsoft.com/office/powerpoint/2010/main" val="49323546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hyperlink" Target="http://www.moodys.com/" TargetMode="External"/></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1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1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16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17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hyperlink" Target="http://www.moodys.com/" TargetMode="External"/></Relationships>
</file>

<file path=ppt/slideLayouts/_rels/slideLayout17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17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17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_rels/slideLayout17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_rels/slideLayout17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8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8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8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8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s>
</file>

<file path=ppt/slideLayouts/_rels/slideLayout18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s>
</file>

<file path=ppt/slideLayouts/_rels/slideLayout18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s>
</file>

<file path=ppt/slideLayouts/_rels/slideLayout18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s>
</file>

<file path=ppt/slideLayouts/_rels/slideLayout18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8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8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s>
</file>

<file path=ppt/slideLayouts/_rels/slideLayout19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s>
</file>

<file path=ppt/slideLayouts/_rels/slideLayout19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9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9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s>
</file>

<file path=ppt/slideLayouts/_rels/slideLayout19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9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9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s>
</file>

<file path=ppt/slideLayouts/_rels/slideLayout19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9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9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0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0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0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0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0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0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0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0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0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0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_rels/slideLayout25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_rels/slideLayout25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hyperlink" Target="http://www.moodys.com/" TargetMode="External"/></Relationships>
</file>

<file path=ppt/slideLayouts/_rels/slideLayout25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s>
</file>

<file path=ppt/slideLayouts/_rels/slideLayout26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s>
</file>

<file path=ppt/slideLayouts/_rels/slideLayout26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s>
</file>

<file path=ppt/slideLayouts/_rels/slideLayout26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6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6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6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6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s>
</file>

<file path=ppt/slideLayouts/_rels/slideLayout26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s>
</file>

<file path=ppt/slideLayouts/_rels/slideLayout26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s>
</file>

<file path=ppt/slideLayouts/_rels/slideLayout27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png"/></Relationships>
</file>

<file path=ppt/slideLayouts/_rels/slideLayout27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7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7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s>
</file>

<file path=ppt/slideLayouts/_rels/slideLayout27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s>
</file>

<file path=ppt/slideLayouts/_rels/slideLayout27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7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7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s>
</file>

<file path=ppt/slideLayouts/_rels/slideLayout27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7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8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s>
</file>

<file path=ppt/slideLayouts/_rels/slideLayout28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8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8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8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8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8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8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8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8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9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9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9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9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9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9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9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9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9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9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0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0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0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0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0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0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0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0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0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0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1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1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1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1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1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1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1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1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1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1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2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2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2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2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2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2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2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3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3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3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3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3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3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s>
</file>

<file path=ppt/slideLayouts/_rels/slideLayout33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s>
</file>

<file path=ppt/slideLayouts/_rels/slideLayout3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3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3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4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hyperlink" Target="http://www.moodys.com/" TargetMode="Externa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Cover 1">
    <p:bg>
      <p:bgPr>
        <a:solidFill>
          <a:schemeClr val="bg2"/>
        </a:solidFill>
        <a:effectLst/>
      </p:bgPr>
    </p:bg>
    <p:spTree>
      <p:nvGrpSpPr>
        <p:cNvPr id="1" name=""/>
        <p:cNvGrpSpPr/>
        <p:nvPr/>
      </p:nvGrpSpPr>
      <p:grpSpPr>
        <a:xfrm>
          <a:off x="0" y="0"/>
          <a:ext cx="0" cy="0"/>
          <a:chOff x="0" y="0"/>
          <a:chExt cx="0" cy="0"/>
        </a:xfrm>
      </p:grpSpPr>
      <p:pic>
        <p:nvPicPr>
          <p:cNvPr id="7" name="Picture 6" descr="A blue and black background&#10;&#10;Description automatically generated">
            <a:extLst>
              <a:ext uri="{FF2B5EF4-FFF2-40B4-BE49-F238E27FC236}">
                <a16:creationId xmlns:a16="http://schemas.microsoft.com/office/drawing/2014/main" id="{78834B98-F94F-BBE0-213C-85AFCDC4764F}"/>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hidden">
          <a:xfrm>
            <a:off x="0" y="-1"/>
            <a:ext cx="12192000" cy="6858000"/>
          </a:xfrm>
          <a:prstGeom prst="rect">
            <a:avLst/>
          </a:prstGeom>
        </p:spPr>
      </p:pic>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46099" y="3552825"/>
            <a:ext cx="5445125" cy="2179638"/>
          </a:xfrm>
          <a:prstGeom prst="rect">
            <a:avLst/>
          </a:prstGeom>
        </p:spPr>
        <p:txBody>
          <a:bodyPr anchor="b"/>
          <a:lstStyle>
            <a:lvl1pPr>
              <a:defRPr b="0" i="0">
                <a:solidFill>
                  <a:schemeClr val="tx1"/>
                </a:solidFill>
              </a:defRPr>
            </a:lvl1pPr>
          </a:lstStyle>
          <a:p>
            <a:r>
              <a:rPr lang="en-US"/>
              <a:t>Click to edit Master title style</a:t>
            </a:r>
          </a:p>
        </p:txBody>
      </p:sp>
      <p:sp>
        <p:nvSpPr>
          <p:cNvPr id="10" name="Freeform 5">
            <a:extLst>
              <a:ext uri="{FF2B5EF4-FFF2-40B4-BE49-F238E27FC236}">
                <a16:creationId xmlns:a16="http://schemas.microsoft.com/office/drawing/2014/main" id="{D38E589A-C29C-8E0A-54D9-0FD61209638A}"/>
              </a:ext>
            </a:extLst>
          </p:cNvPr>
          <p:cNvSpPr/>
          <p:nvPr userDrawn="1"/>
        </p:nvSpPr>
        <p:spPr bwMode="black">
          <a:xfrm>
            <a:off x="539749" y="502825"/>
            <a:ext cx="11098213" cy="1839149"/>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solidFill>
                <a:schemeClr val="tx1"/>
              </a:solidFill>
            </a:endParaRPr>
          </a:p>
        </p:txBody>
      </p:sp>
      <p:sp>
        <p:nvSpPr>
          <p:cNvPr id="12" name="Text Placeholder 11">
            <a:extLst>
              <a:ext uri="{FF2B5EF4-FFF2-40B4-BE49-F238E27FC236}">
                <a16:creationId xmlns:a16="http://schemas.microsoft.com/office/drawing/2014/main" id="{E72AFBB8-BCA9-94F3-D205-3A4D41E4862E}"/>
              </a:ext>
            </a:extLst>
          </p:cNvPr>
          <p:cNvSpPr>
            <a:spLocks noGrp="1"/>
          </p:cNvSpPr>
          <p:nvPr>
            <p:ph type="body" sz="quarter" idx="11" hasCustomPrompt="1"/>
          </p:nvPr>
        </p:nvSpPr>
        <p:spPr>
          <a:xfrm>
            <a:off x="3367089" y="6311900"/>
            <a:ext cx="5445126" cy="269875"/>
          </a:xfrm>
        </p:spPr>
        <p:txBody>
          <a:bodyPr anchor="b">
            <a:normAutofit/>
          </a:bodyPr>
          <a:lstStyle>
            <a:lvl1pPr marL="0" algn="l" defTabSz="914400" rtl="0" eaLnBrk="1" latinLnBrk="0" hangingPunct="1">
              <a:defRPr lang="en-US" sz="1000" b="0" i="0" kern="1200" dirty="0" smtClean="0">
                <a:solidFill>
                  <a:schemeClr val="tx1"/>
                </a:solidFill>
                <a:latin typeface="+mn-lt"/>
                <a:ea typeface="GT America Regular" pitchFamily="2" charset="77"/>
                <a:cs typeface="GT America Regular" pitchFamily="2" charset="77"/>
              </a:defRPr>
            </a:lvl1pPr>
            <a:lvl2pPr>
              <a:defRPr sz="1000"/>
            </a:lvl2pPr>
            <a:lvl3pPr marL="0" indent="0">
              <a:buNone/>
              <a:defRPr sz="1000"/>
            </a:lvl3pPr>
            <a:lvl4pPr marL="0" indent="0">
              <a:defRPr sz="1000"/>
            </a:lvl4pPr>
            <a:lvl5pPr marL="0" indent="0">
              <a:buNone/>
              <a:defRPr sz="1000"/>
            </a:lvl5pPr>
            <a:lvl6pPr marL="0" indent="0">
              <a:defRPr sz="1000"/>
            </a:lvl6pPr>
            <a:lvl7pPr marL="0" indent="0">
              <a:buNone/>
              <a:defRPr sz="1000"/>
            </a:lvl7pPr>
            <a:lvl8pPr marL="0" indent="0">
              <a:defRPr sz="1000"/>
            </a:lvl8pPr>
            <a:lvl9pPr marL="0" indent="0">
              <a:buNone/>
              <a:defRPr sz="1000"/>
            </a:lvl9pPr>
          </a:lstStyle>
          <a:p>
            <a:pPr lvl="0"/>
            <a:r>
              <a:rPr lang="en-US"/>
              <a:t>Title Department</a:t>
            </a:r>
          </a:p>
        </p:txBody>
      </p:sp>
      <p:sp>
        <p:nvSpPr>
          <p:cNvPr id="3" name="Date Placeholder 3">
            <a:extLst>
              <a:ext uri="{FF2B5EF4-FFF2-40B4-BE49-F238E27FC236}">
                <a16:creationId xmlns:a16="http://schemas.microsoft.com/office/drawing/2014/main" id="{7A00869A-4EEC-6377-9755-BE0859C5FBE0}"/>
              </a:ext>
            </a:extLst>
          </p:cNvPr>
          <p:cNvSpPr>
            <a:spLocks noGrp="1"/>
          </p:cNvSpPr>
          <p:nvPr>
            <p:ph type="dt" sz="half" idx="2"/>
          </p:nvPr>
        </p:nvSpPr>
        <p:spPr>
          <a:xfrm>
            <a:off x="9013829" y="6311900"/>
            <a:ext cx="2619375" cy="269875"/>
          </a:xfrm>
          <a:prstGeom prst="rect">
            <a:avLst/>
          </a:prstGeom>
        </p:spPr>
        <p:txBody>
          <a:bodyPr vert="horz" lIns="0" tIns="0" rIns="0" bIns="0" rtlCol="0" anchor="b" anchorCtr="0"/>
          <a:lstStyle>
            <a:lvl1pPr algn="r">
              <a:defRPr sz="1000">
                <a:solidFill>
                  <a:schemeClr val="tx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
        <p:nvSpPr>
          <p:cNvPr id="13" name="Text Placeholder 12">
            <a:extLst>
              <a:ext uri="{FF2B5EF4-FFF2-40B4-BE49-F238E27FC236}">
                <a16:creationId xmlns:a16="http://schemas.microsoft.com/office/drawing/2014/main" id="{C423DB64-C228-437F-B60D-1E1BE27A7AAF}"/>
              </a:ext>
            </a:extLst>
          </p:cNvPr>
          <p:cNvSpPr>
            <a:spLocks noGrp="1"/>
          </p:cNvSpPr>
          <p:nvPr>
            <p:ph type="body" sz="quarter" idx="99" hasCustomPrompt="1"/>
          </p:nvPr>
        </p:nvSpPr>
        <p:spPr>
          <a:xfrm>
            <a:off x="539750" y="6311900"/>
            <a:ext cx="2619375" cy="269875"/>
          </a:xfrm>
        </p:spPr>
        <p:txBody>
          <a:bodyPr anchor="b">
            <a:noAutofit/>
          </a:bodyPr>
          <a:lstStyle>
            <a:lvl1pPr>
              <a:defRPr sz="1000" b="0"/>
            </a:lvl1pPr>
            <a:lvl2pP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Single presenter</a:t>
            </a:r>
          </a:p>
        </p:txBody>
      </p:sp>
      <p:sp>
        <p:nvSpPr>
          <p:cNvPr id="16" name="Text Placeholder 15">
            <a:extLst>
              <a:ext uri="{FF2B5EF4-FFF2-40B4-BE49-F238E27FC236}">
                <a16:creationId xmlns:a16="http://schemas.microsoft.com/office/drawing/2014/main" id="{98C70801-2682-CDF2-4AEE-21379A10EAB6}"/>
              </a:ext>
            </a:extLst>
          </p:cNvPr>
          <p:cNvSpPr>
            <a:spLocks noGrp="1"/>
          </p:cNvSpPr>
          <p:nvPr>
            <p:ph type="body" sz="quarter" idx="100" hasCustomPrompt="1"/>
          </p:nvPr>
        </p:nvSpPr>
        <p:spPr>
          <a:xfrm>
            <a:off x="546099" y="3014450"/>
            <a:ext cx="2615184" cy="281478"/>
          </a:xfrm>
        </p:spPr>
        <p:txBody>
          <a:bodyPr>
            <a:noAutofit/>
          </a:bodyPr>
          <a:lstStyle>
            <a:lvl1pPr>
              <a:defRPr sz="1000"/>
            </a:lvl1pPr>
            <a:lvl2pPr marL="285750" indent="-285750">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1</a:t>
            </a:r>
          </a:p>
        </p:txBody>
      </p:sp>
      <p:sp>
        <p:nvSpPr>
          <p:cNvPr id="18" name="Text Placeholder 17">
            <a:extLst>
              <a:ext uri="{FF2B5EF4-FFF2-40B4-BE49-F238E27FC236}">
                <a16:creationId xmlns:a16="http://schemas.microsoft.com/office/drawing/2014/main" id="{94B37353-6985-FCA6-CD38-4B2A083EC280}"/>
              </a:ext>
            </a:extLst>
          </p:cNvPr>
          <p:cNvSpPr>
            <a:spLocks noGrp="1"/>
          </p:cNvSpPr>
          <p:nvPr>
            <p:ph type="body" sz="quarter" idx="101" hasCustomPrompt="1"/>
          </p:nvPr>
        </p:nvSpPr>
        <p:spPr>
          <a:xfrm>
            <a:off x="3386138" y="3009900"/>
            <a:ext cx="2615184" cy="286028"/>
          </a:xfrm>
        </p:spPr>
        <p:txBody>
          <a:bodyPr>
            <a:noAutofit/>
          </a:bodyPr>
          <a:lstStyle>
            <a:lvl1pPr>
              <a:defRPr sz="1000"/>
            </a:lvl1pPr>
            <a:lvl2pPr marL="284163" indent="-284163">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2</a:t>
            </a:r>
          </a:p>
        </p:txBody>
      </p:sp>
      <p:sp>
        <p:nvSpPr>
          <p:cNvPr id="20" name="Text Placeholder 19">
            <a:extLst>
              <a:ext uri="{FF2B5EF4-FFF2-40B4-BE49-F238E27FC236}">
                <a16:creationId xmlns:a16="http://schemas.microsoft.com/office/drawing/2014/main" id="{6BA32A09-37DC-FCBC-7D07-E937258863A2}"/>
              </a:ext>
            </a:extLst>
          </p:cNvPr>
          <p:cNvSpPr>
            <a:spLocks noGrp="1"/>
          </p:cNvSpPr>
          <p:nvPr>
            <p:ph type="body" sz="quarter" idx="102" hasCustomPrompt="1"/>
          </p:nvPr>
        </p:nvSpPr>
        <p:spPr>
          <a:xfrm>
            <a:off x="6194425" y="3009900"/>
            <a:ext cx="2615184" cy="286028"/>
          </a:xfrm>
        </p:spPr>
        <p:txBody>
          <a:bodyPr>
            <a:normAutofit/>
          </a:bodyPr>
          <a:lstStyle>
            <a:lvl1pPr>
              <a:defRPr sz="1000"/>
            </a:lvl1pPr>
            <a:lvl2pPr marL="284163" indent="-284163">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3</a:t>
            </a:r>
          </a:p>
        </p:txBody>
      </p:sp>
    </p:spTree>
    <p:extLst>
      <p:ext uri="{BB962C8B-B14F-4D97-AF65-F5344CB8AC3E}">
        <p14:creationId xmlns:p14="http://schemas.microsoft.com/office/powerpoint/2010/main" val="1686483626"/>
      </p:ext>
    </p:extLst>
  </p:cSld>
  <p:clrMapOvr>
    <a:overrideClrMapping bg1="dk1" tx1="lt1" bg2="dk2" tx2="lt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ver 2">
    <p:bg>
      <p:bgPr>
        <a:solidFill>
          <a:schemeClr val="bg2"/>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78834B98-F94F-BBE0-213C-85AFCDC4764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t="8922" b="11853"/>
          <a:stretch/>
        </p:blipFill>
        <p:spPr bwMode="hidden">
          <a:xfrm>
            <a:off x="0" y="0"/>
            <a:ext cx="12188952" cy="6858000"/>
          </a:xfrm>
          <a:prstGeom prst="rect">
            <a:avLst/>
          </a:prstGeom>
        </p:spPr>
      </p:pic>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3552825"/>
            <a:ext cx="5441950" cy="2179638"/>
          </a:xfrm>
          <a:prstGeom prst="rect">
            <a:avLst/>
          </a:prstGeom>
        </p:spPr>
        <p:txBody>
          <a:bodyPr anchor="b"/>
          <a:lstStyle>
            <a:lvl1pPr>
              <a:defRPr>
                <a:solidFill>
                  <a:schemeClr val="tx1"/>
                </a:solidFill>
              </a:defRPr>
            </a:lvl1pPr>
          </a:lstStyle>
          <a:p>
            <a:r>
              <a:rPr lang="en-US"/>
              <a:t>Click to edit Master title style</a:t>
            </a:r>
          </a:p>
        </p:txBody>
      </p:sp>
      <p:sp>
        <p:nvSpPr>
          <p:cNvPr id="10" name="Freeform 5">
            <a:extLst>
              <a:ext uri="{FF2B5EF4-FFF2-40B4-BE49-F238E27FC236}">
                <a16:creationId xmlns:a16="http://schemas.microsoft.com/office/drawing/2014/main" id="{D38E589A-C29C-8E0A-54D9-0FD61209638A}"/>
              </a:ext>
            </a:extLst>
          </p:cNvPr>
          <p:cNvSpPr/>
          <p:nvPr userDrawn="1"/>
        </p:nvSpPr>
        <p:spPr bwMode="black">
          <a:xfrm>
            <a:off x="539749" y="502825"/>
            <a:ext cx="11098213" cy="1839149"/>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solidFill>
                <a:schemeClr val="tx1"/>
              </a:solidFill>
            </a:endParaRPr>
          </a:p>
        </p:txBody>
      </p:sp>
      <p:sp>
        <p:nvSpPr>
          <p:cNvPr id="4" name="Text Placeholder 11">
            <a:extLst>
              <a:ext uri="{FF2B5EF4-FFF2-40B4-BE49-F238E27FC236}">
                <a16:creationId xmlns:a16="http://schemas.microsoft.com/office/drawing/2014/main" id="{15C7BCFF-949E-6B1A-9E84-4E640E43A099}"/>
              </a:ext>
            </a:extLst>
          </p:cNvPr>
          <p:cNvSpPr>
            <a:spLocks noGrp="1"/>
          </p:cNvSpPr>
          <p:nvPr>
            <p:ph type="body" sz="quarter" idx="11" hasCustomPrompt="1"/>
          </p:nvPr>
        </p:nvSpPr>
        <p:spPr>
          <a:xfrm>
            <a:off x="3367089" y="6311900"/>
            <a:ext cx="5445126" cy="269875"/>
          </a:xfrm>
        </p:spPr>
        <p:txBody>
          <a:bodyPr anchor="b">
            <a:normAutofit/>
          </a:bodyPr>
          <a:lstStyle>
            <a:lvl1pPr marL="0" algn="l" defTabSz="914400" rtl="0" eaLnBrk="1" latinLnBrk="0" hangingPunct="1">
              <a:defRPr lang="en-US" sz="1000" b="0" i="0" kern="1200" dirty="0" smtClean="0">
                <a:solidFill>
                  <a:schemeClr val="tx1"/>
                </a:solidFill>
                <a:latin typeface="+mn-lt"/>
                <a:ea typeface="GT America Regular" pitchFamily="2" charset="77"/>
                <a:cs typeface="GT America Regular" pitchFamily="2" charset="77"/>
              </a:defRPr>
            </a:lvl1pPr>
            <a:lvl2pPr>
              <a:defRPr sz="1000"/>
            </a:lvl2pPr>
            <a:lvl3pPr marL="0" indent="0">
              <a:buNone/>
              <a:defRPr sz="1000"/>
            </a:lvl3pPr>
            <a:lvl4pPr marL="0" indent="0">
              <a:defRPr sz="1000"/>
            </a:lvl4pPr>
            <a:lvl5pPr marL="0" indent="0">
              <a:buNone/>
              <a:defRPr sz="1000"/>
            </a:lvl5pPr>
            <a:lvl6pPr marL="0" indent="0">
              <a:defRPr sz="1000"/>
            </a:lvl6pPr>
            <a:lvl7pPr marL="0" indent="0">
              <a:buNone/>
              <a:defRPr sz="1000"/>
            </a:lvl7pPr>
            <a:lvl8pPr marL="0" indent="0">
              <a:defRPr sz="1000"/>
            </a:lvl8pPr>
            <a:lvl9pPr marL="0" indent="0">
              <a:buNone/>
              <a:defRPr sz="1000"/>
            </a:lvl9pPr>
          </a:lstStyle>
          <a:p>
            <a:pPr lvl="0"/>
            <a:r>
              <a:rPr lang="en-US"/>
              <a:t>Title Department</a:t>
            </a:r>
          </a:p>
        </p:txBody>
      </p:sp>
      <p:sp>
        <p:nvSpPr>
          <p:cNvPr id="3" name="Date Placeholder 3">
            <a:extLst>
              <a:ext uri="{FF2B5EF4-FFF2-40B4-BE49-F238E27FC236}">
                <a16:creationId xmlns:a16="http://schemas.microsoft.com/office/drawing/2014/main" id="{8535D649-E56D-F236-C1A7-0EB194B6CA32}"/>
              </a:ext>
            </a:extLst>
          </p:cNvPr>
          <p:cNvSpPr>
            <a:spLocks noGrp="1"/>
          </p:cNvSpPr>
          <p:nvPr>
            <p:ph type="dt" sz="half" idx="2"/>
          </p:nvPr>
        </p:nvSpPr>
        <p:spPr>
          <a:xfrm>
            <a:off x="9013829" y="6311900"/>
            <a:ext cx="2619375" cy="269875"/>
          </a:xfrm>
          <a:prstGeom prst="rect">
            <a:avLst/>
          </a:prstGeom>
        </p:spPr>
        <p:txBody>
          <a:bodyPr vert="horz" lIns="0" tIns="0" rIns="0" bIns="0" rtlCol="0" anchor="b" anchorCtr="0"/>
          <a:lstStyle>
            <a:lvl1pPr algn="r">
              <a:defRPr sz="1000">
                <a:solidFill>
                  <a:schemeClr val="tx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
        <p:nvSpPr>
          <p:cNvPr id="11" name="Text Placeholder 12">
            <a:extLst>
              <a:ext uri="{FF2B5EF4-FFF2-40B4-BE49-F238E27FC236}">
                <a16:creationId xmlns:a16="http://schemas.microsoft.com/office/drawing/2014/main" id="{47CB2CEE-A03C-EC89-5AB0-73F5282BA36C}"/>
              </a:ext>
            </a:extLst>
          </p:cNvPr>
          <p:cNvSpPr>
            <a:spLocks noGrp="1"/>
          </p:cNvSpPr>
          <p:nvPr>
            <p:ph type="body" sz="quarter" idx="99" hasCustomPrompt="1"/>
          </p:nvPr>
        </p:nvSpPr>
        <p:spPr>
          <a:xfrm>
            <a:off x="539750" y="6311900"/>
            <a:ext cx="2619375" cy="269875"/>
          </a:xfrm>
        </p:spPr>
        <p:txBody>
          <a:bodyPr anchor="b">
            <a:noAutofit/>
          </a:bodyPr>
          <a:lstStyle>
            <a:lvl1pPr>
              <a:defRPr sz="1000" b="0"/>
            </a:lvl1pPr>
            <a:lvl2pP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Single presenter</a:t>
            </a:r>
          </a:p>
        </p:txBody>
      </p:sp>
      <p:sp>
        <p:nvSpPr>
          <p:cNvPr id="12" name="Text Placeholder 15">
            <a:extLst>
              <a:ext uri="{FF2B5EF4-FFF2-40B4-BE49-F238E27FC236}">
                <a16:creationId xmlns:a16="http://schemas.microsoft.com/office/drawing/2014/main" id="{0376D71A-71A9-510A-D341-C8B568EA210C}"/>
              </a:ext>
            </a:extLst>
          </p:cNvPr>
          <p:cNvSpPr>
            <a:spLocks noGrp="1"/>
          </p:cNvSpPr>
          <p:nvPr>
            <p:ph type="body" sz="quarter" idx="100" hasCustomPrompt="1"/>
          </p:nvPr>
        </p:nvSpPr>
        <p:spPr>
          <a:xfrm>
            <a:off x="546099" y="3014450"/>
            <a:ext cx="2615184" cy="281478"/>
          </a:xfrm>
        </p:spPr>
        <p:txBody>
          <a:bodyPr>
            <a:noAutofit/>
          </a:bodyPr>
          <a:lstStyle>
            <a:lvl1pPr>
              <a:defRPr sz="1000"/>
            </a:lvl1pPr>
            <a:lvl2pPr marL="285750" indent="-285750">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1</a:t>
            </a:r>
          </a:p>
        </p:txBody>
      </p:sp>
      <p:sp>
        <p:nvSpPr>
          <p:cNvPr id="13" name="Text Placeholder 17">
            <a:extLst>
              <a:ext uri="{FF2B5EF4-FFF2-40B4-BE49-F238E27FC236}">
                <a16:creationId xmlns:a16="http://schemas.microsoft.com/office/drawing/2014/main" id="{1C83BB37-A25F-C543-4845-494814497A5A}"/>
              </a:ext>
            </a:extLst>
          </p:cNvPr>
          <p:cNvSpPr>
            <a:spLocks noGrp="1"/>
          </p:cNvSpPr>
          <p:nvPr>
            <p:ph type="body" sz="quarter" idx="101" hasCustomPrompt="1"/>
          </p:nvPr>
        </p:nvSpPr>
        <p:spPr>
          <a:xfrm>
            <a:off x="3386138" y="3009900"/>
            <a:ext cx="2615184" cy="286028"/>
          </a:xfrm>
        </p:spPr>
        <p:txBody>
          <a:bodyPr>
            <a:noAutofit/>
          </a:bodyPr>
          <a:lstStyle>
            <a:lvl1pPr>
              <a:defRPr sz="1000"/>
            </a:lvl1pPr>
            <a:lvl2pPr marL="284163" indent="-284163">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2</a:t>
            </a:r>
          </a:p>
        </p:txBody>
      </p:sp>
      <p:sp>
        <p:nvSpPr>
          <p:cNvPr id="14" name="Text Placeholder 19">
            <a:extLst>
              <a:ext uri="{FF2B5EF4-FFF2-40B4-BE49-F238E27FC236}">
                <a16:creationId xmlns:a16="http://schemas.microsoft.com/office/drawing/2014/main" id="{52E7508F-569C-0E55-9BA1-A12C84FB7A5D}"/>
              </a:ext>
            </a:extLst>
          </p:cNvPr>
          <p:cNvSpPr>
            <a:spLocks noGrp="1"/>
          </p:cNvSpPr>
          <p:nvPr>
            <p:ph type="body" sz="quarter" idx="102" hasCustomPrompt="1"/>
          </p:nvPr>
        </p:nvSpPr>
        <p:spPr>
          <a:xfrm>
            <a:off x="6194425" y="3009900"/>
            <a:ext cx="2615184" cy="286028"/>
          </a:xfrm>
        </p:spPr>
        <p:txBody>
          <a:bodyPr>
            <a:normAutofit/>
          </a:bodyPr>
          <a:lstStyle>
            <a:lvl1pPr>
              <a:defRPr sz="1000"/>
            </a:lvl1pPr>
            <a:lvl2pPr marL="284163" indent="-284163">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3</a:t>
            </a:r>
          </a:p>
        </p:txBody>
      </p:sp>
    </p:spTree>
    <p:extLst>
      <p:ext uri="{BB962C8B-B14F-4D97-AF65-F5344CB8AC3E}">
        <p14:creationId xmlns:p14="http://schemas.microsoft.com/office/powerpoint/2010/main" val="2156966986"/>
      </p:ext>
    </p:extLst>
  </p:cSld>
  <p:clrMapOvr>
    <a:overrideClrMapping bg1="dk1" tx1="lt1" bg2="dk2" tx2="lt2" accent1="accent1" accent2="accent2" accent3="accent3" accent4="accent4" accent5="accent5" accent6="accent6" hlink="hlink" folHlink="folHlink"/>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Cover 3">
    <p:bg>
      <p:bgPr>
        <a:solidFill>
          <a:schemeClr val="bg2"/>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78834B98-F94F-BBE0-213C-85AFCDC4764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t="8922" b="11853"/>
          <a:stretch/>
        </p:blipFill>
        <p:spPr bwMode="hidden">
          <a:xfrm>
            <a:off x="-5621" y="0"/>
            <a:ext cx="12188952" cy="6858000"/>
          </a:xfrm>
          <a:prstGeom prst="rect">
            <a:avLst/>
          </a:prstGeom>
        </p:spPr>
      </p:pic>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3552825"/>
            <a:ext cx="5441950" cy="2179638"/>
          </a:xfrm>
          <a:prstGeom prst="rect">
            <a:avLst/>
          </a:prstGeom>
        </p:spPr>
        <p:txBody>
          <a:bodyPr anchor="b"/>
          <a:lstStyle>
            <a:lvl1pPr>
              <a:defRPr>
                <a:solidFill>
                  <a:schemeClr val="tx1"/>
                </a:solidFill>
              </a:defRPr>
            </a:lvl1pPr>
          </a:lstStyle>
          <a:p>
            <a:r>
              <a:rPr lang="en-US"/>
              <a:t>Click to edit Master title style</a:t>
            </a:r>
          </a:p>
        </p:txBody>
      </p:sp>
      <p:sp>
        <p:nvSpPr>
          <p:cNvPr id="6" name="Freeform 5">
            <a:extLst>
              <a:ext uri="{FF2B5EF4-FFF2-40B4-BE49-F238E27FC236}">
                <a16:creationId xmlns:a16="http://schemas.microsoft.com/office/drawing/2014/main" id="{EBC8BAC9-2F39-70BA-C3AC-DE7DA1042A5B}"/>
              </a:ext>
            </a:extLst>
          </p:cNvPr>
          <p:cNvSpPr/>
          <p:nvPr userDrawn="1"/>
        </p:nvSpPr>
        <p:spPr bwMode="black">
          <a:xfrm>
            <a:off x="539750" y="545106"/>
            <a:ext cx="2635250" cy="436702"/>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solidFill>
                <a:schemeClr val="tx1"/>
              </a:solidFill>
            </a:endParaRPr>
          </a:p>
        </p:txBody>
      </p:sp>
      <p:sp>
        <p:nvSpPr>
          <p:cNvPr id="4" name="Text Placeholder 11">
            <a:extLst>
              <a:ext uri="{FF2B5EF4-FFF2-40B4-BE49-F238E27FC236}">
                <a16:creationId xmlns:a16="http://schemas.microsoft.com/office/drawing/2014/main" id="{6FA1FE30-4DE2-0D36-81F6-894372591DE3}"/>
              </a:ext>
            </a:extLst>
          </p:cNvPr>
          <p:cNvSpPr>
            <a:spLocks noGrp="1"/>
          </p:cNvSpPr>
          <p:nvPr>
            <p:ph type="body" sz="quarter" idx="11" hasCustomPrompt="1"/>
          </p:nvPr>
        </p:nvSpPr>
        <p:spPr>
          <a:xfrm>
            <a:off x="3367089" y="6311900"/>
            <a:ext cx="5445126" cy="269875"/>
          </a:xfrm>
        </p:spPr>
        <p:txBody>
          <a:bodyPr anchor="b">
            <a:normAutofit/>
          </a:bodyPr>
          <a:lstStyle>
            <a:lvl1pPr marL="0" algn="l" defTabSz="914400" rtl="0" eaLnBrk="1" latinLnBrk="0" hangingPunct="1">
              <a:defRPr lang="en-US" sz="1000" b="0" i="0" kern="1200" dirty="0" smtClean="0">
                <a:solidFill>
                  <a:schemeClr val="tx1"/>
                </a:solidFill>
                <a:latin typeface="+mn-lt"/>
                <a:ea typeface="GT America Regular" pitchFamily="2" charset="77"/>
                <a:cs typeface="GT America Regular" pitchFamily="2" charset="77"/>
              </a:defRPr>
            </a:lvl1pPr>
            <a:lvl2pPr>
              <a:defRPr sz="1000"/>
            </a:lvl2pPr>
            <a:lvl3pPr marL="0" indent="0">
              <a:buNone/>
              <a:defRPr sz="1000"/>
            </a:lvl3pPr>
            <a:lvl4pPr marL="0" indent="0">
              <a:defRPr sz="1000"/>
            </a:lvl4pPr>
            <a:lvl5pPr marL="0" indent="0">
              <a:buNone/>
              <a:defRPr sz="1000"/>
            </a:lvl5pPr>
            <a:lvl6pPr marL="0" indent="0">
              <a:defRPr sz="1000"/>
            </a:lvl6pPr>
            <a:lvl7pPr marL="0" indent="0">
              <a:buNone/>
              <a:defRPr sz="1000"/>
            </a:lvl7pPr>
            <a:lvl8pPr marL="0" indent="0">
              <a:defRPr sz="1000"/>
            </a:lvl8pPr>
            <a:lvl9pPr marL="0" indent="0">
              <a:buNone/>
              <a:defRPr sz="1000"/>
            </a:lvl9pPr>
          </a:lstStyle>
          <a:p>
            <a:pPr lvl="0"/>
            <a:r>
              <a:rPr lang="en-US"/>
              <a:t>Title Department</a:t>
            </a:r>
          </a:p>
        </p:txBody>
      </p:sp>
      <p:sp>
        <p:nvSpPr>
          <p:cNvPr id="3" name="Date Placeholder 3">
            <a:extLst>
              <a:ext uri="{FF2B5EF4-FFF2-40B4-BE49-F238E27FC236}">
                <a16:creationId xmlns:a16="http://schemas.microsoft.com/office/drawing/2014/main" id="{553F6D28-3FA3-C8DD-333F-25AAC7FDE379}"/>
              </a:ext>
            </a:extLst>
          </p:cNvPr>
          <p:cNvSpPr>
            <a:spLocks noGrp="1"/>
          </p:cNvSpPr>
          <p:nvPr>
            <p:ph type="dt" sz="half" idx="2"/>
          </p:nvPr>
        </p:nvSpPr>
        <p:spPr>
          <a:xfrm>
            <a:off x="9013829" y="6311900"/>
            <a:ext cx="2619375" cy="269875"/>
          </a:xfrm>
          <a:prstGeom prst="rect">
            <a:avLst/>
          </a:prstGeom>
        </p:spPr>
        <p:txBody>
          <a:bodyPr vert="horz" lIns="0" tIns="0" rIns="0" bIns="0" rtlCol="0" anchor="b" anchorCtr="0"/>
          <a:lstStyle>
            <a:lvl1pPr algn="r">
              <a:defRPr sz="1000">
                <a:solidFill>
                  <a:schemeClr val="tx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
        <p:nvSpPr>
          <p:cNvPr id="9" name="Text Placeholder 8">
            <a:extLst>
              <a:ext uri="{FF2B5EF4-FFF2-40B4-BE49-F238E27FC236}">
                <a16:creationId xmlns:a16="http://schemas.microsoft.com/office/drawing/2014/main" id="{BB5660BA-32D8-A7E6-5696-BC9C94DC43BE}"/>
              </a:ext>
            </a:extLst>
          </p:cNvPr>
          <p:cNvSpPr>
            <a:spLocks noGrp="1"/>
          </p:cNvSpPr>
          <p:nvPr>
            <p:ph type="body" sz="quarter" idx="13" hasCustomPrompt="1"/>
          </p:nvPr>
        </p:nvSpPr>
        <p:spPr>
          <a:xfrm>
            <a:off x="6194424" y="696913"/>
            <a:ext cx="5438779" cy="430212"/>
          </a:xfrm>
        </p:spPr>
        <p:txBody>
          <a:bodyPr tIns="91440">
            <a:noAutofit/>
          </a:bodyPr>
          <a:lstStyle>
            <a:lvl1pPr marL="0" indent="0" algn="r">
              <a:buFont typeface="Arial" panose="020B0604020202020204" pitchFamily="34" charset="0"/>
              <a:buNone/>
              <a:defRPr sz="1600" b="1">
                <a:solidFill>
                  <a:schemeClr val="tx1"/>
                </a:solidFill>
              </a:defRPr>
            </a:lvl1pPr>
            <a:lvl2pPr marL="0" indent="0" algn="r">
              <a:buNone/>
              <a:defRPr sz="1600" b="1">
                <a:solidFill>
                  <a:schemeClr val="tx1"/>
                </a:solidFill>
              </a:defRPr>
            </a:lvl2pPr>
            <a:lvl3pPr marL="0" indent="0" algn="r">
              <a:buNone/>
              <a:defRPr sz="1600" b="1">
                <a:solidFill>
                  <a:schemeClr val="tx1"/>
                </a:solidFill>
              </a:defRPr>
            </a:lvl3pPr>
            <a:lvl4pPr marL="0" indent="0" algn="r">
              <a:buNone/>
              <a:defRPr sz="1600" b="1">
                <a:solidFill>
                  <a:schemeClr val="tx1"/>
                </a:solidFill>
              </a:defRPr>
            </a:lvl4pPr>
            <a:lvl5pPr marL="0" indent="0" algn="r">
              <a:buFont typeface="Arial" panose="020B0604020202020204" pitchFamily="34" charset="0"/>
              <a:buNone/>
              <a:defRPr sz="1600" b="1">
                <a:solidFill>
                  <a:schemeClr val="tx1"/>
                </a:solidFill>
              </a:defRPr>
            </a:lvl5pPr>
            <a:lvl6pPr marL="0" indent="0" algn="r">
              <a:buNone/>
              <a:defRPr sz="1600" b="1">
                <a:solidFill>
                  <a:schemeClr val="tx1"/>
                </a:solidFill>
              </a:defRPr>
            </a:lvl6pPr>
            <a:lvl7pPr marL="0" indent="0" algn="r">
              <a:buNone/>
              <a:defRPr sz="1600" b="1">
                <a:solidFill>
                  <a:schemeClr val="tx1"/>
                </a:solidFill>
              </a:defRPr>
            </a:lvl7pPr>
            <a:lvl8pPr marL="0" indent="0" algn="r">
              <a:buNone/>
              <a:defRPr sz="1600" b="1">
                <a:solidFill>
                  <a:schemeClr val="tx1"/>
                </a:solidFill>
              </a:defRPr>
            </a:lvl8pPr>
            <a:lvl9pPr marL="0" indent="0" algn="r">
              <a:buNone/>
              <a:defRPr sz="1600" b="1">
                <a:solidFill>
                  <a:schemeClr val="tx1"/>
                </a:solidFill>
              </a:defRPr>
            </a:lvl9pPr>
          </a:lstStyle>
          <a:p>
            <a:pPr lvl="0"/>
            <a:r>
              <a:rPr lang="en-US"/>
              <a:t>Division / Geography</a:t>
            </a:r>
          </a:p>
        </p:txBody>
      </p:sp>
      <p:sp>
        <p:nvSpPr>
          <p:cNvPr id="20" name="Text Placeholder 12">
            <a:extLst>
              <a:ext uri="{FF2B5EF4-FFF2-40B4-BE49-F238E27FC236}">
                <a16:creationId xmlns:a16="http://schemas.microsoft.com/office/drawing/2014/main" id="{FBA29B2B-670B-AAB2-BC37-FE5A168EDEA0}"/>
              </a:ext>
            </a:extLst>
          </p:cNvPr>
          <p:cNvSpPr>
            <a:spLocks noGrp="1"/>
          </p:cNvSpPr>
          <p:nvPr>
            <p:ph type="body" sz="quarter" idx="99" hasCustomPrompt="1"/>
          </p:nvPr>
        </p:nvSpPr>
        <p:spPr>
          <a:xfrm>
            <a:off x="539750" y="6311900"/>
            <a:ext cx="2619375" cy="269875"/>
          </a:xfrm>
        </p:spPr>
        <p:txBody>
          <a:bodyPr anchor="b">
            <a:noAutofit/>
          </a:bodyPr>
          <a:lstStyle>
            <a:lvl1pPr>
              <a:defRPr sz="1000" b="0"/>
            </a:lvl1pPr>
            <a:lvl2pP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Single presenter</a:t>
            </a:r>
          </a:p>
        </p:txBody>
      </p:sp>
      <p:sp>
        <p:nvSpPr>
          <p:cNvPr id="21" name="Text Placeholder 15">
            <a:extLst>
              <a:ext uri="{FF2B5EF4-FFF2-40B4-BE49-F238E27FC236}">
                <a16:creationId xmlns:a16="http://schemas.microsoft.com/office/drawing/2014/main" id="{835110E4-502F-E652-7077-A2CE77DA8B44}"/>
              </a:ext>
            </a:extLst>
          </p:cNvPr>
          <p:cNvSpPr>
            <a:spLocks noGrp="1"/>
          </p:cNvSpPr>
          <p:nvPr>
            <p:ph type="body" sz="quarter" idx="100" hasCustomPrompt="1"/>
          </p:nvPr>
        </p:nvSpPr>
        <p:spPr>
          <a:xfrm>
            <a:off x="546099" y="3014450"/>
            <a:ext cx="2615184" cy="281478"/>
          </a:xfrm>
        </p:spPr>
        <p:txBody>
          <a:bodyPr>
            <a:noAutofit/>
          </a:bodyPr>
          <a:lstStyle>
            <a:lvl1pPr>
              <a:defRPr sz="1000"/>
            </a:lvl1pPr>
            <a:lvl2pPr marL="285750" indent="-285750">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1</a:t>
            </a:r>
          </a:p>
        </p:txBody>
      </p:sp>
      <p:sp>
        <p:nvSpPr>
          <p:cNvPr id="22" name="Text Placeholder 17">
            <a:extLst>
              <a:ext uri="{FF2B5EF4-FFF2-40B4-BE49-F238E27FC236}">
                <a16:creationId xmlns:a16="http://schemas.microsoft.com/office/drawing/2014/main" id="{163AD2E7-BE7D-20B6-8408-18EA20DC4C5D}"/>
              </a:ext>
            </a:extLst>
          </p:cNvPr>
          <p:cNvSpPr>
            <a:spLocks noGrp="1"/>
          </p:cNvSpPr>
          <p:nvPr>
            <p:ph type="body" sz="quarter" idx="101" hasCustomPrompt="1"/>
          </p:nvPr>
        </p:nvSpPr>
        <p:spPr>
          <a:xfrm>
            <a:off x="3386138" y="3009900"/>
            <a:ext cx="2615184" cy="286028"/>
          </a:xfrm>
        </p:spPr>
        <p:txBody>
          <a:bodyPr>
            <a:noAutofit/>
          </a:bodyPr>
          <a:lstStyle>
            <a:lvl1pPr>
              <a:defRPr sz="1000"/>
            </a:lvl1pPr>
            <a:lvl2pPr marL="284163" indent="-284163">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2</a:t>
            </a:r>
          </a:p>
        </p:txBody>
      </p:sp>
      <p:sp>
        <p:nvSpPr>
          <p:cNvPr id="23" name="Text Placeholder 19">
            <a:extLst>
              <a:ext uri="{FF2B5EF4-FFF2-40B4-BE49-F238E27FC236}">
                <a16:creationId xmlns:a16="http://schemas.microsoft.com/office/drawing/2014/main" id="{358AEE93-EEF8-93F7-7F9A-409CBCB372CF}"/>
              </a:ext>
            </a:extLst>
          </p:cNvPr>
          <p:cNvSpPr>
            <a:spLocks noGrp="1"/>
          </p:cNvSpPr>
          <p:nvPr>
            <p:ph type="body" sz="quarter" idx="102" hasCustomPrompt="1"/>
          </p:nvPr>
        </p:nvSpPr>
        <p:spPr>
          <a:xfrm>
            <a:off x="6194425" y="3009900"/>
            <a:ext cx="2615184" cy="286028"/>
          </a:xfrm>
        </p:spPr>
        <p:txBody>
          <a:bodyPr>
            <a:normAutofit/>
          </a:bodyPr>
          <a:lstStyle>
            <a:lvl1pPr>
              <a:defRPr sz="1000"/>
            </a:lvl1pPr>
            <a:lvl2pPr marL="284163" indent="-284163">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3</a:t>
            </a:r>
          </a:p>
        </p:txBody>
      </p:sp>
    </p:spTree>
    <p:extLst>
      <p:ext uri="{BB962C8B-B14F-4D97-AF65-F5344CB8AC3E}">
        <p14:creationId xmlns:p14="http://schemas.microsoft.com/office/powerpoint/2010/main" val="3363366861"/>
      </p:ext>
    </p:extLst>
  </p:cSld>
  <p:clrMapOvr>
    <a:overrideClrMapping bg1="dk1" tx1="lt1" bg2="dk2" tx2="lt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Cover 4 - Dark Photo">
    <p:bg>
      <p:bgPr>
        <a:solidFill>
          <a:schemeClr val="tx1"/>
        </a:solidFill>
        <a:effectLst/>
      </p:bgPr>
    </p:bg>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5C77B404-B686-66A0-1A20-E42FD89A9DE9}"/>
              </a:ext>
            </a:extLst>
          </p:cNvPr>
          <p:cNvSpPr>
            <a:spLocks noGrp="1"/>
          </p:cNvSpPr>
          <p:nvPr>
            <p:ph type="pic" sz="quarter" idx="13"/>
          </p:nvPr>
        </p:nvSpPr>
        <p:spPr>
          <a:xfrm>
            <a:off x="0" y="0"/>
            <a:ext cx="12192000" cy="6857999"/>
          </a:xfrm>
          <a:custGeom>
            <a:avLst/>
            <a:gdLst>
              <a:gd name="connsiteX0" fmla="*/ 2041649 w 12192000"/>
              <a:gd name="connsiteY0" fmla="*/ 647043 h 6857999"/>
              <a:gd name="connsiteX1" fmla="*/ 2097141 w 12192000"/>
              <a:gd name="connsiteY1" fmla="*/ 647043 h 6857999"/>
              <a:gd name="connsiteX2" fmla="*/ 2185808 w 12192000"/>
              <a:gd name="connsiteY2" fmla="*/ 735711 h 6857999"/>
              <a:gd name="connsiteX3" fmla="*/ 2185808 w 12192000"/>
              <a:gd name="connsiteY3" fmla="*/ 791202 h 6857999"/>
              <a:gd name="connsiteX4" fmla="*/ 2097141 w 12192000"/>
              <a:gd name="connsiteY4" fmla="*/ 879871 h 6857999"/>
              <a:gd name="connsiteX5" fmla="*/ 2041649 w 12192000"/>
              <a:gd name="connsiteY5" fmla="*/ 879871 h 6857999"/>
              <a:gd name="connsiteX6" fmla="*/ 1685779 w 12192000"/>
              <a:gd name="connsiteY6" fmla="*/ 638600 h 6857999"/>
              <a:gd name="connsiteX7" fmla="*/ 1768415 w 12192000"/>
              <a:gd name="connsiteY7" fmla="*/ 715201 h 6857999"/>
              <a:gd name="connsiteX8" fmla="*/ 1768415 w 12192000"/>
              <a:gd name="connsiteY8" fmla="*/ 811711 h 6857999"/>
              <a:gd name="connsiteX9" fmla="*/ 1685779 w 12192000"/>
              <a:gd name="connsiteY9" fmla="*/ 888315 h 6857999"/>
              <a:gd name="connsiteX10" fmla="*/ 1603145 w 12192000"/>
              <a:gd name="connsiteY10" fmla="*/ 811711 h 6857999"/>
              <a:gd name="connsiteX11" fmla="*/ 1603145 w 12192000"/>
              <a:gd name="connsiteY11" fmla="*/ 715201 h 6857999"/>
              <a:gd name="connsiteX12" fmla="*/ 1685779 w 12192000"/>
              <a:gd name="connsiteY12" fmla="*/ 638600 h 6857999"/>
              <a:gd name="connsiteX13" fmla="*/ 1248481 w 12192000"/>
              <a:gd name="connsiteY13" fmla="*/ 638600 h 6857999"/>
              <a:gd name="connsiteX14" fmla="*/ 1331117 w 12192000"/>
              <a:gd name="connsiteY14" fmla="*/ 715201 h 6857999"/>
              <a:gd name="connsiteX15" fmla="*/ 1331117 w 12192000"/>
              <a:gd name="connsiteY15" fmla="*/ 811711 h 6857999"/>
              <a:gd name="connsiteX16" fmla="*/ 1248481 w 12192000"/>
              <a:gd name="connsiteY16" fmla="*/ 888315 h 6857999"/>
              <a:gd name="connsiteX17" fmla="*/ 1165846 w 12192000"/>
              <a:gd name="connsiteY17" fmla="*/ 811711 h 6857999"/>
              <a:gd name="connsiteX18" fmla="*/ 1165846 w 12192000"/>
              <a:gd name="connsiteY18" fmla="*/ 715201 h 6857999"/>
              <a:gd name="connsiteX19" fmla="*/ 1248481 w 12192000"/>
              <a:gd name="connsiteY19" fmla="*/ 638600 h 6857999"/>
              <a:gd name="connsiteX20" fmla="*/ 1927044 w 12192000"/>
              <a:gd name="connsiteY20" fmla="*/ 552346 h 6857999"/>
              <a:gd name="connsiteX21" fmla="*/ 1927044 w 12192000"/>
              <a:gd name="connsiteY21" fmla="*/ 974570 h 6857999"/>
              <a:gd name="connsiteX22" fmla="*/ 2097141 w 12192000"/>
              <a:gd name="connsiteY22" fmla="*/ 974570 h 6857999"/>
              <a:gd name="connsiteX23" fmla="*/ 2301618 w 12192000"/>
              <a:gd name="connsiteY23" fmla="*/ 789394 h 6857999"/>
              <a:gd name="connsiteX24" fmla="*/ 2301618 w 12192000"/>
              <a:gd name="connsiteY24" fmla="*/ 737520 h 6857999"/>
              <a:gd name="connsiteX25" fmla="*/ 2097141 w 12192000"/>
              <a:gd name="connsiteY25" fmla="*/ 552346 h 6857999"/>
              <a:gd name="connsiteX26" fmla="*/ 2266624 w 12192000"/>
              <a:gd name="connsiteY26" fmla="*/ 552345 h 6857999"/>
              <a:gd name="connsiteX27" fmla="*/ 2420435 w 12192000"/>
              <a:gd name="connsiteY27" fmla="*/ 788790 h 6857999"/>
              <a:gd name="connsiteX28" fmla="*/ 2420435 w 12192000"/>
              <a:gd name="connsiteY28" fmla="*/ 974569 h 6857999"/>
              <a:gd name="connsiteX29" fmla="*/ 2529007 w 12192000"/>
              <a:gd name="connsiteY29" fmla="*/ 974569 h 6857999"/>
              <a:gd name="connsiteX30" fmla="*/ 2529007 w 12192000"/>
              <a:gd name="connsiteY30" fmla="*/ 788790 h 6857999"/>
              <a:gd name="connsiteX31" fmla="*/ 2682817 w 12192000"/>
              <a:gd name="connsiteY31" fmla="*/ 552345 h 6857999"/>
              <a:gd name="connsiteX32" fmla="*/ 2558564 w 12192000"/>
              <a:gd name="connsiteY32" fmla="*/ 552345 h 6857999"/>
              <a:gd name="connsiteX33" fmla="*/ 2477738 w 12192000"/>
              <a:gd name="connsiteY33" fmla="*/ 685042 h 6857999"/>
              <a:gd name="connsiteX34" fmla="*/ 2396307 w 12192000"/>
              <a:gd name="connsiteY34" fmla="*/ 552345 h 6857999"/>
              <a:gd name="connsiteX35" fmla="*/ 2694276 w 12192000"/>
              <a:gd name="connsiteY35" fmla="*/ 552345 h 6857999"/>
              <a:gd name="connsiteX36" fmla="*/ 2694276 w 12192000"/>
              <a:gd name="connsiteY36" fmla="*/ 666947 h 6857999"/>
              <a:gd name="connsiteX37" fmla="*/ 2743134 w 12192000"/>
              <a:gd name="connsiteY37" fmla="*/ 666947 h 6857999"/>
              <a:gd name="connsiteX38" fmla="*/ 2710563 w 12192000"/>
              <a:gd name="connsiteY38" fmla="*/ 756821 h 6857999"/>
              <a:gd name="connsiteX39" fmla="*/ 2735293 w 12192000"/>
              <a:gd name="connsiteY39" fmla="*/ 756821 h 6857999"/>
              <a:gd name="connsiteX40" fmla="*/ 2808881 w 12192000"/>
              <a:gd name="connsiteY40" fmla="*/ 657901 h 6857999"/>
              <a:gd name="connsiteX41" fmla="*/ 2808881 w 12192000"/>
              <a:gd name="connsiteY41" fmla="*/ 552345 h 6857999"/>
              <a:gd name="connsiteX42" fmla="*/ 539750 w 12192000"/>
              <a:gd name="connsiteY42" fmla="*/ 552345 h 6857999"/>
              <a:gd name="connsiteX43" fmla="*/ 539750 w 12192000"/>
              <a:gd name="connsiteY43" fmla="*/ 974568 h 6857999"/>
              <a:gd name="connsiteX44" fmla="*/ 645307 w 12192000"/>
              <a:gd name="connsiteY44" fmla="*/ 974568 h 6857999"/>
              <a:gd name="connsiteX45" fmla="*/ 645307 w 12192000"/>
              <a:gd name="connsiteY45" fmla="*/ 700726 h 6857999"/>
              <a:gd name="connsiteX46" fmla="*/ 660385 w 12192000"/>
              <a:gd name="connsiteY46" fmla="*/ 763457 h 6857999"/>
              <a:gd name="connsiteX47" fmla="*/ 716483 w 12192000"/>
              <a:gd name="connsiteY47" fmla="*/ 974568 h 6857999"/>
              <a:gd name="connsiteX48" fmla="*/ 827466 w 12192000"/>
              <a:gd name="connsiteY48" fmla="*/ 974568 h 6857999"/>
              <a:gd name="connsiteX49" fmla="*/ 883562 w 12192000"/>
              <a:gd name="connsiteY49" fmla="*/ 763457 h 6857999"/>
              <a:gd name="connsiteX50" fmla="*/ 898643 w 12192000"/>
              <a:gd name="connsiteY50" fmla="*/ 700726 h 6857999"/>
              <a:gd name="connsiteX51" fmla="*/ 898643 w 12192000"/>
              <a:gd name="connsiteY51" fmla="*/ 974568 h 6857999"/>
              <a:gd name="connsiteX52" fmla="*/ 1006610 w 12192000"/>
              <a:gd name="connsiteY52" fmla="*/ 974568 h 6857999"/>
              <a:gd name="connsiteX53" fmla="*/ 1006610 w 12192000"/>
              <a:gd name="connsiteY53" fmla="*/ 552345 h 6857999"/>
              <a:gd name="connsiteX54" fmla="*/ 838323 w 12192000"/>
              <a:gd name="connsiteY54" fmla="*/ 552345 h 6857999"/>
              <a:gd name="connsiteX55" fmla="*/ 785847 w 12192000"/>
              <a:gd name="connsiteY55" fmla="*/ 769489 h 6857999"/>
              <a:gd name="connsiteX56" fmla="*/ 773181 w 12192000"/>
              <a:gd name="connsiteY56" fmla="*/ 829806 h 6857999"/>
              <a:gd name="connsiteX57" fmla="*/ 760513 w 12192000"/>
              <a:gd name="connsiteY57" fmla="*/ 769489 h 6857999"/>
              <a:gd name="connsiteX58" fmla="*/ 708037 w 12192000"/>
              <a:gd name="connsiteY58" fmla="*/ 552345 h 6857999"/>
              <a:gd name="connsiteX59" fmla="*/ 1685779 w 12192000"/>
              <a:gd name="connsiteY59" fmla="*/ 545106 h 6857999"/>
              <a:gd name="connsiteX60" fmla="*/ 1487334 w 12192000"/>
              <a:gd name="connsiteY60" fmla="*/ 725456 h 6857999"/>
              <a:gd name="connsiteX61" fmla="*/ 1487334 w 12192000"/>
              <a:gd name="connsiteY61" fmla="*/ 801457 h 6857999"/>
              <a:gd name="connsiteX62" fmla="*/ 1685779 w 12192000"/>
              <a:gd name="connsiteY62" fmla="*/ 981806 h 6857999"/>
              <a:gd name="connsiteX63" fmla="*/ 1884225 w 12192000"/>
              <a:gd name="connsiteY63" fmla="*/ 801457 h 6857999"/>
              <a:gd name="connsiteX64" fmla="*/ 1884225 w 12192000"/>
              <a:gd name="connsiteY64" fmla="*/ 725456 h 6857999"/>
              <a:gd name="connsiteX65" fmla="*/ 1685779 w 12192000"/>
              <a:gd name="connsiteY65" fmla="*/ 545106 h 6857999"/>
              <a:gd name="connsiteX66" fmla="*/ 1248481 w 12192000"/>
              <a:gd name="connsiteY66" fmla="*/ 545106 h 6857999"/>
              <a:gd name="connsiteX67" fmla="*/ 1050036 w 12192000"/>
              <a:gd name="connsiteY67" fmla="*/ 725456 h 6857999"/>
              <a:gd name="connsiteX68" fmla="*/ 1050036 w 12192000"/>
              <a:gd name="connsiteY68" fmla="*/ 801457 h 6857999"/>
              <a:gd name="connsiteX69" fmla="*/ 1248481 w 12192000"/>
              <a:gd name="connsiteY69" fmla="*/ 981806 h 6857999"/>
              <a:gd name="connsiteX70" fmla="*/ 1446927 w 12192000"/>
              <a:gd name="connsiteY70" fmla="*/ 801457 h 6857999"/>
              <a:gd name="connsiteX71" fmla="*/ 1446927 w 12192000"/>
              <a:gd name="connsiteY71" fmla="*/ 725456 h 6857999"/>
              <a:gd name="connsiteX72" fmla="*/ 1248481 w 12192000"/>
              <a:gd name="connsiteY72" fmla="*/ 545106 h 6857999"/>
              <a:gd name="connsiteX73" fmla="*/ 3000079 w 12192000"/>
              <a:gd name="connsiteY73" fmla="*/ 545106 h 6857999"/>
              <a:gd name="connsiteX74" fmla="*/ 2828172 w 12192000"/>
              <a:gd name="connsiteY74" fmla="*/ 682630 h 6857999"/>
              <a:gd name="connsiteX75" fmla="*/ 2942175 w 12192000"/>
              <a:gd name="connsiteY75" fmla="*/ 806281 h 6857999"/>
              <a:gd name="connsiteX76" fmla="*/ 3018174 w 12192000"/>
              <a:gd name="connsiteY76" fmla="*/ 817743 h 6857999"/>
              <a:gd name="connsiteX77" fmla="*/ 3061604 w 12192000"/>
              <a:gd name="connsiteY77" fmla="*/ 852728 h 6857999"/>
              <a:gd name="connsiteX78" fmla="*/ 3000079 w 12192000"/>
              <a:gd name="connsiteY78" fmla="*/ 887712 h 6857999"/>
              <a:gd name="connsiteX79" fmla="*/ 2937348 w 12192000"/>
              <a:gd name="connsiteY79" fmla="*/ 845489 h 6857999"/>
              <a:gd name="connsiteX80" fmla="*/ 2937348 w 12192000"/>
              <a:gd name="connsiteY80" fmla="*/ 829203 h 6857999"/>
              <a:gd name="connsiteX81" fmla="*/ 2825761 w 12192000"/>
              <a:gd name="connsiteY81" fmla="*/ 829203 h 6857999"/>
              <a:gd name="connsiteX82" fmla="*/ 2825761 w 12192000"/>
              <a:gd name="connsiteY82" fmla="*/ 847901 h 6857999"/>
              <a:gd name="connsiteX83" fmla="*/ 3000079 w 12192000"/>
              <a:gd name="connsiteY83" fmla="*/ 981808 h 6857999"/>
              <a:gd name="connsiteX84" fmla="*/ 3172012 w 12192000"/>
              <a:gd name="connsiteY84" fmla="*/ 874148 h 6857999"/>
              <a:gd name="connsiteX85" fmla="*/ 3175000 w 12192000"/>
              <a:gd name="connsiteY85" fmla="*/ 843076 h 6857999"/>
              <a:gd name="connsiteX86" fmla="*/ 3172125 w 12192000"/>
              <a:gd name="connsiteY86" fmla="*/ 811710 h 6857999"/>
              <a:gd name="connsiteX87" fmla="*/ 3057985 w 12192000"/>
              <a:gd name="connsiteY87" fmla="*/ 718220 h 6857999"/>
              <a:gd name="connsiteX88" fmla="*/ 2982586 w 12192000"/>
              <a:gd name="connsiteY88" fmla="*/ 706758 h 6857999"/>
              <a:gd name="connsiteX89" fmla="*/ 2941572 w 12192000"/>
              <a:gd name="connsiteY89" fmla="*/ 672981 h 6857999"/>
              <a:gd name="connsiteX90" fmla="*/ 3000079 w 12192000"/>
              <a:gd name="connsiteY90" fmla="*/ 639203 h 6857999"/>
              <a:gd name="connsiteX91" fmla="*/ 3058587 w 12192000"/>
              <a:gd name="connsiteY91" fmla="*/ 680219 h 6857999"/>
              <a:gd name="connsiteX92" fmla="*/ 3058587 w 12192000"/>
              <a:gd name="connsiteY92" fmla="*/ 694092 h 6857999"/>
              <a:gd name="connsiteX93" fmla="*/ 3170176 w 12192000"/>
              <a:gd name="connsiteY93" fmla="*/ 694092 h 6857999"/>
              <a:gd name="connsiteX94" fmla="*/ 3170176 w 12192000"/>
              <a:gd name="connsiteY94" fmla="*/ 677806 h 6857999"/>
              <a:gd name="connsiteX95" fmla="*/ 3000079 w 12192000"/>
              <a:gd name="connsiteY95" fmla="*/ 545106 h 6857999"/>
              <a:gd name="connsiteX96" fmla="*/ 0 w 12192000"/>
              <a:gd name="connsiteY96" fmla="*/ 0 h 6857999"/>
              <a:gd name="connsiteX97" fmla="*/ 12192000 w 12192000"/>
              <a:gd name="connsiteY97" fmla="*/ 0 h 6857999"/>
              <a:gd name="connsiteX98" fmla="*/ 12192000 w 12192000"/>
              <a:gd name="connsiteY98" fmla="*/ 6857999 h 6857999"/>
              <a:gd name="connsiteX99" fmla="*/ 0 w 12192000"/>
              <a:gd name="connsiteY99" fmla="*/ 6857999 h 68579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Lst>
            <a:rect l="l" t="t" r="r" b="b"/>
            <a:pathLst>
              <a:path w="12192000" h="6857999">
                <a:moveTo>
                  <a:pt x="2041649" y="647043"/>
                </a:moveTo>
                <a:lnTo>
                  <a:pt x="2097141" y="647043"/>
                </a:lnTo>
                <a:cubicBezTo>
                  <a:pt x="2156253" y="647043"/>
                  <a:pt x="2185808" y="676600"/>
                  <a:pt x="2185808" y="735711"/>
                </a:cubicBezTo>
                <a:lnTo>
                  <a:pt x="2185808" y="791202"/>
                </a:lnTo>
                <a:cubicBezTo>
                  <a:pt x="2185808" y="849711"/>
                  <a:pt x="2156253" y="879871"/>
                  <a:pt x="2097141" y="879871"/>
                </a:cubicBezTo>
                <a:lnTo>
                  <a:pt x="2041649" y="879871"/>
                </a:lnTo>
                <a:close/>
                <a:moveTo>
                  <a:pt x="1685779" y="638600"/>
                </a:moveTo>
                <a:cubicBezTo>
                  <a:pt x="1737050" y="638600"/>
                  <a:pt x="1768415" y="667552"/>
                  <a:pt x="1768415" y="715201"/>
                </a:cubicBezTo>
                <a:lnTo>
                  <a:pt x="1768415" y="811711"/>
                </a:lnTo>
                <a:cubicBezTo>
                  <a:pt x="1768415" y="858758"/>
                  <a:pt x="1737048" y="888315"/>
                  <a:pt x="1685779" y="888315"/>
                </a:cubicBezTo>
                <a:cubicBezTo>
                  <a:pt x="1634510" y="888315"/>
                  <a:pt x="1603145" y="858758"/>
                  <a:pt x="1603145" y="811711"/>
                </a:cubicBezTo>
                <a:lnTo>
                  <a:pt x="1603145" y="715201"/>
                </a:lnTo>
                <a:cubicBezTo>
                  <a:pt x="1603145" y="667552"/>
                  <a:pt x="1634510" y="638600"/>
                  <a:pt x="1685779" y="638600"/>
                </a:cubicBezTo>
                <a:close/>
                <a:moveTo>
                  <a:pt x="1248481" y="638600"/>
                </a:moveTo>
                <a:cubicBezTo>
                  <a:pt x="1299752" y="638600"/>
                  <a:pt x="1331117" y="667552"/>
                  <a:pt x="1331117" y="715201"/>
                </a:cubicBezTo>
                <a:lnTo>
                  <a:pt x="1331117" y="811711"/>
                </a:lnTo>
                <a:cubicBezTo>
                  <a:pt x="1331117" y="858758"/>
                  <a:pt x="1299749" y="888315"/>
                  <a:pt x="1248481" y="888315"/>
                </a:cubicBezTo>
                <a:cubicBezTo>
                  <a:pt x="1197212" y="888315"/>
                  <a:pt x="1165846" y="858758"/>
                  <a:pt x="1165846" y="811711"/>
                </a:cubicBezTo>
                <a:lnTo>
                  <a:pt x="1165846" y="715201"/>
                </a:lnTo>
                <a:cubicBezTo>
                  <a:pt x="1165846" y="667552"/>
                  <a:pt x="1197212" y="638600"/>
                  <a:pt x="1248481" y="638600"/>
                </a:cubicBezTo>
                <a:close/>
                <a:moveTo>
                  <a:pt x="1927044" y="552346"/>
                </a:moveTo>
                <a:lnTo>
                  <a:pt x="1927044" y="974570"/>
                </a:lnTo>
                <a:lnTo>
                  <a:pt x="2097141" y="974570"/>
                </a:lnTo>
                <a:cubicBezTo>
                  <a:pt x="2226825" y="974570"/>
                  <a:pt x="2301618" y="906409"/>
                  <a:pt x="2301618" y="789394"/>
                </a:cubicBezTo>
                <a:lnTo>
                  <a:pt x="2301618" y="737520"/>
                </a:lnTo>
                <a:cubicBezTo>
                  <a:pt x="2301618" y="620504"/>
                  <a:pt x="2226825" y="552346"/>
                  <a:pt x="2097141" y="552346"/>
                </a:cubicBezTo>
                <a:close/>
                <a:moveTo>
                  <a:pt x="2266624" y="552345"/>
                </a:moveTo>
                <a:lnTo>
                  <a:pt x="2420435" y="788790"/>
                </a:lnTo>
                <a:lnTo>
                  <a:pt x="2420435" y="974569"/>
                </a:lnTo>
                <a:lnTo>
                  <a:pt x="2529007" y="974569"/>
                </a:lnTo>
                <a:lnTo>
                  <a:pt x="2529007" y="788790"/>
                </a:lnTo>
                <a:lnTo>
                  <a:pt x="2682817" y="552345"/>
                </a:lnTo>
                <a:lnTo>
                  <a:pt x="2558564" y="552345"/>
                </a:lnTo>
                <a:lnTo>
                  <a:pt x="2477738" y="685042"/>
                </a:lnTo>
                <a:lnTo>
                  <a:pt x="2396307" y="552345"/>
                </a:lnTo>
                <a:close/>
                <a:moveTo>
                  <a:pt x="2694276" y="552345"/>
                </a:moveTo>
                <a:lnTo>
                  <a:pt x="2694276" y="666947"/>
                </a:lnTo>
                <a:lnTo>
                  <a:pt x="2743134" y="666947"/>
                </a:lnTo>
                <a:lnTo>
                  <a:pt x="2710563" y="756821"/>
                </a:lnTo>
                <a:lnTo>
                  <a:pt x="2735293" y="756821"/>
                </a:lnTo>
                <a:lnTo>
                  <a:pt x="2808881" y="657901"/>
                </a:lnTo>
                <a:lnTo>
                  <a:pt x="2808881" y="552345"/>
                </a:lnTo>
                <a:close/>
                <a:moveTo>
                  <a:pt x="539750" y="552345"/>
                </a:moveTo>
                <a:lnTo>
                  <a:pt x="539750" y="974568"/>
                </a:lnTo>
                <a:lnTo>
                  <a:pt x="645307" y="974568"/>
                </a:lnTo>
                <a:lnTo>
                  <a:pt x="645307" y="700726"/>
                </a:lnTo>
                <a:lnTo>
                  <a:pt x="660385" y="763457"/>
                </a:lnTo>
                <a:lnTo>
                  <a:pt x="716483" y="974568"/>
                </a:lnTo>
                <a:lnTo>
                  <a:pt x="827466" y="974568"/>
                </a:lnTo>
                <a:lnTo>
                  <a:pt x="883562" y="763457"/>
                </a:lnTo>
                <a:lnTo>
                  <a:pt x="898643" y="700726"/>
                </a:lnTo>
                <a:lnTo>
                  <a:pt x="898643" y="974568"/>
                </a:lnTo>
                <a:lnTo>
                  <a:pt x="1006610" y="974568"/>
                </a:lnTo>
                <a:lnTo>
                  <a:pt x="1006610" y="552345"/>
                </a:lnTo>
                <a:lnTo>
                  <a:pt x="838323" y="552345"/>
                </a:lnTo>
                <a:lnTo>
                  <a:pt x="785847" y="769489"/>
                </a:lnTo>
                <a:lnTo>
                  <a:pt x="773181" y="829806"/>
                </a:lnTo>
                <a:lnTo>
                  <a:pt x="760513" y="769489"/>
                </a:lnTo>
                <a:lnTo>
                  <a:pt x="708037" y="552345"/>
                </a:lnTo>
                <a:close/>
                <a:moveTo>
                  <a:pt x="1685779" y="545106"/>
                </a:moveTo>
                <a:cubicBezTo>
                  <a:pt x="1561525" y="545106"/>
                  <a:pt x="1487334" y="612662"/>
                  <a:pt x="1487334" y="725456"/>
                </a:cubicBezTo>
                <a:lnTo>
                  <a:pt x="1487334" y="801457"/>
                </a:lnTo>
                <a:cubicBezTo>
                  <a:pt x="1487334" y="914854"/>
                  <a:pt x="1560922" y="981806"/>
                  <a:pt x="1685779" y="981806"/>
                </a:cubicBezTo>
                <a:cubicBezTo>
                  <a:pt x="1810035" y="981806"/>
                  <a:pt x="1884225" y="914251"/>
                  <a:pt x="1884225" y="801457"/>
                </a:cubicBezTo>
                <a:lnTo>
                  <a:pt x="1884225" y="725456"/>
                </a:lnTo>
                <a:cubicBezTo>
                  <a:pt x="1884225" y="612059"/>
                  <a:pt x="1810637" y="545106"/>
                  <a:pt x="1685779" y="545106"/>
                </a:cubicBezTo>
                <a:close/>
                <a:moveTo>
                  <a:pt x="1248481" y="545106"/>
                </a:moveTo>
                <a:cubicBezTo>
                  <a:pt x="1124227" y="545106"/>
                  <a:pt x="1050036" y="612662"/>
                  <a:pt x="1050036" y="725456"/>
                </a:cubicBezTo>
                <a:lnTo>
                  <a:pt x="1050036" y="801457"/>
                </a:lnTo>
                <a:cubicBezTo>
                  <a:pt x="1050036" y="914854"/>
                  <a:pt x="1123624" y="981806"/>
                  <a:pt x="1248481" y="981806"/>
                </a:cubicBezTo>
                <a:cubicBezTo>
                  <a:pt x="1372737" y="981806"/>
                  <a:pt x="1446927" y="914251"/>
                  <a:pt x="1446927" y="801457"/>
                </a:cubicBezTo>
                <a:lnTo>
                  <a:pt x="1446927" y="725456"/>
                </a:lnTo>
                <a:cubicBezTo>
                  <a:pt x="1446927" y="612059"/>
                  <a:pt x="1373339" y="545106"/>
                  <a:pt x="1248481" y="545106"/>
                </a:cubicBezTo>
                <a:close/>
                <a:moveTo>
                  <a:pt x="3000079" y="545106"/>
                </a:moveTo>
                <a:cubicBezTo>
                  <a:pt x="2891506" y="545106"/>
                  <a:pt x="2828172" y="595774"/>
                  <a:pt x="2828172" y="682630"/>
                </a:cubicBezTo>
                <a:cubicBezTo>
                  <a:pt x="2828172" y="773710"/>
                  <a:pt x="2892714" y="799045"/>
                  <a:pt x="2942175" y="806281"/>
                </a:cubicBezTo>
                <a:lnTo>
                  <a:pt x="3018174" y="817743"/>
                </a:lnTo>
                <a:cubicBezTo>
                  <a:pt x="3044112" y="821362"/>
                  <a:pt x="3061604" y="826790"/>
                  <a:pt x="3061604" y="852728"/>
                </a:cubicBezTo>
                <a:cubicBezTo>
                  <a:pt x="3061604" y="875647"/>
                  <a:pt x="3040492" y="887712"/>
                  <a:pt x="3000079" y="887712"/>
                </a:cubicBezTo>
                <a:cubicBezTo>
                  <a:pt x="2956048" y="887712"/>
                  <a:pt x="2937348" y="875044"/>
                  <a:pt x="2937348" y="845489"/>
                </a:cubicBezTo>
                <a:lnTo>
                  <a:pt x="2937348" y="829203"/>
                </a:lnTo>
                <a:lnTo>
                  <a:pt x="2825761" y="829203"/>
                </a:lnTo>
                <a:lnTo>
                  <a:pt x="2825761" y="847901"/>
                </a:lnTo>
                <a:cubicBezTo>
                  <a:pt x="2825761" y="931743"/>
                  <a:pt x="2890301" y="981808"/>
                  <a:pt x="3000079" y="981808"/>
                </a:cubicBezTo>
                <a:cubicBezTo>
                  <a:pt x="3096664" y="981808"/>
                  <a:pt x="3158149" y="942554"/>
                  <a:pt x="3172012" y="874148"/>
                </a:cubicBezTo>
                <a:lnTo>
                  <a:pt x="3175000" y="843076"/>
                </a:lnTo>
                <a:lnTo>
                  <a:pt x="3172125" y="811710"/>
                </a:lnTo>
                <a:cubicBezTo>
                  <a:pt x="3159054" y="745334"/>
                  <a:pt x="3103902" y="725081"/>
                  <a:pt x="3057985" y="718220"/>
                </a:cubicBezTo>
                <a:lnTo>
                  <a:pt x="2982586" y="706758"/>
                </a:lnTo>
                <a:cubicBezTo>
                  <a:pt x="2958461" y="703139"/>
                  <a:pt x="2941572" y="697711"/>
                  <a:pt x="2941572" y="672981"/>
                </a:cubicBezTo>
                <a:cubicBezTo>
                  <a:pt x="2941572" y="650662"/>
                  <a:pt x="2961475" y="639203"/>
                  <a:pt x="3000079" y="639203"/>
                </a:cubicBezTo>
                <a:cubicBezTo>
                  <a:pt x="3041095" y="639203"/>
                  <a:pt x="3058587" y="651265"/>
                  <a:pt x="3058587" y="680219"/>
                </a:cubicBezTo>
                <a:lnTo>
                  <a:pt x="3058587" y="694092"/>
                </a:lnTo>
                <a:lnTo>
                  <a:pt x="3170176" y="694092"/>
                </a:lnTo>
                <a:lnTo>
                  <a:pt x="3170176" y="677806"/>
                </a:lnTo>
                <a:cubicBezTo>
                  <a:pt x="3170176" y="594567"/>
                  <a:pt x="3106842" y="545106"/>
                  <a:pt x="3000079" y="545106"/>
                </a:cubicBezTo>
                <a:close/>
                <a:moveTo>
                  <a:pt x="0" y="0"/>
                </a:moveTo>
                <a:lnTo>
                  <a:pt x="12192000" y="0"/>
                </a:lnTo>
                <a:lnTo>
                  <a:pt x="12192000" y="6857999"/>
                </a:lnTo>
                <a:lnTo>
                  <a:pt x="0" y="6857999"/>
                </a:lnTo>
                <a:close/>
              </a:path>
            </a:pathLst>
          </a:custGeom>
          <a:solidFill>
            <a:srgbClr val="A6A9AA"/>
          </a:solidFill>
        </p:spPr>
        <p:txBody>
          <a:bodyPr wrap="square" rIns="548640" anchor="ctr">
            <a:noAutofit/>
          </a:bodyPr>
          <a:lstStyle>
            <a:lvl1pPr algn="r">
              <a:defRPr>
                <a:solidFill>
                  <a:schemeClr val="tx1"/>
                </a:solidFill>
              </a:defRPr>
            </a:lvl1pPr>
          </a:lstStyle>
          <a:p>
            <a:r>
              <a:rPr lang="en-US"/>
              <a:t>Click icon to add picture</a:t>
            </a:r>
          </a:p>
        </p:txBody>
      </p:sp>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3552825"/>
            <a:ext cx="5441950" cy="2179638"/>
          </a:xfrm>
          <a:prstGeom prst="rect">
            <a:avLst/>
          </a:prstGeom>
        </p:spPr>
        <p:txBody>
          <a:bodyPr anchor="b"/>
          <a:lstStyle>
            <a:lvl1pPr>
              <a:defRPr>
                <a:solidFill>
                  <a:schemeClr val="tx1"/>
                </a:solidFill>
              </a:defRPr>
            </a:lvl1pPr>
          </a:lstStyle>
          <a:p>
            <a:r>
              <a:rPr lang="en-US"/>
              <a:t>Click to edit Master title style</a:t>
            </a:r>
          </a:p>
        </p:txBody>
      </p:sp>
      <p:sp>
        <p:nvSpPr>
          <p:cNvPr id="4" name="Text Placeholder 11">
            <a:extLst>
              <a:ext uri="{FF2B5EF4-FFF2-40B4-BE49-F238E27FC236}">
                <a16:creationId xmlns:a16="http://schemas.microsoft.com/office/drawing/2014/main" id="{6FA1FE30-4DE2-0D36-81F6-894372591DE3}"/>
              </a:ext>
            </a:extLst>
          </p:cNvPr>
          <p:cNvSpPr>
            <a:spLocks noGrp="1"/>
          </p:cNvSpPr>
          <p:nvPr>
            <p:ph type="body" sz="quarter" idx="11" hasCustomPrompt="1"/>
          </p:nvPr>
        </p:nvSpPr>
        <p:spPr>
          <a:xfrm>
            <a:off x="3367089" y="6311900"/>
            <a:ext cx="5445126" cy="269875"/>
          </a:xfrm>
        </p:spPr>
        <p:txBody>
          <a:bodyPr anchor="b">
            <a:normAutofit/>
          </a:bodyPr>
          <a:lstStyle>
            <a:lvl1pPr marL="0" algn="l" defTabSz="914400" rtl="0" eaLnBrk="1" latinLnBrk="0" hangingPunct="1">
              <a:defRPr lang="en-US" sz="1000" b="0" i="0" kern="1200" dirty="0" smtClean="0">
                <a:solidFill>
                  <a:schemeClr val="tx1"/>
                </a:solidFill>
                <a:latin typeface="+mn-lt"/>
                <a:ea typeface="GT America Regular" pitchFamily="2" charset="77"/>
                <a:cs typeface="GT America Regular" pitchFamily="2" charset="77"/>
              </a:defRPr>
            </a:lvl1pPr>
            <a:lvl2pPr>
              <a:defRPr sz="1000"/>
            </a:lvl2pPr>
            <a:lvl3pPr marL="0" indent="0">
              <a:buNone/>
              <a:defRPr sz="1000"/>
            </a:lvl3pPr>
            <a:lvl4pPr marL="0" indent="0">
              <a:defRPr sz="1000"/>
            </a:lvl4pPr>
            <a:lvl5pPr marL="0" indent="0">
              <a:buNone/>
              <a:defRPr sz="1000"/>
            </a:lvl5pPr>
            <a:lvl6pPr marL="0" indent="0">
              <a:defRPr sz="1000"/>
            </a:lvl6pPr>
            <a:lvl7pPr marL="0" indent="0">
              <a:buNone/>
              <a:defRPr sz="1000"/>
            </a:lvl7pPr>
            <a:lvl8pPr marL="0" indent="0">
              <a:defRPr sz="1000"/>
            </a:lvl8pPr>
            <a:lvl9pPr marL="0" indent="0">
              <a:buNone/>
              <a:defRPr sz="1000"/>
            </a:lvl9pPr>
          </a:lstStyle>
          <a:p>
            <a:pPr lvl="0"/>
            <a:r>
              <a:rPr lang="en-US"/>
              <a:t>Title Department</a:t>
            </a:r>
          </a:p>
        </p:txBody>
      </p:sp>
      <p:sp>
        <p:nvSpPr>
          <p:cNvPr id="3" name="Date Placeholder 3">
            <a:extLst>
              <a:ext uri="{FF2B5EF4-FFF2-40B4-BE49-F238E27FC236}">
                <a16:creationId xmlns:a16="http://schemas.microsoft.com/office/drawing/2014/main" id="{6DC47A95-CCFB-A6E7-23DB-287FFF642D6A}"/>
              </a:ext>
            </a:extLst>
          </p:cNvPr>
          <p:cNvSpPr>
            <a:spLocks noGrp="1"/>
          </p:cNvSpPr>
          <p:nvPr>
            <p:ph type="dt" sz="half" idx="2"/>
          </p:nvPr>
        </p:nvSpPr>
        <p:spPr>
          <a:xfrm>
            <a:off x="9013829" y="6311900"/>
            <a:ext cx="2619375" cy="269875"/>
          </a:xfrm>
          <a:prstGeom prst="rect">
            <a:avLst/>
          </a:prstGeom>
        </p:spPr>
        <p:txBody>
          <a:bodyPr vert="horz" lIns="0" tIns="0" rIns="0" bIns="0" rtlCol="0" anchor="b" anchorCtr="0"/>
          <a:lstStyle>
            <a:lvl1pPr algn="r">
              <a:defRPr sz="1000">
                <a:solidFill>
                  <a:schemeClr val="tx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
        <p:nvSpPr>
          <p:cNvPr id="6" name="Text Placeholder 8">
            <a:extLst>
              <a:ext uri="{FF2B5EF4-FFF2-40B4-BE49-F238E27FC236}">
                <a16:creationId xmlns:a16="http://schemas.microsoft.com/office/drawing/2014/main" id="{A16C230C-5691-F970-ED78-91F42403D1D0}"/>
              </a:ext>
            </a:extLst>
          </p:cNvPr>
          <p:cNvSpPr>
            <a:spLocks noGrp="1"/>
          </p:cNvSpPr>
          <p:nvPr>
            <p:ph type="body" sz="quarter" idx="14" hasCustomPrompt="1"/>
          </p:nvPr>
        </p:nvSpPr>
        <p:spPr>
          <a:xfrm>
            <a:off x="6194424" y="696913"/>
            <a:ext cx="5438779" cy="430212"/>
          </a:xfrm>
        </p:spPr>
        <p:txBody>
          <a:bodyPr tIns="91440">
            <a:noAutofit/>
          </a:bodyPr>
          <a:lstStyle>
            <a:lvl1pPr marL="0" indent="0" algn="r">
              <a:buFont typeface="Arial" panose="020B0604020202020204" pitchFamily="34" charset="0"/>
              <a:buNone/>
              <a:defRPr sz="1600" b="1">
                <a:solidFill>
                  <a:schemeClr val="tx1"/>
                </a:solidFill>
              </a:defRPr>
            </a:lvl1pPr>
            <a:lvl2pPr marL="0" indent="0" algn="r">
              <a:buNone/>
              <a:defRPr sz="1600" b="1">
                <a:solidFill>
                  <a:schemeClr val="tx1"/>
                </a:solidFill>
              </a:defRPr>
            </a:lvl2pPr>
            <a:lvl3pPr marL="0" indent="0" algn="r">
              <a:buNone/>
              <a:defRPr sz="1600" b="1">
                <a:solidFill>
                  <a:schemeClr val="tx1"/>
                </a:solidFill>
              </a:defRPr>
            </a:lvl3pPr>
            <a:lvl4pPr marL="0" indent="0" algn="r">
              <a:buNone/>
              <a:defRPr sz="1600" b="1">
                <a:solidFill>
                  <a:schemeClr val="tx1"/>
                </a:solidFill>
              </a:defRPr>
            </a:lvl4pPr>
            <a:lvl5pPr marL="0" indent="0" algn="r">
              <a:buFont typeface="Arial" panose="020B0604020202020204" pitchFamily="34" charset="0"/>
              <a:buNone/>
              <a:defRPr sz="1600" b="1">
                <a:solidFill>
                  <a:schemeClr val="tx1"/>
                </a:solidFill>
              </a:defRPr>
            </a:lvl5pPr>
            <a:lvl6pPr marL="0" indent="0" algn="r">
              <a:buNone/>
              <a:defRPr sz="1600" b="1">
                <a:solidFill>
                  <a:schemeClr val="tx1"/>
                </a:solidFill>
              </a:defRPr>
            </a:lvl6pPr>
            <a:lvl7pPr marL="0" indent="0" algn="r">
              <a:buNone/>
              <a:defRPr sz="1600" b="1">
                <a:solidFill>
                  <a:schemeClr val="tx1"/>
                </a:solidFill>
              </a:defRPr>
            </a:lvl7pPr>
            <a:lvl8pPr marL="0" indent="0" algn="r">
              <a:buNone/>
              <a:defRPr sz="1600" b="1">
                <a:solidFill>
                  <a:schemeClr val="tx1"/>
                </a:solidFill>
              </a:defRPr>
            </a:lvl8pPr>
            <a:lvl9pPr marL="0" indent="0" algn="r">
              <a:buNone/>
              <a:defRPr sz="1600" b="1">
                <a:solidFill>
                  <a:schemeClr val="tx1"/>
                </a:solidFill>
              </a:defRPr>
            </a:lvl9pPr>
          </a:lstStyle>
          <a:p>
            <a:pPr lvl="0"/>
            <a:r>
              <a:rPr lang="en-US"/>
              <a:t>Division / Geography</a:t>
            </a:r>
          </a:p>
        </p:txBody>
      </p:sp>
      <p:sp>
        <p:nvSpPr>
          <p:cNvPr id="11" name="Text Placeholder 12">
            <a:extLst>
              <a:ext uri="{FF2B5EF4-FFF2-40B4-BE49-F238E27FC236}">
                <a16:creationId xmlns:a16="http://schemas.microsoft.com/office/drawing/2014/main" id="{3C21ED02-4A33-6EFD-6724-30A8642C13A3}"/>
              </a:ext>
            </a:extLst>
          </p:cNvPr>
          <p:cNvSpPr>
            <a:spLocks noGrp="1"/>
          </p:cNvSpPr>
          <p:nvPr>
            <p:ph type="body" sz="quarter" idx="99" hasCustomPrompt="1"/>
          </p:nvPr>
        </p:nvSpPr>
        <p:spPr>
          <a:xfrm>
            <a:off x="539750" y="6311900"/>
            <a:ext cx="2619375" cy="269875"/>
          </a:xfrm>
        </p:spPr>
        <p:txBody>
          <a:bodyPr anchor="b">
            <a:noAutofit/>
          </a:bodyPr>
          <a:lstStyle>
            <a:lvl1pPr>
              <a:defRPr sz="1000" b="0"/>
            </a:lvl1pPr>
            <a:lvl2pP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Single presenter</a:t>
            </a:r>
          </a:p>
        </p:txBody>
      </p:sp>
      <p:sp>
        <p:nvSpPr>
          <p:cNvPr id="12" name="Text Placeholder 15">
            <a:extLst>
              <a:ext uri="{FF2B5EF4-FFF2-40B4-BE49-F238E27FC236}">
                <a16:creationId xmlns:a16="http://schemas.microsoft.com/office/drawing/2014/main" id="{DDFCCCE6-1080-7167-2C83-D3BE43A6E107}"/>
              </a:ext>
            </a:extLst>
          </p:cNvPr>
          <p:cNvSpPr>
            <a:spLocks noGrp="1"/>
          </p:cNvSpPr>
          <p:nvPr>
            <p:ph type="body" sz="quarter" idx="100" hasCustomPrompt="1"/>
          </p:nvPr>
        </p:nvSpPr>
        <p:spPr>
          <a:xfrm>
            <a:off x="546099" y="3014450"/>
            <a:ext cx="2615184" cy="281478"/>
          </a:xfrm>
        </p:spPr>
        <p:txBody>
          <a:bodyPr>
            <a:noAutofit/>
          </a:bodyPr>
          <a:lstStyle>
            <a:lvl1pPr>
              <a:defRPr sz="1000"/>
            </a:lvl1pPr>
            <a:lvl2pPr marL="285750" indent="-285750">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1</a:t>
            </a:r>
          </a:p>
        </p:txBody>
      </p:sp>
      <p:sp>
        <p:nvSpPr>
          <p:cNvPr id="13" name="Text Placeholder 17">
            <a:extLst>
              <a:ext uri="{FF2B5EF4-FFF2-40B4-BE49-F238E27FC236}">
                <a16:creationId xmlns:a16="http://schemas.microsoft.com/office/drawing/2014/main" id="{4E920023-5558-3759-D0F7-D4E02260898A}"/>
              </a:ext>
            </a:extLst>
          </p:cNvPr>
          <p:cNvSpPr>
            <a:spLocks noGrp="1"/>
          </p:cNvSpPr>
          <p:nvPr>
            <p:ph type="body" sz="quarter" idx="101" hasCustomPrompt="1"/>
          </p:nvPr>
        </p:nvSpPr>
        <p:spPr>
          <a:xfrm>
            <a:off x="3386138" y="3009900"/>
            <a:ext cx="2615184" cy="286028"/>
          </a:xfrm>
        </p:spPr>
        <p:txBody>
          <a:bodyPr>
            <a:noAutofit/>
          </a:bodyPr>
          <a:lstStyle>
            <a:lvl1pPr>
              <a:defRPr sz="1000"/>
            </a:lvl1pPr>
            <a:lvl2pPr marL="284163" indent="-284163">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2</a:t>
            </a:r>
          </a:p>
        </p:txBody>
      </p:sp>
      <p:sp>
        <p:nvSpPr>
          <p:cNvPr id="14" name="Text Placeholder 19">
            <a:extLst>
              <a:ext uri="{FF2B5EF4-FFF2-40B4-BE49-F238E27FC236}">
                <a16:creationId xmlns:a16="http://schemas.microsoft.com/office/drawing/2014/main" id="{6463DDA5-4241-B62D-0CE3-D5CF7DDC78DE}"/>
              </a:ext>
            </a:extLst>
          </p:cNvPr>
          <p:cNvSpPr>
            <a:spLocks noGrp="1"/>
          </p:cNvSpPr>
          <p:nvPr>
            <p:ph type="body" sz="quarter" idx="102" hasCustomPrompt="1"/>
          </p:nvPr>
        </p:nvSpPr>
        <p:spPr>
          <a:xfrm>
            <a:off x="6194425" y="3009900"/>
            <a:ext cx="2615184" cy="286028"/>
          </a:xfrm>
        </p:spPr>
        <p:txBody>
          <a:bodyPr>
            <a:normAutofit/>
          </a:bodyPr>
          <a:lstStyle>
            <a:lvl1pPr>
              <a:defRPr sz="1000"/>
            </a:lvl1pPr>
            <a:lvl2pPr marL="284163" indent="-284163">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3</a:t>
            </a:r>
          </a:p>
        </p:txBody>
      </p:sp>
    </p:spTree>
    <p:extLst>
      <p:ext uri="{BB962C8B-B14F-4D97-AF65-F5344CB8AC3E}">
        <p14:creationId xmlns:p14="http://schemas.microsoft.com/office/powerpoint/2010/main" val="1710674654"/>
      </p:ext>
    </p:extLst>
  </p:cSld>
  <p:clrMapOvr>
    <a:overrideClrMapping bg1="dk1" tx1="lt1" bg2="dk2" tx2="lt2" accent1="accent1" accent2="accent2" accent3="accent3" accent4="accent4" accent5="accent5" accent6="accent6" hlink="hlink" folHlink="folHlink"/>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over 5 - Light Photo">
    <p:bg>
      <p:bgPr>
        <a:solidFill>
          <a:schemeClr val="tx1"/>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E6E69FF6-3FAE-6184-8074-A3CDDC7C9ABD}"/>
              </a:ext>
            </a:extLst>
          </p:cNvPr>
          <p:cNvSpPr/>
          <p:nvPr userDrawn="1"/>
        </p:nvSpPr>
        <p:spPr>
          <a:xfrm>
            <a:off x="0" y="0"/>
            <a:ext cx="12188952" cy="685800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Picture Placeholder 9">
            <a:extLst>
              <a:ext uri="{FF2B5EF4-FFF2-40B4-BE49-F238E27FC236}">
                <a16:creationId xmlns:a16="http://schemas.microsoft.com/office/drawing/2014/main" id="{5C77B404-B686-66A0-1A20-E42FD89A9DE9}"/>
              </a:ext>
            </a:extLst>
          </p:cNvPr>
          <p:cNvSpPr>
            <a:spLocks noGrp="1"/>
          </p:cNvSpPr>
          <p:nvPr>
            <p:ph type="pic" sz="quarter" idx="13"/>
          </p:nvPr>
        </p:nvSpPr>
        <p:spPr>
          <a:xfrm>
            <a:off x="0" y="0"/>
            <a:ext cx="12192000" cy="6857999"/>
          </a:xfrm>
          <a:custGeom>
            <a:avLst/>
            <a:gdLst>
              <a:gd name="connsiteX0" fmla="*/ 2041649 w 12192000"/>
              <a:gd name="connsiteY0" fmla="*/ 647043 h 6857999"/>
              <a:gd name="connsiteX1" fmla="*/ 2097141 w 12192000"/>
              <a:gd name="connsiteY1" fmla="*/ 647043 h 6857999"/>
              <a:gd name="connsiteX2" fmla="*/ 2185808 w 12192000"/>
              <a:gd name="connsiteY2" fmla="*/ 735711 h 6857999"/>
              <a:gd name="connsiteX3" fmla="*/ 2185808 w 12192000"/>
              <a:gd name="connsiteY3" fmla="*/ 791202 h 6857999"/>
              <a:gd name="connsiteX4" fmla="*/ 2097141 w 12192000"/>
              <a:gd name="connsiteY4" fmla="*/ 879871 h 6857999"/>
              <a:gd name="connsiteX5" fmla="*/ 2041649 w 12192000"/>
              <a:gd name="connsiteY5" fmla="*/ 879871 h 6857999"/>
              <a:gd name="connsiteX6" fmla="*/ 1685779 w 12192000"/>
              <a:gd name="connsiteY6" fmla="*/ 638600 h 6857999"/>
              <a:gd name="connsiteX7" fmla="*/ 1768415 w 12192000"/>
              <a:gd name="connsiteY7" fmla="*/ 715201 h 6857999"/>
              <a:gd name="connsiteX8" fmla="*/ 1768415 w 12192000"/>
              <a:gd name="connsiteY8" fmla="*/ 811711 h 6857999"/>
              <a:gd name="connsiteX9" fmla="*/ 1685779 w 12192000"/>
              <a:gd name="connsiteY9" fmla="*/ 888315 h 6857999"/>
              <a:gd name="connsiteX10" fmla="*/ 1603145 w 12192000"/>
              <a:gd name="connsiteY10" fmla="*/ 811711 h 6857999"/>
              <a:gd name="connsiteX11" fmla="*/ 1603145 w 12192000"/>
              <a:gd name="connsiteY11" fmla="*/ 715201 h 6857999"/>
              <a:gd name="connsiteX12" fmla="*/ 1685779 w 12192000"/>
              <a:gd name="connsiteY12" fmla="*/ 638600 h 6857999"/>
              <a:gd name="connsiteX13" fmla="*/ 1248481 w 12192000"/>
              <a:gd name="connsiteY13" fmla="*/ 638600 h 6857999"/>
              <a:gd name="connsiteX14" fmla="*/ 1331117 w 12192000"/>
              <a:gd name="connsiteY14" fmla="*/ 715201 h 6857999"/>
              <a:gd name="connsiteX15" fmla="*/ 1331117 w 12192000"/>
              <a:gd name="connsiteY15" fmla="*/ 811711 h 6857999"/>
              <a:gd name="connsiteX16" fmla="*/ 1248481 w 12192000"/>
              <a:gd name="connsiteY16" fmla="*/ 888315 h 6857999"/>
              <a:gd name="connsiteX17" fmla="*/ 1165846 w 12192000"/>
              <a:gd name="connsiteY17" fmla="*/ 811711 h 6857999"/>
              <a:gd name="connsiteX18" fmla="*/ 1165846 w 12192000"/>
              <a:gd name="connsiteY18" fmla="*/ 715201 h 6857999"/>
              <a:gd name="connsiteX19" fmla="*/ 1248481 w 12192000"/>
              <a:gd name="connsiteY19" fmla="*/ 638600 h 6857999"/>
              <a:gd name="connsiteX20" fmla="*/ 1927044 w 12192000"/>
              <a:gd name="connsiteY20" fmla="*/ 552346 h 6857999"/>
              <a:gd name="connsiteX21" fmla="*/ 1927044 w 12192000"/>
              <a:gd name="connsiteY21" fmla="*/ 974570 h 6857999"/>
              <a:gd name="connsiteX22" fmla="*/ 2097141 w 12192000"/>
              <a:gd name="connsiteY22" fmla="*/ 974570 h 6857999"/>
              <a:gd name="connsiteX23" fmla="*/ 2301618 w 12192000"/>
              <a:gd name="connsiteY23" fmla="*/ 789394 h 6857999"/>
              <a:gd name="connsiteX24" fmla="*/ 2301618 w 12192000"/>
              <a:gd name="connsiteY24" fmla="*/ 737520 h 6857999"/>
              <a:gd name="connsiteX25" fmla="*/ 2097141 w 12192000"/>
              <a:gd name="connsiteY25" fmla="*/ 552346 h 6857999"/>
              <a:gd name="connsiteX26" fmla="*/ 2266624 w 12192000"/>
              <a:gd name="connsiteY26" fmla="*/ 552345 h 6857999"/>
              <a:gd name="connsiteX27" fmla="*/ 2420435 w 12192000"/>
              <a:gd name="connsiteY27" fmla="*/ 788790 h 6857999"/>
              <a:gd name="connsiteX28" fmla="*/ 2420435 w 12192000"/>
              <a:gd name="connsiteY28" fmla="*/ 974569 h 6857999"/>
              <a:gd name="connsiteX29" fmla="*/ 2529007 w 12192000"/>
              <a:gd name="connsiteY29" fmla="*/ 974569 h 6857999"/>
              <a:gd name="connsiteX30" fmla="*/ 2529007 w 12192000"/>
              <a:gd name="connsiteY30" fmla="*/ 788790 h 6857999"/>
              <a:gd name="connsiteX31" fmla="*/ 2682817 w 12192000"/>
              <a:gd name="connsiteY31" fmla="*/ 552345 h 6857999"/>
              <a:gd name="connsiteX32" fmla="*/ 2558564 w 12192000"/>
              <a:gd name="connsiteY32" fmla="*/ 552345 h 6857999"/>
              <a:gd name="connsiteX33" fmla="*/ 2477738 w 12192000"/>
              <a:gd name="connsiteY33" fmla="*/ 685042 h 6857999"/>
              <a:gd name="connsiteX34" fmla="*/ 2396307 w 12192000"/>
              <a:gd name="connsiteY34" fmla="*/ 552345 h 6857999"/>
              <a:gd name="connsiteX35" fmla="*/ 2694276 w 12192000"/>
              <a:gd name="connsiteY35" fmla="*/ 552345 h 6857999"/>
              <a:gd name="connsiteX36" fmla="*/ 2694276 w 12192000"/>
              <a:gd name="connsiteY36" fmla="*/ 666947 h 6857999"/>
              <a:gd name="connsiteX37" fmla="*/ 2743134 w 12192000"/>
              <a:gd name="connsiteY37" fmla="*/ 666947 h 6857999"/>
              <a:gd name="connsiteX38" fmla="*/ 2710563 w 12192000"/>
              <a:gd name="connsiteY38" fmla="*/ 756821 h 6857999"/>
              <a:gd name="connsiteX39" fmla="*/ 2735293 w 12192000"/>
              <a:gd name="connsiteY39" fmla="*/ 756821 h 6857999"/>
              <a:gd name="connsiteX40" fmla="*/ 2808881 w 12192000"/>
              <a:gd name="connsiteY40" fmla="*/ 657901 h 6857999"/>
              <a:gd name="connsiteX41" fmla="*/ 2808881 w 12192000"/>
              <a:gd name="connsiteY41" fmla="*/ 552345 h 6857999"/>
              <a:gd name="connsiteX42" fmla="*/ 539750 w 12192000"/>
              <a:gd name="connsiteY42" fmla="*/ 552345 h 6857999"/>
              <a:gd name="connsiteX43" fmla="*/ 539750 w 12192000"/>
              <a:gd name="connsiteY43" fmla="*/ 974568 h 6857999"/>
              <a:gd name="connsiteX44" fmla="*/ 645307 w 12192000"/>
              <a:gd name="connsiteY44" fmla="*/ 974568 h 6857999"/>
              <a:gd name="connsiteX45" fmla="*/ 645307 w 12192000"/>
              <a:gd name="connsiteY45" fmla="*/ 700726 h 6857999"/>
              <a:gd name="connsiteX46" fmla="*/ 660385 w 12192000"/>
              <a:gd name="connsiteY46" fmla="*/ 763457 h 6857999"/>
              <a:gd name="connsiteX47" fmla="*/ 716483 w 12192000"/>
              <a:gd name="connsiteY47" fmla="*/ 974568 h 6857999"/>
              <a:gd name="connsiteX48" fmla="*/ 827466 w 12192000"/>
              <a:gd name="connsiteY48" fmla="*/ 974568 h 6857999"/>
              <a:gd name="connsiteX49" fmla="*/ 883562 w 12192000"/>
              <a:gd name="connsiteY49" fmla="*/ 763457 h 6857999"/>
              <a:gd name="connsiteX50" fmla="*/ 898643 w 12192000"/>
              <a:gd name="connsiteY50" fmla="*/ 700726 h 6857999"/>
              <a:gd name="connsiteX51" fmla="*/ 898643 w 12192000"/>
              <a:gd name="connsiteY51" fmla="*/ 974568 h 6857999"/>
              <a:gd name="connsiteX52" fmla="*/ 1006610 w 12192000"/>
              <a:gd name="connsiteY52" fmla="*/ 974568 h 6857999"/>
              <a:gd name="connsiteX53" fmla="*/ 1006610 w 12192000"/>
              <a:gd name="connsiteY53" fmla="*/ 552345 h 6857999"/>
              <a:gd name="connsiteX54" fmla="*/ 838323 w 12192000"/>
              <a:gd name="connsiteY54" fmla="*/ 552345 h 6857999"/>
              <a:gd name="connsiteX55" fmla="*/ 785847 w 12192000"/>
              <a:gd name="connsiteY55" fmla="*/ 769489 h 6857999"/>
              <a:gd name="connsiteX56" fmla="*/ 773181 w 12192000"/>
              <a:gd name="connsiteY56" fmla="*/ 829806 h 6857999"/>
              <a:gd name="connsiteX57" fmla="*/ 760513 w 12192000"/>
              <a:gd name="connsiteY57" fmla="*/ 769489 h 6857999"/>
              <a:gd name="connsiteX58" fmla="*/ 708037 w 12192000"/>
              <a:gd name="connsiteY58" fmla="*/ 552345 h 6857999"/>
              <a:gd name="connsiteX59" fmla="*/ 1685779 w 12192000"/>
              <a:gd name="connsiteY59" fmla="*/ 545106 h 6857999"/>
              <a:gd name="connsiteX60" fmla="*/ 1487334 w 12192000"/>
              <a:gd name="connsiteY60" fmla="*/ 725456 h 6857999"/>
              <a:gd name="connsiteX61" fmla="*/ 1487334 w 12192000"/>
              <a:gd name="connsiteY61" fmla="*/ 801457 h 6857999"/>
              <a:gd name="connsiteX62" fmla="*/ 1685779 w 12192000"/>
              <a:gd name="connsiteY62" fmla="*/ 981806 h 6857999"/>
              <a:gd name="connsiteX63" fmla="*/ 1884225 w 12192000"/>
              <a:gd name="connsiteY63" fmla="*/ 801457 h 6857999"/>
              <a:gd name="connsiteX64" fmla="*/ 1884225 w 12192000"/>
              <a:gd name="connsiteY64" fmla="*/ 725456 h 6857999"/>
              <a:gd name="connsiteX65" fmla="*/ 1685779 w 12192000"/>
              <a:gd name="connsiteY65" fmla="*/ 545106 h 6857999"/>
              <a:gd name="connsiteX66" fmla="*/ 1248481 w 12192000"/>
              <a:gd name="connsiteY66" fmla="*/ 545106 h 6857999"/>
              <a:gd name="connsiteX67" fmla="*/ 1050036 w 12192000"/>
              <a:gd name="connsiteY67" fmla="*/ 725456 h 6857999"/>
              <a:gd name="connsiteX68" fmla="*/ 1050036 w 12192000"/>
              <a:gd name="connsiteY68" fmla="*/ 801457 h 6857999"/>
              <a:gd name="connsiteX69" fmla="*/ 1248481 w 12192000"/>
              <a:gd name="connsiteY69" fmla="*/ 981806 h 6857999"/>
              <a:gd name="connsiteX70" fmla="*/ 1446927 w 12192000"/>
              <a:gd name="connsiteY70" fmla="*/ 801457 h 6857999"/>
              <a:gd name="connsiteX71" fmla="*/ 1446927 w 12192000"/>
              <a:gd name="connsiteY71" fmla="*/ 725456 h 6857999"/>
              <a:gd name="connsiteX72" fmla="*/ 1248481 w 12192000"/>
              <a:gd name="connsiteY72" fmla="*/ 545106 h 6857999"/>
              <a:gd name="connsiteX73" fmla="*/ 3000079 w 12192000"/>
              <a:gd name="connsiteY73" fmla="*/ 545106 h 6857999"/>
              <a:gd name="connsiteX74" fmla="*/ 2828172 w 12192000"/>
              <a:gd name="connsiteY74" fmla="*/ 682630 h 6857999"/>
              <a:gd name="connsiteX75" fmla="*/ 2942175 w 12192000"/>
              <a:gd name="connsiteY75" fmla="*/ 806281 h 6857999"/>
              <a:gd name="connsiteX76" fmla="*/ 3018174 w 12192000"/>
              <a:gd name="connsiteY76" fmla="*/ 817743 h 6857999"/>
              <a:gd name="connsiteX77" fmla="*/ 3061604 w 12192000"/>
              <a:gd name="connsiteY77" fmla="*/ 852728 h 6857999"/>
              <a:gd name="connsiteX78" fmla="*/ 3000079 w 12192000"/>
              <a:gd name="connsiteY78" fmla="*/ 887712 h 6857999"/>
              <a:gd name="connsiteX79" fmla="*/ 2937348 w 12192000"/>
              <a:gd name="connsiteY79" fmla="*/ 845489 h 6857999"/>
              <a:gd name="connsiteX80" fmla="*/ 2937348 w 12192000"/>
              <a:gd name="connsiteY80" fmla="*/ 829203 h 6857999"/>
              <a:gd name="connsiteX81" fmla="*/ 2825761 w 12192000"/>
              <a:gd name="connsiteY81" fmla="*/ 829203 h 6857999"/>
              <a:gd name="connsiteX82" fmla="*/ 2825761 w 12192000"/>
              <a:gd name="connsiteY82" fmla="*/ 847901 h 6857999"/>
              <a:gd name="connsiteX83" fmla="*/ 3000079 w 12192000"/>
              <a:gd name="connsiteY83" fmla="*/ 981808 h 6857999"/>
              <a:gd name="connsiteX84" fmla="*/ 3172012 w 12192000"/>
              <a:gd name="connsiteY84" fmla="*/ 874148 h 6857999"/>
              <a:gd name="connsiteX85" fmla="*/ 3175000 w 12192000"/>
              <a:gd name="connsiteY85" fmla="*/ 843076 h 6857999"/>
              <a:gd name="connsiteX86" fmla="*/ 3172125 w 12192000"/>
              <a:gd name="connsiteY86" fmla="*/ 811710 h 6857999"/>
              <a:gd name="connsiteX87" fmla="*/ 3057985 w 12192000"/>
              <a:gd name="connsiteY87" fmla="*/ 718220 h 6857999"/>
              <a:gd name="connsiteX88" fmla="*/ 2982586 w 12192000"/>
              <a:gd name="connsiteY88" fmla="*/ 706758 h 6857999"/>
              <a:gd name="connsiteX89" fmla="*/ 2941572 w 12192000"/>
              <a:gd name="connsiteY89" fmla="*/ 672981 h 6857999"/>
              <a:gd name="connsiteX90" fmla="*/ 3000079 w 12192000"/>
              <a:gd name="connsiteY90" fmla="*/ 639203 h 6857999"/>
              <a:gd name="connsiteX91" fmla="*/ 3058587 w 12192000"/>
              <a:gd name="connsiteY91" fmla="*/ 680219 h 6857999"/>
              <a:gd name="connsiteX92" fmla="*/ 3058587 w 12192000"/>
              <a:gd name="connsiteY92" fmla="*/ 694092 h 6857999"/>
              <a:gd name="connsiteX93" fmla="*/ 3170176 w 12192000"/>
              <a:gd name="connsiteY93" fmla="*/ 694092 h 6857999"/>
              <a:gd name="connsiteX94" fmla="*/ 3170176 w 12192000"/>
              <a:gd name="connsiteY94" fmla="*/ 677806 h 6857999"/>
              <a:gd name="connsiteX95" fmla="*/ 3000079 w 12192000"/>
              <a:gd name="connsiteY95" fmla="*/ 545106 h 6857999"/>
              <a:gd name="connsiteX96" fmla="*/ 0 w 12192000"/>
              <a:gd name="connsiteY96" fmla="*/ 0 h 6857999"/>
              <a:gd name="connsiteX97" fmla="*/ 12192000 w 12192000"/>
              <a:gd name="connsiteY97" fmla="*/ 0 h 6857999"/>
              <a:gd name="connsiteX98" fmla="*/ 12192000 w 12192000"/>
              <a:gd name="connsiteY98" fmla="*/ 6857999 h 6857999"/>
              <a:gd name="connsiteX99" fmla="*/ 0 w 12192000"/>
              <a:gd name="connsiteY99" fmla="*/ 6857999 h 68579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Lst>
            <a:rect l="l" t="t" r="r" b="b"/>
            <a:pathLst>
              <a:path w="12192000" h="6857999">
                <a:moveTo>
                  <a:pt x="2041649" y="647043"/>
                </a:moveTo>
                <a:lnTo>
                  <a:pt x="2097141" y="647043"/>
                </a:lnTo>
                <a:cubicBezTo>
                  <a:pt x="2156253" y="647043"/>
                  <a:pt x="2185808" y="676600"/>
                  <a:pt x="2185808" y="735711"/>
                </a:cubicBezTo>
                <a:lnTo>
                  <a:pt x="2185808" y="791202"/>
                </a:lnTo>
                <a:cubicBezTo>
                  <a:pt x="2185808" y="849711"/>
                  <a:pt x="2156253" y="879871"/>
                  <a:pt x="2097141" y="879871"/>
                </a:cubicBezTo>
                <a:lnTo>
                  <a:pt x="2041649" y="879871"/>
                </a:lnTo>
                <a:close/>
                <a:moveTo>
                  <a:pt x="1685779" y="638600"/>
                </a:moveTo>
                <a:cubicBezTo>
                  <a:pt x="1737050" y="638600"/>
                  <a:pt x="1768415" y="667552"/>
                  <a:pt x="1768415" y="715201"/>
                </a:cubicBezTo>
                <a:lnTo>
                  <a:pt x="1768415" y="811711"/>
                </a:lnTo>
                <a:cubicBezTo>
                  <a:pt x="1768415" y="858758"/>
                  <a:pt x="1737048" y="888315"/>
                  <a:pt x="1685779" y="888315"/>
                </a:cubicBezTo>
                <a:cubicBezTo>
                  <a:pt x="1634510" y="888315"/>
                  <a:pt x="1603145" y="858758"/>
                  <a:pt x="1603145" y="811711"/>
                </a:cubicBezTo>
                <a:lnTo>
                  <a:pt x="1603145" y="715201"/>
                </a:lnTo>
                <a:cubicBezTo>
                  <a:pt x="1603145" y="667552"/>
                  <a:pt x="1634510" y="638600"/>
                  <a:pt x="1685779" y="638600"/>
                </a:cubicBezTo>
                <a:close/>
                <a:moveTo>
                  <a:pt x="1248481" y="638600"/>
                </a:moveTo>
                <a:cubicBezTo>
                  <a:pt x="1299752" y="638600"/>
                  <a:pt x="1331117" y="667552"/>
                  <a:pt x="1331117" y="715201"/>
                </a:cubicBezTo>
                <a:lnTo>
                  <a:pt x="1331117" y="811711"/>
                </a:lnTo>
                <a:cubicBezTo>
                  <a:pt x="1331117" y="858758"/>
                  <a:pt x="1299749" y="888315"/>
                  <a:pt x="1248481" y="888315"/>
                </a:cubicBezTo>
                <a:cubicBezTo>
                  <a:pt x="1197212" y="888315"/>
                  <a:pt x="1165846" y="858758"/>
                  <a:pt x="1165846" y="811711"/>
                </a:cubicBezTo>
                <a:lnTo>
                  <a:pt x="1165846" y="715201"/>
                </a:lnTo>
                <a:cubicBezTo>
                  <a:pt x="1165846" y="667552"/>
                  <a:pt x="1197212" y="638600"/>
                  <a:pt x="1248481" y="638600"/>
                </a:cubicBezTo>
                <a:close/>
                <a:moveTo>
                  <a:pt x="1927044" y="552346"/>
                </a:moveTo>
                <a:lnTo>
                  <a:pt x="1927044" y="974570"/>
                </a:lnTo>
                <a:lnTo>
                  <a:pt x="2097141" y="974570"/>
                </a:lnTo>
                <a:cubicBezTo>
                  <a:pt x="2226825" y="974570"/>
                  <a:pt x="2301618" y="906409"/>
                  <a:pt x="2301618" y="789394"/>
                </a:cubicBezTo>
                <a:lnTo>
                  <a:pt x="2301618" y="737520"/>
                </a:lnTo>
                <a:cubicBezTo>
                  <a:pt x="2301618" y="620504"/>
                  <a:pt x="2226825" y="552346"/>
                  <a:pt x="2097141" y="552346"/>
                </a:cubicBezTo>
                <a:close/>
                <a:moveTo>
                  <a:pt x="2266624" y="552345"/>
                </a:moveTo>
                <a:lnTo>
                  <a:pt x="2420435" y="788790"/>
                </a:lnTo>
                <a:lnTo>
                  <a:pt x="2420435" y="974569"/>
                </a:lnTo>
                <a:lnTo>
                  <a:pt x="2529007" y="974569"/>
                </a:lnTo>
                <a:lnTo>
                  <a:pt x="2529007" y="788790"/>
                </a:lnTo>
                <a:lnTo>
                  <a:pt x="2682817" y="552345"/>
                </a:lnTo>
                <a:lnTo>
                  <a:pt x="2558564" y="552345"/>
                </a:lnTo>
                <a:lnTo>
                  <a:pt x="2477738" y="685042"/>
                </a:lnTo>
                <a:lnTo>
                  <a:pt x="2396307" y="552345"/>
                </a:lnTo>
                <a:close/>
                <a:moveTo>
                  <a:pt x="2694276" y="552345"/>
                </a:moveTo>
                <a:lnTo>
                  <a:pt x="2694276" y="666947"/>
                </a:lnTo>
                <a:lnTo>
                  <a:pt x="2743134" y="666947"/>
                </a:lnTo>
                <a:lnTo>
                  <a:pt x="2710563" y="756821"/>
                </a:lnTo>
                <a:lnTo>
                  <a:pt x="2735293" y="756821"/>
                </a:lnTo>
                <a:lnTo>
                  <a:pt x="2808881" y="657901"/>
                </a:lnTo>
                <a:lnTo>
                  <a:pt x="2808881" y="552345"/>
                </a:lnTo>
                <a:close/>
                <a:moveTo>
                  <a:pt x="539750" y="552345"/>
                </a:moveTo>
                <a:lnTo>
                  <a:pt x="539750" y="974568"/>
                </a:lnTo>
                <a:lnTo>
                  <a:pt x="645307" y="974568"/>
                </a:lnTo>
                <a:lnTo>
                  <a:pt x="645307" y="700726"/>
                </a:lnTo>
                <a:lnTo>
                  <a:pt x="660385" y="763457"/>
                </a:lnTo>
                <a:lnTo>
                  <a:pt x="716483" y="974568"/>
                </a:lnTo>
                <a:lnTo>
                  <a:pt x="827466" y="974568"/>
                </a:lnTo>
                <a:lnTo>
                  <a:pt x="883562" y="763457"/>
                </a:lnTo>
                <a:lnTo>
                  <a:pt x="898643" y="700726"/>
                </a:lnTo>
                <a:lnTo>
                  <a:pt x="898643" y="974568"/>
                </a:lnTo>
                <a:lnTo>
                  <a:pt x="1006610" y="974568"/>
                </a:lnTo>
                <a:lnTo>
                  <a:pt x="1006610" y="552345"/>
                </a:lnTo>
                <a:lnTo>
                  <a:pt x="838323" y="552345"/>
                </a:lnTo>
                <a:lnTo>
                  <a:pt x="785847" y="769489"/>
                </a:lnTo>
                <a:lnTo>
                  <a:pt x="773181" y="829806"/>
                </a:lnTo>
                <a:lnTo>
                  <a:pt x="760513" y="769489"/>
                </a:lnTo>
                <a:lnTo>
                  <a:pt x="708037" y="552345"/>
                </a:lnTo>
                <a:close/>
                <a:moveTo>
                  <a:pt x="1685779" y="545106"/>
                </a:moveTo>
                <a:cubicBezTo>
                  <a:pt x="1561525" y="545106"/>
                  <a:pt x="1487334" y="612662"/>
                  <a:pt x="1487334" y="725456"/>
                </a:cubicBezTo>
                <a:lnTo>
                  <a:pt x="1487334" y="801457"/>
                </a:lnTo>
                <a:cubicBezTo>
                  <a:pt x="1487334" y="914854"/>
                  <a:pt x="1560922" y="981806"/>
                  <a:pt x="1685779" y="981806"/>
                </a:cubicBezTo>
                <a:cubicBezTo>
                  <a:pt x="1810035" y="981806"/>
                  <a:pt x="1884225" y="914251"/>
                  <a:pt x="1884225" y="801457"/>
                </a:cubicBezTo>
                <a:lnTo>
                  <a:pt x="1884225" y="725456"/>
                </a:lnTo>
                <a:cubicBezTo>
                  <a:pt x="1884225" y="612059"/>
                  <a:pt x="1810637" y="545106"/>
                  <a:pt x="1685779" y="545106"/>
                </a:cubicBezTo>
                <a:close/>
                <a:moveTo>
                  <a:pt x="1248481" y="545106"/>
                </a:moveTo>
                <a:cubicBezTo>
                  <a:pt x="1124227" y="545106"/>
                  <a:pt x="1050036" y="612662"/>
                  <a:pt x="1050036" y="725456"/>
                </a:cubicBezTo>
                <a:lnTo>
                  <a:pt x="1050036" y="801457"/>
                </a:lnTo>
                <a:cubicBezTo>
                  <a:pt x="1050036" y="914854"/>
                  <a:pt x="1123624" y="981806"/>
                  <a:pt x="1248481" y="981806"/>
                </a:cubicBezTo>
                <a:cubicBezTo>
                  <a:pt x="1372737" y="981806"/>
                  <a:pt x="1446927" y="914251"/>
                  <a:pt x="1446927" y="801457"/>
                </a:cubicBezTo>
                <a:lnTo>
                  <a:pt x="1446927" y="725456"/>
                </a:lnTo>
                <a:cubicBezTo>
                  <a:pt x="1446927" y="612059"/>
                  <a:pt x="1373339" y="545106"/>
                  <a:pt x="1248481" y="545106"/>
                </a:cubicBezTo>
                <a:close/>
                <a:moveTo>
                  <a:pt x="3000079" y="545106"/>
                </a:moveTo>
                <a:cubicBezTo>
                  <a:pt x="2891506" y="545106"/>
                  <a:pt x="2828172" y="595774"/>
                  <a:pt x="2828172" y="682630"/>
                </a:cubicBezTo>
                <a:cubicBezTo>
                  <a:pt x="2828172" y="773710"/>
                  <a:pt x="2892714" y="799045"/>
                  <a:pt x="2942175" y="806281"/>
                </a:cubicBezTo>
                <a:lnTo>
                  <a:pt x="3018174" y="817743"/>
                </a:lnTo>
                <a:cubicBezTo>
                  <a:pt x="3044112" y="821362"/>
                  <a:pt x="3061604" y="826790"/>
                  <a:pt x="3061604" y="852728"/>
                </a:cubicBezTo>
                <a:cubicBezTo>
                  <a:pt x="3061604" y="875647"/>
                  <a:pt x="3040492" y="887712"/>
                  <a:pt x="3000079" y="887712"/>
                </a:cubicBezTo>
                <a:cubicBezTo>
                  <a:pt x="2956048" y="887712"/>
                  <a:pt x="2937348" y="875044"/>
                  <a:pt x="2937348" y="845489"/>
                </a:cubicBezTo>
                <a:lnTo>
                  <a:pt x="2937348" y="829203"/>
                </a:lnTo>
                <a:lnTo>
                  <a:pt x="2825761" y="829203"/>
                </a:lnTo>
                <a:lnTo>
                  <a:pt x="2825761" y="847901"/>
                </a:lnTo>
                <a:cubicBezTo>
                  <a:pt x="2825761" y="931743"/>
                  <a:pt x="2890301" y="981808"/>
                  <a:pt x="3000079" y="981808"/>
                </a:cubicBezTo>
                <a:cubicBezTo>
                  <a:pt x="3096664" y="981808"/>
                  <a:pt x="3158149" y="942554"/>
                  <a:pt x="3172012" y="874148"/>
                </a:cubicBezTo>
                <a:lnTo>
                  <a:pt x="3175000" y="843076"/>
                </a:lnTo>
                <a:lnTo>
                  <a:pt x="3172125" y="811710"/>
                </a:lnTo>
                <a:cubicBezTo>
                  <a:pt x="3159054" y="745334"/>
                  <a:pt x="3103902" y="725081"/>
                  <a:pt x="3057985" y="718220"/>
                </a:cubicBezTo>
                <a:lnTo>
                  <a:pt x="2982586" y="706758"/>
                </a:lnTo>
                <a:cubicBezTo>
                  <a:pt x="2958461" y="703139"/>
                  <a:pt x="2941572" y="697711"/>
                  <a:pt x="2941572" y="672981"/>
                </a:cubicBezTo>
                <a:cubicBezTo>
                  <a:pt x="2941572" y="650662"/>
                  <a:pt x="2961475" y="639203"/>
                  <a:pt x="3000079" y="639203"/>
                </a:cubicBezTo>
                <a:cubicBezTo>
                  <a:pt x="3041095" y="639203"/>
                  <a:pt x="3058587" y="651265"/>
                  <a:pt x="3058587" y="680219"/>
                </a:cubicBezTo>
                <a:lnTo>
                  <a:pt x="3058587" y="694092"/>
                </a:lnTo>
                <a:lnTo>
                  <a:pt x="3170176" y="694092"/>
                </a:lnTo>
                <a:lnTo>
                  <a:pt x="3170176" y="677806"/>
                </a:lnTo>
                <a:cubicBezTo>
                  <a:pt x="3170176" y="594567"/>
                  <a:pt x="3106842" y="545106"/>
                  <a:pt x="3000079" y="545106"/>
                </a:cubicBezTo>
                <a:close/>
                <a:moveTo>
                  <a:pt x="0" y="0"/>
                </a:moveTo>
                <a:lnTo>
                  <a:pt x="12192000" y="0"/>
                </a:lnTo>
                <a:lnTo>
                  <a:pt x="12192000" y="6857999"/>
                </a:lnTo>
                <a:lnTo>
                  <a:pt x="0" y="6857999"/>
                </a:lnTo>
                <a:close/>
              </a:path>
            </a:pathLst>
          </a:custGeom>
          <a:solidFill>
            <a:srgbClr val="F0F0F1"/>
          </a:solidFill>
        </p:spPr>
        <p:txBody>
          <a:bodyPr wrap="square" rIns="548640" anchor="ctr">
            <a:noAutofit/>
          </a:bodyPr>
          <a:lstStyle>
            <a:lvl1pPr algn="r">
              <a:defRPr>
                <a:solidFill>
                  <a:schemeClr val="bg1"/>
                </a:solidFill>
              </a:defRPr>
            </a:lvl1pPr>
          </a:lstStyle>
          <a:p>
            <a:r>
              <a:rPr lang="en-US"/>
              <a:t>Click icon to add picture</a:t>
            </a:r>
          </a:p>
        </p:txBody>
      </p:sp>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3552825"/>
            <a:ext cx="5441950" cy="2179638"/>
          </a:xfrm>
          <a:prstGeom prst="rect">
            <a:avLst/>
          </a:prstGeom>
        </p:spPr>
        <p:txBody>
          <a:bodyPr anchor="b"/>
          <a:lstStyle>
            <a:lvl1pPr>
              <a:defRPr>
                <a:solidFill>
                  <a:schemeClr val="bg1"/>
                </a:solidFill>
              </a:defRPr>
            </a:lvl1pPr>
          </a:lstStyle>
          <a:p>
            <a:r>
              <a:rPr lang="en-US"/>
              <a:t>Click to edit Master title style</a:t>
            </a:r>
          </a:p>
        </p:txBody>
      </p:sp>
      <p:sp>
        <p:nvSpPr>
          <p:cNvPr id="4" name="Text Placeholder 11">
            <a:extLst>
              <a:ext uri="{FF2B5EF4-FFF2-40B4-BE49-F238E27FC236}">
                <a16:creationId xmlns:a16="http://schemas.microsoft.com/office/drawing/2014/main" id="{6FA1FE30-4DE2-0D36-81F6-894372591DE3}"/>
              </a:ext>
            </a:extLst>
          </p:cNvPr>
          <p:cNvSpPr>
            <a:spLocks noGrp="1"/>
          </p:cNvSpPr>
          <p:nvPr>
            <p:ph type="body" sz="quarter" idx="11" hasCustomPrompt="1"/>
          </p:nvPr>
        </p:nvSpPr>
        <p:spPr>
          <a:xfrm>
            <a:off x="3367089" y="6311900"/>
            <a:ext cx="5445126" cy="269875"/>
          </a:xfrm>
        </p:spPr>
        <p:txBody>
          <a:bodyPr anchor="b">
            <a:normAutofit/>
          </a:bodyPr>
          <a:lstStyle>
            <a:lvl1pPr marL="0" algn="l" defTabSz="914400" rtl="0" eaLnBrk="1" latinLnBrk="0" hangingPunct="1">
              <a:defRPr lang="en-US" sz="1000" b="0" i="0" kern="1200" dirty="0" smtClean="0">
                <a:solidFill>
                  <a:schemeClr val="bg1"/>
                </a:solidFill>
                <a:latin typeface="+mn-lt"/>
                <a:ea typeface="GT America Regular" pitchFamily="2" charset="77"/>
                <a:cs typeface="GT America Regular" pitchFamily="2" charset="77"/>
              </a:defRPr>
            </a:lvl1pPr>
            <a:lvl2pPr>
              <a:defRPr sz="1000"/>
            </a:lvl2pPr>
            <a:lvl3pPr marL="0" indent="0">
              <a:buNone/>
              <a:defRPr sz="1000"/>
            </a:lvl3pPr>
            <a:lvl4pPr marL="0" indent="0">
              <a:defRPr sz="1000"/>
            </a:lvl4pPr>
            <a:lvl5pPr marL="0" indent="0">
              <a:buNone/>
              <a:defRPr sz="1000"/>
            </a:lvl5pPr>
            <a:lvl6pPr marL="0" indent="0">
              <a:defRPr sz="1000"/>
            </a:lvl6pPr>
            <a:lvl7pPr marL="0" indent="0">
              <a:buNone/>
              <a:defRPr sz="1000"/>
            </a:lvl7pPr>
            <a:lvl8pPr marL="0" indent="0">
              <a:defRPr sz="1000"/>
            </a:lvl8pPr>
            <a:lvl9pPr marL="0" indent="0">
              <a:buNone/>
              <a:defRPr sz="1000"/>
            </a:lvl9pPr>
          </a:lstStyle>
          <a:p>
            <a:pPr lvl="0"/>
            <a:r>
              <a:rPr lang="en-US"/>
              <a:t>Title Department</a:t>
            </a:r>
          </a:p>
        </p:txBody>
      </p:sp>
      <p:sp>
        <p:nvSpPr>
          <p:cNvPr id="3" name="Date Placeholder 3">
            <a:extLst>
              <a:ext uri="{FF2B5EF4-FFF2-40B4-BE49-F238E27FC236}">
                <a16:creationId xmlns:a16="http://schemas.microsoft.com/office/drawing/2014/main" id="{6DC47A95-CCFB-A6E7-23DB-287FFF642D6A}"/>
              </a:ext>
            </a:extLst>
          </p:cNvPr>
          <p:cNvSpPr>
            <a:spLocks noGrp="1"/>
          </p:cNvSpPr>
          <p:nvPr>
            <p:ph type="dt" sz="half" idx="2"/>
          </p:nvPr>
        </p:nvSpPr>
        <p:spPr>
          <a:xfrm>
            <a:off x="9013829" y="6311900"/>
            <a:ext cx="2619375" cy="269875"/>
          </a:xfrm>
          <a:prstGeom prst="rect">
            <a:avLst/>
          </a:prstGeom>
        </p:spPr>
        <p:txBody>
          <a:bodyPr vert="horz" lIns="0" tIns="0" rIns="0" bIns="0" rtlCol="0" anchor="b" anchorCtr="0"/>
          <a:lstStyle>
            <a:lvl1pPr algn="r">
              <a:defRPr sz="1000">
                <a:solidFill>
                  <a:schemeClr val="bg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
        <p:nvSpPr>
          <p:cNvPr id="6" name="Text Placeholder 8">
            <a:extLst>
              <a:ext uri="{FF2B5EF4-FFF2-40B4-BE49-F238E27FC236}">
                <a16:creationId xmlns:a16="http://schemas.microsoft.com/office/drawing/2014/main" id="{A16C230C-5691-F970-ED78-91F42403D1D0}"/>
              </a:ext>
            </a:extLst>
          </p:cNvPr>
          <p:cNvSpPr>
            <a:spLocks noGrp="1"/>
          </p:cNvSpPr>
          <p:nvPr>
            <p:ph type="body" sz="quarter" idx="14" hasCustomPrompt="1"/>
          </p:nvPr>
        </p:nvSpPr>
        <p:spPr>
          <a:xfrm>
            <a:off x="6194424" y="696913"/>
            <a:ext cx="5438779" cy="430212"/>
          </a:xfrm>
        </p:spPr>
        <p:txBody>
          <a:bodyPr tIns="91440">
            <a:noAutofit/>
          </a:bodyPr>
          <a:lstStyle>
            <a:lvl1pPr marL="0" indent="0" algn="r">
              <a:buFont typeface="Arial" panose="020B0604020202020204" pitchFamily="34" charset="0"/>
              <a:buNone/>
              <a:defRPr sz="1600" b="1">
                <a:solidFill>
                  <a:schemeClr val="bg1"/>
                </a:solidFill>
              </a:defRPr>
            </a:lvl1pPr>
            <a:lvl2pPr marL="0" indent="0" algn="r">
              <a:buNone/>
              <a:defRPr sz="1600" b="1">
                <a:solidFill>
                  <a:schemeClr val="tx1"/>
                </a:solidFill>
              </a:defRPr>
            </a:lvl2pPr>
            <a:lvl3pPr marL="0" indent="0" algn="r">
              <a:buNone/>
              <a:defRPr sz="1600" b="1">
                <a:solidFill>
                  <a:schemeClr val="tx1"/>
                </a:solidFill>
              </a:defRPr>
            </a:lvl3pPr>
            <a:lvl4pPr marL="0" indent="0" algn="r">
              <a:buNone/>
              <a:defRPr sz="1600" b="1">
                <a:solidFill>
                  <a:schemeClr val="tx1"/>
                </a:solidFill>
              </a:defRPr>
            </a:lvl4pPr>
            <a:lvl5pPr marL="0" indent="0" algn="r">
              <a:buFont typeface="Arial" panose="020B0604020202020204" pitchFamily="34" charset="0"/>
              <a:buNone/>
              <a:defRPr sz="1600" b="1">
                <a:solidFill>
                  <a:schemeClr val="tx1"/>
                </a:solidFill>
              </a:defRPr>
            </a:lvl5pPr>
            <a:lvl6pPr marL="0" indent="0" algn="r">
              <a:buNone/>
              <a:defRPr sz="1600" b="1">
                <a:solidFill>
                  <a:schemeClr val="tx1"/>
                </a:solidFill>
              </a:defRPr>
            </a:lvl6pPr>
            <a:lvl7pPr marL="0" indent="0" algn="r">
              <a:buNone/>
              <a:defRPr sz="1600" b="1">
                <a:solidFill>
                  <a:schemeClr val="tx1"/>
                </a:solidFill>
              </a:defRPr>
            </a:lvl7pPr>
            <a:lvl8pPr marL="0" indent="0" algn="r">
              <a:buNone/>
              <a:defRPr sz="1600" b="1">
                <a:solidFill>
                  <a:schemeClr val="tx1"/>
                </a:solidFill>
              </a:defRPr>
            </a:lvl8pPr>
            <a:lvl9pPr marL="0" indent="0" algn="r">
              <a:buNone/>
              <a:defRPr sz="1600" b="1">
                <a:solidFill>
                  <a:schemeClr val="tx1"/>
                </a:solidFill>
              </a:defRPr>
            </a:lvl9pPr>
          </a:lstStyle>
          <a:p>
            <a:pPr lvl="0"/>
            <a:r>
              <a:rPr lang="en-US"/>
              <a:t>Division / Geography</a:t>
            </a:r>
          </a:p>
        </p:txBody>
      </p:sp>
      <p:sp>
        <p:nvSpPr>
          <p:cNvPr id="11" name="Text Placeholder 12">
            <a:extLst>
              <a:ext uri="{FF2B5EF4-FFF2-40B4-BE49-F238E27FC236}">
                <a16:creationId xmlns:a16="http://schemas.microsoft.com/office/drawing/2014/main" id="{3C21ED02-4A33-6EFD-6724-30A8642C13A3}"/>
              </a:ext>
            </a:extLst>
          </p:cNvPr>
          <p:cNvSpPr>
            <a:spLocks noGrp="1"/>
          </p:cNvSpPr>
          <p:nvPr>
            <p:ph type="body" sz="quarter" idx="99" hasCustomPrompt="1"/>
          </p:nvPr>
        </p:nvSpPr>
        <p:spPr>
          <a:xfrm>
            <a:off x="539750" y="6311900"/>
            <a:ext cx="2619375" cy="269875"/>
          </a:xfrm>
        </p:spPr>
        <p:txBody>
          <a:bodyPr anchor="b">
            <a:noAutofit/>
          </a:bodyPr>
          <a:lstStyle>
            <a:lvl1pPr>
              <a:defRPr sz="1000" b="0">
                <a:solidFill>
                  <a:schemeClr val="bg1"/>
                </a:solidFill>
              </a:defRPr>
            </a:lvl1pPr>
            <a:lvl2pP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Single presenter</a:t>
            </a:r>
          </a:p>
        </p:txBody>
      </p:sp>
      <p:sp>
        <p:nvSpPr>
          <p:cNvPr id="12" name="Text Placeholder 15">
            <a:extLst>
              <a:ext uri="{FF2B5EF4-FFF2-40B4-BE49-F238E27FC236}">
                <a16:creationId xmlns:a16="http://schemas.microsoft.com/office/drawing/2014/main" id="{DDFCCCE6-1080-7167-2C83-D3BE43A6E107}"/>
              </a:ext>
            </a:extLst>
          </p:cNvPr>
          <p:cNvSpPr>
            <a:spLocks noGrp="1"/>
          </p:cNvSpPr>
          <p:nvPr>
            <p:ph type="body" sz="quarter" idx="100" hasCustomPrompt="1"/>
          </p:nvPr>
        </p:nvSpPr>
        <p:spPr>
          <a:xfrm>
            <a:off x="546099" y="3014450"/>
            <a:ext cx="2615184" cy="281478"/>
          </a:xfrm>
        </p:spPr>
        <p:txBody>
          <a:bodyPr>
            <a:noAutofit/>
          </a:bodyPr>
          <a:lstStyle>
            <a:lvl1pPr>
              <a:defRPr sz="1000">
                <a:solidFill>
                  <a:schemeClr val="bg1"/>
                </a:solidFill>
              </a:defRPr>
            </a:lvl1pPr>
            <a:lvl2pPr marL="285750" indent="-285750">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1</a:t>
            </a:r>
          </a:p>
        </p:txBody>
      </p:sp>
      <p:sp>
        <p:nvSpPr>
          <p:cNvPr id="13" name="Text Placeholder 17">
            <a:extLst>
              <a:ext uri="{FF2B5EF4-FFF2-40B4-BE49-F238E27FC236}">
                <a16:creationId xmlns:a16="http://schemas.microsoft.com/office/drawing/2014/main" id="{4E920023-5558-3759-D0F7-D4E02260898A}"/>
              </a:ext>
            </a:extLst>
          </p:cNvPr>
          <p:cNvSpPr>
            <a:spLocks noGrp="1"/>
          </p:cNvSpPr>
          <p:nvPr>
            <p:ph type="body" sz="quarter" idx="101" hasCustomPrompt="1"/>
          </p:nvPr>
        </p:nvSpPr>
        <p:spPr>
          <a:xfrm>
            <a:off x="3386138" y="3009900"/>
            <a:ext cx="2615184" cy="286028"/>
          </a:xfrm>
        </p:spPr>
        <p:txBody>
          <a:bodyPr>
            <a:noAutofit/>
          </a:bodyPr>
          <a:lstStyle>
            <a:lvl1pPr>
              <a:defRPr sz="1000">
                <a:solidFill>
                  <a:schemeClr val="bg1"/>
                </a:solidFill>
              </a:defRPr>
            </a:lvl1pPr>
            <a:lvl2pPr marL="284163" indent="-284163">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2</a:t>
            </a:r>
          </a:p>
        </p:txBody>
      </p:sp>
      <p:sp>
        <p:nvSpPr>
          <p:cNvPr id="14" name="Text Placeholder 19">
            <a:extLst>
              <a:ext uri="{FF2B5EF4-FFF2-40B4-BE49-F238E27FC236}">
                <a16:creationId xmlns:a16="http://schemas.microsoft.com/office/drawing/2014/main" id="{6463DDA5-4241-B62D-0CE3-D5CF7DDC78DE}"/>
              </a:ext>
            </a:extLst>
          </p:cNvPr>
          <p:cNvSpPr>
            <a:spLocks noGrp="1"/>
          </p:cNvSpPr>
          <p:nvPr>
            <p:ph type="body" sz="quarter" idx="102" hasCustomPrompt="1"/>
          </p:nvPr>
        </p:nvSpPr>
        <p:spPr>
          <a:xfrm>
            <a:off x="6194425" y="3009900"/>
            <a:ext cx="2615184" cy="286028"/>
          </a:xfrm>
        </p:spPr>
        <p:txBody>
          <a:bodyPr>
            <a:normAutofit/>
          </a:bodyPr>
          <a:lstStyle>
            <a:lvl1pPr>
              <a:defRPr sz="1000">
                <a:solidFill>
                  <a:schemeClr val="bg1"/>
                </a:solidFill>
              </a:defRPr>
            </a:lvl1pPr>
            <a:lvl2pPr marL="284163" indent="-284163">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3</a:t>
            </a:r>
          </a:p>
        </p:txBody>
      </p:sp>
    </p:spTree>
    <p:extLst>
      <p:ext uri="{BB962C8B-B14F-4D97-AF65-F5344CB8AC3E}">
        <p14:creationId xmlns:p14="http://schemas.microsoft.com/office/powerpoint/2010/main" val="501217140"/>
      </p:ext>
    </p:extLst>
  </p:cSld>
  <p:clrMapOvr>
    <a:overrideClrMapping bg1="dk1" tx1="lt1" bg2="dk2" tx2="lt2" accent1="accent1" accent2="accent2" accent3="accent3" accent4="accent4" accent5="accent5" accent6="accent6" hlink="hlink" folHlink="folHlink"/>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Cover 6">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3552825"/>
            <a:ext cx="5441950" cy="2179638"/>
          </a:xfrm>
          <a:prstGeom prst="rect">
            <a:avLst/>
          </a:prstGeom>
        </p:spPr>
        <p:txBody>
          <a:bodyPr anchor="b"/>
          <a:lstStyle>
            <a:lvl1pPr>
              <a:defRPr>
                <a:solidFill>
                  <a:schemeClr val="tx1"/>
                </a:solidFill>
              </a:defRPr>
            </a:lvl1pPr>
          </a:lstStyle>
          <a:p>
            <a:r>
              <a:rPr lang="en-US"/>
              <a:t>Click to edit Master title style</a:t>
            </a:r>
          </a:p>
        </p:txBody>
      </p:sp>
      <p:sp>
        <p:nvSpPr>
          <p:cNvPr id="6" name="Freeform 5">
            <a:extLst>
              <a:ext uri="{FF2B5EF4-FFF2-40B4-BE49-F238E27FC236}">
                <a16:creationId xmlns:a16="http://schemas.microsoft.com/office/drawing/2014/main" id="{EBC8BAC9-2F39-70BA-C3AC-DE7DA1042A5B}"/>
              </a:ext>
            </a:extLst>
          </p:cNvPr>
          <p:cNvSpPr/>
          <p:nvPr userDrawn="1"/>
        </p:nvSpPr>
        <p:spPr bwMode="black">
          <a:xfrm>
            <a:off x="539750" y="545106"/>
            <a:ext cx="2635250" cy="436702"/>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solidFill>
                <a:schemeClr val="tx1"/>
              </a:solidFill>
            </a:endParaRPr>
          </a:p>
        </p:txBody>
      </p:sp>
      <p:sp>
        <p:nvSpPr>
          <p:cNvPr id="9" name="Picture Placeholder 8">
            <a:extLst>
              <a:ext uri="{FF2B5EF4-FFF2-40B4-BE49-F238E27FC236}">
                <a16:creationId xmlns:a16="http://schemas.microsoft.com/office/drawing/2014/main" id="{7AC15287-0630-B8DA-C579-8B9B7FB3569E}"/>
              </a:ext>
            </a:extLst>
          </p:cNvPr>
          <p:cNvSpPr>
            <a:spLocks noGrp="1"/>
          </p:cNvSpPr>
          <p:nvPr>
            <p:ph type="pic" sz="quarter" idx="13" hasCustomPrompt="1"/>
          </p:nvPr>
        </p:nvSpPr>
        <p:spPr bwMode="auto">
          <a:xfrm>
            <a:off x="6096000" y="0"/>
            <a:ext cx="2029968" cy="5868988"/>
          </a:xfrm>
          <a:solidFill>
            <a:srgbClr val="A6A9AA"/>
          </a:solidFill>
        </p:spPr>
        <p:txBody>
          <a:bodyPr tIns="731520" anchor="ctr"/>
          <a:lstStyle>
            <a:lvl1pPr algn="ctr">
              <a:defRPr b="0">
                <a:solidFill>
                  <a:schemeClr val="bg1"/>
                </a:solidFill>
                <a:latin typeface="+mn-lt"/>
              </a:defRPr>
            </a:lvl1pPr>
          </a:lstStyle>
          <a:p>
            <a:r>
              <a:rPr lang="en-US"/>
              <a:t>Dynamic slice crop 1</a:t>
            </a:r>
          </a:p>
        </p:txBody>
      </p:sp>
      <p:sp>
        <p:nvSpPr>
          <p:cNvPr id="13" name="Picture Placeholder 8">
            <a:extLst>
              <a:ext uri="{FF2B5EF4-FFF2-40B4-BE49-F238E27FC236}">
                <a16:creationId xmlns:a16="http://schemas.microsoft.com/office/drawing/2014/main" id="{88B0AA94-1619-F4BF-E5D2-311BE603DDAC}"/>
              </a:ext>
            </a:extLst>
          </p:cNvPr>
          <p:cNvSpPr>
            <a:spLocks noGrp="1"/>
          </p:cNvSpPr>
          <p:nvPr>
            <p:ph type="pic" sz="quarter" idx="14" hasCustomPrompt="1"/>
          </p:nvPr>
        </p:nvSpPr>
        <p:spPr bwMode="auto">
          <a:xfrm>
            <a:off x="8125968" y="1422400"/>
            <a:ext cx="2029968" cy="5434765"/>
          </a:xfrm>
          <a:solidFill>
            <a:srgbClr val="A6A9AA"/>
          </a:solidFill>
        </p:spPr>
        <p:txBody>
          <a:bodyPr tIns="731520" anchor="ctr"/>
          <a:lstStyle>
            <a:lvl1pPr algn="ctr">
              <a:defRPr b="0">
                <a:solidFill>
                  <a:schemeClr val="bg1"/>
                </a:solidFill>
                <a:latin typeface="+mn-lt"/>
              </a:defRPr>
            </a:lvl1pPr>
          </a:lstStyle>
          <a:p>
            <a:r>
              <a:rPr lang="en-US"/>
              <a:t>Dynamic slice crop 2</a:t>
            </a:r>
          </a:p>
        </p:txBody>
      </p:sp>
      <p:sp>
        <p:nvSpPr>
          <p:cNvPr id="15" name="Picture Placeholder 8">
            <a:extLst>
              <a:ext uri="{FF2B5EF4-FFF2-40B4-BE49-F238E27FC236}">
                <a16:creationId xmlns:a16="http://schemas.microsoft.com/office/drawing/2014/main" id="{D814C211-DBD2-6DA0-0A9F-8BF774A63EE4}"/>
              </a:ext>
            </a:extLst>
          </p:cNvPr>
          <p:cNvSpPr>
            <a:spLocks noGrp="1"/>
          </p:cNvSpPr>
          <p:nvPr>
            <p:ph type="pic" sz="quarter" idx="15" hasCustomPrompt="1"/>
          </p:nvPr>
        </p:nvSpPr>
        <p:spPr bwMode="auto">
          <a:xfrm>
            <a:off x="10155936" y="1"/>
            <a:ext cx="2036063" cy="4419599"/>
          </a:xfrm>
          <a:solidFill>
            <a:srgbClr val="A6A9AA"/>
          </a:solidFill>
        </p:spPr>
        <p:txBody>
          <a:bodyPr tIns="731520" anchor="ctr"/>
          <a:lstStyle>
            <a:lvl1pPr algn="ctr">
              <a:defRPr b="0">
                <a:solidFill>
                  <a:schemeClr val="bg1"/>
                </a:solidFill>
                <a:latin typeface="+mn-lt"/>
              </a:defRPr>
            </a:lvl1pPr>
          </a:lstStyle>
          <a:p>
            <a:r>
              <a:rPr lang="en-US"/>
              <a:t>Dynamic slice crop 3</a:t>
            </a:r>
          </a:p>
        </p:txBody>
      </p:sp>
      <p:sp>
        <p:nvSpPr>
          <p:cNvPr id="4" name="Text Placeholder 11">
            <a:extLst>
              <a:ext uri="{FF2B5EF4-FFF2-40B4-BE49-F238E27FC236}">
                <a16:creationId xmlns:a16="http://schemas.microsoft.com/office/drawing/2014/main" id="{662F28CC-4FDC-6231-81B1-808636A2AFE1}"/>
              </a:ext>
            </a:extLst>
          </p:cNvPr>
          <p:cNvSpPr>
            <a:spLocks noGrp="1"/>
          </p:cNvSpPr>
          <p:nvPr>
            <p:ph type="body" sz="quarter" idx="11" hasCustomPrompt="1"/>
          </p:nvPr>
        </p:nvSpPr>
        <p:spPr>
          <a:xfrm>
            <a:off x="3367089" y="6311900"/>
            <a:ext cx="5445126" cy="269875"/>
          </a:xfrm>
        </p:spPr>
        <p:txBody>
          <a:bodyPr anchor="b">
            <a:normAutofit/>
          </a:bodyPr>
          <a:lstStyle>
            <a:lvl1pPr marL="0" algn="l" defTabSz="914400" rtl="0" eaLnBrk="1" latinLnBrk="0" hangingPunct="1">
              <a:defRPr lang="en-US" sz="1000" b="0" i="0" kern="1200" dirty="0" smtClean="0">
                <a:solidFill>
                  <a:schemeClr val="tx1"/>
                </a:solidFill>
                <a:latin typeface="+mn-lt"/>
                <a:ea typeface="GT America Regular" pitchFamily="2" charset="77"/>
                <a:cs typeface="GT America Regular" pitchFamily="2" charset="77"/>
              </a:defRPr>
            </a:lvl1pPr>
            <a:lvl2pPr>
              <a:defRPr sz="1000"/>
            </a:lvl2pPr>
            <a:lvl3pPr marL="0" indent="0">
              <a:buNone/>
              <a:defRPr sz="1000"/>
            </a:lvl3pPr>
            <a:lvl4pPr marL="0" indent="0">
              <a:defRPr sz="1000"/>
            </a:lvl4pPr>
            <a:lvl5pPr marL="0" indent="0">
              <a:buNone/>
              <a:defRPr sz="1000"/>
            </a:lvl5pPr>
            <a:lvl6pPr marL="0" indent="0">
              <a:defRPr sz="1000"/>
            </a:lvl6pPr>
            <a:lvl7pPr marL="0" indent="0">
              <a:buNone/>
              <a:defRPr sz="1000"/>
            </a:lvl7pPr>
            <a:lvl8pPr marL="0" indent="0">
              <a:defRPr sz="1000"/>
            </a:lvl8pPr>
            <a:lvl9pPr marL="0" indent="0">
              <a:buNone/>
              <a:defRPr sz="1000"/>
            </a:lvl9pPr>
          </a:lstStyle>
          <a:p>
            <a:pPr lvl="0"/>
            <a:r>
              <a:rPr lang="en-US"/>
              <a:t>Title Department</a:t>
            </a:r>
          </a:p>
        </p:txBody>
      </p:sp>
      <p:sp>
        <p:nvSpPr>
          <p:cNvPr id="3" name="Date Placeholder 3">
            <a:extLst>
              <a:ext uri="{FF2B5EF4-FFF2-40B4-BE49-F238E27FC236}">
                <a16:creationId xmlns:a16="http://schemas.microsoft.com/office/drawing/2014/main" id="{4E4E5E40-9936-2B1A-A957-B3832110D191}"/>
              </a:ext>
            </a:extLst>
          </p:cNvPr>
          <p:cNvSpPr>
            <a:spLocks noGrp="1"/>
          </p:cNvSpPr>
          <p:nvPr>
            <p:ph type="dt" sz="half" idx="2"/>
          </p:nvPr>
        </p:nvSpPr>
        <p:spPr>
          <a:xfrm>
            <a:off x="9013829" y="6311900"/>
            <a:ext cx="2619375" cy="269875"/>
          </a:xfrm>
          <a:prstGeom prst="rect">
            <a:avLst/>
          </a:prstGeom>
        </p:spPr>
        <p:txBody>
          <a:bodyPr vert="horz" lIns="0" tIns="0" rIns="0" bIns="0" rtlCol="0" anchor="b" anchorCtr="0"/>
          <a:lstStyle>
            <a:lvl1pPr algn="r">
              <a:defRPr sz="1000">
                <a:solidFill>
                  <a:schemeClr val="tx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
        <p:nvSpPr>
          <p:cNvPr id="11" name="Text Placeholder 12">
            <a:extLst>
              <a:ext uri="{FF2B5EF4-FFF2-40B4-BE49-F238E27FC236}">
                <a16:creationId xmlns:a16="http://schemas.microsoft.com/office/drawing/2014/main" id="{2831160B-5FF4-1736-F0D0-4A4677891D9D}"/>
              </a:ext>
            </a:extLst>
          </p:cNvPr>
          <p:cNvSpPr>
            <a:spLocks noGrp="1"/>
          </p:cNvSpPr>
          <p:nvPr>
            <p:ph type="body" sz="quarter" idx="99" hasCustomPrompt="1"/>
          </p:nvPr>
        </p:nvSpPr>
        <p:spPr>
          <a:xfrm>
            <a:off x="539750" y="6311900"/>
            <a:ext cx="2619375" cy="269875"/>
          </a:xfrm>
        </p:spPr>
        <p:txBody>
          <a:bodyPr anchor="b">
            <a:noAutofit/>
          </a:bodyPr>
          <a:lstStyle>
            <a:lvl1pPr>
              <a:defRPr sz="1000" b="0"/>
            </a:lvl1pPr>
            <a:lvl2pP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Single presenter</a:t>
            </a:r>
          </a:p>
        </p:txBody>
      </p:sp>
      <p:sp>
        <p:nvSpPr>
          <p:cNvPr id="12" name="Text Placeholder 15">
            <a:extLst>
              <a:ext uri="{FF2B5EF4-FFF2-40B4-BE49-F238E27FC236}">
                <a16:creationId xmlns:a16="http://schemas.microsoft.com/office/drawing/2014/main" id="{CF96A1AB-78C0-6521-B97B-BDB3F01285A2}"/>
              </a:ext>
            </a:extLst>
          </p:cNvPr>
          <p:cNvSpPr>
            <a:spLocks noGrp="1"/>
          </p:cNvSpPr>
          <p:nvPr>
            <p:ph type="body" sz="quarter" idx="100" hasCustomPrompt="1"/>
          </p:nvPr>
        </p:nvSpPr>
        <p:spPr>
          <a:xfrm>
            <a:off x="559816" y="1717185"/>
            <a:ext cx="2615184" cy="281478"/>
          </a:xfrm>
        </p:spPr>
        <p:txBody>
          <a:bodyPr>
            <a:noAutofit/>
          </a:bodyPr>
          <a:lstStyle>
            <a:lvl1pPr>
              <a:defRPr sz="1000"/>
            </a:lvl1pPr>
            <a:lvl2pPr marL="285750" indent="-285750">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1</a:t>
            </a:r>
          </a:p>
        </p:txBody>
      </p:sp>
      <p:sp>
        <p:nvSpPr>
          <p:cNvPr id="14" name="Text Placeholder 17">
            <a:extLst>
              <a:ext uri="{FF2B5EF4-FFF2-40B4-BE49-F238E27FC236}">
                <a16:creationId xmlns:a16="http://schemas.microsoft.com/office/drawing/2014/main" id="{E8D27B1D-88E9-5CC5-DDCC-40CEA313B46B}"/>
              </a:ext>
            </a:extLst>
          </p:cNvPr>
          <p:cNvSpPr>
            <a:spLocks noGrp="1"/>
          </p:cNvSpPr>
          <p:nvPr>
            <p:ph type="body" sz="quarter" idx="101" hasCustomPrompt="1"/>
          </p:nvPr>
        </p:nvSpPr>
        <p:spPr>
          <a:xfrm>
            <a:off x="559816" y="2284135"/>
            <a:ext cx="2615184" cy="286028"/>
          </a:xfrm>
        </p:spPr>
        <p:txBody>
          <a:bodyPr>
            <a:noAutofit/>
          </a:bodyPr>
          <a:lstStyle>
            <a:lvl1pPr>
              <a:defRPr sz="1000"/>
            </a:lvl1pPr>
            <a:lvl2pPr marL="284163" indent="-284163">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2</a:t>
            </a:r>
          </a:p>
        </p:txBody>
      </p:sp>
      <p:sp>
        <p:nvSpPr>
          <p:cNvPr id="16" name="Text Placeholder 19">
            <a:extLst>
              <a:ext uri="{FF2B5EF4-FFF2-40B4-BE49-F238E27FC236}">
                <a16:creationId xmlns:a16="http://schemas.microsoft.com/office/drawing/2014/main" id="{B7AFFEB9-D67F-9298-FCF9-0054A5CB24FB}"/>
              </a:ext>
            </a:extLst>
          </p:cNvPr>
          <p:cNvSpPr>
            <a:spLocks noGrp="1"/>
          </p:cNvSpPr>
          <p:nvPr>
            <p:ph type="body" sz="quarter" idx="102" hasCustomPrompt="1"/>
          </p:nvPr>
        </p:nvSpPr>
        <p:spPr>
          <a:xfrm>
            <a:off x="559816" y="2857474"/>
            <a:ext cx="2615184" cy="286028"/>
          </a:xfrm>
        </p:spPr>
        <p:txBody>
          <a:bodyPr>
            <a:normAutofit/>
          </a:bodyPr>
          <a:lstStyle>
            <a:lvl1pPr>
              <a:defRPr sz="1000"/>
            </a:lvl1pPr>
            <a:lvl2pPr marL="284163" indent="-284163">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3</a:t>
            </a:r>
          </a:p>
        </p:txBody>
      </p:sp>
    </p:spTree>
    <p:extLst>
      <p:ext uri="{BB962C8B-B14F-4D97-AF65-F5344CB8AC3E}">
        <p14:creationId xmlns:p14="http://schemas.microsoft.com/office/powerpoint/2010/main" val="3037804546"/>
      </p:ext>
    </p:extLst>
  </p:cSld>
  <p:clrMapOvr>
    <a:overrideClrMapping bg1="dk1" tx1="lt1" bg2="dk2" tx2="lt2" accent1="accent1" accent2="accent2" accent3="accent3" accent4="accent4" accent5="accent5" accent6="accent6" hlink="hlink" folHlink="folHlink"/>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Cover 7">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3552825"/>
            <a:ext cx="5441950" cy="2179638"/>
          </a:xfrm>
          <a:prstGeom prst="rect">
            <a:avLst/>
          </a:prstGeom>
        </p:spPr>
        <p:txBody>
          <a:bodyPr anchor="b"/>
          <a:lstStyle>
            <a:lvl1pPr>
              <a:defRPr>
                <a:solidFill>
                  <a:schemeClr val="tx1"/>
                </a:solidFill>
              </a:defRPr>
            </a:lvl1pPr>
          </a:lstStyle>
          <a:p>
            <a:r>
              <a:rPr lang="en-US"/>
              <a:t>Click to edit Master title style</a:t>
            </a:r>
          </a:p>
        </p:txBody>
      </p:sp>
      <p:sp>
        <p:nvSpPr>
          <p:cNvPr id="6" name="Freeform 5">
            <a:extLst>
              <a:ext uri="{FF2B5EF4-FFF2-40B4-BE49-F238E27FC236}">
                <a16:creationId xmlns:a16="http://schemas.microsoft.com/office/drawing/2014/main" id="{EBC8BAC9-2F39-70BA-C3AC-DE7DA1042A5B}"/>
              </a:ext>
            </a:extLst>
          </p:cNvPr>
          <p:cNvSpPr/>
          <p:nvPr userDrawn="1"/>
        </p:nvSpPr>
        <p:spPr bwMode="black">
          <a:xfrm>
            <a:off x="539750" y="545106"/>
            <a:ext cx="2635250" cy="436702"/>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solidFill>
                <a:schemeClr val="tx1"/>
              </a:solidFill>
            </a:endParaRPr>
          </a:p>
        </p:txBody>
      </p:sp>
      <p:sp>
        <p:nvSpPr>
          <p:cNvPr id="4" name="Text Placeholder 11">
            <a:extLst>
              <a:ext uri="{FF2B5EF4-FFF2-40B4-BE49-F238E27FC236}">
                <a16:creationId xmlns:a16="http://schemas.microsoft.com/office/drawing/2014/main" id="{6FA1FE30-4DE2-0D36-81F6-894372591DE3}"/>
              </a:ext>
            </a:extLst>
          </p:cNvPr>
          <p:cNvSpPr>
            <a:spLocks noGrp="1"/>
          </p:cNvSpPr>
          <p:nvPr>
            <p:ph type="body" sz="quarter" idx="11" hasCustomPrompt="1"/>
          </p:nvPr>
        </p:nvSpPr>
        <p:spPr>
          <a:xfrm>
            <a:off x="3367089" y="6311900"/>
            <a:ext cx="2624136" cy="269875"/>
          </a:xfrm>
        </p:spPr>
        <p:txBody>
          <a:bodyPr anchor="b">
            <a:normAutofit/>
          </a:bodyPr>
          <a:lstStyle>
            <a:lvl1pPr marL="0" algn="l" defTabSz="914400" rtl="0" eaLnBrk="1" latinLnBrk="0" hangingPunct="1">
              <a:defRPr lang="en-US" sz="1000" b="0" i="0" kern="1200" dirty="0" smtClean="0">
                <a:solidFill>
                  <a:schemeClr val="tx1"/>
                </a:solidFill>
                <a:latin typeface="+mn-lt"/>
                <a:ea typeface="GT America Regular" pitchFamily="2" charset="77"/>
                <a:cs typeface="GT America Regular" pitchFamily="2" charset="77"/>
              </a:defRPr>
            </a:lvl1pPr>
            <a:lvl2pPr>
              <a:defRPr sz="1000"/>
            </a:lvl2pPr>
            <a:lvl3pPr marL="0" indent="0">
              <a:buNone/>
              <a:defRPr sz="1000"/>
            </a:lvl3pPr>
            <a:lvl4pPr marL="0" indent="0">
              <a:defRPr sz="1000"/>
            </a:lvl4pPr>
            <a:lvl5pPr marL="0" indent="0">
              <a:buNone/>
              <a:defRPr sz="1000"/>
            </a:lvl5pPr>
            <a:lvl6pPr marL="0" indent="0">
              <a:defRPr sz="1000"/>
            </a:lvl6pPr>
            <a:lvl7pPr marL="0" indent="0">
              <a:buNone/>
              <a:defRPr sz="1000"/>
            </a:lvl7pPr>
            <a:lvl8pPr marL="0" indent="0">
              <a:defRPr sz="1000"/>
            </a:lvl8pPr>
            <a:lvl9pPr marL="0" indent="0">
              <a:buNone/>
              <a:defRPr sz="1000"/>
            </a:lvl9pPr>
          </a:lstStyle>
          <a:p>
            <a:pPr lvl="0"/>
            <a:r>
              <a:rPr lang="en-US"/>
              <a:t>Title Department</a:t>
            </a:r>
          </a:p>
        </p:txBody>
      </p:sp>
      <p:sp>
        <p:nvSpPr>
          <p:cNvPr id="8" name="Picture Placeholder 9">
            <a:extLst>
              <a:ext uri="{FF2B5EF4-FFF2-40B4-BE49-F238E27FC236}">
                <a16:creationId xmlns:a16="http://schemas.microsoft.com/office/drawing/2014/main" id="{4DFF5D06-761A-8209-6035-68AC3551CA5A}"/>
              </a:ext>
            </a:extLst>
          </p:cNvPr>
          <p:cNvSpPr>
            <a:spLocks noGrp="1"/>
          </p:cNvSpPr>
          <p:nvPr>
            <p:ph type="pic" sz="quarter" idx="13" hasCustomPrompt="1"/>
          </p:nvPr>
        </p:nvSpPr>
        <p:spPr>
          <a:xfrm>
            <a:off x="6096000" y="2425700"/>
            <a:ext cx="2029968" cy="4432300"/>
          </a:xfrm>
          <a:solidFill>
            <a:srgbClr val="A6A9AA"/>
          </a:solidFill>
        </p:spPr>
        <p:txBody>
          <a:bodyPr tIns="548640" anchor="ctr"/>
          <a:lstStyle>
            <a:lvl1pPr algn="ctr">
              <a:defRPr b="0">
                <a:solidFill>
                  <a:schemeClr val="tx2"/>
                </a:solidFill>
                <a:latin typeface="+mn-lt"/>
              </a:defRPr>
            </a:lvl1pPr>
          </a:lstStyle>
          <a:p>
            <a:r>
              <a:rPr lang="en-US"/>
              <a:t>Dynamic slice crop 1</a:t>
            </a:r>
          </a:p>
        </p:txBody>
      </p:sp>
      <p:sp>
        <p:nvSpPr>
          <p:cNvPr id="9" name="Picture Placeholder 9">
            <a:extLst>
              <a:ext uri="{FF2B5EF4-FFF2-40B4-BE49-F238E27FC236}">
                <a16:creationId xmlns:a16="http://schemas.microsoft.com/office/drawing/2014/main" id="{A06D238C-D66D-D54D-25CD-678D0ECC7E53}"/>
              </a:ext>
            </a:extLst>
          </p:cNvPr>
          <p:cNvSpPr>
            <a:spLocks noGrp="1"/>
          </p:cNvSpPr>
          <p:nvPr>
            <p:ph type="pic" sz="quarter" idx="14" hasCustomPrompt="1"/>
          </p:nvPr>
        </p:nvSpPr>
        <p:spPr>
          <a:xfrm>
            <a:off x="8125968" y="0"/>
            <a:ext cx="4066032" cy="4567237"/>
          </a:xfrm>
          <a:solidFill>
            <a:srgbClr val="A6A9AA"/>
          </a:solidFill>
        </p:spPr>
        <p:txBody>
          <a:bodyPr tIns="548640" anchor="ctr"/>
          <a:lstStyle>
            <a:lvl1pPr algn="ctr">
              <a:defRPr b="0">
                <a:solidFill>
                  <a:schemeClr val="tx2"/>
                </a:solidFill>
                <a:latin typeface="+mn-lt"/>
              </a:defRPr>
            </a:lvl1pPr>
          </a:lstStyle>
          <a:p>
            <a:pPr marL="0" marR="0" lvl="0" indent="0" algn="ctr" defTabSz="914400" rtl="0" eaLnBrk="1" fontAlgn="auto" latinLnBrk="0" hangingPunct="1">
              <a:lnSpc>
                <a:spcPct val="101000"/>
              </a:lnSpc>
              <a:spcBef>
                <a:spcPts val="0"/>
              </a:spcBef>
              <a:spcAft>
                <a:spcPts val="600"/>
              </a:spcAft>
              <a:buClrTx/>
              <a:buSzTx/>
              <a:buFont typeface="GT America Regular"/>
              <a:buNone/>
              <a:tabLst/>
              <a:defRPr/>
            </a:pPr>
            <a:r>
              <a:rPr lang="en-US"/>
              <a:t>Dynamic slice crop 2</a:t>
            </a:r>
          </a:p>
        </p:txBody>
      </p:sp>
      <p:sp>
        <p:nvSpPr>
          <p:cNvPr id="3" name="Date Placeholder 3">
            <a:extLst>
              <a:ext uri="{FF2B5EF4-FFF2-40B4-BE49-F238E27FC236}">
                <a16:creationId xmlns:a16="http://schemas.microsoft.com/office/drawing/2014/main" id="{0C3AF8AB-703B-6EF3-1025-97479D9CF493}"/>
              </a:ext>
            </a:extLst>
          </p:cNvPr>
          <p:cNvSpPr>
            <a:spLocks noGrp="1"/>
          </p:cNvSpPr>
          <p:nvPr>
            <p:ph type="dt" sz="half" idx="2"/>
          </p:nvPr>
        </p:nvSpPr>
        <p:spPr>
          <a:xfrm>
            <a:off x="9013829" y="6311900"/>
            <a:ext cx="2619375" cy="269875"/>
          </a:xfrm>
          <a:prstGeom prst="rect">
            <a:avLst/>
          </a:prstGeom>
        </p:spPr>
        <p:txBody>
          <a:bodyPr vert="horz" lIns="0" tIns="0" rIns="0" bIns="0" rtlCol="0" anchor="b" anchorCtr="0"/>
          <a:lstStyle>
            <a:lvl1pPr algn="r">
              <a:defRPr sz="1000">
                <a:solidFill>
                  <a:schemeClr val="tx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
        <p:nvSpPr>
          <p:cNvPr id="12" name="Text Placeholder 12">
            <a:extLst>
              <a:ext uri="{FF2B5EF4-FFF2-40B4-BE49-F238E27FC236}">
                <a16:creationId xmlns:a16="http://schemas.microsoft.com/office/drawing/2014/main" id="{EDF60DF2-B8E2-23E1-0952-91B36AE41896}"/>
              </a:ext>
            </a:extLst>
          </p:cNvPr>
          <p:cNvSpPr>
            <a:spLocks noGrp="1"/>
          </p:cNvSpPr>
          <p:nvPr>
            <p:ph type="body" sz="quarter" idx="99" hasCustomPrompt="1"/>
          </p:nvPr>
        </p:nvSpPr>
        <p:spPr>
          <a:xfrm>
            <a:off x="539750" y="6311900"/>
            <a:ext cx="2619375" cy="269875"/>
          </a:xfrm>
        </p:spPr>
        <p:txBody>
          <a:bodyPr anchor="b">
            <a:noAutofit/>
          </a:bodyPr>
          <a:lstStyle>
            <a:lvl1pPr>
              <a:defRPr sz="1000" b="0"/>
            </a:lvl1pPr>
            <a:lvl2pP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Single presenter</a:t>
            </a:r>
          </a:p>
        </p:txBody>
      </p:sp>
      <p:sp>
        <p:nvSpPr>
          <p:cNvPr id="13" name="Text Placeholder 15">
            <a:extLst>
              <a:ext uri="{FF2B5EF4-FFF2-40B4-BE49-F238E27FC236}">
                <a16:creationId xmlns:a16="http://schemas.microsoft.com/office/drawing/2014/main" id="{83A399C3-4B34-EF9D-F98F-879132EB60BE}"/>
              </a:ext>
            </a:extLst>
          </p:cNvPr>
          <p:cNvSpPr>
            <a:spLocks noGrp="1"/>
          </p:cNvSpPr>
          <p:nvPr>
            <p:ph type="body" sz="quarter" idx="100" hasCustomPrompt="1"/>
          </p:nvPr>
        </p:nvSpPr>
        <p:spPr>
          <a:xfrm>
            <a:off x="559816" y="1717185"/>
            <a:ext cx="2615184" cy="281478"/>
          </a:xfrm>
        </p:spPr>
        <p:txBody>
          <a:bodyPr>
            <a:noAutofit/>
          </a:bodyPr>
          <a:lstStyle>
            <a:lvl1pPr>
              <a:defRPr sz="1000"/>
            </a:lvl1pPr>
            <a:lvl2pPr marL="285750" indent="-285750">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1</a:t>
            </a:r>
          </a:p>
        </p:txBody>
      </p:sp>
      <p:sp>
        <p:nvSpPr>
          <p:cNvPr id="14" name="Text Placeholder 17">
            <a:extLst>
              <a:ext uri="{FF2B5EF4-FFF2-40B4-BE49-F238E27FC236}">
                <a16:creationId xmlns:a16="http://schemas.microsoft.com/office/drawing/2014/main" id="{04311926-1FA1-54E9-A566-1E93D701E606}"/>
              </a:ext>
            </a:extLst>
          </p:cNvPr>
          <p:cNvSpPr>
            <a:spLocks noGrp="1"/>
          </p:cNvSpPr>
          <p:nvPr>
            <p:ph type="body" sz="quarter" idx="101" hasCustomPrompt="1"/>
          </p:nvPr>
        </p:nvSpPr>
        <p:spPr>
          <a:xfrm>
            <a:off x="559816" y="2284135"/>
            <a:ext cx="2615184" cy="286028"/>
          </a:xfrm>
        </p:spPr>
        <p:txBody>
          <a:bodyPr>
            <a:noAutofit/>
          </a:bodyPr>
          <a:lstStyle>
            <a:lvl1pPr>
              <a:defRPr sz="1000"/>
            </a:lvl1pPr>
            <a:lvl2pPr marL="284163" indent="-284163">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2</a:t>
            </a:r>
          </a:p>
        </p:txBody>
      </p:sp>
      <p:sp>
        <p:nvSpPr>
          <p:cNvPr id="15" name="Text Placeholder 19">
            <a:extLst>
              <a:ext uri="{FF2B5EF4-FFF2-40B4-BE49-F238E27FC236}">
                <a16:creationId xmlns:a16="http://schemas.microsoft.com/office/drawing/2014/main" id="{C7A7ABC1-D1E0-552E-EE6B-7B417C789504}"/>
              </a:ext>
            </a:extLst>
          </p:cNvPr>
          <p:cNvSpPr>
            <a:spLocks noGrp="1"/>
          </p:cNvSpPr>
          <p:nvPr>
            <p:ph type="body" sz="quarter" idx="102" hasCustomPrompt="1"/>
          </p:nvPr>
        </p:nvSpPr>
        <p:spPr>
          <a:xfrm>
            <a:off x="559816" y="2857474"/>
            <a:ext cx="2615184" cy="286028"/>
          </a:xfrm>
        </p:spPr>
        <p:txBody>
          <a:bodyPr>
            <a:normAutofit/>
          </a:bodyPr>
          <a:lstStyle>
            <a:lvl1pPr>
              <a:defRPr sz="1000"/>
            </a:lvl1pPr>
            <a:lvl2pPr marL="284163" indent="-284163">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3</a:t>
            </a:r>
          </a:p>
        </p:txBody>
      </p:sp>
    </p:spTree>
    <p:extLst>
      <p:ext uri="{BB962C8B-B14F-4D97-AF65-F5344CB8AC3E}">
        <p14:creationId xmlns:p14="http://schemas.microsoft.com/office/powerpoint/2010/main" val="2447921218"/>
      </p:ext>
    </p:extLst>
  </p:cSld>
  <p:clrMapOvr>
    <a:overrideClrMapping bg1="dk1" tx1="lt1" bg2="dk2" tx2="lt2" accent1="accent1" accent2="accent2" accent3="accent3" accent4="accent4" accent5="accent5" accent6="accent6" hlink="hlink" folHlink="folHlink"/>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Agenda 1">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55127C53-C848-5C29-009F-006AB168562E}"/>
              </a:ext>
            </a:extLst>
          </p:cNvPr>
          <p:cNvSpPr/>
          <p:nvPr/>
        </p:nvSpPr>
        <p:spPr bwMode="hidden">
          <a:xfrm>
            <a:off x="0" y="0"/>
            <a:ext cx="6096000"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 name="Picture 9" descr="A blue and black background&#10;&#10;Description automatically generated">
            <a:extLst>
              <a:ext uri="{FF2B5EF4-FFF2-40B4-BE49-F238E27FC236}">
                <a16:creationId xmlns:a16="http://schemas.microsoft.com/office/drawing/2014/main" id="{CFF49F27-390A-B9BC-E6E4-8A08407B6C31}"/>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hidden">
          <a:xfrm>
            <a:off x="0" y="0"/>
            <a:ext cx="6095999" cy="6845300"/>
          </a:xfrm>
          <a:prstGeom prst="rect">
            <a:avLst/>
          </a:prstGeom>
        </p:spPr>
      </p:pic>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a:xfrm>
            <a:off x="6210302" y="6311900"/>
            <a:ext cx="4008435" cy="269875"/>
          </a:xfrm>
        </p:spPr>
        <p:txBody>
          <a:bodyPr/>
          <a:lstStyle>
            <a:lvl1pPr>
              <a:defRPr/>
            </a:lvl1pPr>
          </a:lstStyle>
          <a:p>
            <a:r>
              <a:rPr lang="en-US" dirty="0"/>
              <a:t>User Training - May 2025</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6" name="Freeform 5">
            <a:extLst>
              <a:ext uri="{FF2B5EF4-FFF2-40B4-BE49-F238E27FC236}">
                <a16:creationId xmlns:a16="http://schemas.microsoft.com/office/drawing/2014/main" id="{5BCC6303-B8A8-E0F3-1B26-45B29EE4DC62}"/>
              </a:ext>
            </a:extLst>
          </p:cNvPr>
          <p:cNvSpPr/>
          <p:nvPr/>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4" name="Table Placeholder 13">
            <a:extLst>
              <a:ext uri="{FF2B5EF4-FFF2-40B4-BE49-F238E27FC236}">
                <a16:creationId xmlns:a16="http://schemas.microsoft.com/office/drawing/2014/main" id="{5002590A-F907-AAD8-7A39-3B1BC429EBA8}"/>
              </a:ext>
            </a:extLst>
          </p:cNvPr>
          <p:cNvSpPr>
            <a:spLocks noGrp="1"/>
          </p:cNvSpPr>
          <p:nvPr>
            <p:ph type="tbl" sz="quarter" idx="13"/>
          </p:nvPr>
        </p:nvSpPr>
        <p:spPr>
          <a:xfrm>
            <a:off x="6194426" y="552450"/>
            <a:ext cx="5443536" cy="5467349"/>
          </a:xfrm>
        </p:spPr>
        <p:txBody>
          <a:bodyPr/>
          <a:lstStyle/>
          <a:p>
            <a:r>
              <a:rPr lang="en-US"/>
              <a:t>Click icon to add table</a:t>
            </a:r>
          </a:p>
        </p:txBody>
      </p:sp>
      <p:sp>
        <p:nvSpPr>
          <p:cNvPr id="2" name="Title 1">
            <a:extLst>
              <a:ext uri="{FF2B5EF4-FFF2-40B4-BE49-F238E27FC236}">
                <a16:creationId xmlns:a16="http://schemas.microsoft.com/office/drawing/2014/main" id="{F6F0AFB7-EC79-4E82-2106-075F8224E949}"/>
              </a:ext>
            </a:extLst>
          </p:cNvPr>
          <p:cNvSpPr>
            <a:spLocks noGrp="1"/>
          </p:cNvSpPr>
          <p:nvPr>
            <p:ph type="title" hasCustomPrompt="1"/>
          </p:nvPr>
        </p:nvSpPr>
        <p:spPr>
          <a:xfrm>
            <a:off x="0" y="548640"/>
            <a:ext cx="1958975" cy="5037773"/>
          </a:xfrm>
        </p:spPr>
        <p:txBody>
          <a:bodyPr vert="vert270" anchor="ctr"/>
          <a:lstStyle>
            <a:lvl1pPr algn="r">
              <a:lnSpc>
                <a:spcPct val="100000"/>
              </a:lnSpc>
              <a:defRPr sz="9600">
                <a:solidFill>
                  <a:schemeClr val="bg1"/>
                </a:solidFill>
              </a:defRPr>
            </a:lvl1pPr>
          </a:lstStyle>
          <a:p>
            <a:r>
              <a:rPr lang="en-US"/>
              <a:t>Edit title</a:t>
            </a:r>
          </a:p>
        </p:txBody>
      </p:sp>
    </p:spTree>
    <p:extLst>
      <p:ext uri="{BB962C8B-B14F-4D97-AF65-F5344CB8AC3E}">
        <p14:creationId xmlns:p14="http://schemas.microsoft.com/office/powerpoint/2010/main" val="190396163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Agenda 2">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90433748-ED34-E7AE-787B-D4DA9BB7C4F8}"/>
              </a:ext>
            </a:extLst>
          </p:cNvPr>
          <p:cNvSpPr/>
          <p:nvPr/>
        </p:nvSpPr>
        <p:spPr bwMode="hidden">
          <a:xfrm>
            <a:off x="0" y="0"/>
            <a:ext cx="4051300"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Picture 12" descr="A blue lines on a black background&#10;&#10;Description automatically generated">
            <a:extLst>
              <a:ext uri="{FF2B5EF4-FFF2-40B4-BE49-F238E27FC236}">
                <a16:creationId xmlns:a16="http://schemas.microsoft.com/office/drawing/2014/main" id="{A1C86A7D-867C-38DB-B865-B67E5D7B6F99}"/>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hidden">
          <a:xfrm>
            <a:off x="0" y="0"/>
            <a:ext cx="4051300" cy="6861175"/>
          </a:xfrm>
          <a:prstGeom prst="rect">
            <a:avLst/>
          </a:prstGeom>
        </p:spPr>
      </p:pic>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dirty="0"/>
              <a:t>User Training - May 2025</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9" name="Freeform 5">
            <a:extLst>
              <a:ext uri="{FF2B5EF4-FFF2-40B4-BE49-F238E27FC236}">
                <a16:creationId xmlns:a16="http://schemas.microsoft.com/office/drawing/2014/main" id="{9CD8C04C-1D78-487C-A015-9D171A470544}"/>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2" name="Table Placeholder 13">
            <a:extLst>
              <a:ext uri="{FF2B5EF4-FFF2-40B4-BE49-F238E27FC236}">
                <a16:creationId xmlns:a16="http://schemas.microsoft.com/office/drawing/2014/main" id="{A0797360-089A-16D7-DE4B-F780195CD85D}"/>
              </a:ext>
            </a:extLst>
          </p:cNvPr>
          <p:cNvSpPr>
            <a:spLocks noGrp="1"/>
          </p:cNvSpPr>
          <p:nvPr>
            <p:ph type="tbl" sz="quarter" idx="13"/>
          </p:nvPr>
        </p:nvSpPr>
        <p:spPr>
          <a:xfrm>
            <a:off x="4781550" y="552450"/>
            <a:ext cx="6856412" cy="5467349"/>
          </a:xfrm>
        </p:spPr>
        <p:txBody>
          <a:bodyPr/>
          <a:lstStyle/>
          <a:p>
            <a:r>
              <a:rPr lang="en-US"/>
              <a:t>Click icon to add table</a:t>
            </a:r>
          </a:p>
        </p:txBody>
      </p:sp>
      <p:sp>
        <p:nvSpPr>
          <p:cNvPr id="6" name="Title 1">
            <a:extLst>
              <a:ext uri="{FF2B5EF4-FFF2-40B4-BE49-F238E27FC236}">
                <a16:creationId xmlns:a16="http://schemas.microsoft.com/office/drawing/2014/main" id="{A9DA804E-D6C2-07DA-96B0-1CCBFDAC97E1}"/>
              </a:ext>
            </a:extLst>
          </p:cNvPr>
          <p:cNvSpPr>
            <a:spLocks noGrp="1"/>
          </p:cNvSpPr>
          <p:nvPr>
            <p:ph type="title" hasCustomPrompt="1"/>
          </p:nvPr>
        </p:nvSpPr>
        <p:spPr>
          <a:xfrm>
            <a:off x="0" y="548640"/>
            <a:ext cx="1958975" cy="5037773"/>
          </a:xfrm>
        </p:spPr>
        <p:txBody>
          <a:bodyPr vert="vert270" anchor="ctr"/>
          <a:lstStyle>
            <a:lvl1pPr algn="r">
              <a:lnSpc>
                <a:spcPct val="100000"/>
              </a:lnSpc>
              <a:defRPr sz="9600">
                <a:solidFill>
                  <a:schemeClr val="bg1"/>
                </a:solidFill>
              </a:defRPr>
            </a:lvl1pPr>
          </a:lstStyle>
          <a:p>
            <a:r>
              <a:rPr lang="en-US"/>
              <a:t>Edit title</a:t>
            </a:r>
          </a:p>
        </p:txBody>
      </p:sp>
    </p:spTree>
    <p:extLst>
      <p:ext uri="{BB962C8B-B14F-4D97-AF65-F5344CB8AC3E}">
        <p14:creationId xmlns:p14="http://schemas.microsoft.com/office/powerpoint/2010/main" val="399458771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Agenda 3">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90433748-ED34-E7AE-787B-D4DA9BB7C4F8}"/>
              </a:ext>
            </a:extLst>
          </p:cNvPr>
          <p:cNvSpPr/>
          <p:nvPr/>
        </p:nvSpPr>
        <p:spPr bwMode="hidden">
          <a:xfrm>
            <a:off x="0" y="0"/>
            <a:ext cx="4051300"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Picture 12" descr="A blue lines on a black background&#10;&#10;Description automatically generated">
            <a:extLst>
              <a:ext uri="{FF2B5EF4-FFF2-40B4-BE49-F238E27FC236}">
                <a16:creationId xmlns:a16="http://schemas.microsoft.com/office/drawing/2014/main" id="{A1C86A7D-867C-38DB-B865-B67E5D7B6F99}"/>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hidden">
          <a:xfrm>
            <a:off x="0" y="0"/>
            <a:ext cx="4051300" cy="6851650"/>
          </a:xfrm>
          <a:prstGeom prst="rect">
            <a:avLst/>
          </a:prstGeom>
        </p:spPr>
      </p:pic>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dirty="0"/>
              <a:t>User Training - May 2025</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9" name="Freeform 5">
            <a:extLst>
              <a:ext uri="{FF2B5EF4-FFF2-40B4-BE49-F238E27FC236}">
                <a16:creationId xmlns:a16="http://schemas.microsoft.com/office/drawing/2014/main" id="{9CD8C04C-1D78-487C-A015-9D171A470544}"/>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2" name="Text Placeholder 9">
            <a:extLst>
              <a:ext uri="{FF2B5EF4-FFF2-40B4-BE49-F238E27FC236}">
                <a16:creationId xmlns:a16="http://schemas.microsoft.com/office/drawing/2014/main" id="{2A355254-E2E2-A829-C676-82454D270840}"/>
              </a:ext>
            </a:extLst>
          </p:cNvPr>
          <p:cNvSpPr>
            <a:spLocks noGrp="1"/>
          </p:cNvSpPr>
          <p:nvPr>
            <p:ph type="body" sz="quarter" idx="14"/>
          </p:nvPr>
        </p:nvSpPr>
        <p:spPr>
          <a:xfrm>
            <a:off x="8423565" y="1127123"/>
            <a:ext cx="3214397" cy="5040313"/>
          </a:xfrm>
        </p:spPr>
        <p:txBody>
          <a:bodyPr lIns="0">
            <a:normAutofit/>
          </a:bodyPr>
          <a:lstStyle>
            <a:lvl1pPr>
              <a:spcBef>
                <a:spcPts val="2400"/>
              </a:spcBef>
              <a:defRPr b="1"/>
            </a:lvl1pPr>
            <a:lvl2pPr marL="285750" indent="-285750">
              <a:buFont typeface="GT America Regular" pitchFamily="2" charset="77"/>
              <a:buChar char="→"/>
              <a:defRPr/>
            </a:lvl2pPr>
            <a:lvl3pPr marL="0" indent="0">
              <a:buNone/>
              <a:defRPr/>
            </a:lvl3pPr>
            <a:lvl4pPr marL="283464" indent="0">
              <a:buFont typeface="Arial" panose="020B0604020202020204" pitchFamily="34" charset="0"/>
              <a:buNone/>
              <a:defRPr/>
            </a:lvl4pPr>
            <a:lvl5pPr marL="283464" indent="0">
              <a:buNone/>
              <a:defRPr sz="1400"/>
            </a:lvl5pPr>
            <a:lvl6pPr marL="283464" indent="0">
              <a:buFont typeface="Arial" panose="020B0604020202020204" pitchFamily="34" charset="0"/>
              <a:buNone/>
              <a:defRPr sz="1400"/>
            </a:lvl6pPr>
            <a:lvl7pPr marL="283464" indent="0">
              <a:buNone/>
              <a:defRPr/>
            </a:lvl7pPr>
            <a:lvl8pPr marL="283464" indent="0">
              <a:buFont typeface="Arial" panose="020B0604020202020204" pitchFamily="34" charset="0"/>
              <a:buNone/>
              <a:defRPr/>
            </a:lvl8pPr>
            <a:lvl9pPr marL="283464" indent="0">
              <a:buNone/>
              <a:defRPr/>
            </a:lvl9pPr>
          </a:lstStyle>
          <a:p>
            <a:pPr lvl="0"/>
            <a:r>
              <a:rPr lang="en-US"/>
              <a:t>Click to edit Master text styles</a:t>
            </a:r>
          </a:p>
          <a:p>
            <a:pPr lvl="1"/>
            <a:r>
              <a:rPr lang="en-US"/>
              <a:t>Second level</a:t>
            </a:r>
          </a:p>
        </p:txBody>
      </p:sp>
      <p:sp>
        <p:nvSpPr>
          <p:cNvPr id="6" name="Text Placeholder 9">
            <a:extLst>
              <a:ext uri="{FF2B5EF4-FFF2-40B4-BE49-F238E27FC236}">
                <a16:creationId xmlns:a16="http://schemas.microsoft.com/office/drawing/2014/main" id="{C7A8DCC2-F1AD-A798-22A8-7C3AD433BF61}"/>
              </a:ext>
            </a:extLst>
          </p:cNvPr>
          <p:cNvSpPr>
            <a:spLocks noGrp="1"/>
          </p:cNvSpPr>
          <p:nvPr>
            <p:ph type="body" sz="quarter" idx="13"/>
          </p:nvPr>
        </p:nvSpPr>
        <p:spPr>
          <a:xfrm>
            <a:off x="4781550" y="1127124"/>
            <a:ext cx="3434664" cy="5040313"/>
          </a:xfrm>
        </p:spPr>
        <p:txBody>
          <a:bodyPr lIns="0">
            <a:normAutofit/>
          </a:bodyPr>
          <a:lstStyle>
            <a:lvl1pPr>
              <a:spcBef>
                <a:spcPts val="2400"/>
              </a:spcBef>
              <a:defRPr b="1"/>
            </a:lvl1pPr>
            <a:lvl2pPr marL="285750" indent="-285750">
              <a:buFont typeface="GT America Regular" pitchFamily="2" charset="77"/>
              <a:buChar char="→"/>
              <a:defRPr/>
            </a:lvl2pPr>
            <a:lvl3pPr marL="0" indent="0">
              <a:buNone/>
              <a:defRPr/>
            </a:lvl3pPr>
            <a:lvl4pPr marL="283464" indent="0">
              <a:buFont typeface="Arial" panose="020B0604020202020204" pitchFamily="34" charset="0"/>
              <a:buNone/>
              <a:defRPr sz="1400"/>
            </a:lvl4pPr>
            <a:lvl5pPr marL="283464" indent="0">
              <a:buNone/>
              <a:defRPr sz="1400"/>
            </a:lvl5pPr>
            <a:lvl6pPr marL="283464" indent="0">
              <a:buFont typeface="Arial" panose="020B0604020202020204" pitchFamily="34" charset="0"/>
              <a:buNone/>
              <a:defRPr/>
            </a:lvl6pPr>
            <a:lvl7pPr marL="283464" indent="0">
              <a:buNone/>
              <a:defRPr sz="1400"/>
            </a:lvl7pPr>
            <a:lvl8pPr marL="283464" indent="0">
              <a:buFont typeface="Arial" panose="020B0604020202020204" pitchFamily="34" charset="0"/>
              <a:buNone/>
              <a:defRPr/>
            </a:lvl8pPr>
            <a:lvl9pPr marL="283464" indent="0">
              <a:buNone/>
              <a:defRPr/>
            </a:lvl9pPr>
          </a:lstStyle>
          <a:p>
            <a:pPr lvl="0"/>
            <a:r>
              <a:rPr lang="en-US"/>
              <a:t>Click to edit Master text styles</a:t>
            </a:r>
          </a:p>
          <a:p>
            <a:pPr lvl="1"/>
            <a:r>
              <a:rPr lang="en-US"/>
              <a:t>Second level</a:t>
            </a:r>
          </a:p>
        </p:txBody>
      </p:sp>
      <p:sp>
        <p:nvSpPr>
          <p:cNvPr id="7" name="Title 1">
            <a:extLst>
              <a:ext uri="{FF2B5EF4-FFF2-40B4-BE49-F238E27FC236}">
                <a16:creationId xmlns:a16="http://schemas.microsoft.com/office/drawing/2014/main" id="{40A69DCB-C443-D923-77AF-F7A45CB4F043}"/>
              </a:ext>
            </a:extLst>
          </p:cNvPr>
          <p:cNvSpPr>
            <a:spLocks noGrp="1"/>
          </p:cNvSpPr>
          <p:nvPr>
            <p:ph type="title" hasCustomPrompt="1"/>
          </p:nvPr>
        </p:nvSpPr>
        <p:spPr>
          <a:xfrm>
            <a:off x="0" y="548640"/>
            <a:ext cx="1958975" cy="5037773"/>
          </a:xfrm>
        </p:spPr>
        <p:txBody>
          <a:bodyPr vert="vert270" anchor="ctr"/>
          <a:lstStyle>
            <a:lvl1pPr algn="r">
              <a:lnSpc>
                <a:spcPct val="100000"/>
              </a:lnSpc>
              <a:defRPr sz="9600">
                <a:solidFill>
                  <a:schemeClr val="bg1"/>
                </a:solidFill>
              </a:defRPr>
            </a:lvl1pPr>
          </a:lstStyle>
          <a:p>
            <a:r>
              <a:rPr lang="en-US"/>
              <a:t>Edit title</a:t>
            </a:r>
          </a:p>
        </p:txBody>
      </p:sp>
    </p:spTree>
    <p:extLst>
      <p:ext uri="{BB962C8B-B14F-4D97-AF65-F5344CB8AC3E}">
        <p14:creationId xmlns:p14="http://schemas.microsoft.com/office/powerpoint/2010/main" val="343803630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Agenda 4">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DE63420-A2BC-EC7A-3A8C-CA23AF97535A}"/>
              </a:ext>
            </a:extLst>
          </p:cNvPr>
          <p:cNvSpPr/>
          <p:nvPr userDrawn="1"/>
        </p:nvSpPr>
        <p:spPr bwMode="hidden">
          <a:xfrm>
            <a:off x="0" y="-1"/>
            <a:ext cx="2023265"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5" name="Picture 14" descr="A blue lines on a black background&#10;&#10;Description automatically generated">
            <a:extLst>
              <a:ext uri="{FF2B5EF4-FFF2-40B4-BE49-F238E27FC236}">
                <a16:creationId xmlns:a16="http://schemas.microsoft.com/office/drawing/2014/main" id="{43506656-89E5-4D3B-4C51-0386CED5F1B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r="35901"/>
          <a:stretch/>
        </p:blipFill>
        <p:spPr bwMode="hidden">
          <a:xfrm>
            <a:off x="0" y="-3175"/>
            <a:ext cx="2023265" cy="6861175"/>
          </a:xfrm>
          <a:prstGeom prst="rect">
            <a:avLst/>
          </a:prstGeom>
        </p:spPr>
      </p:pic>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dirty="0"/>
              <a:t>User Training - May 2025</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6" name="Freeform 5">
            <a:extLst>
              <a:ext uri="{FF2B5EF4-FFF2-40B4-BE49-F238E27FC236}">
                <a16:creationId xmlns:a16="http://schemas.microsoft.com/office/drawing/2014/main" id="{5BCC6303-B8A8-E0F3-1B26-45B29EE4DC62}"/>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2" name="Freeform 5">
            <a:extLst>
              <a:ext uri="{FF2B5EF4-FFF2-40B4-BE49-F238E27FC236}">
                <a16:creationId xmlns:a16="http://schemas.microsoft.com/office/drawing/2014/main" id="{B2BF897B-C4FE-7F0C-FE2C-6956C830B315}"/>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2" name="Text Placeholder 9">
            <a:extLst>
              <a:ext uri="{FF2B5EF4-FFF2-40B4-BE49-F238E27FC236}">
                <a16:creationId xmlns:a16="http://schemas.microsoft.com/office/drawing/2014/main" id="{97A60806-2005-3279-1B3F-393FF318E435}"/>
              </a:ext>
            </a:extLst>
          </p:cNvPr>
          <p:cNvSpPr>
            <a:spLocks noGrp="1"/>
          </p:cNvSpPr>
          <p:nvPr>
            <p:ph type="body" sz="quarter" idx="14"/>
          </p:nvPr>
        </p:nvSpPr>
        <p:spPr>
          <a:xfrm>
            <a:off x="9018956" y="1127124"/>
            <a:ext cx="2619006" cy="5040313"/>
          </a:xfrm>
        </p:spPr>
        <p:txBody>
          <a:bodyPr/>
          <a:lstStyle>
            <a:lvl1pPr>
              <a:spcBef>
                <a:spcPts val="2400"/>
              </a:spcBef>
              <a:defRPr b="1"/>
            </a:lvl1pPr>
            <a:lvl2pPr marL="285750" indent="-285750">
              <a:buFont typeface="GT America Regular" pitchFamily="2" charset="77"/>
              <a:buChar char="→"/>
              <a:defRPr/>
            </a:lvl2pPr>
            <a:lvl3pPr marL="0" indent="0">
              <a:buNone/>
              <a:defRPr/>
            </a:lvl3pPr>
            <a:lvl4pPr marL="283464" indent="0">
              <a:buFont typeface="Arial" panose="020B0604020202020204" pitchFamily="34" charset="0"/>
              <a:buNone/>
              <a:defRPr/>
            </a:lvl4pPr>
            <a:lvl5pPr marL="283464" indent="0">
              <a:buNone/>
              <a:defRPr/>
            </a:lvl5pPr>
            <a:lvl6pPr marL="283464" indent="0">
              <a:buFont typeface="Arial" panose="020B0604020202020204" pitchFamily="34" charset="0"/>
              <a:buNone/>
              <a:defRPr/>
            </a:lvl6pPr>
            <a:lvl7pPr marL="283464" indent="0">
              <a:buNone/>
              <a:defRPr/>
            </a:lvl7pPr>
            <a:lvl8pPr marL="283464" indent="0">
              <a:buFont typeface="Arial" panose="020B0604020202020204" pitchFamily="34" charset="0"/>
              <a:buNone/>
              <a:defRPr/>
            </a:lvl8pPr>
            <a:lvl9pPr marL="283464" indent="0">
              <a:buNone/>
              <a:defRPr/>
            </a:lvl9pPr>
          </a:lstStyle>
          <a:p>
            <a:pPr lvl="0"/>
            <a:r>
              <a:rPr lang="en-US"/>
              <a:t>Click to edit Master text styles</a:t>
            </a:r>
          </a:p>
          <a:p>
            <a:pPr lvl="1"/>
            <a:r>
              <a:rPr lang="en-US"/>
              <a:t>Second level</a:t>
            </a:r>
          </a:p>
        </p:txBody>
      </p:sp>
      <p:sp>
        <p:nvSpPr>
          <p:cNvPr id="5" name="Text Placeholder 9">
            <a:extLst>
              <a:ext uri="{FF2B5EF4-FFF2-40B4-BE49-F238E27FC236}">
                <a16:creationId xmlns:a16="http://schemas.microsoft.com/office/drawing/2014/main" id="{A96DBD7A-DCEA-7B49-148D-857A5FC1B863}"/>
              </a:ext>
            </a:extLst>
          </p:cNvPr>
          <p:cNvSpPr>
            <a:spLocks noGrp="1"/>
          </p:cNvSpPr>
          <p:nvPr>
            <p:ph type="body" sz="quarter" idx="13"/>
          </p:nvPr>
        </p:nvSpPr>
        <p:spPr>
          <a:xfrm>
            <a:off x="6186855" y="1127124"/>
            <a:ext cx="2626946" cy="5040313"/>
          </a:xfrm>
        </p:spPr>
        <p:txBody>
          <a:bodyPr>
            <a:normAutofit/>
          </a:bodyPr>
          <a:lstStyle>
            <a:lvl1pPr>
              <a:spcBef>
                <a:spcPts val="2400"/>
              </a:spcBef>
              <a:defRPr b="1"/>
            </a:lvl1pPr>
            <a:lvl2pPr marL="285750" indent="-285750">
              <a:buFont typeface="GT America Regular" pitchFamily="2" charset="77"/>
              <a:buChar char="→"/>
              <a:defRPr/>
            </a:lvl2pPr>
            <a:lvl3pPr marL="0" indent="0">
              <a:buNone/>
              <a:defRPr/>
            </a:lvl3pPr>
            <a:lvl4pPr marL="283464" indent="0">
              <a:buFont typeface="Arial" panose="020B0604020202020204" pitchFamily="34" charset="0"/>
              <a:buNone/>
              <a:defRPr/>
            </a:lvl4pPr>
            <a:lvl5pPr marL="283464" indent="0">
              <a:buNone/>
              <a:defRPr sz="1400"/>
            </a:lvl5pPr>
            <a:lvl6pPr marL="283464" indent="0">
              <a:buFont typeface="Arial" panose="020B0604020202020204" pitchFamily="34" charset="0"/>
              <a:buNone/>
              <a:defRPr sz="1400"/>
            </a:lvl6pPr>
            <a:lvl7pPr marL="283464" indent="0">
              <a:buNone/>
              <a:defRPr/>
            </a:lvl7pPr>
            <a:lvl8pPr marL="283464" indent="0">
              <a:buFont typeface="Arial" panose="020B0604020202020204" pitchFamily="34" charset="0"/>
              <a:buNone/>
              <a:defRPr/>
            </a:lvl8pPr>
            <a:lvl9pPr marL="283464" indent="0">
              <a:buNone/>
              <a:defRPr/>
            </a:lvl9pPr>
          </a:lstStyle>
          <a:p>
            <a:pPr lvl="0"/>
            <a:r>
              <a:rPr lang="en-US"/>
              <a:t>Click to edit Master text styles</a:t>
            </a:r>
          </a:p>
          <a:p>
            <a:pPr lvl="1"/>
            <a:r>
              <a:rPr lang="en-US"/>
              <a:t>Second level</a:t>
            </a:r>
          </a:p>
        </p:txBody>
      </p:sp>
      <p:sp>
        <p:nvSpPr>
          <p:cNvPr id="13" name="Text Placeholder 9">
            <a:extLst>
              <a:ext uri="{FF2B5EF4-FFF2-40B4-BE49-F238E27FC236}">
                <a16:creationId xmlns:a16="http://schemas.microsoft.com/office/drawing/2014/main" id="{8972C75E-D802-D589-98E6-318B1F0530CB}"/>
              </a:ext>
            </a:extLst>
          </p:cNvPr>
          <p:cNvSpPr>
            <a:spLocks noGrp="1"/>
          </p:cNvSpPr>
          <p:nvPr>
            <p:ph type="body" sz="quarter" idx="15"/>
          </p:nvPr>
        </p:nvSpPr>
        <p:spPr>
          <a:xfrm>
            <a:off x="3367088" y="1127124"/>
            <a:ext cx="2614612" cy="5040313"/>
          </a:xfrm>
        </p:spPr>
        <p:txBody>
          <a:bodyPr>
            <a:normAutofit/>
          </a:bodyPr>
          <a:lstStyle>
            <a:lvl1pPr>
              <a:spcBef>
                <a:spcPts val="2400"/>
              </a:spcBef>
              <a:defRPr b="1"/>
            </a:lvl1pPr>
            <a:lvl2pPr marL="285750" indent="-285750">
              <a:buFont typeface="GT America Regular" pitchFamily="2" charset="77"/>
              <a:buChar char="→"/>
              <a:defRPr/>
            </a:lvl2pPr>
            <a:lvl3pPr marL="0" indent="0">
              <a:buNone/>
              <a:defRPr/>
            </a:lvl3pPr>
            <a:lvl4pPr marL="283464" indent="0">
              <a:buFont typeface="Arial" panose="020B0604020202020204" pitchFamily="34" charset="0"/>
              <a:buNone/>
              <a:defRPr sz="1400"/>
            </a:lvl4pPr>
            <a:lvl5pPr marL="283464" indent="0">
              <a:buNone/>
              <a:defRPr sz="1400"/>
            </a:lvl5pPr>
            <a:lvl6pPr marL="283464" indent="0">
              <a:buFont typeface="Arial" panose="020B0604020202020204" pitchFamily="34" charset="0"/>
              <a:buNone/>
              <a:defRPr/>
            </a:lvl6pPr>
            <a:lvl7pPr marL="283464" indent="0">
              <a:buNone/>
              <a:defRPr/>
            </a:lvl7pPr>
            <a:lvl8pPr marL="283464" indent="0">
              <a:buFont typeface="Arial" panose="020B0604020202020204" pitchFamily="34" charset="0"/>
              <a:buNone/>
              <a:defRPr/>
            </a:lvl8pPr>
            <a:lvl9pPr marL="283464" indent="0">
              <a:buNone/>
              <a:defRPr/>
            </a:lvl9pPr>
          </a:lstStyle>
          <a:p>
            <a:pPr lvl="0"/>
            <a:r>
              <a:rPr lang="en-US"/>
              <a:t>Click to edit Master text styles</a:t>
            </a:r>
          </a:p>
          <a:p>
            <a:pPr lvl="1"/>
            <a:r>
              <a:rPr lang="en-US"/>
              <a:t>Second level</a:t>
            </a:r>
          </a:p>
        </p:txBody>
      </p:sp>
      <p:sp>
        <p:nvSpPr>
          <p:cNvPr id="7" name="Title 1">
            <a:extLst>
              <a:ext uri="{FF2B5EF4-FFF2-40B4-BE49-F238E27FC236}">
                <a16:creationId xmlns:a16="http://schemas.microsoft.com/office/drawing/2014/main" id="{87B5BA7B-A36C-1FF6-B321-EDC408BE67B2}"/>
              </a:ext>
            </a:extLst>
          </p:cNvPr>
          <p:cNvSpPr>
            <a:spLocks noGrp="1"/>
          </p:cNvSpPr>
          <p:nvPr>
            <p:ph type="title" hasCustomPrompt="1"/>
          </p:nvPr>
        </p:nvSpPr>
        <p:spPr>
          <a:xfrm>
            <a:off x="0" y="548640"/>
            <a:ext cx="1958975" cy="5037773"/>
          </a:xfrm>
        </p:spPr>
        <p:txBody>
          <a:bodyPr vert="vert270" anchor="ctr"/>
          <a:lstStyle>
            <a:lvl1pPr algn="r">
              <a:lnSpc>
                <a:spcPct val="100000"/>
              </a:lnSpc>
              <a:defRPr sz="9600">
                <a:solidFill>
                  <a:schemeClr val="bg1"/>
                </a:solidFill>
              </a:defRPr>
            </a:lvl1pPr>
          </a:lstStyle>
          <a:p>
            <a:r>
              <a:rPr lang="en-US"/>
              <a:t>Edit title</a:t>
            </a:r>
          </a:p>
        </p:txBody>
      </p:sp>
    </p:spTree>
    <p:extLst>
      <p:ext uri="{BB962C8B-B14F-4D97-AF65-F5344CB8AC3E}">
        <p14:creationId xmlns:p14="http://schemas.microsoft.com/office/powerpoint/2010/main" val="329808878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Divider 1 - Short title">
    <p:bg>
      <p:bgPr>
        <a:solidFill>
          <a:schemeClr val="bg2"/>
        </a:solidFill>
        <a:effectLst/>
      </p:bgPr>
    </p:bg>
    <p:spTree>
      <p:nvGrpSpPr>
        <p:cNvPr id="1" name=""/>
        <p:cNvGrpSpPr/>
        <p:nvPr/>
      </p:nvGrpSpPr>
      <p:grpSpPr>
        <a:xfrm>
          <a:off x="0" y="0"/>
          <a:ext cx="0" cy="0"/>
          <a:chOff x="0" y="0"/>
          <a:chExt cx="0" cy="0"/>
        </a:xfrm>
      </p:grpSpPr>
      <p:sp>
        <p:nvSpPr>
          <p:cNvPr id="20" name="Freeform 19">
            <a:extLst>
              <a:ext uri="{FF2B5EF4-FFF2-40B4-BE49-F238E27FC236}">
                <a16:creationId xmlns:a16="http://schemas.microsoft.com/office/drawing/2014/main" id="{6732315D-1057-6521-C359-22C1DAF4964C}"/>
              </a:ext>
            </a:extLst>
          </p:cNvPr>
          <p:cNvSpPr/>
          <p:nvPr/>
        </p:nvSpPr>
        <p:spPr>
          <a:xfrm>
            <a:off x="3367088" y="552449"/>
            <a:ext cx="8267463" cy="5677842"/>
          </a:xfrm>
          <a:custGeom>
            <a:avLst/>
            <a:gdLst>
              <a:gd name="connsiteX0" fmla="*/ 6722902 w 8267463"/>
              <a:gd name="connsiteY0" fmla="*/ 0 h 5677842"/>
              <a:gd name="connsiteX1" fmla="*/ 8267463 w 8267463"/>
              <a:gd name="connsiteY1" fmla="*/ 0 h 5677842"/>
              <a:gd name="connsiteX2" fmla="*/ 8267463 w 8267463"/>
              <a:gd name="connsiteY2" fmla="*/ 1419448 h 5677842"/>
              <a:gd name="connsiteX3" fmla="*/ 7275694 w 8267463"/>
              <a:gd name="connsiteY3" fmla="*/ 2749701 h 5677842"/>
              <a:gd name="connsiteX4" fmla="*/ 6942385 w 8267463"/>
              <a:gd name="connsiteY4" fmla="*/ 2749701 h 5677842"/>
              <a:gd name="connsiteX5" fmla="*/ 7381363 w 8267463"/>
              <a:gd name="connsiteY5" fmla="*/ 1541121 h 5677842"/>
              <a:gd name="connsiteX6" fmla="*/ 6722902 w 8267463"/>
              <a:gd name="connsiteY6" fmla="*/ 1541121 h 5677842"/>
              <a:gd name="connsiteX7" fmla="*/ 0 w 8267463"/>
              <a:gd name="connsiteY7" fmla="*/ 0 h 5677842"/>
              <a:gd name="connsiteX8" fmla="*/ 2268085 w 8267463"/>
              <a:gd name="connsiteY8" fmla="*/ 0 h 5677842"/>
              <a:gd name="connsiteX9" fmla="*/ 2975321 w 8267463"/>
              <a:gd name="connsiteY9" fmla="*/ 2920028 h 5677842"/>
              <a:gd name="connsiteX10" fmla="*/ 3146041 w 8267463"/>
              <a:gd name="connsiteY10" fmla="*/ 3731148 h 5677842"/>
              <a:gd name="connsiteX11" fmla="*/ 3316761 w 8267463"/>
              <a:gd name="connsiteY11" fmla="*/ 2920028 h 5677842"/>
              <a:gd name="connsiteX12" fmla="*/ 4024010 w 8267463"/>
              <a:gd name="connsiteY12" fmla="*/ 0 h 5677842"/>
              <a:gd name="connsiteX13" fmla="*/ 6292082 w 8267463"/>
              <a:gd name="connsiteY13" fmla="*/ 0 h 5677842"/>
              <a:gd name="connsiteX14" fmla="*/ 6292082 w 8267463"/>
              <a:gd name="connsiteY14" fmla="*/ 5677842 h 5677842"/>
              <a:gd name="connsiteX15" fmla="*/ 4836940 w 8267463"/>
              <a:gd name="connsiteY15" fmla="*/ 5677842 h 5677842"/>
              <a:gd name="connsiteX16" fmla="*/ 4836940 w 8267463"/>
              <a:gd name="connsiteY16" fmla="*/ 1995360 h 5677842"/>
              <a:gd name="connsiteX17" fmla="*/ 4633708 w 8267463"/>
              <a:gd name="connsiteY17" fmla="*/ 2838921 h 5677842"/>
              <a:gd name="connsiteX18" fmla="*/ 3877684 w 8267463"/>
              <a:gd name="connsiteY18" fmla="*/ 5677842 h 5677842"/>
              <a:gd name="connsiteX19" fmla="*/ 2381886 w 8267463"/>
              <a:gd name="connsiteY19" fmla="*/ 5677842 h 5677842"/>
              <a:gd name="connsiteX20" fmla="*/ 1625861 w 8267463"/>
              <a:gd name="connsiteY20" fmla="*/ 2838921 h 5677842"/>
              <a:gd name="connsiteX21" fmla="*/ 1422629 w 8267463"/>
              <a:gd name="connsiteY21" fmla="*/ 1995360 h 5677842"/>
              <a:gd name="connsiteX22" fmla="*/ 1422629 w 8267463"/>
              <a:gd name="connsiteY22" fmla="*/ 5677842 h 5677842"/>
              <a:gd name="connsiteX23" fmla="*/ 0 w 8267463"/>
              <a:gd name="connsiteY23" fmla="*/ 5677842 h 56778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8267463" h="5677842">
                <a:moveTo>
                  <a:pt x="6722902" y="0"/>
                </a:moveTo>
                <a:lnTo>
                  <a:pt x="8267463" y="0"/>
                </a:lnTo>
                <a:lnTo>
                  <a:pt x="8267463" y="1419448"/>
                </a:lnTo>
                <a:lnTo>
                  <a:pt x="7275694" y="2749701"/>
                </a:lnTo>
                <a:lnTo>
                  <a:pt x="6942385" y="2749701"/>
                </a:lnTo>
                <a:lnTo>
                  <a:pt x="7381363" y="1541121"/>
                </a:lnTo>
                <a:lnTo>
                  <a:pt x="6722902" y="1541121"/>
                </a:lnTo>
                <a:close/>
                <a:moveTo>
                  <a:pt x="0" y="0"/>
                </a:moveTo>
                <a:lnTo>
                  <a:pt x="2268085" y="0"/>
                </a:lnTo>
                <a:lnTo>
                  <a:pt x="2975321" y="2920028"/>
                </a:lnTo>
                <a:lnTo>
                  <a:pt x="3146041" y="3731148"/>
                </a:lnTo>
                <a:lnTo>
                  <a:pt x="3316761" y="2920028"/>
                </a:lnTo>
                <a:lnTo>
                  <a:pt x="4024010" y="0"/>
                </a:lnTo>
                <a:lnTo>
                  <a:pt x="6292082" y="0"/>
                </a:lnTo>
                <a:lnTo>
                  <a:pt x="6292082" y="5677842"/>
                </a:lnTo>
                <a:lnTo>
                  <a:pt x="4836940" y="5677842"/>
                </a:lnTo>
                <a:lnTo>
                  <a:pt x="4836940" y="1995360"/>
                </a:lnTo>
                <a:lnTo>
                  <a:pt x="4633708" y="2838921"/>
                </a:lnTo>
                <a:lnTo>
                  <a:pt x="3877684" y="5677842"/>
                </a:lnTo>
                <a:lnTo>
                  <a:pt x="2381886" y="5677842"/>
                </a:lnTo>
                <a:lnTo>
                  <a:pt x="1625861" y="2838921"/>
                </a:lnTo>
                <a:lnTo>
                  <a:pt x="1422629" y="1995360"/>
                </a:lnTo>
                <a:lnTo>
                  <a:pt x="1422629" y="5677842"/>
                </a:lnTo>
                <a:lnTo>
                  <a:pt x="0" y="5677842"/>
                </a:lnTo>
                <a:close/>
              </a:path>
            </a:pathLst>
          </a:custGeom>
          <a:solidFill>
            <a:schemeClr val="accent1">
              <a:alpha val="25000"/>
            </a:schemeClr>
          </a:solidFill>
          <a:ln w="0" cap="flat">
            <a:noFill/>
            <a:prstDash val="solid"/>
            <a:miter/>
          </a:ln>
        </p:spPr>
        <p:txBody>
          <a:bodyPr rtlCol="0" anchor="ctr"/>
          <a:lstStyle/>
          <a:p>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dirty="0"/>
              <a:t>User Training - May 2025</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8" name="Title 17">
            <a:extLst>
              <a:ext uri="{FF2B5EF4-FFF2-40B4-BE49-F238E27FC236}">
                <a16:creationId xmlns:a16="http://schemas.microsoft.com/office/drawing/2014/main" id="{98D5B202-316D-9EDE-D8FC-C6D094C650D6}"/>
              </a:ext>
            </a:extLst>
          </p:cNvPr>
          <p:cNvSpPr>
            <a:spLocks noGrp="1"/>
          </p:cNvSpPr>
          <p:nvPr>
            <p:ph type="title" hasCustomPrompt="1"/>
          </p:nvPr>
        </p:nvSpPr>
        <p:spPr>
          <a:xfrm>
            <a:off x="546100" y="3295650"/>
            <a:ext cx="8267700" cy="1997075"/>
          </a:xfrm>
          <a:prstGeom prst="rect">
            <a:avLst/>
          </a:prstGeom>
        </p:spPr>
        <p:txBody>
          <a:bodyPr anchor="b"/>
          <a:lstStyle>
            <a:lvl1pPr marL="514350" indent="-514350" algn="l">
              <a:lnSpc>
                <a:spcPct val="100000"/>
              </a:lnSpc>
              <a:tabLst/>
              <a:defRPr sz="4800">
                <a:solidFill>
                  <a:schemeClr val="tx1"/>
                </a:solidFill>
              </a:defRPr>
            </a:lvl1pPr>
          </a:lstStyle>
          <a:p>
            <a:r>
              <a:rPr lang="en-US"/>
              <a:t>Use this divider only if your headline is short</a:t>
            </a:r>
          </a:p>
        </p:txBody>
      </p:sp>
    </p:spTree>
    <p:extLst>
      <p:ext uri="{BB962C8B-B14F-4D97-AF65-F5344CB8AC3E}">
        <p14:creationId xmlns:p14="http://schemas.microsoft.com/office/powerpoint/2010/main" val="3299621102"/>
      </p:ext>
    </p:extLst>
  </p:cSld>
  <p:clrMapOvr>
    <a:overrideClrMapping bg1="dk1" tx1="lt1" bg2="dk2" tx2="lt2" accent1="accent1" accent2="accent2" accent3="accent3" accent4="accent4" accent5="accent5" accent6="accent6" hlink="hlink" folHlink="folHlink"/>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Divider 1 - Long title">
    <p:bg>
      <p:bgPr>
        <a:solidFill>
          <a:schemeClr val="bg2"/>
        </a:solidFill>
        <a:effectLst/>
      </p:bgPr>
    </p:bg>
    <p:spTree>
      <p:nvGrpSpPr>
        <p:cNvPr id="1" name=""/>
        <p:cNvGrpSpPr/>
        <p:nvPr/>
      </p:nvGrpSpPr>
      <p:grpSpPr>
        <a:xfrm>
          <a:off x="0" y="0"/>
          <a:ext cx="0" cy="0"/>
          <a:chOff x="0" y="0"/>
          <a:chExt cx="0" cy="0"/>
        </a:xfrm>
      </p:grpSpPr>
      <p:sp>
        <p:nvSpPr>
          <p:cNvPr id="20" name="Freeform 19">
            <a:extLst>
              <a:ext uri="{FF2B5EF4-FFF2-40B4-BE49-F238E27FC236}">
                <a16:creationId xmlns:a16="http://schemas.microsoft.com/office/drawing/2014/main" id="{6732315D-1057-6521-C359-22C1DAF4964C}"/>
              </a:ext>
            </a:extLst>
          </p:cNvPr>
          <p:cNvSpPr/>
          <p:nvPr/>
        </p:nvSpPr>
        <p:spPr>
          <a:xfrm>
            <a:off x="3367088" y="552449"/>
            <a:ext cx="8267463" cy="5677842"/>
          </a:xfrm>
          <a:custGeom>
            <a:avLst/>
            <a:gdLst>
              <a:gd name="connsiteX0" fmla="*/ 6722902 w 8267463"/>
              <a:gd name="connsiteY0" fmla="*/ 0 h 5677842"/>
              <a:gd name="connsiteX1" fmla="*/ 8267463 w 8267463"/>
              <a:gd name="connsiteY1" fmla="*/ 0 h 5677842"/>
              <a:gd name="connsiteX2" fmla="*/ 8267463 w 8267463"/>
              <a:gd name="connsiteY2" fmla="*/ 1419448 h 5677842"/>
              <a:gd name="connsiteX3" fmla="*/ 7275694 w 8267463"/>
              <a:gd name="connsiteY3" fmla="*/ 2749701 h 5677842"/>
              <a:gd name="connsiteX4" fmla="*/ 6942385 w 8267463"/>
              <a:gd name="connsiteY4" fmla="*/ 2749701 h 5677842"/>
              <a:gd name="connsiteX5" fmla="*/ 7381363 w 8267463"/>
              <a:gd name="connsiteY5" fmla="*/ 1541121 h 5677842"/>
              <a:gd name="connsiteX6" fmla="*/ 6722902 w 8267463"/>
              <a:gd name="connsiteY6" fmla="*/ 1541121 h 5677842"/>
              <a:gd name="connsiteX7" fmla="*/ 0 w 8267463"/>
              <a:gd name="connsiteY7" fmla="*/ 0 h 5677842"/>
              <a:gd name="connsiteX8" fmla="*/ 2268085 w 8267463"/>
              <a:gd name="connsiteY8" fmla="*/ 0 h 5677842"/>
              <a:gd name="connsiteX9" fmla="*/ 2975321 w 8267463"/>
              <a:gd name="connsiteY9" fmla="*/ 2920028 h 5677842"/>
              <a:gd name="connsiteX10" fmla="*/ 3146041 w 8267463"/>
              <a:gd name="connsiteY10" fmla="*/ 3731148 h 5677842"/>
              <a:gd name="connsiteX11" fmla="*/ 3316761 w 8267463"/>
              <a:gd name="connsiteY11" fmla="*/ 2920028 h 5677842"/>
              <a:gd name="connsiteX12" fmla="*/ 4024010 w 8267463"/>
              <a:gd name="connsiteY12" fmla="*/ 0 h 5677842"/>
              <a:gd name="connsiteX13" fmla="*/ 6292082 w 8267463"/>
              <a:gd name="connsiteY13" fmla="*/ 0 h 5677842"/>
              <a:gd name="connsiteX14" fmla="*/ 6292082 w 8267463"/>
              <a:gd name="connsiteY14" fmla="*/ 5677842 h 5677842"/>
              <a:gd name="connsiteX15" fmla="*/ 4836940 w 8267463"/>
              <a:gd name="connsiteY15" fmla="*/ 5677842 h 5677842"/>
              <a:gd name="connsiteX16" fmla="*/ 4836940 w 8267463"/>
              <a:gd name="connsiteY16" fmla="*/ 1995360 h 5677842"/>
              <a:gd name="connsiteX17" fmla="*/ 4633708 w 8267463"/>
              <a:gd name="connsiteY17" fmla="*/ 2838921 h 5677842"/>
              <a:gd name="connsiteX18" fmla="*/ 3877684 w 8267463"/>
              <a:gd name="connsiteY18" fmla="*/ 5677842 h 5677842"/>
              <a:gd name="connsiteX19" fmla="*/ 2381886 w 8267463"/>
              <a:gd name="connsiteY19" fmla="*/ 5677842 h 5677842"/>
              <a:gd name="connsiteX20" fmla="*/ 1625861 w 8267463"/>
              <a:gd name="connsiteY20" fmla="*/ 2838921 h 5677842"/>
              <a:gd name="connsiteX21" fmla="*/ 1422629 w 8267463"/>
              <a:gd name="connsiteY21" fmla="*/ 1995360 h 5677842"/>
              <a:gd name="connsiteX22" fmla="*/ 1422629 w 8267463"/>
              <a:gd name="connsiteY22" fmla="*/ 5677842 h 5677842"/>
              <a:gd name="connsiteX23" fmla="*/ 0 w 8267463"/>
              <a:gd name="connsiteY23" fmla="*/ 5677842 h 56778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8267463" h="5677842">
                <a:moveTo>
                  <a:pt x="6722902" y="0"/>
                </a:moveTo>
                <a:lnTo>
                  <a:pt x="8267463" y="0"/>
                </a:lnTo>
                <a:lnTo>
                  <a:pt x="8267463" y="1419448"/>
                </a:lnTo>
                <a:lnTo>
                  <a:pt x="7275694" y="2749701"/>
                </a:lnTo>
                <a:lnTo>
                  <a:pt x="6942385" y="2749701"/>
                </a:lnTo>
                <a:lnTo>
                  <a:pt x="7381363" y="1541121"/>
                </a:lnTo>
                <a:lnTo>
                  <a:pt x="6722902" y="1541121"/>
                </a:lnTo>
                <a:close/>
                <a:moveTo>
                  <a:pt x="0" y="0"/>
                </a:moveTo>
                <a:lnTo>
                  <a:pt x="2268085" y="0"/>
                </a:lnTo>
                <a:lnTo>
                  <a:pt x="2975321" y="2920028"/>
                </a:lnTo>
                <a:lnTo>
                  <a:pt x="3146041" y="3731148"/>
                </a:lnTo>
                <a:lnTo>
                  <a:pt x="3316761" y="2920028"/>
                </a:lnTo>
                <a:lnTo>
                  <a:pt x="4024010" y="0"/>
                </a:lnTo>
                <a:lnTo>
                  <a:pt x="6292082" y="0"/>
                </a:lnTo>
                <a:lnTo>
                  <a:pt x="6292082" y="5677842"/>
                </a:lnTo>
                <a:lnTo>
                  <a:pt x="4836940" y="5677842"/>
                </a:lnTo>
                <a:lnTo>
                  <a:pt x="4836940" y="1995360"/>
                </a:lnTo>
                <a:lnTo>
                  <a:pt x="4633708" y="2838921"/>
                </a:lnTo>
                <a:lnTo>
                  <a:pt x="3877684" y="5677842"/>
                </a:lnTo>
                <a:lnTo>
                  <a:pt x="2381886" y="5677842"/>
                </a:lnTo>
                <a:lnTo>
                  <a:pt x="1625861" y="2838921"/>
                </a:lnTo>
                <a:lnTo>
                  <a:pt x="1422629" y="1995360"/>
                </a:lnTo>
                <a:lnTo>
                  <a:pt x="1422629" y="5677842"/>
                </a:lnTo>
                <a:lnTo>
                  <a:pt x="0" y="5677842"/>
                </a:lnTo>
                <a:close/>
              </a:path>
            </a:pathLst>
          </a:custGeom>
          <a:solidFill>
            <a:schemeClr val="accent1">
              <a:alpha val="25000"/>
            </a:schemeClr>
          </a:solidFill>
          <a:ln w="0" cap="flat">
            <a:noFill/>
            <a:prstDash val="solid"/>
            <a:miter/>
          </a:ln>
        </p:spPr>
        <p:txBody>
          <a:bodyPr rtlCol="0" anchor="ctr"/>
          <a:lstStyle/>
          <a:p>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dirty="0"/>
              <a:t>User Training - May 2025</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4676" cy="269875"/>
          </a:xfrm>
        </p:spPr>
        <p:txBody>
          <a:bodyPr/>
          <a:lstStyle/>
          <a:p>
            <a:fld id="{862A5111-985B-C14D-9115-5787026182A8}" type="slidenum">
              <a:rPr lang="en-US" smtClean="0"/>
              <a:t>‹#›</a:t>
            </a:fld>
            <a:endParaRPr lang="en-US"/>
          </a:p>
        </p:txBody>
      </p:sp>
      <p:sp>
        <p:nvSpPr>
          <p:cNvPr id="5" name="Title 17">
            <a:extLst>
              <a:ext uri="{FF2B5EF4-FFF2-40B4-BE49-F238E27FC236}">
                <a16:creationId xmlns:a16="http://schemas.microsoft.com/office/drawing/2014/main" id="{9FEA9B73-F154-CEDE-C3F9-3BA38B6541A9}"/>
              </a:ext>
            </a:extLst>
          </p:cNvPr>
          <p:cNvSpPr>
            <a:spLocks noGrp="1"/>
          </p:cNvSpPr>
          <p:nvPr>
            <p:ph type="title" hasCustomPrompt="1"/>
          </p:nvPr>
        </p:nvSpPr>
        <p:spPr>
          <a:xfrm>
            <a:off x="546100" y="2425700"/>
            <a:ext cx="8267700" cy="2860221"/>
          </a:xfrm>
          <a:prstGeom prst="rect">
            <a:avLst/>
          </a:prstGeom>
        </p:spPr>
        <p:txBody>
          <a:bodyPr anchor="b"/>
          <a:lstStyle>
            <a:lvl1pPr marL="0" indent="0" algn="l">
              <a:lnSpc>
                <a:spcPct val="100000"/>
              </a:lnSpc>
              <a:tabLst/>
              <a:defRPr sz="4800">
                <a:solidFill>
                  <a:schemeClr val="tx1"/>
                </a:solidFill>
              </a:defRPr>
            </a:lvl1pPr>
          </a:lstStyle>
          <a:p>
            <a:r>
              <a:rPr lang="en-US"/>
              <a:t>Use this divider if your headline is long, or is equal to or greater than a total of three lines</a:t>
            </a:r>
          </a:p>
        </p:txBody>
      </p:sp>
    </p:spTree>
    <p:extLst>
      <p:ext uri="{BB962C8B-B14F-4D97-AF65-F5344CB8AC3E}">
        <p14:creationId xmlns:p14="http://schemas.microsoft.com/office/powerpoint/2010/main" val="3415995362"/>
      </p:ext>
    </p:extLst>
  </p:cSld>
  <p:clrMapOvr>
    <a:overrideClrMapping bg1="dk1" tx1="lt1" bg2="dk2" tx2="lt2" accent1="accent1" accent2="accent2" accent3="accent3" accent4="accent4" accent5="accent5" accent6="accent6" hlink="hlink" folHlink="folHlink"/>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Divider 3 - Short title">
    <p:bg>
      <p:bgPr>
        <a:solidFill>
          <a:schemeClr val="bg2"/>
        </a:solidFill>
        <a:effectLst/>
      </p:bgPr>
    </p:bg>
    <p:spTree>
      <p:nvGrpSpPr>
        <p:cNvPr id="1" name=""/>
        <p:cNvGrpSpPr/>
        <p:nvPr/>
      </p:nvGrpSpPr>
      <p:grpSpPr>
        <a:xfrm>
          <a:off x="0" y="0"/>
          <a:ext cx="0" cy="0"/>
          <a:chOff x="0" y="0"/>
          <a:chExt cx="0" cy="0"/>
        </a:xfrm>
      </p:grpSpPr>
      <p:pic>
        <p:nvPicPr>
          <p:cNvPr id="5" name="Picture 4" descr="A blue wavy lines on a black background&#10;&#10;Description automatically generated">
            <a:extLst>
              <a:ext uri="{FF2B5EF4-FFF2-40B4-BE49-F238E27FC236}">
                <a16:creationId xmlns:a16="http://schemas.microsoft.com/office/drawing/2014/main" id="{08337103-59B6-6AE9-80A5-90CFAC0400CE}"/>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hidden">
          <a:xfrm>
            <a:off x="6350" y="-1"/>
            <a:ext cx="12179302" cy="6858000"/>
          </a:xfrm>
          <a:prstGeom prst="rect">
            <a:avLst/>
          </a:prstGeom>
        </p:spPr>
      </p:pic>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dirty="0"/>
              <a:t>User Training - May 2025</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8" name="Title 17">
            <a:extLst>
              <a:ext uri="{FF2B5EF4-FFF2-40B4-BE49-F238E27FC236}">
                <a16:creationId xmlns:a16="http://schemas.microsoft.com/office/drawing/2014/main" id="{98D5B202-316D-9EDE-D8FC-C6D094C650D6}"/>
              </a:ext>
            </a:extLst>
          </p:cNvPr>
          <p:cNvSpPr>
            <a:spLocks noGrp="1"/>
          </p:cNvSpPr>
          <p:nvPr>
            <p:ph type="title" hasCustomPrompt="1"/>
          </p:nvPr>
        </p:nvSpPr>
        <p:spPr>
          <a:xfrm>
            <a:off x="546100" y="3295650"/>
            <a:ext cx="8267700" cy="1997075"/>
          </a:xfrm>
          <a:prstGeom prst="rect">
            <a:avLst/>
          </a:prstGeom>
        </p:spPr>
        <p:txBody>
          <a:bodyPr anchor="b"/>
          <a:lstStyle>
            <a:lvl1pPr marL="514350" indent="-514350" algn="l">
              <a:lnSpc>
                <a:spcPct val="100000"/>
              </a:lnSpc>
              <a:tabLst/>
              <a:defRPr sz="4800">
                <a:solidFill>
                  <a:schemeClr val="tx1"/>
                </a:solidFill>
              </a:defRPr>
            </a:lvl1pPr>
          </a:lstStyle>
          <a:p>
            <a:r>
              <a:rPr lang="en-US"/>
              <a:t>Use this divider only if your headline is short</a:t>
            </a:r>
          </a:p>
        </p:txBody>
      </p:sp>
    </p:spTree>
    <p:extLst>
      <p:ext uri="{BB962C8B-B14F-4D97-AF65-F5344CB8AC3E}">
        <p14:creationId xmlns:p14="http://schemas.microsoft.com/office/powerpoint/2010/main" val="2229565773"/>
      </p:ext>
    </p:extLst>
  </p:cSld>
  <p:clrMapOvr>
    <a:overrideClrMapping bg1="dk1" tx1="lt1" bg2="dk2" tx2="lt2" accent1="accent1" accent2="accent2" accent3="accent3" accent4="accent4" accent5="accent5" accent6="accent6" hlink="hlink" folHlink="folHlink"/>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Divider 2 - Long title">
    <p:bg>
      <p:bgPr>
        <a:solidFill>
          <a:schemeClr val="bg2"/>
        </a:solidFill>
        <a:effectLst/>
      </p:bgPr>
    </p:bg>
    <p:spTree>
      <p:nvGrpSpPr>
        <p:cNvPr id="1" name=""/>
        <p:cNvGrpSpPr/>
        <p:nvPr/>
      </p:nvGrpSpPr>
      <p:grpSpPr>
        <a:xfrm>
          <a:off x="0" y="0"/>
          <a:ext cx="0" cy="0"/>
          <a:chOff x="0" y="0"/>
          <a:chExt cx="0" cy="0"/>
        </a:xfrm>
      </p:grpSpPr>
      <p:pic>
        <p:nvPicPr>
          <p:cNvPr id="6" name="Picture 5" descr="A blue wavy lines on a black background&#10;&#10;Description automatically generated">
            <a:extLst>
              <a:ext uri="{FF2B5EF4-FFF2-40B4-BE49-F238E27FC236}">
                <a16:creationId xmlns:a16="http://schemas.microsoft.com/office/drawing/2014/main" id="{836C1EA9-D1CD-4494-05CB-C8B04EE4273A}"/>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hidden">
          <a:xfrm>
            <a:off x="6350" y="-1"/>
            <a:ext cx="12179302" cy="6858000"/>
          </a:xfrm>
          <a:prstGeom prst="rect">
            <a:avLst/>
          </a:prstGeom>
        </p:spPr>
      </p:pic>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dirty="0"/>
              <a:t>User Training - May 2025</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4676" cy="269875"/>
          </a:xfrm>
        </p:spPr>
        <p:txBody>
          <a:bodyPr/>
          <a:lstStyle/>
          <a:p>
            <a:fld id="{862A5111-985B-C14D-9115-5787026182A8}" type="slidenum">
              <a:rPr lang="en-US" smtClean="0"/>
              <a:t>‹#›</a:t>
            </a:fld>
            <a:endParaRPr lang="en-US"/>
          </a:p>
        </p:txBody>
      </p:sp>
      <p:sp>
        <p:nvSpPr>
          <p:cNvPr id="7" name="Title 17">
            <a:extLst>
              <a:ext uri="{FF2B5EF4-FFF2-40B4-BE49-F238E27FC236}">
                <a16:creationId xmlns:a16="http://schemas.microsoft.com/office/drawing/2014/main" id="{0E02A696-5AEC-8241-7182-A62C3777A058}"/>
              </a:ext>
            </a:extLst>
          </p:cNvPr>
          <p:cNvSpPr>
            <a:spLocks noGrp="1"/>
          </p:cNvSpPr>
          <p:nvPr>
            <p:ph type="title" hasCustomPrompt="1"/>
          </p:nvPr>
        </p:nvSpPr>
        <p:spPr>
          <a:xfrm>
            <a:off x="546100" y="2425700"/>
            <a:ext cx="8267700" cy="2860221"/>
          </a:xfrm>
          <a:prstGeom prst="rect">
            <a:avLst/>
          </a:prstGeom>
        </p:spPr>
        <p:txBody>
          <a:bodyPr anchor="b"/>
          <a:lstStyle>
            <a:lvl1pPr marL="0" indent="0" algn="l">
              <a:lnSpc>
                <a:spcPct val="100000"/>
              </a:lnSpc>
              <a:tabLst/>
              <a:defRPr sz="4800">
                <a:solidFill>
                  <a:schemeClr val="tx1"/>
                </a:solidFill>
              </a:defRPr>
            </a:lvl1pPr>
          </a:lstStyle>
          <a:p>
            <a:r>
              <a:rPr lang="en-US"/>
              <a:t>Use this divider if your headline is long, or is equal to or greater than a total of three lines</a:t>
            </a:r>
          </a:p>
        </p:txBody>
      </p:sp>
    </p:spTree>
    <p:extLst>
      <p:ext uri="{BB962C8B-B14F-4D97-AF65-F5344CB8AC3E}">
        <p14:creationId xmlns:p14="http://schemas.microsoft.com/office/powerpoint/2010/main" val="2369606198"/>
      </p:ext>
    </p:extLst>
  </p:cSld>
  <p:clrMapOvr>
    <a:overrideClrMapping bg1="dk1" tx1="lt1" bg2="dk2" tx2="lt2" accent1="accent1" accent2="accent2" accent3="accent3" accent4="accent4" accent5="accent5" accent6="accent6" hlink="hlink" folHlink="folHlink"/>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Divider Photo - Short title">
    <p:bg>
      <p:bgPr>
        <a:solidFill>
          <a:schemeClr val="tx1"/>
        </a:solidFill>
        <a:effectLst/>
      </p:bgPr>
    </p:bg>
    <p:spTree>
      <p:nvGrpSpPr>
        <p:cNvPr id="1" name=""/>
        <p:cNvGrpSpPr/>
        <p:nvPr/>
      </p:nvGrpSpPr>
      <p:grpSpPr>
        <a:xfrm>
          <a:off x="0" y="0"/>
          <a:ext cx="0" cy="0"/>
          <a:chOff x="0" y="0"/>
          <a:chExt cx="0" cy="0"/>
        </a:xfrm>
      </p:grpSpPr>
      <p:sp>
        <p:nvSpPr>
          <p:cNvPr id="9" name="Picture Placeholder 8">
            <a:extLst>
              <a:ext uri="{FF2B5EF4-FFF2-40B4-BE49-F238E27FC236}">
                <a16:creationId xmlns:a16="http://schemas.microsoft.com/office/drawing/2014/main" id="{EC514BA5-6487-0CDD-2D28-66E701C8A937}"/>
              </a:ext>
            </a:extLst>
          </p:cNvPr>
          <p:cNvSpPr>
            <a:spLocks noGrp="1"/>
          </p:cNvSpPr>
          <p:nvPr>
            <p:ph type="pic" sz="quarter" idx="14"/>
          </p:nvPr>
        </p:nvSpPr>
        <p:spPr>
          <a:xfrm>
            <a:off x="0" y="0"/>
            <a:ext cx="12192000" cy="6858000"/>
          </a:xfrm>
          <a:custGeom>
            <a:avLst/>
            <a:gdLst>
              <a:gd name="connsiteX0" fmla="*/ 1221554 w 12192000"/>
              <a:gd name="connsiteY0" fmla="*/ 552450 h 6858000"/>
              <a:gd name="connsiteX1" fmla="*/ 1221554 w 12192000"/>
              <a:gd name="connsiteY1" fmla="*/ 707287 h 6858000"/>
              <a:gd name="connsiteX2" fmla="*/ 1287710 w 12192000"/>
              <a:gd name="connsiteY2" fmla="*/ 707287 h 6858000"/>
              <a:gd name="connsiteX3" fmla="*/ 1243606 w 12192000"/>
              <a:gd name="connsiteY3" fmla="*/ 828714 h 6858000"/>
              <a:gd name="connsiteX4" fmla="*/ 1277094 w 12192000"/>
              <a:gd name="connsiteY4" fmla="*/ 828714 h 6858000"/>
              <a:gd name="connsiteX5" fmla="*/ 1376737 w 12192000"/>
              <a:gd name="connsiteY5" fmla="*/ 695063 h 6858000"/>
              <a:gd name="connsiteX6" fmla="*/ 1376737 w 12192000"/>
              <a:gd name="connsiteY6" fmla="*/ 552450 h 6858000"/>
              <a:gd name="connsiteX7" fmla="*/ 546100 w 12192000"/>
              <a:gd name="connsiteY7" fmla="*/ 552450 h 6858000"/>
              <a:gd name="connsiteX8" fmla="*/ 546100 w 12192000"/>
              <a:gd name="connsiteY8" fmla="*/ 1122906 h 6858000"/>
              <a:gd name="connsiteX9" fmla="*/ 689033 w 12192000"/>
              <a:gd name="connsiteY9" fmla="*/ 1122906 h 6858000"/>
              <a:gd name="connsiteX10" fmla="*/ 689033 w 12192000"/>
              <a:gd name="connsiteY10" fmla="*/ 752925 h 6858000"/>
              <a:gd name="connsiteX11" fmla="*/ 709451 w 12192000"/>
              <a:gd name="connsiteY11" fmla="*/ 837678 h 6858000"/>
              <a:gd name="connsiteX12" fmla="*/ 785410 w 12192000"/>
              <a:gd name="connsiteY12" fmla="*/ 1122906 h 6858000"/>
              <a:gd name="connsiteX13" fmla="*/ 935693 w 12192000"/>
              <a:gd name="connsiteY13" fmla="*/ 1122906 h 6858000"/>
              <a:gd name="connsiteX14" fmla="*/ 1011652 w 12192000"/>
              <a:gd name="connsiteY14" fmla="*/ 837678 h 6858000"/>
              <a:gd name="connsiteX15" fmla="*/ 1032070 w 12192000"/>
              <a:gd name="connsiteY15" fmla="*/ 752925 h 6858000"/>
              <a:gd name="connsiteX16" fmla="*/ 1032070 w 12192000"/>
              <a:gd name="connsiteY16" fmla="*/ 1122906 h 6858000"/>
              <a:gd name="connsiteX17" fmla="*/ 1178270 w 12192000"/>
              <a:gd name="connsiteY17" fmla="*/ 1122906 h 6858000"/>
              <a:gd name="connsiteX18" fmla="*/ 1178270 w 12192000"/>
              <a:gd name="connsiteY18" fmla="*/ 552450 h 6858000"/>
              <a:gd name="connsiteX19" fmla="*/ 950395 w 12192000"/>
              <a:gd name="connsiteY19" fmla="*/ 552450 h 6858000"/>
              <a:gd name="connsiteX20" fmla="*/ 879337 w 12192000"/>
              <a:gd name="connsiteY20" fmla="*/ 845827 h 6858000"/>
              <a:gd name="connsiteX21" fmla="*/ 862185 w 12192000"/>
              <a:gd name="connsiteY21" fmla="*/ 927321 h 6858000"/>
              <a:gd name="connsiteX22" fmla="*/ 845033 w 12192000"/>
              <a:gd name="connsiteY22" fmla="*/ 845827 h 6858000"/>
              <a:gd name="connsiteX23" fmla="*/ 773976 w 12192000"/>
              <a:gd name="connsiteY23" fmla="*/ 552450 h 6858000"/>
              <a:gd name="connsiteX24" fmla="*/ 0 w 12192000"/>
              <a:gd name="connsiteY24" fmla="*/ 0 h 6858000"/>
              <a:gd name="connsiteX25" fmla="*/ 12192000 w 12192000"/>
              <a:gd name="connsiteY25" fmla="*/ 0 h 6858000"/>
              <a:gd name="connsiteX26" fmla="*/ 12192000 w 12192000"/>
              <a:gd name="connsiteY26" fmla="*/ 6858000 h 6858000"/>
              <a:gd name="connsiteX27" fmla="*/ 0 w 12192000"/>
              <a:gd name="connsiteY2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2192000" h="6858000">
                <a:moveTo>
                  <a:pt x="1221554" y="552450"/>
                </a:moveTo>
                <a:lnTo>
                  <a:pt x="1221554" y="707287"/>
                </a:lnTo>
                <a:lnTo>
                  <a:pt x="1287710" y="707287"/>
                </a:lnTo>
                <a:lnTo>
                  <a:pt x="1243606" y="828714"/>
                </a:lnTo>
                <a:lnTo>
                  <a:pt x="1277094" y="828714"/>
                </a:lnTo>
                <a:lnTo>
                  <a:pt x="1376737" y="695063"/>
                </a:lnTo>
                <a:lnTo>
                  <a:pt x="1376737" y="552450"/>
                </a:lnTo>
                <a:close/>
                <a:moveTo>
                  <a:pt x="546100" y="552450"/>
                </a:moveTo>
                <a:lnTo>
                  <a:pt x="546100" y="1122906"/>
                </a:lnTo>
                <a:lnTo>
                  <a:pt x="689033" y="1122906"/>
                </a:lnTo>
                <a:lnTo>
                  <a:pt x="689033" y="752925"/>
                </a:lnTo>
                <a:lnTo>
                  <a:pt x="709451" y="837678"/>
                </a:lnTo>
                <a:lnTo>
                  <a:pt x="785410" y="1122906"/>
                </a:lnTo>
                <a:lnTo>
                  <a:pt x="935693" y="1122906"/>
                </a:lnTo>
                <a:lnTo>
                  <a:pt x="1011652" y="837678"/>
                </a:lnTo>
                <a:lnTo>
                  <a:pt x="1032070" y="752925"/>
                </a:lnTo>
                <a:lnTo>
                  <a:pt x="1032070" y="1122906"/>
                </a:lnTo>
                <a:lnTo>
                  <a:pt x="1178270" y="1122906"/>
                </a:lnTo>
                <a:lnTo>
                  <a:pt x="1178270" y="552450"/>
                </a:lnTo>
                <a:lnTo>
                  <a:pt x="950395" y="552450"/>
                </a:lnTo>
                <a:lnTo>
                  <a:pt x="879337" y="845827"/>
                </a:lnTo>
                <a:lnTo>
                  <a:pt x="862185" y="927321"/>
                </a:lnTo>
                <a:lnTo>
                  <a:pt x="845033" y="845827"/>
                </a:lnTo>
                <a:lnTo>
                  <a:pt x="773976" y="552450"/>
                </a:lnTo>
                <a:close/>
                <a:moveTo>
                  <a:pt x="0" y="0"/>
                </a:moveTo>
                <a:lnTo>
                  <a:pt x="12192000" y="0"/>
                </a:lnTo>
                <a:lnTo>
                  <a:pt x="12192000" y="6858000"/>
                </a:lnTo>
                <a:lnTo>
                  <a:pt x="0" y="6858000"/>
                </a:lnTo>
                <a:close/>
              </a:path>
            </a:pathLst>
          </a:custGeom>
          <a:solidFill>
            <a:srgbClr val="A6A9AA"/>
          </a:solidFill>
        </p:spPr>
        <p:txBody>
          <a:bodyPr wrap="square" tIns="2103120">
            <a:noAutofit/>
          </a:bodyPr>
          <a:lstStyle>
            <a:lvl1pPr algn="ctr">
              <a:defRPr>
                <a:solidFill>
                  <a:schemeClr val="tx1"/>
                </a:solidFill>
              </a:defRPr>
            </a:lvl1pPr>
          </a:lstStyle>
          <a:p>
            <a:r>
              <a:rPr lang="en-US"/>
              <a:t>Click icon to add picture</a:t>
            </a:r>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dirty="0"/>
              <a:t>User Training - May 2025</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8" name="Title 17">
            <a:extLst>
              <a:ext uri="{FF2B5EF4-FFF2-40B4-BE49-F238E27FC236}">
                <a16:creationId xmlns:a16="http://schemas.microsoft.com/office/drawing/2014/main" id="{98D5B202-316D-9EDE-D8FC-C6D094C650D6}"/>
              </a:ext>
            </a:extLst>
          </p:cNvPr>
          <p:cNvSpPr>
            <a:spLocks noGrp="1"/>
          </p:cNvSpPr>
          <p:nvPr>
            <p:ph type="title" hasCustomPrompt="1"/>
          </p:nvPr>
        </p:nvSpPr>
        <p:spPr>
          <a:xfrm>
            <a:off x="546100" y="3295650"/>
            <a:ext cx="8267700" cy="1997075"/>
          </a:xfrm>
          <a:prstGeom prst="rect">
            <a:avLst/>
          </a:prstGeom>
        </p:spPr>
        <p:txBody>
          <a:bodyPr anchor="b"/>
          <a:lstStyle>
            <a:lvl1pPr marL="514350" indent="-514350" algn="l">
              <a:lnSpc>
                <a:spcPct val="100000"/>
              </a:lnSpc>
              <a:tabLst/>
              <a:defRPr sz="4800">
                <a:solidFill>
                  <a:schemeClr val="tx1"/>
                </a:solidFill>
              </a:defRPr>
            </a:lvl1pPr>
          </a:lstStyle>
          <a:p>
            <a:r>
              <a:rPr lang="en-US"/>
              <a:t>Use this divider only if your headline is short</a:t>
            </a:r>
          </a:p>
        </p:txBody>
      </p:sp>
    </p:spTree>
    <p:extLst>
      <p:ext uri="{BB962C8B-B14F-4D97-AF65-F5344CB8AC3E}">
        <p14:creationId xmlns:p14="http://schemas.microsoft.com/office/powerpoint/2010/main" val="3118938934"/>
      </p:ext>
    </p:extLst>
  </p:cSld>
  <p:clrMapOvr>
    <a:overrideClrMapping bg1="dk1" tx1="lt1" bg2="dk2" tx2="lt2" accent1="accent1" accent2="accent2" accent3="accent3" accent4="accent4" accent5="accent5" accent6="accent6" hlink="hlink" folHlink="folHlink"/>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Divider Photo - Long title">
    <p:bg>
      <p:bgPr>
        <a:solidFill>
          <a:schemeClr val="tx1"/>
        </a:solidFill>
        <a:effectLst/>
      </p:bgPr>
    </p:bg>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D2C1E244-876B-1F11-FE16-79C6C8406455}"/>
              </a:ext>
            </a:extLst>
          </p:cNvPr>
          <p:cNvSpPr>
            <a:spLocks noGrp="1"/>
          </p:cNvSpPr>
          <p:nvPr>
            <p:ph type="pic" sz="quarter" idx="14"/>
          </p:nvPr>
        </p:nvSpPr>
        <p:spPr>
          <a:xfrm>
            <a:off x="0" y="0"/>
            <a:ext cx="12192000" cy="6858000"/>
          </a:xfrm>
          <a:custGeom>
            <a:avLst/>
            <a:gdLst>
              <a:gd name="connsiteX0" fmla="*/ 1221554 w 12192000"/>
              <a:gd name="connsiteY0" fmla="*/ 552450 h 6858000"/>
              <a:gd name="connsiteX1" fmla="*/ 1221554 w 12192000"/>
              <a:gd name="connsiteY1" fmla="*/ 707287 h 6858000"/>
              <a:gd name="connsiteX2" fmla="*/ 1287710 w 12192000"/>
              <a:gd name="connsiteY2" fmla="*/ 707287 h 6858000"/>
              <a:gd name="connsiteX3" fmla="*/ 1243606 w 12192000"/>
              <a:gd name="connsiteY3" fmla="*/ 828714 h 6858000"/>
              <a:gd name="connsiteX4" fmla="*/ 1277094 w 12192000"/>
              <a:gd name="connsiteY4" fmla="*/ 828714 h 6858000"/>
              <a:gd name="connsiteX5" fmla="*/ 1376737 w 12192000"/>
              <a:gd name="connsiteY5" fmla="*/ 695063 h 6858000"/>
              <a:gd name="connsiteX6" fmla="*/ 1376737 w 12192000"/>
              <a:gd name="connsiteY6" fmla="*/ 552450 h 6858000"/>
              <a:gd name="connsiteX7" fmla="*/ 546100 w 12192000"/>
              <a:gd name="connsiteY7" fmla="*/ 552450 h 6858000"/>
              <a:gd name="connsiteX8" fmla="*/ 546100 w 12192000"/>
              <a:gd name="connsiteY8" fmla="*/ 1122906 h 6858000"/>
              <a:gd name="connsiteX9" fmla="*/ 689033 w 12192000"/>
              <a:gd name="connsiteY9" fmla="*/ 1122906 h 6858000"/>
              <a:gd name="connsiteX10" fmla="*/ 689033 w 12192000"/>
              <a:gd name="connsiteY10" fmla="*/ 752925 h 6858000"/>
              <a:gd name="connsiteX11" fmla="*/ 709451 w 12192000"/>
              <a:gd name="connsiteY11" fmla="*/ 837678 h 6858000"/>
              <a:gd name="connsiteX12" fmla="*/ 785410 w 12192000"/>
              <a:gd name="connsiteY12" fmla="*/ 1122906 h 6858000"/>
              <a:gd name="connsiteX13" fmla="*/ 935693 w 12192000"/>
              <a:gd name="connsiteY13" fmla="*/ 1122906 h 6858000"/>
              <a:gd name="connsiteX14" fmla="*/ 1011652 w 12192000"/>
              <a:gd name="connsiteY14" fmla="*/ 837678 h 6858000"/>
              <a:gd name="connsiteX15" fmla="*/ 1032070 w 12192000"/>
              <a:gd name="connsiteY15" fmla="*/ 752925 h 6858000"/>
              <a:gd name="connsiteX16" fmla="*/ 1032070 w 12192000"/>
              <a:gd name="connsiteY16" fmla="*/ 1122906 h 6858000"/>
              <a:gd name="connsiteX17" fmla="*/ 1178270 w 12192000"/>
              <a:gd name="connsiteY17" fmla="*/ 1122906 h 6858000"/>
              <a:gd name="connsiteX18" fmla="*/ 1178270 w 12192000"/>
              <a:gd name="connsiteY18" fmla="*/ 552450 h 6858000"/>
              <a:gd name="connsiteX19" fmla="*/ 950395 w 12192000"/>
              <a:gd name="connsiteY19" fmla="*/ 552450 h 6858000"/>
              <a:gd name="connsiteX20" fmla="*/ 879337 w 12192000"/>
              <a:gd name="connsiteY20" fmla="*/ 845827 h 6858000"/>
              <a:gd name="connsiteX21" fmla="*/ 862185 w 12192000"/>
              <a:gd name="connsiteY21" fmla="*/ 927321 h 6858000"/>
              <a:gd name="connsiteX22" fmla="*/ 845033 w 12192000"/>
              <a:gd name="connsiteY22" fmla="*/ 845827 h 6858000"/>
              <a:gd name="connsiteX23" fmla="*/ 773976 w 12192000"/>
              <a:gd name="connsiteY23" fmla="*/ 552450 h 6858000"/>
              <a:gd name="connsiteX24" fmla="*/ 0 w 12192000"/>
              <a:gd name="connsiteY24" fmla="*/ 0 h 6858000"/>
              <a:gd name="connsiteX25" fmla="*/ 12192000 w 12192000"/>
              <a:gd name="connsiteY25" fmla="*/ 0 h 6858000"/>
              <a:gd name="connsiteX26" fmla="*/ 12192000 w 12192000"/>
              <a:gd name="connsiteY26" fmla="*/ 6858000 h 6858000"/>
              <a:gd name="connsiteX27" fmla="*/ 0 w 12192000"/>
              <a:gd name="connsiteY2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2192000" h="6858000">
                <a:moveTo>
                  <a:pt x="1221554" y="552450"/>
                </a:moveTo>
                <a:lnTo>
                  <a:pt x="1221554" y="707287"/>
                </a:lnTo>
                <a:lnTo>
                  <a:pt x="1287710" y="707287"/>
                </a:lnTo>
                <a:lnTo>
                  <a:pt x="1243606" y="828714"/>
                </a:lnTo>
                <a:lnTo>
                  <a:pt x="1277094" y="828714"/>
                </a:lnTo>
                <a:lnTo>
                  <a:pt x="1376737" y="695063"/>
                </a:lnTo>
                <a:lnTo>
                  <a:pt x="1376737" y="552450"/>
                </a:lnTo>
                <a:close/>
                <a:moveTo>
                  <a:pt x="546100" y="552450"/>
                </a:moveTo>
                <a:lnTo>
                  <a:pt x="546100" y="1122906"/>
                </a:lnTo>
                <a:lnTo>
                  <a:pt x="689033" y="1122906"/>
                </a:lnTo>
                <a:lnTo>
                  <a:pt x="689033" y="752925"/>
                </a:lnTo>
                <a:lnTo>
                  <a:pt x="709451" y="837678"/>
                </a:lnTo>
                <a:lnTo>
                  <a:pt x="785410" y="1122906"/>
                </a:lnTo>
                <a:lnTo>
                  <a:pt x="935693" y="1122906"/>
                </a:lnTo>
                <a:lnTo>
                  <a:pt x="1011652" y="837678"/>
                </a:lnTo>
                <a:lnTo>
                  <a:pt x="1032070" y="752925"/>
                </a:lnTo>
                <a:lnTo>
                  <a:pt x="1032070" y="1122906"/>
                </a:lnTo>
                <a:lnTo>
                  <a:pt x="1178270" y="1122906"/>
                </a:lnTo>
                <a:lnTo>
                  <a:pt x="1178270" y="552450"/>
                </a:lnTo>
                <a:lnTo>
                  <a:pt x="950395" y="552450"/>
                </a:lnTo>
                <a:lnTo>
                  <a:pt x="879337" y="845827"/>
                </a:lnTo>
                <a:lnTo>
                  <a:pt x="862185" y="927321"/>
                </a:lnTo>
                <a:lnTo>
                  <a:pt x="845033" y="845827"/>
                </a:lnTo>
                <a:lnTo>
                  <a:pt x="773976" y="552450"/>
                </a:lnTo>
                <a:close/>
                <a:moveTo>
                  <a:pt x="0" y="0"/>
                </a:moveTo>
                <a:lnTo>
                  <a:pt x="12192000" y="0"/>
                </a:lnTo>
                <a:lnTo>
                  <a:pt x="12192000" y="6858000"/>
                </a:lnTo>
                <a:lnTo>
                  <a:pt x="0" y="6858000"/>
                </a:lnTo>
                <a:close/>
              </a:path>
            </a:pathLst>
          </a:custGeom>
          <a:solidFill>
            <a:srgbClr val="A6A9AA"/>
          </a:solidFill>
        </p:spPr>
        <p:txBody>
          <a:bodyPr wrap="square" tIns="2103120">
            <a:noAutofit/>
          </a:bodyPr>
          <a:lstStyle>
            <a:lvl1pPr algn="ctr">
              <a:defRPr>
                <a:solidFill>
                  <a:schemeClr val="tx1"/>
                </a:solidFill>
              </a:defRPr>
            </a:lvl1pPr>
          </a:lstStyle>
          <a:p>
            <a:r>
              <a:rPr lang="en-US"/>
              <a:t>Click icon to add picture</a:t>
            </a:r>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dirty="0"/>
              <a:t>User Training - May 2025</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4676" cy="269875"/>
          </a:xfrm>
        </p:spPr>
        <p:txBody>
          <a:bodyPr/>
          <a:lstStyle/>
          <a:p>
            <a:fld id="{862A5111-985B-C14D-9115-5787026182A8}" type="slidenum">
              <a:rPr lang="en-US" smtClean="0"/>
              <a:t>‹#›</a:t>
            </a:fld>
            <a:endParaRPr lang="en-US"/>
          </a:p>
        </p:txBody>
      </p:sp>
      <p:sp>
        <p:nvSpPr>
          <p:cNvPr id="5" name="Title 17">
            <a:extLst>
              <a:ext uri="{FF2B5EF4-FFF2-40B4-BE49-F238E27FC236}">
                <a16:creationId xmlns:a16="http://schemas.microsoft.com/office/drawing/2014/main" id="{9FB85A57-AF49-344B-37C6-7EFC489A80CC}"/>
              </a:ext>
            </a:extLst>
          </p:cNvPr>
          <p:cNvSpPr>
            <a:spLocks noGrp="1"/>
          </p:cNvSpPr>
          <p:nvPr>
            <p:ph type="title" hasCustomPrompt="1"/>
          </p:nvPr>
        </p:nvSpPr>
        <p:spPr>
          <a:xfrm>
            <a:off x="546100" y="2425700"/>
            <a:ext cx="8267700" cy="2860221"/>
          </a:xfrm>
          <a:prstGeom prst="rect">
            <a:avLst/>
          </a:prstGeom>
        </p:spPr>
        <p:txBody>
          <a:bodyPr anchor="b"/>
          <a:lstStyle>
            <a:lvl1pPr marL="0" indent="0" algn="l">
              <a:lnSpc>
                <a:spcPct val="100000"/>
              </a:lnSpc>
              <a:tabLst/>
              <a:defRPr sz="4800">
                <a:solidFill>
                  <a:schemeClr val="tx1"/>
                </a:solidFill>
              </a:defRPr>
            </a:lvl1pPr>
          </a:lstStyle>
          <a:p>
            <a:r>
              <a:rPr lang="en-US"/>
              <a:t>Use this divider if your headline is long, or is equal to or greater than a total of three lines</a:t>
            </a:r>
          </a:p>
        </p:txBody>
      </p:sp>
    </p:spTree>
    <p:extLst>
      <p:ext uri="{BB962C8B-B14F-4D97-AF65-F5344CB8AC3E}">
        <p14:creationId xmlns:p14="http://schemas.microsoft.com/office/powerpoint/2010/main" val="715370586"/>
      </p:ext>
    </p:extLst>
  </p:cSld>
  <p:clrMapOvr>
    <a:overrideClrMapping bg1="dk1" tx1="lt1" bg2="dk2" tx2="lt2" accent1="accent1" accent2="accent2" accent3="accent3" accent4="accent4" accent5="accent5" accent6="accent6" hlink="hlink" folHlink="folHlink"/>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Quote 1 - General">
    <p:bg>
      <p:bgPr>
        <a:solidFill>
          <a:schemeClr val="bg2"/>
        </a:solidFill>
        <a:effectLst/>
      </p:bgPr>
    </p:bg>
    <p:spTree>
      <p:nvGrpSpPr>
        <p:cNvPr id="1" name=""/>
        <p:cNvGrpSpPr/>
        <p:nvPr/>
      </p:nvGrpSpPr>
      <p:grpSpPr>
        <a:xfrm>
          <a:off x="0" y="0"/>
          <a:ext cx="0" cy="0"/>
          <a:chOff x="0" y="0"/>
          <a:chExt cx="0" cy="0"/>
        </a:xfrm>
      </p:grpSpPr>
      <p:pic>
        <p:nvPicPr>
          <p:cNvPr id="7" name="Picture 6" descr="A blue wavy lines on a black background&#10;&#10;Description automatically generated">
            <a:extLst>
              <a:ext uri="{FF2B5EF4-FFF2-40B4-BE49-F238E27FC236}">
                <a16:creationId xmlns:a16="http://schemas.microsoft.com/office/drawing/2014/main" id="{ABB7ED4C-416B-722A-BF88-042E3CA9DC4D}"/>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hidden">
          <a:xfrm>
            <a:off x="6350" y="-1"/>
            <a:ext cx="12179302" cy="6858000"/>
          </a:xfrm>
          <a:prstGeom prst="rect">
            <a:avLst/>
          </a:prstGeom>
        </p:spPr>
      </p:pic>
      <p:sp>
        <p:nvSpPr>
          <p:cNvPr id="20" name="Freeform 19">
            <a:extLst>
              <a:ext uri="{FF2B5EF4-FFF2-40B4-BE49-F238E27FC236}">
                <a16:creationId xmlns:a16="http://schemas.microsoft.com/office/drawing/2014/main" id="{6732315D-1057-6521-C359-22C1DAF4964C}"/>
              </a:ext>
            </a:extLst>
          </p:cNvPr>
          <p:cNvSpPr/>
          <p:nvPr/>
        </p:nvSpPr>
        <p:spPr bwMode="black">
          <a:xfrm>
            <a:off x="546100" y="552450"/>
            <a:ext cx="830637" cy="570456"/>
          </a:xfrm>
          <a:custGeom>
            <a:avLst/>
            <a:gdLst>
              <a:gd name="connsiteX0" fmla="*/ 6722902 w 8267463"/>
              <a:gd name="connsiteY0" fmla="*/ 0 h 5677842"/>
              <a:gd name="connsiteX1" fmla="*/ 8267463 w 8267463"/>
              <a:gd name="connsiteY1" fmla="*/ 0 h 5677842"/>
              <a:gd name="connsiteX2" fmla="*/ 8267463 w 8267463"/>
              <a:gd name="connsiteY2" fmla="*/ 1419448 h 5677842"/>
              <a:gd name="connsiteX3" fmla="*/ 7275694 w 8267463"/>
              <a:gd name="connsiteY3" fmla="*/ 2749701 h 5677842"/>
              <a:gd name="connsiteX4" fmla="*/ 6942385 w 8267463"/>
              <a:gd name="connsiteY4" fmla="*/ 2749701 h 5677842"/>
              <a:gd name="connsiteX5" fmla="*/ 7381363 w 8267463"/>
              <a:gd name="connsiteY5" fmla="*/ 1541121 h 5677842"/>
              <a:gd name="connsiteX6" fmla="*/ 6722902 w 8267463"/>
              <a:gd name="connsiteY6" fmla="*/ 1541121 h 5677842"/>
              <a:gd name="connsiteX7" fmla="*/ 0 w 8267463"/>
              <a:gd name="connsiteY7" fmla="*/ 0 h 5677842"/>
              <a:gd name="connsiteX8" fmla="*/ 2268085 w 8267463"/>
              <a:gd name="connsiteY8" fmla="*/ 0 h 5677842"/>
              <a:gd name="connsiteX9" fmla="*/ 2975321 w 8267463"/>
              <a:gd name="connsiteY9" fmla="*/ 2920028 h 5677842"/>
              <a:gd name="connsiteX10" fmla="*/ 3146041 w 8267463"/>
              <a:gd name="connsiteY10" fmla="*/ 3731148 h 5677842"/>
              <a:gd name="connsiteX11" fmla="*/ 3316761 w 8267463"/>
              <a:gd name="connsiteY11" fmla="*/ 2920028 h 5677842"/>
              <a:gd name="connsiteX12" fmla="*/ 4024010 w 8267463"/>
              <a:gd name="connsiteY12" fmla="*/ 0 h 5677842"/>
              <a:gd name="connsiteX13" fmla="*/ 6292082 w 8267463"/>
              <a:gd name="connsiteY13" fmla="*/ 0 h 5677842"/>
              <a:gd name="connsiteX14" fmla="*/ 6292082 w 8267463"/>
              <a:gd name="connsiteY14" fmla="*/ 5677842 h 5677842"/>
              <a:gd name="connsiteX15" fmla="*/ 4836940 w 8267463"/>
              <a:gd name="connsiteY15" fmla="*/ 5677842 h 5677842"/>
              <a:gd name="connsiteX16" fmla="*/ 4836940 w 8267463"/>
              <a:gd name="connsiteY16" fmla="*/ 1995360 h 5677842"/>
              <a:gd name="connsiteX17" fmla="*/ 4633708 w 8267463"/>
              <a:gd name="connsiteY17" fmla="*/ 2838921 h 5677842"/>
              <a:gd name="connsiteX18" fmla="*/ 3877684 w 8267463"/>
              <a:gd name="connsiteY18" fmla="*/ 5677842 h 5677842"/>
              <a:gd name="connsiteX19" fmla="*/ 2381886 w 8267463"/>
              <a:gd name="connsiteY19" fmla="*/ 5677842 h 5677842"/>
              <a:gd name="connsiteX20" fmla="*/ 1625861 w 8267463"/>
              <a:gd name="connsiteY20" fmla="*/ 2838921 h 5677842"/>
              <a:gd name="connsiteX21" fmla="*/ 1422629 w 8267463"/>
              <a:gd name="connsiteY21" fmla="*/ 1995360 h 5677842"/>
              <a:gd name="connsiteX22" fmla="*/ 1422629 w 8267463"/>
              <a:gd name="connsiteY22" fmla="*/ 5677842 h 5677842"/>
              <a:gd name="connsiteX23" fmla="*/ 0 w 8267463"/>
              <a:gd name="connsiteY23" fmla="*/ 5677842 h 56778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8267463" h="5677842">
                <a:moveTo>
                  <a:pt x="6722902" y="0"/>
                </a:moveTo>
                <a:lnTo>
                  <a:pt x="8267463" y="0"/>
                </a:lnTo>
                <a:lnTo>
                  <a:pt x="8267463" y="1419448"/>
                </a:lnTo>
                <a:lnTo>
                  <a:pt x="7275694" y="2749701"/>
                </a:lnTo>
                <a:lnTo>
                  <a:pt x="6942385" y="2749701"/>
                </a:lnTo>
                <a:lnTo>
                  <a:pt x="7381363" y="1541121"/>
                </a:lnTo>
                <a:lnTo>
                  <a:pt x="6722902" y="1541121"/>
                </a:lnTo>
                <a:close/>
                <a:moveTo>
                  <a:pt x="0" y="0"/>
                </a:moveTo>
                <a:lnTo>
                  <a:pt x="2268085" y="0"/>
                </a:lnTo>
                <a:lnTo>
                  <a:pt x="2975321" y="2920028"/>
                </a:lnTo>
                <a:lnTo>
                  <a:pt x="3146041" y="3731148"/>
                </a:lnTo>
                <a:lnTo>
                  <a:pt x="3316761" y="2920028"/>
                </a:lnTo>
                <a:lnTo>
                  <a:pt x="4024010" y="0"/>
                </a:lnTo>
                <a:lnTo>
                  <a:pt x="6292082" y="0"/>
                </a:lnTo>
                <a:lnTo>
                  <a:pt x="6292082" y="5677842"/>
                </a:lnTo>
                <a:lnTo>
                  <a:pt x="4836940" y="5677842"/>
                </a:lnTo>
                <a:lnTo>
                  <a:pt x="4836940" y="1995360"/>
                </a:lnTo>
                <a:lnTo>
                  <a:pt x="4633708" y="2838921"/>
                </a:lnTo>
                <a:lnTo>
                  <a:pt x="3877684" y="5677842"/>
                </a:lnTo>
                <a:lnTo>
                  <a:pt x="2381886" y="5677842"/>
                </a:lnTo>
                <a:lnTo>
                  <a:pt x="1625861" y="2838921"/>
                </a:lnTo>
                <a:lnTo>
                  <a:pt x="1422629" y="1995360"/>
                </a:lnTo>
                <a:lnTo>
                  <a:pt x="1422629" y="5677842"/>
                </a:lnTo>
                <a:lnTo>
                  <a:pt x="0" y="5677842"/>
                </a:lnTo>
                <a:close/>
              </a:path>
            </a:pathLst>
          </a:custGeom>
          <a:solidFill>
            <a:schemeClr val="tx1"/>
          </a:solidFill>
          <a:ln w="0" cap="flat">
            <a:noFill/>
            <a:prstDash val="solid"/>
            <a:miter/>
          </a:ln>
        </p:spPr>
        <p:txBody>
          <a:bodyPr rtlCol="0" anchor="ctr"/>
          <a:lstStyle/>
          <a:p>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dirty="0"/>
              <a:t>User Training - May 2025</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8" name="Text Placeholder 7">
            <a:extLst>
              <a:ext uri="{FF2B5EF4-FFF2-40B4-BE49-F238E27FC236}">
                <a16:creationId xmlns:a16="http://schemas.microsoft.com/office/drawing/2014/main" id="{7708F947-658B-4354-AB87-AEB000F1AA54}"/>
              </a:ext>
            </a:extLst>
          </p:cNvPr>
          <p:cNvSpPr>
            <a:spLocks noGrp="1"/>
          </p:cNvSpPr>
          <p:nvPr>
            <p:ph type="body" sz="quarter" idx="15"/>
          </p:nvPr>
        </p:nvSpPr>
        <p:spPr>
          <a:xfrm>
            <a:off x="3367087" y="1415038"/>
            <a:ext cx="8270876" cy="4171375"/>
          </a:xfrm>
        </p:spPr>
        <p:txBody>
          <a:bodyPr anchor="b"/>
          <a:lstStyle>
            <a:lvl1pPr>
              <a:lnSpc>
                <a:spcPts val="4600"/>
              </a:lnSpc>
              <a:defRPr sz="4200">
                <a:solidFill>
                  <a:schemeClr val="tx1"/>
                </a:solidFill>
                <a:latin typeface="+mj-lt"/>
              </a:defRPr>
            </a:lvl1pPr>
            <a:lvl2pPr marL="0" indent="0">
              <a:spcAft>
                <a:spcPts val="0"/>
              </a:spcAft>
              <a:buNone/>
              <a:defRPr sz="2400">
                <a:solidFill>
                  <a:schemeClr val="tx1"/>
                </a:solidFill>
                <a:latin typeface="+mn-lt"/>
              </a:defRPr>
            </a:lvl2pPr>
            <a:lvl3pPr marL="0" indent="0">
              <a:spcAft>
                <a:spcPts val="0"/>
              </a:spcAft>
              <a:buNone/>
              <a:defRPr sz="2400">
                <a:solidFill>
                  <a:schemeClr val="tx1"/>
                </a:solidFill>
              </a:defRPr>
            </a:lvl3pPr>
            <a:lvl4pPr marL="0" indent="0">
              <a:spcAft>
                <a:spcPts val="0"/>
              </a:spcAft>
              <a:buNone/>
              <a:defRPr sz="2400">
                <a:solidFill>
                  <a:schemeClr val="tx1"/>
                </a:solidFill>
              </a:defRPr>
            </a:lvl4pPr>
            <a:lvl5pPr marL="0" indent="0">
              <a:spcAft>
                <a:spcPts val="0"/>
              </a:spcAft>
              <a:buNone/>
              <a:defRPr sz="2400">
                <a:solidFill>
                  <a:schemeClr val="tx1"/>
                </a:solidFill>
              </a:defRPr>
            </a:lvl5pPr>
            <a:lvl6pPr marL="0" indent="0">
              <a:spcAft>
                <a:spcPts val="0"/>
              </a:spcAft>
              <a:buNone/>
              <a:defRPr sz="2400">
                <a:solidFill>
                  <a:schemeClr val="tx1"/>
                </a:solidFill>
              </a:defRPr>
            </a:lvl6pPr>
            <a:lvl7pPr marL="0" indent="0">
              <a:spcAft>
                <a:spcPts val="0"/>
              </a:spcAft>
              <a:buNone/>
              <a:defRPr sz="2400">
                <a:solidFill>
                  <a:schemeClr val="tx1"/>
                </a:solidFill>
              </a:defRPr>
            </a:lvl7pPr>
            <a:lvl8pPr marL="0" indent="0">
              <a:spcAft>
                <a:spcPts val="0"/>
              </a:spcAft>
              <a:buNone/>
              <a:defRPr sz="2400">
                <a:solidFill>
                  <a:schemeClr val="tx1"/>
                </a:solidFill>
              </a:defRPr>
            </a:lvl8pPr>
            <a:lvl9pPr marL="0" indent="0">
              <a:spcAft>
                <a:spcPts val="0"/>
              </a:spcAft>
              <a:buNone/>
              <a:defRPr sz="2400">
                <a:solidFill>
                  <a:schemeClr val="tx1"/>
                </a:solidFill>
              </a:defRPr>
            </a:lvl9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467444515"/>
      </p:ext>
    </p:extLst>
  </p:cSld>
  <p:clrMapOvr>
    <a:overrideClrMapping bg1="dk1" tx1="lt1" bg2="dk2" tx2="lt2" accent1="accent1" accent2="accent2" accent3="accent3" accent4="accent4" accent5="accent5" accent6="accent6" hlink="hlink" folHlink="folHlink"/>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Quote - Employee portrait">
    <p:bg>
      <p:bgPr>
        <a:solidFill>
          <a:schemeClr val="bg2"/>
        </a:solidFill>
        <a:effectLst/>
      </p:bgPr>
    </p:bg>
    <p:spTree>
      <p:nvGrpSpPr>
        <p:cNvPr id="1" name=""/>
        <p:cNvGrpSpPr/>
        <p:nvPr/>
      </p:nvGrpSpPr>
      <p:grpSpPr>
        <a:xfrm>
          <a:off x="0" y="0"/>
          <a:ext cx="0" cy="0"/>
          <a:chOff x="0" y="0"/>
          <a:chExt cx="0" cy="0"/>
        </a:xfrm>
      </p:grpSpPr>
      <p:sp>
        <p:nvSpPr>
          <p:cNvPr id="20" name="Freeform 19">
            <a:extLst>
              <a:ext uri="{FF2B5EF4-FFF2-40B4-BE49-F238E27FC236}">
                <a16:creationId xmlns:a16="http://schemas.microsoft.com/office/drawing/2014/main" id="{6732315D-1057-6521-C359-22C1DAF4964C}"/>
              </a:ext>
            </a:extLst>
          </p:cNvPr>
          <p:cNvSpPr/>
          <p:nvPr/>
        </p:nvSpPr>
        <p:spPr bwMode="black">
          <a:xfrm>
            <a:off x="546100" y="552450"/>
            <a:ext cx="830637" cy="570456"/>
          </a:xfrm>
          <a:custGeom>
            <a:avLst/>
            <a:gdLst>
              <a:gd name="connsiteX0" fmla="*/ 6722902 w 8267463"/>
              <a:gd name="connsiteY0" fmla="*/ 0 h 5677842"/>
              <a:gd name="connsiteX1" fmla="*/ 8267463 w 8267463"/>
              <a:gd name="connsiteY1" fmla="*/ 0 h 5677842"/>
              <a:gd name="connsiteX2" fmla="*/ 8267463 w 8267463"/>
              <a:gd name="connsiteY2" fmla="*/ 1419448 h 5677842"/>
              <a:gd name="connsiteX3" fmla="*/ 7275694 w 8267463"/>
              <a:gd name="connsiteY3" fmla="*/ 2749701 h 5677842"/>
              <a:gd name="connsiteX4" fmla="*/ 6942385 w 8267463"/>
              <a:gd name="connsiteY4" fmla="*/ 2749701 h 5677842"/>
              <a:gd name="connsiteX5" fmla="*/ 7381363 w 8267463"/>
              <a:gd name="connsiteY5" fmla="*/ 1541121 h 5677842"/>
              <a:gd name="connsiteX6" fmla="*/ 6722902 w 8267463"/>
              <a:gd name="connsiteY6" fmla="*/ 1541121 h 5677842"/>
              <a:gd name="connsiteX7" fmla="*/ 0 w 8267463"/>
              <a:gd name="connsiteY7" fmla="*/ 0 h 5677842"/>
              <a:gd name="connsiteX8" fmla="*/ 2268085 w 8267463"/>
              <a:gd name="connsiteY8" fmla="*/ 0 h 5677842"/>
              <a:gd name="connsiteX9" fmla="*/ 2975321 w 8267463"/>
              <a:gd name="connsiteY9" fmla="*/ 2920028 h 5677842"/>
              <a:gd name="connsiteX10" fmla="*/ 3146041 w 8267463"/>
              <a:gd name="connsiteY10" fmla="*/ 3731148 h 5677842"/>
              <a:gd name="connsiteX11" fmla="*/ 3316761 w 8267463"/>
              <a:gd name="connsiteY11" fmla="*/ 2920028 h 5677842"/>
              <a:gd name="connsiteX12" fmla="*/ 4024010 w 8267463"/>
              <a:gd name="connsiteY12" fmla="*/ 0 h 5677842"/>
              <a:gd name="connsiteX13" fmla="*/ 6292082 w 8267463"/>
              <a:gd name="connsiteY13" fmla="*/ 0 h 5677842"/>
              <a:gd name="connsiteX14" fmla="*/ 6292082 w 8267463"/>
              <a:gd name="connsiteY14" fmla="*/ 5677842 h 5677842"/>
              <a:gd name="connsiteX15" fmla="*/ 4836940 w 8267463"/>
              <a:gd name="connsiteY15" fmla="*/ 5677842 h 5677842"/>
              <a:gd name="connsiteX16" fmla="*/ 4836940 w 8267463"/>
              <a:gd name="connsiteY16" fmla="*/ 1995360 h 5677842"/>
              <a:gd name="connsiteX17" fmla="*/ 4633708 w 8267463"/>
              <a:gd name="connsiteY17" fmla="*/ 2838921 h 5677842"/>
              <a:gd name="connsiteX18" fmla="*/ 3877684 w 8267463"/>
              <a:gd name="connsiteY18" fmla="*/ 5677842 h 5677842"/>
              <a:gd name="connsiteX19" fmla="*/ 2381886 w 8267463"/>
              <a:gd name="connsiteY19" fmla="*/ 5677842 h 5677842"/>
              <a:gd name="connsiteX20" fmla="*/ 1625861 w 8267463"/>
              <a:gd name="connsiteY20" fmla="*/ 2838921 h 5677842"/>
              <a:gd name="connsiteX21" fmla="*/ 1422629 w 8267463"/>
              <a:gd name="connsiteY21" fmla="*/ 1995360 h 5677842"/>
              <a:gd name="connsiteX22" fmla="*/ 1422629 w 8267463"/>
              <a:gd name="connsiteY22" fmla="*/ 5677842 h 5677842"/>
              <a:gd name="connsiteX23" fmla="*/ 0 w 8267463"/>
              <a:gd name="connsiteY23" fmla="*/ 5677842 h 56778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8267463" h="5677842">
                <a:moveTo>
                  <a:pt x="6722902" y="0"/>
                </a:moveTo>
                <a:lnTo>
                  <a:pt x="8267463" y="0"/>
                </a:lnTo>
                <a:lnTo>
                  <a:pt x="8267463" y="1419448"/>
                </a:lnTo>
                <a:lnTo>
                  <a:pt x="7275694" y="2749701"/>
                </a:lnTo>
                <a:lnTo>
                  <a:pt x="6942385" y="2749701"/>
                </a:lnTo>
                <a:lnTo>
                  <a:pt x="7381363" y="1541121"/>
                </a:lnTo>
                <a:lnTo>
                  <a:pt x="6722902" y="1541121"/>
                </a:lnTo>
                <a:close/>
                <a:moveTo>
                  <a:pt x="0" y="0"/>
                </a:moveTo>
                <a:lnTo>
                  <a:pt x="2268085" y="0"/>
                </a:lnTo>
                <a:lnTo>
                  <a:pt x="2975321" y="2920028"/>
                </a:lnTo>
                <a:lnTo>
                  <a:pt x="3146041" y="3731148"/>
                </a:lnTo>
                <a:lnTo>
                  <a:pt x="3316761" y="2920028"/>
                </a:lnTo>
                <a:lnTo>
                  <a:pt x="4024010" y="0"/>
                </a:lnTo>
                <a:lnTo>
                  <a:pt x="6292082" y="0"/>
                </a:lnTo>
                <a:lnTo>
                  <a:pt x="6292082" y="5677842"/>
                </a:lnTo>
                <a:lnTo>
                  <a:pt x="4836940" y="5677842"/>
                </a:lnTo>
                <a:lnTo>
                  <a:pt x="4836940" y="1995360"/>
                </a:lnTo>
                <a:lnTo>
                  <a:pt x="4633708" y="2838921"/>
                </a:lnTo>
                <a:lnTo>
                  <a:pt x="3877684" y="5677842"/>
                </a:lnTo>
                <a:lnTo>
                  <a:pt x="2381886" y="5677842"/>
                </a:lnTo>
                <a:lnTo>
                  <a:pt x="1625861" y="2838921"/>
                </a:lnTo>
                <a:lnTo>
                  <a:pt x="1422629" y="1995360"/>
                </a:lnTo>
                <a:lnTo>
                  <a:pt x="1422629" y="5677842"/>
                </a:lnTo>
                <a:lnTo>
                  <a:pt x="0" y="5677842"/>
                </a:lnTo>
                <a:close/>
              </a:path>
            </a:pathLst>
          </a:custGeom>
          <a:solidFill>
            <a:schemeClr val="tx1"/>
          </a:solidFill>
          <a:ln w="0" cap="flat">
            <a:noFill/>
            <a:prstDash val="solid"/>
            <a:miter/>
          </a:ln>
        </p:spPr>
        <p:txBody>
          <a:bodyPr rtlCol="0" anchor="ctr"/>
          <a:lstStyle/>
          <a:p>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dirty="0"/>
              <a:t>User Training - May 2025</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6" name="Picture Placeholder 9">
            <a:extLst>
              <a:ext uri="{FF2B5EF4-FFF2-40B4-BE49-F238E27FC236}">
                <a16:creationId xmlns:a16="http://schemas.microsoft.com/office/drawing/2014/main" id="{A9E39174-6051-6D2E-2D81-DADF3A2208E1}"/>
              </a:ext>
            </a:extLst>
          </p:cNvPr>
          <p:cNvSpPr>
            <a:spLocks noGrp="1"/>
          </p:cNvSpPr>
          <p:nvPr>
            <p:ph type="pic" sz="quarter" idx="29" hasCustomPrompt="1"/>
          </p:nvPr>
        </p:nvSpPr>
        <p:spPr>
          <a:xfrm>
            <a:off x="554039" y="2847976"/>
            <a:ext cx="1198562" cy="1276349"/>
          </a:xfrm>
          <a:solidFill>
            <a:schemeClr val="accent1"/>
          </a:solidFill>
          <a:ln>
            <a:noFill/>
          </a:ln>
        </p:spPr>
        <p:txBody>
          <a:bodyPr anchor="ctr"/>
          <a:lstStyle>
            <a:lvl1pPr algn="ctr">
              <a:defRPr>
                <a:solidFill>
                  <a:schemeClr val="bg1"/>
                </a:solidFill>
                <a:latin typeface="+mn-lt"/>
              </a:defRPr>
            </a:lvl1pPr>
          </a:lstStyle>
          <a:p>
            <a:r>
              <a:rPr lang="en-US"/>
              <a:t>Silhouette</a:t>
            </a:r>
            <a:br>
              <a:rPr lang="en-US"/>
            </a:br>
            <a:r>
              <a:rPr lang="en-US"/>
              <a:t>portrait</a:t>
            </a:r>
          </a:p>
        </p:txBody>
      </p:sp>
      <p:sp>
        <p:nvSpPr>
          <p:cNvPr id="7" name="Text Placeholder 3">
            <a:extLst>
              <a:ext uri="{FF2B5EF4-FFF2-40B4-BE49-F238E27FC236}">
                <a16:creationId xmlns:a16="http://schemas.microsoft.com/office/drawing/2014/main" id="{AB040204-E782-1C0F-4B3A-B9C7FF0AEEB7}"/>
              </a:ext>
            </a:extLst>
          </p:cNvPr>
          <p:cNvSpPr>
            <a:spLocks noGrp="1"/>
          </p:cNvSpPr>
          <p:nvPr>
            <p:ph type="body" sz="quarter" idx="42" hasCustomPrompt="1"/>
          </p:nvPr>
        </p:nvSpPr>
        <p:spPr>
          <a:xfrm>
            <a:off x="554038" y="4273550"/>
            <a:ext cx="2611437" cy="1458913"/>
          </a:xfrm>
        </p:spPr>
        <p:txBody>
          <a:bodyPr>
            <a:normAutofit/>
          </a:bodyPr>
          <a:lstStyle>
            <a:lvl1pPr>
              <a:spcAft>
                <a:spcPts val="200"/>
              </a:spcAft>
              <a:defRPr sz="1200" b="1">
                <a:solidFill>
                  <a:schemeClr val="tx1"/>
                </a:solidFill>
                <a:latin typeface="+mn-lt"/>
                <a:ea typeface="GT America Medium" panose="020B0604020202020204" charset="0"/>
                <a:cs typeface="GT America Medium" panose="020B0604020202020204" charset="0"/>
              </a:defRPr>
            </a:lvl1pPr>
            <a:lvl2pPr marL="0" indent="0">
              <a:buNone/>
              <a:defRPr sz="1200">
                <a:solidFill>
                  <a:schemeClr val="tx1"/>
                </a:solidFill>
              </a:defRPr>
            </a:lvl2pPr>
            <a:lvl3pPr marL="0" indent="0">
              <a:buFontTx/>
              <a:buNone/>
              <a:defRPr sz="1200">
                <a:solidFill>
                  <a:schemeClr val="tx1"/>
                </a:solidFill>
              </a:defRPr>
            </a:lvl3pPr>
            <a:lvl4pPr marL="0" indent="0">
              <a:buNone/>
              <a:defRPr sz="1200">
                <a:solidFill>
                  <a:schemeClr val="tx1"/>
                </a:solidFill>
              </a:defRPr>
            </a:lvl4pPr>
            <a:lvl5pPr marL="0" indent="0">
              <a:buNone/>
              <a:defRPr sz="1200">
                <a:solidFill>
                  <a:schemeClr val="tx1"/>
                </a:solidFill>
              </a:defRPr>
            </a:lvl5pPr>
            <a:lvl6pPr marL="0" indent="0">
              <a:buNone/>
              <a:defRPr sz="1200">
                <a:solidFill>
                  <a:schemeClr val="tx1"/>
                </a:solidFill>
              </a:defRPr>
            </a:lvl6pPr>
            <a:lvl7pPr marL="0" indent="0">
              <a:buNone/>
              <a:defRPr>
                <a:solidFill>
                  <a:schemeClr val="tx1"/>
                </a:solidFill>
              </a:defRPr>
            </a:lvl7pPr>
            <a:lvl8pPr marL="0" indent="0">
              <a:buNone/>
              <a:defRPr>
                <a:solidFill>
                  <a:schemeClr val="tx1"/>
                </a:solidFill>
              </a:defRPr>
            </a:lvl8pPr>
            <a:lvl9pPr marL="0" indent="0">
              <a:buNone/>
              <a:defRPr>
                <a:solidFill>
                  <a:schemeClr val="tx1"/>
                </a:solidFill>
              </a:defRPr>
            </a:lvl9pPr>
          </a:lstStyle>
          <a:p>
            <a:pPr lvl="0"/>
            <a:r>
              <a:rPr lang="en-US" err="1"/>
              <a:t>Firstname</a:t>
            </a:r>
            <a:r>
              <a:rPr lang="en-US"/>
              <a:t> </a:t>
            </a:r>
            <a:r>
              <a:rPr lang="en-US" err="1"/>
              <a:t>Lastname</a:t>
            </a:r>
            <a:r>
              <a:rPr lang="en-US"/>
              <a:t>, L1</a:t>
            </a:r>
          </a:p>
          <a:p>
            <a:pPr lvl="1"/>
            <a:r>
              <a:rPr lang="en-US"/>
              <a:t>Title/department, L2</a:t>
            </a:r>
          </a:p>
        </p:txBody>
      </p:sp>
      <p:sp>
        <p:nvSpPr>
          <p:cNvPr id="5" name="Text Placeholder 7">
            <a:extLst>
              <a:ext uri="{FF2B5EF4-FFF2-40B4-BE49-F238E27FC236}">
                <a16:creationId xmlns:a16="http://schemas.microsoft.com/office/drawing/2014/main" id="{C55CD7FE-FD96-5B7D-EB24-69E1A8EF9D81}"/>
              </a:ext>
            </a:extLst>
          </p:cNvPr>
          <p:cNvSpPr>
            <a:spLocks noGrp="1"/>
          </p:cNvSpPr>
          <p:nvPr>
            <p:ph type="body" sz="quarter" idx="15"/>
          </p:nvPr>
        </p:nvSpPr>
        <p:spPr>
          <a:xfrm>
            <a:off x="3367087" y="1415038"/>
            <a:ext cx="8270876" cy="4171375"/>
          </a:xfrm>
        </p:spPr>
        <p:txBody>
          <a:bodyPr anchor="b"/>
          <a:lstStyle>
            <a:lvl1pPr>
              <a:lnSpc>
                <a:spcPts val="4600"/>
              </a:lnSpc>
              <a:defRPr sz="4200">
                <a:solidFill>
                  <a:schemeClr val="tx1"/>
                </a:solidFill>
                <a:latin typeface="+mj-lt"/>
              </a:defRPr>
            </a:lvl1pPr>
            <a:lvl2pPr marL="0" indent="0">
              <a:spcAft>
                <a:spcPts val="0"/>
              </a:spcAft>
              <a:buNone/>
              <a:defRPr sz="2400">
                <a:solidFill>
                  <a:schemeClr val="tx1"/>
                </a:solidFill>
                <a:latin typeface="GT America Regular" panose="00000500000000000000" pitchFamily="50" charset="0"/>
              </a:defRPr>
            </a:lvl2pPr>
            <a:lvl3pPr marL="0" indent="0">
              <a:spcAft>
                <a:spcPts val="0"/>
              </a:spcAft>
              <a:buNone/>
              <a:defRPr sz="2400">
                <a:solidFill>
                  <a:schemeClr val="tx1"/>
                </a:solidFill>
              </a:defRPr>
            </a:lvl3pPr>
            <a:lvl4pPr marL="0" indent="0">
              <a:spcAft>
                <a:spcPts val="0"/>
              </a:spcAft>
              <a:buNone/>
              <a:defRPr sz="2400">
                <a:solidFill>
                  <a:schemeClr val="tx1"/>
                </a:solidFill>
              </a:defRPr>
            </a:lvl4pPr>
            <a:lvl5pPr marL="0" indent="0">
              <a:spcAft>
                <a:spcPts val="0"/>
              </a:spcAft>
              <a:buNone/>
              <a:defRPr sz="2400">
                <a:solidFill>
                  <a:schemeClr val="tx1"/>
                </a:solidFill>
              </a:defRPr>
            </a:lvl5pPr>
            <a:lvl6pPr marL="0" indent="0">
              <a:spcAft>
                <a:spcPts val="0"/>
              </a:spcAft>
              <a:buNone/>
              <a:defRPr sz="2400">
                <a:solidFill>
                  <a:schemeClr val="tx1"/>
                </a:solidFill>
              </a:defRPr>
            </a:lvl6pPr>
            <a:lvl7pPr marL="0" indent="0">
              <a:spcAft>
                <a:spcPts val="0"/>
              </a:spcAft>
              <a:buNone/>
              <a:defRPr sz="2400">
                <a:solidFill>
                  <a:schemeClr val="tx1"/>
                </a:solidFill>
              </a:defRPr>
            </a:lvl7pPr>
            <a:lvl8pPr marL="0" indent="0">
              <a:spcAft>
                <a:spcPts val="0"/>
              </a:spcAft>
              <a:buNone/>
              <a:defRPr sz="2400">
                <a:solidFill>
                  <a:schemeClr val="tx1"/>
                </a:solidFill>
              </a:defRPr>
            </a:lvl8pPr>
            <a:lvl9pPr marL="0" indent="0">
              <a:spcAft>
                <a:spcPts val="0"/>
              </a:spcAft>
              <a:buNone/>
              <a:defRPr sz="2400">
                <a:solidFill>
                  <a:schemeClr val="tx1"/>
                </a:solidFill>
              </a:defRPr>
            </a:lvl9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660287451"/>
      </p:ext>
    </p:extLst>
  </p:cSld>
  <p:clrMapOvr>
    <a:overrideClrMapping bg1="dk1" tx1="lt1" bg2="dk2" tx2="lt2" accent1="accent1" accent2="accent2" accent3="accent3" accent4="accent4" accent5="accent5" accent6="accent6" hlink="hlink" folHlink="folHlink"/>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Quote - Photo">
    <p:bg>
      <p:bgPr>
        <a:solidFill>
          <a:schemeClr val="tx1"/>
        </a:solidFill>
        <a:effectLst/>
      </p:bgPr>
    </p:bg>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23F68FBE-251E-31B8-904E-1E16C461B772}"/>
              </a:ext>
            </a:extLst>
          </p:cNvPr>
          <p:cNvSpPr>
            <a:spLocks noGrp="1"/>
          </p:cNvSpPr>
          <p:nvPr>
            <p:ph type="pic" sz="quarter" idx="15"/>
          </p:nvPr>
        </p:nvSpPr>
        <p:spPr>
          <a:xfrm>
            <a:off x="0" y="0"/>
            <a:ext cx="12192000" cy="6858000"/>
          </a:xfrm>
          <a:custGeom>
            <a:avLst/>
            <a:gdLst>
              <a:gd name="connsiteX0" fmla="*/ 1221554 w 12192000"/>
              <a:gd name="connsiteY0" fmla="*/ 552450 h 6858000"/>
              <a:gd name="connsiteX1" fmla="*/ 1221554 w 12192000"/>
              <a:gd name="connsiteY1" fmla="*/ 707287 h 6858000"/>
              <a:gd name="connsiteX2" fmla="*/ 1287710 w 12192000"/>
              <a:gd name="connsiteY2" fmla="*/ 707287 h 6858000"/>
              <a:gd name="connsiteX3" fmla="*/ 1243606 w 12192000"/>
              <a:gd name="connsiteY3" fmla="*/ 828714 h 6858000"/>
              <a:gd name="connsiteX4" fmla="*/ 1277094 w 12192000"/>
              <a:gd name="connsiteY4" fmla="*/ 828714 h 6858000"/>
              <a:gd name="connsiteX5" fmla="*/ 1376737 w 12192000"/>
              <a:gd name="connsiteY5" fmla="*/ 695063 h 6858000"/>
              <a:gd name="connsiteX6" fmla="*/ 1376737 w 12192000"/>
              <a:gd name="connsiteY6" fmla="*/ 552450 h 6858000"/>
              <a:gd name="connsiteX7" fmla="*/ 546100 w 12192000"/>
              <a:gd name="connsiteY7" fmla="*/ 552450 h 6858000"/>
              <a:gd name="connsiteX8" fmla="*/ 546100 w 12192000"/>
              <a:gd name="connsiteY8" fmla="*/ 1122906 h 6858000"/>
              <a:gd name="connsiteX9" fmla="*/ 689033 w 12192000"/>
              <a:gd name="connsiteY9" fmla="*/ 1122906 h 6858000"/>
              <a:gd name="connsiteX10" fmla="*/ 689033 w 12192000"/>
              <a:gd name="connsiteY10" fmla="*/ 752925 h 6858000"/>
              <a:gd name="connsiteX11" fmla="*/ 709451 w 12192000"/>
              <a:gd name="connsiteY11" fmla="*/ 837678 h 6858000"/>
              <a:gd name="connsiteX12" fmla="*/ 785410 w 12192000"/>
              <a:gd name="connsiteY12" fmla="*/ 1122906 h 6858000"/>
              <a:gd name="connsiteX13" fmla="*/ 935693 w 12192000"/>
              <a:gd name="connsiteY13" fmla="*/ 1122906 h 6858000"/>
              <a:gd name="connsiteX14" fmla="*/ 1011652 w 12192000"/>
              <a:gd name="connsiteY14" fmla="*/ 837678 h 6858000"/>
              <a:gd name="connsiteX15" fmla="*/ 1032070 w 12192000"/>
              <a:gd name="connsiteY15" fmla="*/ 752925 h 6858000"/>
              <a:gd name="connsiteX16" fmla="*/ 1032070 w 12192000"/>
              <a:gd name="connsiteY16" fmla="*/ 1122906 h 6858000"/>
              <a:gd name="connsiteX17" fmla="*/ 1178270 w 12192000"/>
              <a:gd name="connsiteY17" fmla="*/ 1122906 h 6858000"/>
              <a:gd name="connsiteX18" fmla="*/ 1178270 w 12192000"/>
              <a:gd name="connsiteY18" fmla="*/ 552450 h 6858000"/>
              <a:gd name="connsiteX19" fmla="*/ 950395 w 12192000"/>
              <a:gd name="connsiteY19" fmla="*/ 552450 h 6858000"/>
              <a:gd name="connsiteX20" fmla="*/ 879337 w 12192000"/>
              <a:gd name="connsiteY20" fmla="*/ 845827 h 6858000"/>
              <a:gd name="connsiteX21" fmla="*/ 862185 w 12192000"/>
              <a:gd name="connsiteY21" fmla="*/ 927321 h 6858000"/>
              <a:gd name="connsiteX22" fmla="*/ 845033 w 12192000"/>
              <a:gd name="connsiteY22" fmla="*/ 845827 h 6858000"/>
              <a:gd name="connsiteX23" fmla="*/ 773976 w 12192000"/>
              <a:gd name="connsiteY23" fmla="*/ 552450 h 6858000"/>
              <a:gd name="connsiteX24" fmla="*/ 0 w 12192000"/>
              <a:gd name="connsiteY24" fmla="*/ 0 h 6858000"/>
              <a:gd name="connsiteX25" fmla="*/ 12192000 w 12192000"/>
              <a:gd name="connsiteY25" fmla="*/ 0 h 6858000"/>
              <a:gd name="connsiteX26" fmla="*/ 12192000 w 12192000"/>
              <a:gd name="connsiteY26" fmla="*/ 6858000 h 6858000"/>
              <a:gd name="connsiteX27" fmla="*/ 0 w 12192000"/>
              <a:gd name="connsiteY2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2192000" h="6858000">
                <a:moveTo>
                  <a:pt x="1221554" y="552450"/>
                </a:moveTo>
                <a:lnTo>
                  <a:pt x="1221554" y="707287"/>
                </a:lnTo>
                <a:lnTo>
                  <a:pt x="1287710" y="707287"/>
                </a:lnTo>
                <a:lnTo>
                  <a:pt x="1243606" y="828714"/>
                </a:lnTo>
                <a:lnTo>
                  <a:pt x="1277094" y="828714"/>
                </a:lnTo>
                <a:lnTo>
                  <a:pt x="1376737" y="695063"/>
                </a:lnTo>
                <a:lnTo>
                  <a:pt x="1376737" y="552450"/>
                </a:lnTo>
                <a:close/>
                <a:moveTo>
                  <a:pt x="546100" y="552450"/>
                </a:moveTo>
                <a:lnTo>
                  <a:pt x="546100" y="1122906"/>
                </a:lnTo>
                <a:lnTo>
                  <a:pt x="689033" y="1122906"/>
                </a:lnTo>
                <a:lnTo>
                  <a:pt x="689033" y="752925"/>
                </a:lnTo>
                <a:lnTo>
                  <a:pt x="709451" y="837678"/>
                </a:lnTo>
                <a:lnTo>
                  <a:pt x="785410" y="1122906"/>
                </a:lnTo>
                <a:lnTo>
                  <a:pt x="935693" y="1122906"/>
                </a:lnTo>
                <a:lnTo>
                  <a:pt x="1011652" y="837678"/>
                </a:lnTo>
                <a:lnTo>
                  <a:pt x="1032070" y="752925"/>
                </a:lnTo>
                <a:lnTo>
                  <a:pt x="1032070" y="1122906"/>
                </a:lnTo>
                <a:lnTo>
                  <a:pt x="1178270" y="1122906"/>
                </a:lnTo>
                <a:lnTo>
                  <a:pt x="1178270" y="552450"/>
                </a:lnTo>
                <a:lnTo>
                  <a:pt x="950395" y="552450"/>
                </a:lnTo>
                <a:lnTo>
                  <a:pt x="879337" y="845827"/>
                </a:lnTo>
                <a:lnTo>
                  <a:pt x="862185" y="927321"/>
                </a:lnTo>
                <a:lnTo>
                  <a:pt x="845033" y="845827"/>
                </a:lnTo>
                <a:lnTo>
                  <a:pt x="773976" y="552450"/>
                </a:lnTo>
                <a:close/>
                <a:moveTo>
                  <a:pt x="0" y="0"/>
                </a:moveTo>
                <a:lnTo>
                  <a:pt x="12192000" y="0"/>
                </a:lnTo>
                <a:lnTo>
                  <a:pt x="12192000" y="6858000"/>
                </a:lnTo>
                <a:lnTo>
                  <a:pt x="0" y="6858000"/>
                </a:lnTo>
                <a:close/>
              </a:path>
            </a:pathLst>
          </a:custGeom>
          <a:solidFill>
            <a:srgbClr val="A6A9AA"/>
          </a:solidFill>
        </p:spPr>
        <p:txBody>
          <a:bodyPr wrap="square" lIns="548640" tIns="0" anchor="ctr" anchorCtr="0">
            <a:noAutofit/>
          </a:bodyPr>
          <a:lstStyle>
            <a:lvl1pPr algn="l">
              <a:defRPr>
                <a:solidFill>
                  <a:schemeClr val="tx1"/>
                </a:solidFill>
              </a:defRPr>
            </a:lvl1pPr>
          </a:lstStyle>
          <a:p>
            <a:r>
              <a:rPr lang="en-US"/>
              <a:t>Click icon to add picture</a:t>
            </a:r>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dirty="0"/>
              <a:t>User Training - May 2025</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7" name="Text Placeholder 7">
            <a:extLst>
              <a:ext uri="{FF2B5EF4-FFF2-40B4-BE49-F238E27FC236}">
                <a16:creationId xmlns:a16="http://schemas.microsoft.com/office/drawing/2014/main" id="{FF0E76BC-245F-8420-594E-37916313D315}"/>
              </a:ext>
            </a:extLst>
          </p:cNvPr>
          <p:cNvSpPr>
            <a:spLocks noGrp="1"/>
          </p:cNvSpPr>
          <p:nvPr>
            <p:ph type="body" sz="quarter" idx="16"/>
          </p:nvPr>
        </p:nvSpPr>
        <p:spPr>
          <a:xfrm>
            <a:off x="3367087" y="1415038"/>
            <a:ext cx="8270876" cy="4171375"/>
          </a:xfrm>
        </p:spPr>
        <p:txBody>
          <a:bodyPr anchor="b"/>
          <a:lstStyle>
            <a:lvl1pPr>
              <a:lnSpc>
                <a:spcPts val="4600"/>
              </a:lnSpc>
              <a:defRPr sz="4200">
                <a:solidFill>
                  <a:schemeClr val="tx1"/>
                </a:solidFill>
                <a:latin typeface="+mj-lt"/>
              </a:defRPr>
            </a:lvl1pPr>
            <a:lvl2pPr marL="0" indent="0">
              <a:spcAft>
                <a:spcPts val="0"/>
              </a:spcAft>
              <a:buNone/>
              <a:defRPr sz="2400">
                <a:solidFill>
                  <a:schemeClr val="tx1"/>
                </a:solidFill>
                <a:latin typeface="GT America Regular" panose="00000500000000000000" pitchFamily="50" charset="0"/>
              </a:defRPr>
            </a:lvl2pPr>
            <a:lvl3pPr marL="0" indent="0">
              <a:spcAft>
                <a:spcPts val="0"/>
              </a:spcAft>
              <a:buNone/>
              <a:defRPr sz="2400">
                <a:solidFill>
                  <a:schemeClr val="tx1"/>
                </a:solidFill>
              </a:defRPr>
            </a:lvl3pPr>
            <a:lvl4pPr marL="0" indent="0">
              <a:spcAft>
                <a:spcPts val="0"/>
              </a:spcAft>
              <a:buNone/>
              <a:defRPr sz="2400">
                <a:solidFill>
                  <a:schemeClr val="tx1"/>
                </a:solidFill>
              </a:defRPr>
            </a:lvl4pPr>
            <a:lvl5pPr marL="0" indent="0">
              <a:spcAft>
                <a:spcPts val="0"/>
              </a:spcAft>
              <a:buNone/>
              <a:defRPr sz="2400">
                <a:solidFill>
                  <a:schemeClr val="tx1"/>
                </a:solidFill>
              </a:defRPr>
            </a:lvl5pPr>
            <a:lvl6pPr marL="0" indent="0">
              <a:spcAft>
                <a:spcPts val="0"/>
              </a:spcAft>
              <a:buNone/>
              <a:defRPr sz="2400">
                <a:solidFill>
                  <a:schemeClr val="tx1"/>
                </a:solidFill>
              </a:defRPr>
            </a:lvl6pPr>
            <a:lvl7pPr marL="0" indent="0">
              <a:spcAft>
                <a:spcPts val="0"/>
              </a:spcAft>
              <a:buNone/>
              <a:defRPr sz="2400">
                <a:solidFill>
                  <a:schemeClr val="tx1"/>
                </a:solidFill>
              </a:defRPr>
            </a:lvl7pPr>
            <a:lvl8pPr marL="0" indent="0">
              <a:spcAft>
                <a:spcPts val="0"/>
              </a:spcAft>
              <a:buNone/>
              <a:defRPr sz="2400">
                <a:solidFill>
                  <a:schemeClr val="tx1"/>
                </a:solidFill>
              </a:defRPr>
            </a:lvl8pPr>
            <a:lvl9pPr marL="0" indent="0">
              <a:spcAft>
                <a:spcPts val="0"/>
              </a:spcAft>
              <a:buNone/>
              <a:defRPr sz="2400">
                <a:solidFill>
                  <a:schemeClr val="tx1"/>
                </a:solidFill>
              </a:defRPr>
            </a:lvl9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3911097139"/>
      </p:ext>
    </p:extLst>
  </p:cSld>
  <p:clrMapOvr>
    <a:overrideClrMapping bg1="dk1" tx1="lt1" bg2="dk2" tx2="lt2" accent1="accent1" accent2="accent2" accent3="accent3" accent4="accent4" accent5="accent5" accent6="accent6" hlink="hlink" folHlink="folHlink"/>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Executive Summary/Key Takeaways 1">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DE63420-A2BC-EC7A-3A8C-CA23AF97535A}"/>
              </a:ext>
            </a:extLst>
          </p:cNvPr>
          <p:cNvSpPr/>
          <p:nvPr userDrawn="1"/>
        </p:nvSpPr>
        <p:spPr bwMode="hidden">
          <a:xfrm>
            <a:off x="0" y="-1"/>
            <a:ext cx="4060556"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 name="Picture 1" descr="A blue and black background&#10;&#10;Description automatically generated">
            <a:extLst>
              <a:ext uri="{FF2B5EF4-FFF2-40B4-BE49-F238E27FC236}">
                <a16:creationId xmlns:a16="http://schemas.microsoft.com/office/drawing/2014/main" id="{97914066-9D48-E454-16D9-2005965187FB}"/>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l="35254" t="8024" r="-1" b="-8024"/>
          <a:stretch/>
        </p:blipFill>
        <p:spPr bwMode="hidden">
          <a:xfrm>
            <a:off x="0" y="1"/>
            <a:ext cx="4060556" cy="6861174"/>
          </a:xfrm>
          <a:prstGeom prst="rect">
            <a:avLst/>
          </a:prstGeom>
        </p:spPr>
      </p:pic>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dirty="0"/>
              <a:t>User Training - May 2025</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8087" cy="269875"/>
          </a:xfrm>
        </p:spPr>
        <p:txBody>
          <a:bodyPr/>
          <a:lstStyle/>
          <a:p>
            <a:fld id="{862A5111-985B-C14D-9115-5787026182A8}" type="slidenum">
              <a:rPr lang="en-US" smtClean="0"/>
              <a:t>‹#›</a:t>
            </a:fld>
            <a:endParaRPr lang="en-US"/>
          </a:p>
        </p:txBody>
      </p:sp>
      <p:sp>
        <p:nvSpPr>
          <p:cNvPr id="6" name="Freeform 5">
            <a:extLst>
              <a:ext uri="{FF2B5EF4-FFF2-40B4-BE49-F238E27FC236}">
                <a16:creationId xmlns:a16="http://schemas.microsoft.com/office/drawing/2014/main" id="{5BCC6303-B8A8-E0F3-1B26-45B29EE4DC62}"/>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2" name="Freeform 5">
            <a:extLst>
              <a:ext uri="{FF2B5EF4-FFF2-40B4-BE49-F238E27FC236}">
                <a16:creationId xmlns:a16="http://schemas.microsoft.com/office/drawing/2014/main" id="{B2BF897B-C4FE-7F0C-FE2C-6956C830B315}"/>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1" name="Title 10">
            <a:extLst>
              <a:ext uri="{FF2B5EF4-FFF2-40B4-BE49-F238E27FC236}">
                <a16:creationId xmlns:a16="http://schemas.microsoft.com/office/drawing/2014/main" id="{B916CF33-A497-0AD3-3B6A-557E34121E76}"/>
              </a:ext>
            </a:extLst>
          </p:cNvPr>
          <p:cNvSpPr>
            <a:spLocks noGrp="1"/>
          </p:cNvSpPr>
          <p:nvPr>
            <p:ph type="title"/>
          </p:nvPr>
        </p:nvSpPr>
        <p:spPr>
          <a:xfrm>
            <a:off x="546100" y="552450"/>
            <a:ext cx="3300984" cy="869950"/>
          </a:xfrm>
        </p:spPr>
        <p:txBody>
          <a:bodyPr rIns="182880"/>
          <a:lstStyle>
            <a:lvl1pPr>
              <a:defRPr>
                <a:solidFill>
                  <a:schemeClr val="bg1"/>
                </a:solidFill>
              </a:defRPr>
            </a:lvl1pPr>
          </a:lstStyle>
          <a:p>
            <a:r>
              <a:rPr lang="en-US"/>
              <a:t>Click to edit Master title style</a:t>
            </a:r>
          </a:p>
        </p:txBody>
      </p:sp>
      <p:sp>
        <p:nvSpPr>
          <p:cNvPr id="5" name="Text Placeholder 5">
            <a:extLst>
              <a:ext uri="{FF2B5EF4-FFF2-40B4-BE49-F238E27FC236}">
                <a16:creationId xmlns:a16="http://schemas.microsoft.com/office/drawing/2014/main" id="{DAB1020F-2330-5C4C-014E-9A0A4D6C7B46}"/>
              </a:ext>
            </a:extLst>
          </p:cNvPr>
          <p:cNvSpPr>
            <a:spLocks noGrp="1"/>
          </p:cNvSpPr>
          <p:nvPr>
            <p:ph type="body" sz="quarter" idx="13" hasCustomPrompt="1"/>
          </p:nvPr>
        </p:nvSpPr>
        <p:spPr>
          <a:xfrm>
            <a:off x="546101" y="5586413"/>
            <a:ext cx="3300984" cy="725487"/>
          </a:xfrm>
        </p:spPr>
        <p:txBody>
          <a:bodyPr rIns="274320" anchor="b">
            <a:normAutofit/>
          </a:bodyPr>
          <a:lstStyle>
            <a:lvl1pPr>
              <a:defRPr sz="600">
                <a:solidFill>
                  <a:schemeClr val="bg1"/>
                </a:solidFill>
              </a:defRPr>
            </a:lvl1pPr>
            <a:lvl2pPr marL="0" indent="0">
              <a:buNone/>
              <a:defRPr sz="600">
                <a:solidFill>
                  <a:schemeClr val="bg1"/>
                </a:solidFill>
              </a:defRPr>
            </a:lvl2pPr>
            <a:lvl3pPr marL="0" indent="0">
              <a:buNone/>
              <a:defRPr sz="600">
                <a:solidFill>
                  <a:schemeClr val="bg1"/>
                </a:solidFill>
              </a:defRPr>
            </a:lvl3pPr>
            <a:lvl4pPr marL="0" indent="0">
              <a:buNone/>
              <a:defRPr sz="600">
                <a:solidFill>
                  <a:schemeClr val="bg1"/>
                </a:solidFill>
              </a:defRPr>
            </a:lvl4pPr>
            <a:lvl5pPr marL="0" indent="0">
              <a:buNone/>
              <a:defRPr sz="600">
                <a:solidFill>
                  <a:schemeClr val="bg1"/>
                </a:solidFill>
              </a:defRPr>
            </a:lvl5pPr>
            <a:lvl6pPr marL="0" indent="0">
              <a:buNone/>
              <a:defRPr sz="600">
                <a:solidFill>
                  <a:schemeClr val="bg1"/>
                </a:solidFill>
              </a:defRPr>
            </a:lvl6pPr>
            <a:lvl7pPr marL="0" indent="0">
              <a:buNone/>
              <a:defRPr sz="600">
                <a:solidFill>
                  <a:schemeClr val="bg1"/>
                </a:solidFill>
              </a:defRPr>
            </a:lvl7pPr>
            <a:lvl8pPr marL="0" indent="0">
              <a:buNone/>
              <a:defRPr sz="600">
                <a:solidFill>
                  <a:schemeClr val="bg1"/>
                </a:solidFill>
              </a:defRPr>
            </a:lvl8pPr>
            <a:lvl9pPr marL="0" indent="0">
              <a:buNone/>
              <a:defRPr sz="600">
                <a:solidFill>
                  <a:schemeClr val="bg1"/>
                </a:solidFill>
              </a:defRPr>
            </a:lvl9pPr>
          </a:lstStyle>
          <a:p>
            <a:pPr lvl="0"/>
            <a:r>
              <a:rPr lang="en-US"/>
              <a:t>Click to add footnotes or disclaimer information</a:t>
            </a:r>
          </a:p>
        </p:txBody>
      </p:sp>
      <p:sp>
        <p:nvSpPr>
          <p:cNvPr id="8" name="Content Placeholder 14">
            <a:extLst>
              <a:ext uri="{FF2B5EF4-FFF2-40B4-BE49-F238E27FC236}">
                <a16:creationId xmlns:a16="http://schemas.microsoft.com/office/drawing/2014/main" id="{A1DFA430-6288-90D6-63A5-55E9803EDA48}"/>
              </a:ext>
            </a:extLst>
          </p:cNvPr>
          <p:cNvSpPr>
            <a:spLocks noGrp="1"/>
          </p:cNvSpPr>
          <p:nvPr>
            <p:ph sz="quarter" idx="18"/>
          </p:nvPr>
        </p:nvSpPr>
        <p:spPr>
          <a:xfrm>
            <a:off x="4794909" y="550862"/>
            <a:ext cx="6843053" cy="5616576"/>
          </a:xfrm>
        </p:spPr>
        <p:txBody>
          <a:bodyPr/>
          <a:lstStyle>
            <a:lvl1pPr>
              <a:defRPr sz="1800" b="1">
                <a:solidFill>
                  <a:schemeClr val="tx2"/>
                </a:solidFill>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5FD3F13F-3407-E665-485F-994A6707FD73}"/>
              </a:ext>
            </a:extLst>
          </p:cNvPr>
          <p:cNvSpPr>
            <a:spLocks noGrp="1"/>
          </p:cNvSpPr>
          <p:nvPr>
            <p:ph type="body" sz="quarter" idx="15"/>
          </p:nvPr>
        </p:nvSpPr>
        <p:spPr>
          <a:xfrm>
            <a:off x="546099" y="1849439"/>
            <a:ext cx="3300984" cy="3443286"/>
          </a:xfrm>
        </p:spPr>
        <p:txBody>
          <a:bodyPr>
            <a:normAutofit/>
          </a:bodyPr>
          <a:lstStyle>
            <a:lvl1pPr>
              <a:spcBef>
                <a:spcPts val="2400"/>
              </a:spcBef>
              <a:defRPr b="0" i="0">
                <a:solidFill>
                  <a:schemeClr val="bg1"/>
                </a:solidFill>
                <a:latin typeface="+mn-lt"/>
                <a:ea typeface="GT America Regular" charset="0"/>
                <a:cs typeface="GT America Regular" charset="0"/>
              </a:defRPr>
            </a:lvl1pPr>
            <a:lvl2pPr marL="285750" indent="-285750">
              <a:buFont typeface="GT America Regular" pitchFamily="2" charset="77"/>
              <a:buChar char="→"/>
              <a:defRPr>
                <a:solidFill>
                  <a:schemeClr val="bg1"/>
                </a:solidFill>
              </a:defRPr>
            </a:lvl2pPr>
            <a:lvl3pPr marL="0" indent="0">
              <a:buNone/>
              <a:defRPr>
                <a:solidFill>
                  <a:schemeClr val="bg1"/>
                </a:solidFill>
              </a:defRPr>
            </a:lvl3pPr>
            <a:lvl4pPr marL="283464">
              <a:defRPr>
                <a:solidFill>
                  <a:schemeClr val="bg1"/>
                </a:solidFill>
              </a:defRPr>
            </a:lvl4pPr>
            <a:lvl5pPr marL="283464" indent="0">
              <a:buNone/>
              <a:defRPr sz="1400">
                <a:solidFill>
                  <a:schemeClr val="bg1"/>
                </a:solidFill>
              </a:defRPr>
            </a:lvl5pPr>
            <a:lvl6pPr marL="283464">
              <a:defRPr>
                <a:solidFill>
                  <a:schemeClr val="bg1"/>
                </a:solidFill>
              </a:defRPr>
            </a:lvl6pPr>
            <a:lvl7pPr marL="283464" indent="0">
              <a:buNone/>
              <a:defRPr>
                <a:solidFill>
                  <a:schemeClr val="bg1"/>
                </a:solidFill>
              </a:defRPr>
            </a:lvl7pPr>
            <a:lvl8pPr marL="283464">
              <a:defRPr>
                <a:solidFill>
                  <a:schemeClr val="bg1"/>
                </a:solidFill>
              </a:defRPr>
            </a:lvl8pPr>
            <a:lvl9pPr marL="283464" indent="0">
              <a:buNone/>
              <a:defRPr>
                <a:solidFill>
                  <a:schemeClr val="bg1"/>
                </a:solidFill>
              </a:defRPr>
            </a:lvl9pPr>
          </a:lstStyle>
          <a:p>
            <a:pPr lvl="0"/>
            <a:r>
              <a:rPr lang="en-US"/>
              <a:t>Click to edit Master text styles</a:t>
            </a:r>
          </a:p>
        </p:txBody>
      </p:sp>
      <p:grpSp>
        <p:nvGrpSpPr>
          <p:cNvPr id="7" name="Group 6">
            <a:extLst>
              <a:ext uri="{FF2B5EF4-FFF2-40B4-BE49-F238E27FC236}">
                <a16:creationId xmlns:a16="http://schemas.microsoft.com/office/drawing/2014/main" id="{1E0B41F4-0319-3204-011D-A71CE3D85620}"/>
              </a:ext>
            </a:extLst>
          </p:cNvPr>
          <p:cNvGrpSpPr/>
          <p:nvPr userDrawn="1"/>
        </p:nvGrpSpPr>
        <p:grpSpPr>
          <a:xfrm>
            <a:off x="12356815" y="0"/>
            <a:ext cx="756834" cy="6872642"/>
            <a:chOff x="12356815" y="0"/>
            <a:chExt cx="756834" cy="6872642"/>
          </a:xfrm>
        </p:grpSpPr>
        <p:sp>
          <p:nvSpPr>
            <p:cNvPr id="13" name="Rectangle 12">
              <a:extLst>
                <a:ext uri="{FF2B5EF4-FFF2-40B4-BE49-F238E27FC236}">
                  <a16:creationId xmlns:a16="http://schemas.microsoft.com/office/drawing/2014/main" id="{0B9AE363-2B15-6098-31F2-30F9F9397925}"/>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4" name="TextBox 13">
              <a:extLst>
                <a:ext uri="{FF2B5EF4-FFF2-40B4-BE49-F238E27FC236}">
                  <a16:creationId xmlns:a16="http://schemas.microsoft.com/office/drawing/2014/main" id="{AF9868B9-E430-0448-F473-E67BDD070515}"/>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5" name="Rectangle 14">
              <a:extLst>
                <a:ext uri="{FF2B5EF4-FFF2-40B4-BE49-F238E27FC236}">
                  <a16:creationId xmlns:a16="http://schemas.microsoft.com/office/drawing/2014/main" id="{424E6C77-94FE-3295-E051-80AF70060F6A}"/>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6" name="Group 15">
              <a:extLst>
                <a:ext uri="{FF2B5EF4-FFF2-40B4-BE49-F238E27FC236}">
                  <a16:creationId xmlns:a16="http://schemas.microsoft.com/office/drawing/2014/main" id="{1F28EAAC-AF77-EDB7-3784-5A291774E494}"/>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F1C37BC7-8170-E653-6064-7AC34BCB9AEB}"/>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AD1B037B-079E-3DC0-9D93-89EEDF5C1EAE}"/>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10B3F0AF-DFEC-E047-E50D-ABEEA5A0B934}"/>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EA253EF6-5C3F-4740-6620-6F2A6F5D8CB7}"/>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7B73D472-90F3-CC61-0768-10A9C3556736}"/>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E4CA71D8-4942-A237-92D0-8123D2A504D8}"/>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CF2ED112-9FEA-1F49-439A-9AA1D109EB45}"/>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02B7BB8C-E745-5452-50A5-50095F961A27}"/>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0D36997E-1AE3-9DA0-6A8E-9E22A40779E6}"/>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EED529C4-F80F-760A-4E8C-AEAB1DE20754}"/>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7" name="Group 16">
              <a:extLst>
                <a:ext uri="{FF2B5EF4-FFF2-40B4-BE49-F238E27FC236}">
                  <a16:creationId xmlns:a16="http://schemas.microsoft.com/office/drawing/2014/main" id="{5EF460BB-9B55-130A-F227-1C0035D1422F}"/>
                </a:ext>
              </a:extLst>
            </p:cNvPr>
            <p:cNvGrpSpPr/>
            <p:nvPr userDrawn="1"/>
          </p:nvGrpSpPr>
          <p:grpSpPr>
            <a:xfrm>
              <a:off x="12442019" y="198485"/>
              <a:ext cx="382660" cy="2882942"/>
              <a:chOff x="12742785" y="3716048"/>
              <a:chExt cx="316248" cy="3171236"/>
            </a:xfrm>
          </p:grpSpPr>
          <p:sp>
            <p:nvSpPr>
              <p:cNvPr id="19" name="Rectangle 18">
                <a:extLst>
                  <a:ext uri="{FF2B5EF4-FFF2-40B4-BE49-F238E27FC236}">
                    <a16:creationId xmlns:a16="http://schemas.microsoft.com/office/drawing/2014/main" id="{CC970D59-D38F-1427-F7AC-26B91D229D77}"/>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0814F6E3-6075-F8FA-D899-6AB20A622744}"/>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568AAC88-AD7E-6EAA-9B55-E017280A97EB}"/>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33EE982E-B744-BB25-2B1E-159A7C660314}"/>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898A890E-9B29-87B5-5B7A-D1A89DBD2FF0}"/>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5D6433D4-5B93-B416-F5D3-C710FB2201EE}"/>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6FA98DD7-D5FA-B99A-898E-0E506B0538BB}"/>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BA4A9D49-74E2-E4CF-55CC-D49E68FA87B2}"/>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3703C5C6-0144-75EE-CE36-A245A879FF06}"/>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5CD37CDA-15C2-A0B4-54B3-010C0F8764D2}"/>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8" name="TextBox 17">
              <a:extLst>
                <a:ext uri="{FF2B5EF4-FFF2-40B4-BE49-F238E27FC236}">
                  <a16:creationId xmlns:a16="http://schemas.microsoft.com/office/drawing/2014/main" id="{03337112-02A2-C7E5-4899-D6A68C2B078E}"/>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09A5CEED-D6FD-6061-2096-37A5FE30BBDB}"/>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392238958"/>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Executive Summary/Key Takeaways 2">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DE63420-A2BC-EC7A-3A8C-CA23AF97535A}"/>
              </a:ext>
            </a:extLst>
          </p:cNvPr>
          <p:cNvSpPr/>
          <p:nvPr userDrawn="1"/>
        </p:nvSpPr>
        <p:spPr bwMode="hidden">
          <a:xfrm>
            <a:off x="0" y="-1"/>
            <a:ext cx="4060556"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dirty="0"/>
              <a:t>User Training - May 2025</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8087" cy="269875"/>
          </a:xfrm>
        </p:spPr>
        <p:txBody>
          <a:bodyPr/>
          <a:lstStyle/>
          <a:p>
            <a:fld id="{862A5111-985B-C14D-9115-5787026182A8}" type="slidenum">
              <a:rPr lang="en-US" smtClean="0"/>
              <a:t>‹#›</a:t>
            </a:fld>
            <a:endParaRPr lang="en-US"/>
          </a:p>
        </p:txBody>
      </p:sp>
      <p:sp>
        <p:nvSpPr>
          <p:cNvPr id="6" name="Freeform 5">
            <a:extLst>
              <a:ext uri="{FF2B5EF4-FFF2-40B4-BE49-F238E27FC236}">
                <a16:creationId xmlns:a16="http://schemas.microsoft.com/office/drawing/2014/main" id="{5BCC6303-B8A8-E0F3-1B26-45B29EE4DC62}"/>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2" name="Freeform 5">
            <a:extLst>
              <a:ext uri="{FF2B5EF4-FFF2-40B4-BE49-F238E27FC236}">
                <a16:creationId xmlns:a16="http://schemas.microsoft.com/office/drawing/2014/main" id="{B2BF897B-C4FE-7F0C-FE2C-6956C830B315}"/>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7" name="Title 6">
            <a:extLst>
              <a:ext uri="{FF2B5EF4-FFF2-40B4-BE49-F238E27FC236}">
                <a16:creationId xmlns:a16="http://schemas.microsoft.com/office/drawing/2014/main" id="{B276AB9C-7568-C5F8-9325-202B3FE1D2DB}"/>
              </a:ext>
            </a:extLst>
          </p:cNvPr>
          <p:cNvSpPr>
            <a:spLocks noGrp="1"/>
          </p:cNvSpPr>
          <p:nvPr>
            <p:ph type="title"/>
          </p:nvPr>
        </p:nvSpPr>
        <p:spPr>
          <a:xfrm>
            <a:off x="546100" y="552450"/>
            <a:ext cx="3300984" cy="869950"/>
          </a:xfrm>
        </p:spPr>
        <p:txBody>
          <a:bodyPr rIns="182880"/>
          <a:lstStyle>
            <a:lvl1pPr>
              <a:defRPr>
                <a:solidFill>
                  <a:schemeClr val="bg1"/>
                </a:solidFill>
              </a:defRPr>
            </a:lvl1pPr>
          </a:lstStyle>
          <a:p>
            <a:r>
              <a:rPr lang="en-US"/>
              <a:t>Click to edit Master title style</a:t>
            </a:r>
          </a:p>
        </p:txBody>
      </p:sp>
      <p:sp>
        <p:nvSpPr>
          <p:cNvPr id="5" name="Text Placeholder 5">
            <a:extLst>
              <a:ext uri="{FF2B5EF4-FFF2-40B4-BE49-F238E27FC236}">
                <a16:creationId xmlns:a16="http://schemas.microsoft.com/office/drawing/2014/main" id="{F220F211-F00A-3592-8474-A66D511E9505}"/>
              </a:ext>
            </a:extLst>
          </p:cNvPr>
          <p:cNvSpPr>
            <a:spLocks noGrp="1"/>
          </p:cNvSpPr>
          <p:nvPr>
            <p:ph type="body" sz="quarter" idx="13" hasCustomPrompt="1"/>
          </p:nvPr>
        </p:nvSpPr>
        <p:spPr>
          <a:xfrm>
            <a:off x="546101" y="5586413"/>
            <a:ext cx="3300984" cy="725487"/>
          </a:xfrm>
        </p:spPr>
        <p:txBody>
          <a:bodyPr rIns="274320" anchor="b">
            <a:normAutofit/>
          </a:bodyPr>
          <a:lstStyle>
            <a:lvl1pPr>
              <a:defRPr sz="600">
                <a:solidFill>
                  <a:schemeClr val="bg1"/>
                </a:solidFill>
              </a:defRPr>
            </a:lvl1pPr>
            <a:lvl2pPr marL="0" indent="0">
              <a:buNone/>
              <a:defRPr sz="600">
                <a:solidFill>
                  <a:schemeClr val="bg1"/>
                </a:solidFill>
              </a:defRPr>
            </a:lvl2pPr>
            <a:lvl3pPr marL="0" indent="0">
              <a:buNone/>
              <a:defRPr sz="600">
                <a:solidFill>
                  <a:schemeClr val="bg1"/>
                </a:solidFill>
              </a:defRPr>
            </a:lvl3pPr>
            <a:lvl4pPr marL="0" indent="0">
              <a:buNone/>
              <a:defRPr sz="600">
                <a:solidFill>
                  <a:schemeClr val="bg1"/>
                </a:solidFill>
              </a:defRPr>
            </a:lvl4pPr>
            <a:lvl5pPr marL="0" indent="0">
              <a:buNone/>
              <a:defRPr sz="600">
                <a:solidFill>
                  <a:schemeClr val="bg1"/>
                </a:solidFill>
              </a:defRPr>
            </a:lvl5pPr>
            <a:lvl6pPr marL="0" indent="0">
              <a:buNone/>
              <a:defRPr sz="600">
                <a:solidFill>
                  <a:schemeClr val="bg1"/>
                </a:solidFill>
              </a:defRPr>
            </a:lvl6pPr>
            <a:lvl7pPr marL="0" indent="0">
              <a:buNone/>
              <a:defRPr sz="600">
                <a:solidFill>
                  <a:schemeClr val="bg1"/>
                </a:solidFill>
              </a:defRPr>
            </a:lvl7pPr>
            <a:lvl8pPr marL="0" indent="0">
              <a:buNone/>
              <a:defRPr sz="600">
                <a:solidFill>
                  <a:schemeClr val="bg1"/>
                </a:solidFill>
              </a:defRPr>
            </a:lvl8pPr>
            <a:lvl9pPr marL="0" indent="0">
              <a:buNone/>
              <a:defRPr sz="600">
                <a:solidFill>
                  <a:schemeClr val="bg1"/>
                </a:solidFill>
              </a:defRPr>
            </a:lvl9pPr>
          </a:lstStyle>
          <a:p>
            <a:pPr lvl="0"/>
            <a:r>
              <a:rPr lang="en-US"/>
              <a:t>Click to add footnotes or disclaimer information</a:t>
            </a:r>
          </a:p>
        </p:txBody>
      </p:sp>
      <p:sp>
        <p:nvSpPr>
          <p:cNvPr id="8" name="Content Placeholder 14">
            <a:extLst>
              <a:ext uri="{FF2B5EF4-FFF2-40B4-BE49-F238E27FC236}">
                <a16:creationId xmlns:a16="http://schemas.microsoft.com/office/drawing/2014/main" id="{F09DC10E-18F7-F606-AA7D-1F193D692076}"/>
              </a:ext>
            </a:extLst>
          </p:cNvPr>
          <p:cNvSpPr>
            <a:spLocks noGrp="1"/>
          </p:cNvSpPr>
          <p:nvPr>
            <p:ph sz="quarter" idx="18"/>
          </p:nvPr>
        </p:nvSpPr>
        <p:spPr>
          <a:xfrm>
            <a:off x="4794909" y="550862"/>
            <a:ext cx="6843053" cy="5616576"/>
          </a:xfrm>
        </p:spPr>
        <p:txBody>
          <a:bodyPr/>
          <a:lstStyle>
            <a:lvl1pPr>
              <a:defRPr sz="1800" b="1">
                <a:solidFill>
                  <a:schemeClr val="tx2"/>
                </a:solidFill>
              </a:defRPr>
            </a:lvl1pPr>
            <a:lvl5pPr>
              <a:defRPr/>
            </a:lvl5pPr>
            <a:lvl8pPr>
              <a:defRPr/>
            </a:lvl8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B9FF1161-F7B1-9563-3A3E-4823B2DEDED6}"/>
              </a:ext>
            </a:extLst>
          </p:cNvPr>
          <p:cNvSpPr>
            <a:spLocks noGrp="1"/>
          </p:cNvSpPr>
          <p:nvPr>
            <p:ph type="body" sz="quarter" idx="15"/>
          </p:nvPr>
        </p:nvSpPr>
        <p:spPr>
          <a:xfrm>
            <a:off x="546099" y="1849439"/>
            <a:ext cx="3300984" cy="3443286"/>
          </a:xfrm>
        </p:spPr>
        <p:txBody>
          <a:bodyPr>
            <a:normAutofit/>
          </a:bodyPr>
          <a:lstStyle>
            <a:lvl1pPr>
              <a:spcBef>
                <a:spcPts val="2400"/>
              </a:spcBef>
              <a:defRPr b="0" i="0">
                <a:solidFill>
                  <a:schemeClr val="bg1"/>
                </a:solidFill>
                <a:latin typeface="+mn-lt"/>
                <a:ea typeface="GT America Regular" charset="0"/>
                <a:cs typeface="GT America Regular" charset="0"/>
              </a:defRPr>
            </a:lvl1pPr>
            <a:lvl2pPr marL="285750" indent="-285750">
              <a:buFont typeface="GT America Regular" pitchFamily="2" charset="77"/>
              <a:buChar char="→"/>
              <a:defRPr>
                <a:solidFill>
                  <a:schemeClr val="bg1"/>
                </a:solidFill>
              </a:defRPr>
            </a:lvl2pPr>
            <a:lvl3pPr marL="0" indent="0">
              <a:buNone/>
              <a:defRPr>
                <a:solidFill>
                  <a:schemeClr val="bg1"/>
                </a:solidFill>
              </a:defRPr>
            </a:lvl3pPr>
            <a:lvl4pPr marL="283464">
              <a:defRPr>
                <a:solidFill>
                  <a:schemeClr val="bg1"/>
                </a:solidFill>
              </a:defRPr>
            </a:lvl4pPr>
            <a:lvl5pPr marL="283464" indent="0">
              <a:buNone/>
              <a:defRPr sz="1400">
                <a:solidFill>
                  <a:schemeClr val="bg1"/>
                </a:solidFill>
              </a:defRPr>
            </a:lvl5pPr>
            <a:lvl6pPr marL="283464">
              <a:defRPr>
                <a:solidFill>
                  <a:schemeClr val="bg1"/>
                </a:solidFill>
              </a:defRPr>
            </a:lvl6pPr>
            <a:lvl7pPr marL="283464" indent="0">
              <a:buNone/>
              <a:defRPr>
                <a:solidFill>
                  <a:schemeClr val="bg1"/>
                </a:solidFill>
              </a:defRPr>
            </a:lvl7pPr>
            <a:lvl8pPr marL="283464">
              <a:defRPr>
                <a:solidFill>
                  <a:schemeClr val="bg1"/>
                </a:solidFill>
              </a:defRPr>
            </a:lvl8pPr>
            <a:lvl9pPr marL="283464" indent="0">
              <a:buNone/>
              <a:defRPr>
                <a:solidFill>
                  <a:schemeClr val="bg1"/>
                </a:solidFill>
              </a:defRPr>
            </a:lvl9pPr>
          </a:lstStyle>
          <a:p>
            <a:pPr lvl="0"/>
            <a:r>
              <a:rPr lang="en-US"/>
              <a:t>Click to edit Master text styles</a:t>
            </a:r>
          </a:p>
        </p:txBody>
      </p:sp>
      <p:grpSp>
        <p:nvGrpSpPr>
          <p:cNvPr id="38" name="Group 37">
            <a:extLst>
              <a:ext uri="{FF2B5EF4-FFF2-40B4-BE49-F238E27FC236}">
                <a16:creationId xmlns:a16="http://schemas.microsoft.com/office/drawing/2014/main" id="{EA5478EC-A144-40C6-8448-04E40CD0C9A6}"/>
              </a:ext>
            </a:extLst>
          </p:cNvPr>
          <p:cNvGrpSpPr/>
          <p:nvPr userDrawn="1"/>
        </p:nvGrpSpPr>
        <p:grpSpPr>
          <a:xfrm>
            <a:off x="12356815" y="0"/>
            <a:ext cx="756834" cy="6872642"/>
            <a:chOff x="12356815" y="0"/>
            <a:chExt cx="756834" cy="6872642"/>
          </a:xfrm>
        </p:grpSpPr>
        <p:sp>
          <p:nvSpPr>
            <p:cNvPr id="39" name="Rectangle 38">
              <a:extLst>
                <a:ext uri="{FF2B5EF4-FFF2-40B4-BE49-F238E27FC236}">
                  <a16:creationId xmlns:a16="http://schemas.microsoft.com/office/drawing/2014/main" id="{C40ADBF8-DA41-CED1-C3F6-F92B2E962F2A}"/>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40" name="TextBox 39">
              <a:extLst>
                <a:ext uri="{FF2B5EF4-FFF2-40B4-BE49-F238E27FC236}">
                  <a16:creationId xmlns:a16="http://schemas.microsoft.com/office/drawing/2014/main" id="{86BA6DC1-9A41-5984-8EE1-FB428D8039C4}"/>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41" name="Rectangle 40">
              <a:extLst>
                <a:ext uri="{FF2B5EF4-FFF2-40B4-BE49-F238E27FC236}">
                  <a16:creationId xmlns:a16="http://schemas.microsoft.com/office/drawing/2014/main" id="{CDBDD759-5116-0D47-CE98-619940A3D9A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42" name="Group 41">
              <a:extLst>
                <a:ext uri="{FF2B5EF4-FFF2-40B4-BE49-F238E27FC236}">
                  <a16:creationId xmlns:a16="http://schemas.microsoft.com/office/drawing/2014/main" id="{BF4629BA-4728-51EF-1FA3-9EA4E6B57B7D}"/>
                </a:ext>
              </a:extLst>
            </p:cNvPr>
            <p:cNvGrpSpPr/>
            <p:nvPr userDrawn="1"/>
          </p:nvGrpSpPr>
          <p:grpSpPr>
            <a:xfrm>
              <a:off x="12442019" y="3791214"/>
              <a:ext cx="382660" cy="2882942"/>
              <a:chOff x="14001569" y="3716048"/>
              <a:chExt cx="316248" cy="3171236"/>
            </a:xfrm>
          </p:grpSpPr>
          <p:sp>
            <p:nvSpPr>
              <p:cNvPr id="55" name="Rectangle 54">
                <a:extLst>
                  <a:ext uri="{FF2B5EF4-FFF2-40B4-BE49-F238E27FC236}">
                    <a16:creationId xmlns:a16="http://schemas.microsoft.com/office/drawing/2014/main" id="{C0B5A5B1-86B4-C351-FEAD-9C5B2D2DBD34}"/>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6" name="Rectangle 55">
                <a:extLst>
                  <a:ext uri="{FF2B5EF4-FFF2-40B4-BE49-F238E27FC236}">
                    <a16:creationId xmlns:a16="http://schemas.microsoft.com/office/drawing/2014/main" id="{D52F9778-223B-9838-7F3D-9E48FCCD2340}"/>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7" name="Rectangle 56">
                <a:extLst>
                  <a:ext uri="{FF2B5EF4-FFF2-40B4-BE49-F238E27FC236}">
                    <a16:creationId xmlns:a16="http://schemas.microsoft.com/office/drawing/2014/main" id="{0ABE6882-741B-98D3-BB32-12ED01F2E80E}"/>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8" name="Rectangle 57">
                <a:extLst>
                  <a:ext uri="{FF2B5EF4-FFF2-40B4-BE49-F238E27FC236}">
                    <a16:creationId xmlns:a16="http://schemas.microsoft.com/office/drawing/2014/main" id="{13E8A88C-B47F-C551-25E0-4F06FF2A67F4}"/>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9" name="Rectangle 58">
                <a:extLst>
                  <a:ext uri="{FF2B5EF4-FFF2-40B4-BE49-F238E27FC236}">
                    <a16:creationId xmlns:a16="http://schemas.microsoft.com/office/drawing/2014/main" id="{C842FEF9-F67E-E7D2-34A7-3A16460862D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0" name="Rectangle 59">
                <a:extLst>
                  <a:ext uri="{FF2B5EF4-FFF2-40B4-BE49-F238E27FC236}">
                    <a16:creationId xmlns:a16="http://schemas.microsoft.com/office/drawing/2014/main" id="{1B2007EC-D5DE-D75F-D02C-880B28FCBA0F}"/>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1" name="Rectangle 60">
                <a:extLst>
                  <a:ext uri="{FF2B5EF4-FFF2-40B4-BE49-F238E27FC236}">
                    <a16:creationId xmlns:a16="http://schemas.microsoft.com/office/drawing/2014/main" id="{F27B2487-9C06-F915-9576-DAF52073BEA7}"/>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2" name="Rectangle 61">
                <a:extLst>
                  <a:ext uri="{FF2B5EF4-FFF2-40B4-BE49-F238E27FC236}">
                    <a16:creationId xmlns:a16="http://schemas.microsoft.com/office/drawing/2014/main" id="{FEA17D48-5259-7A08-2567-139435B5EAC7}"/>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3" name="Rectangle 62">
                <a:extLst>
                  <a:ext uri="{FF2B5EF4-FFF2-40B4-BE49-F238E27FC236}">
                    <a16:creationId xmlns:a16="http://schemas.microsoft.com/office/drawing/2014/main" id="{F7A58952-3742-C3EC-B4BF-9593886643B6}"/>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4" name="Rectangle 63">
                <a:extLst>
                  <a:ext uri="{FF2B5EF4-FFF2-40B4-BE49-F238E27FC236}">
                    <a16:creationId xmlns:a16="http://schemas.microsoft.com/office/drawing/2014/main" id="{F296E48E-BBB8-19A5-6319-FD5EAA6DAFF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43" name="Group 42">
              <a:extLst>
                <a:ext uri="{FF2B5EF4-FFF2-40B4-BE49-F238E27FC236}">
                  <a16:creationId xmlns:a16="http://schemas.microsoft.com/office/drawing/2014/main" id="{19B51109-D691-FD86-B654-7E52C644FE2D}"/>
                </a:ext>
              </a:extLst>
            </p:cNvPr>
            <p:cNvGrpSpPr/>
            <p:nvPr userDrawn="1"/>
          </p:nvGrpSpPr>
          <p:grpSpPr>
            <a:xfrm>
              <a:off x="12442019" y="198485"/>
              <a:ext cx="382660" cy="2882942"/>
              <a:chOff x="12742785" y="3716048"/>
              <a:chExt cx="316248" cy="3171236"/>
            </a:xfrm>
          </p:grpSpPr>
          <p:sp>
            <p:nvSpPr>
              <p:cNvPr id="45" name="Rectangle 44">
                <a:extLst>
                  <a:ext uri="{FF2B5EF4-FFF2-40B4-BE49-F238E27FC236}">
                    <a16:creationId xmlns:a16="http://schemas.microsoft.com/office/drawing/2014/main" id="{881D20FD-9E25-833A-FE9D-D508FA4504ED}"/>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6" name="Rectangle 45">
                <a:extLst>
                  <a:ext uri="{FF2B5EF4-FFF2-40B4-BE49-F238E27FC236}">
                    <a16:creationId xmlns:a16="http://schemas.microsoft.com/office/drawing/2014/main" id="{BBD29FFB-13D1-CE72-81C7-DDDD3E4A6777}"/>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7" name="Rectangle 46">
                <a:extLst>
                  <a:ext uri="{FF2B5EF4-FFF2-40B4-BE49-F238E27FC236}">
                    <a16:creationId xmlns:a16="http://schemas.microsoft.com/office/drawing/2014/main" id="{2A6D9646-005F-7D72-1365-DC36AEDE32D1}"/>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8" name="Rectangle 47">
                <a:extLst>
                  <a:ext uri="{FF2B5EF4-FFF2-40B4-BE49-F238E27FC236}">
                    <a16:creationId xmlns:a16="http://schemas.microsoft.com/office/drawing/2014/main" id="{8E38FFF5-D642-39FE-77E0-113EAD6E596D}"/>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9" name="Rectangle 48">
                <a:extLst>
                  <a:ext uri="{FF2B5EF4-FFF2-40B4-BE49-F238E27FC236}">
                    <a16:creationId xmlns:a16="http://schemas.microsoft.com/office/drawing/2014/main" id="{B52C4DF3-D13C-730E-E59C-73D085092595}"/>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0" name="Rectangle 49">
                <a:extLst>
                  <a:ext uri="{FF2B5EF4-FFF2-40B4-BE49-F238E27FC236}">
                    <a16:creationId xmlns:a16="http://schemas.microsoft.com/office/drawing/2014/main" id="{A7C32A6F-D975-ABE1-6B89-DDE6843B2E52}"/>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1" name="Rectangle 50">
                <a:extLst>
                  <a:ext uri="{FF2B5EF4-FFF2-40B4-BE49-F238E27FC236}">
                    <a16:creationId xmlns:a16="http://schemas.microsoft.com/office/drawing/2014/main" id="{69C383C7-A761-40C9-995B-8F083C61EAE3}"/>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2" name="Rectangle 51">
                <a:extLst>
                  <a:ext uri="{FF2B5EF4-FFF2-40B4-BE49-F238E27FC236}">
                    <a16:creationId xmlns:a16="http://schemas.microsoft.com/office/drawing/2014/main" id="{0F7F84D7-BBCD-0711-47A7-1A67E8463A11}"/>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3" name="Rectangle 52">
                <a:extLst>
                  <a:ext uri="{FF2B5EF4-FFF2-40B4-BE49-F238E27FC236}">
                    <a16:creationId xmlns:a16="http://schemas.microsoft.com/office/drawing/2014/main" id="{53D02E01-D335-28ED-5488-D6DE775AD079}"/>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4" name="Rectangle 53">
                <a:extLst>
                  <a:ext uri="{FF2B5EF4-FFF2-40B4-BE49-F238E27FC236}">
                    <a16:creationId xmlns:a16="http://schemas.microsoft.com/office/drawing/2014/main" id="{CEF53D18-8239-EA6B-AC45-353F96359107}"/>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44" name="TextBox 43">
              <a:extLst>
                <a:ext uri="{FF2B5EF4-FFF2-40B4-BE49-F238E27FC236}">
                  <a16:creationId xmlns:a16="http://schemas.microsoft.com/office/drawing/2014/main" id="{B63D05DA-80B0-B9EC-C621-45E1E1B5FA76}"/>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65" name="TextBox 64">
            <a:extLst>
              <a:ext uri="{FF2B5EF4-FFF2-40B4-BE49-F238E27FC236}">
                <a16:creationId xmlns:a16="http://schemas.microsoft.com/office/drawing/2014/main" id="{1A682299-4A74-1FB3-A3C0-2B1C9F05EB2F}"/>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550588583"/>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Executive Summary/Key Takeaways 3">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DE63420-A2BC-EC7A-3A8C-CA23AF97535A}"/>
              </a:ext>
            </a:extLst>
          </p:cNvPr>
          <p:cNvSpPr/>
          <p:nvPr userDrawn="1"/>
        </p:nvSpPr>
        <p:spPr bwMode="hidden">
          <a:xfrm>
            <a:off x="0" y="-1"/>
            <a:ext cx="4060556"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dirty="0"/>
              <a:t>User Training - May 2025</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8087" cy="269875"/>
          </a:xfrm>
        </p:spPr>
        <p:txBody>
          <a:bodyPr/>
          <a:lstStyle/>
          <a:p>
            <a:fld id="{862A5111-985B-C14D-9115-5787026182A8}" type="slidenum">
              <a:rPr lang="en-US" smtClean="0"/>
              <a:t>‹#›</a:t>
            </a:fld>
            <a:endParaRPr lang="en-US"/>
          </a:p>
        </p:txBody>
      </p:sp>
      <p:sp>
        <p:nvSpPr>
          <p:cNvPr id="6" name="Freeform 5">
            <a:extLst>
              <a:ext uri="{FF2B5EF4-FFF2-40B4-BE49-F238E27FC236}">
                <a16:creationId xmlns:a16="http://schemas.microsoft.com/office/drawing/2014/main" id="{5BCC6303-B8A8-E0F3-1B26-45B29EE4DC62}"/>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2" name="Freeform 5">
            <a:extLst>
              <a:ext uri="{FF2B5EF4-FFF2-40B4-BE49-F238E27FC236}">
                <a16:creationId xmlns:a16="http://schemas.microsoft.com/office/drawing/2014/main" id="{B2BF897B-C4FE-7F0C-FE2C-6956C830B315}"/>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8" name="Title 7">
            <a:extLst>
              <a:ext uri="{FF2B5EF4-FFF2-40B4-BE49-F238E27FC236}">
                <a16:creationId xmlns:a16="http://schemas.microsoft.com/office/drawing/2014/main" id="{52C52A17-5F09-5FCF-A0E2-C9D9ECF06226}"/>
              </a:ext>
            </a:extLst>
          </p:cNvPr>
          <p:cNvSpPr>
            <a:spLocks noGrp="1"/>
          </p:cNvSpPr>
          <p:nvPr>
            <p:ph type="title"/>
          </p:nvPr>
        </p:nvSpPr>
        <p:spPr>
          <a:xfrm>
            <a:off x="546100" y="552450"/>
            <a:ext cx="3300984" cy="873760"/>
          </a:xfrm>
        </p:spPr>
        <p:txBody>
          <a:bodyPr rIns="182880"/>
          <a:lstStyle>
            <a:lvl1pPr>
              <a:defRPr>
                <a:solidFill>
                  <a:schemeClr val="bg1"/>
                </a:solidFill>
              </a:defRPr>
            </a:lvl1pPr>
          </a:lstStyle>
          <a:p>
            <a:r>
              <a:rPr lang="en-US"/>
              <a:t>Click to edit Master title style</a:t>
            </a:r>
          </a:p>
        </p:txBody>
      </p:sp>
      <p:sp>
        <p:nvSpPr>
          <p:cNvPr id="5" name="Text Placeholder 5">
            <a:extLst>
              <a:ext uri="{FF2B5EF4-FFF2-40B4-BE49-F238E27FC236}">
                <a16:creationId xmlns:a16="http://schemas.microsoft.com/office/drawing/2014/main" id="{287913A0-E5F8-8CDA-9C09-B31372EAF985}"/>
              </a:ext>
            </a:extLst>
          </p:cNvPr>
          <p:cNvSpPr>
            <a:spLocks noGrp="1"/>
          </p:cNvSpPr>
          <p:nvPr>
            <p:ph type="body" sz="quarter" idx="13" hasCustomPrompt="1"/>
          </p:nvPr>
        </p:nvSpPr>
        <p:spPr>
          <a:xfrm>
            <a:off x="546101" y="5586413"/>
            <a:ext cx="3300984" cy="725487"/>
          </a:xfrm>
        </p:spPr>
        <p:txBody>
          <a:bodyPr rIns="274320" anchor="b">
            <a:normAutofit/>
          </a:bodyPr>
          <a:lstStyle>
            <a:lvl1pPr>
              <a:defRPr sz="600">
                <a:solidFill>
                  <a:schemeClr val="bg1"/>
                </a:solidFill>
              </a:defRPr>
            </a:lvl1pPr>
            <a:lvl2pPr marL="0" indent="0">
              <a:buNone/>
              <a:defRPr sz="600">
                <a:solidFill>
                  <a:schemeClr val="bg1"/>
                </a:solidFill>
              </a:defRPr>
            </a:lvl2pPr>
            <a:lvl3pPr marL="0" indent="0">
              <a:buNone/>
              <a:defRPr sz="600">
                <a:solidFill>
                  <a:schemeClr val="bg1"/>
                </a:solidFill>
              </a:defRPr>
            </a:lvl3pPr>
            <a:lvl4pPr marL="0" indent="0">
              <a:buNone/>
              <a:defRPr sz="600">
                <a:solidFill>
                  <a:schemeClr val="bg1"/>
                </a:solidFill>
              </a:defRPr>
            </a:lvl4pPr>
            <a:lvl5pPr marL="0" indent="0">
              <a:buNone/>
              <a:defRPr sz="600">
                <a:solidFill>
                  <a:schemeClr val="bg1"/>
                </a:solidFill>
              </a:defRPr>
            </a:lvl5pPr>
            <a:lvl6pPr marL="0" indent="0">
              <a:buNone/>
              <a:defRPr sz="600">
                <a:solidFill>
                  <a:schemeClr val="bg1"/>
                </a:solidFill>
              </a:defRPr>
            </a:lvl6pPr>
            <a:lvl7pPr marL="0" indent="0">
              <a:buNone/>
              <a:defRPr sz="600">
                <a:solidFill>
                  <a:schemeClr val="bg1"/>
                </a:solidFill>
              </a:defRPr>
            </a:lvl7pPr>
            <a:lvl8pPr marL="0" indent="0">
              <a:buNone/>
              <a:defRPr sz="600">
                <a:solidFill>
                  <a:schemeClr val="bg1"/>
                </a:solidFill>
              </a:defRPr>
            </a:lvl8pPr>
            <a:lvl9pPr marL="0" indent="0">
              <a:buNone/>
              <a:defRPr sz="600">
                <a:solidFill>
                  <a:schemeClr val="bg1"/>
                </a:solidFill>
              </a:defRPr>
            </a:lvl9pPr>
          </a:lstStyle>
          <a:p>
            <a:pPr lvl="0"/>
            <a:r>
              <a:rPr lang="en-US"/>
              <a:t>Click to add footnotes or disclaimer information</a:t>
            </a:r>
          </a:p>
        </p:txBody>
      </p:sp>
      <p:sp>
        <p:nvSpPr>
          <p:cNvPr id="10" name="Text Placeholder 9">
            <a:extLst>
              <a:ext uri="{FF2B5EF4-FFF2-40B4-BE49-F238E27FC236}">
                <a16:creationId xmlns:a16="http://schemas.microsoft.com/office/drawing/2014/main" id="{98FAD3A1-95EF-57C4-18DC-C6F6870DB482}"/>
              </a:ext>
            </a:extLst>
          </p:cNvPr>
          <p:cNvSpPr>
            <a:spLocks noGrp="1"/>
          </p:cNvSpPr>
          <p:nvPr>
            <p:ph type="body" sz="quarter" idx="15"/>
          </p:nvPr>
        </p:nvSpPr>
        <p:spPr>
          <a:xfrm>
            <a:off x="546099" y="1849439"/>
            <a:ext cx="3300984" cy="3443286"/>
          </a:xfrm>
        </p:spPr>
        <p:txBody>
          <a:bodyPr>
            <a:normAutofit/>
          </a:bodyPr>
          <a:lstStyle>
            <a:lvl1pPr>
              <a:spcBef>
                <a:spcPts val="2400"/>
              </a:spcBef>
              <a:defRPr b="0" i="0">
                <a:solidFill>
                  <a:schemeClr val="bg1"/>
                </a:solidFill>
                <a:latin typeface="+mn-lt"/>
                <a:ea typeface="GT America Regular" charset="0"/>
                <a:cs typeface="GT America Regular" charset="0"/>
              </a:defRPr>
            </a:lvl1pPr>
            <a:lvl2pPr marL="285750" indent="-285750">
              <a:buFont typeface="GT America Regular" pitchFamily="2" charset="77"/>
              <a:buChar char="→"/>
              <a:defRPr>
                <a:solidFill>
                  <a:schemeClr val="bg1"/>
                </a:solidFill>
              </a:defRPr>
            </a:lvl2pPr>
            <a:lvl3pPr marL="0" indent="0">
              <a:buNone/>
              <a:defRPr>
                <a:solidFill>
                  <a:schemeClr val="bg1"/>
                </a:solidFill>
              </a:defRPr>
            </a:lvl3pPr>
            <a:lvl4pPr marL="283464">
              <a:defRPr>
                <a:solidFill>
                  <a:schemeClr val="bg1"/>
                </a:solidFill>
              </a:defRPr>
            </a:lvl4pPr>
            <a:lvl5pPr marL="283464" indent="0">
              <a:buNone/>
              <a:defRPr sz="1400">
                <a:solidFill>
                  <a:schemeClr val="bg1"/>
                </a:solidFill>
              </a:defRPr>
            </a:lvl5pPr>
            <a:lvl6pPr marL="283464">
              <a:defRPr>
                <a:solidFill>
                  <a:schemeClr val="bg1"/>
                </a:solidFill>
              </a:defRPr>
            </a:lvl6pPr>
            <a:lvl7pPr marL="283464" indent="0">
              <a:buNone/>
              <a:defRPr>
                <a:solidFill>
                  <a:schemeClr val="bg1"/>
                </a:solidFill>
              </a:defRPr>
            </a:lvl7pPr>
            <a:lvl8pPr marL="283464">
              <a:defRPr>
                <a:solidFill>
                  <a:schemeClr val="bg1"/>
                </a:solidFill>
              </a:defRPr>
            </a:lvl8pPr>
            <a:lvl9pPr marL="283464" indent="0">
              <a:buNone/>
              <a:defRPr>
                <a:solidFill>
                  <a:schemeClr val="bg1"/>
                </a:solidFill>
              </a:defRPr>
            </a:lvl9pPr>
          </a:lstStyle>
          <a:p>
            <a:pPr lvl="0"/>
            <a:r>
              <a:rPr lang="en-US"/>
              <a:t>Click to edit Master text styles</a:t>
            </a:r>
          </a:p>
        </p:txBody>
      </p:sp>
      <p:sp>
        <p:nvSpPr>
          <p:cNvPr id="2" name="Content Placeholder 30">
            <a:extLst>
              <a:ext uri="{FF2B5EF4-FFF2-40B4-BE49-F238E27FC236}">
                <a16:creationId xmlns:a16="http://schemas.microsoft.com/office/drawing/2014/main" id="{F0F02397-A9A7-9451-4B86-0093DE0C5DAC}"/>
              </a:ext>
            </a:extLst>
          </p:cNvPr>
          <p:cNvSpPr>
            <a:spLocks noGrp="1"/>
          </p:cNvSpPr>
          <p:nvPr>
            <p:ph sz="quarter" idx="49" hasCustomPrompt="1"/>
          </p:nvPr>
        </p:nvSpPr>
        <p:spPr>
          <a:xfrm>
            <a:off x="4781550" y="552448"/>
            <a:ext cx="2103120" cy="2057400"/>
          </a:xfrm>
        </p:spPr>
        <p:txBody>
          <a:bodyPr/>
          <a:lstStyle>
            <a:lvl1pPr>
              <a:defRPr sz="4800">
                <a:solidFill>
                  <a:schemeClr val="accent1"/>
                </a:solidFill>
                <a:latin typeface="+mj-lt"/>
              </a:defRPr>
            </a:lvl1pPr>
            <a:lvl2pPr>
              <a:defRPr>
                <a:solidFill>
                  <a:schemeClr val="tx1"/>
                </a:solidFill>
              </a:defRPr>
            </a:lvl2pPr>
            <a:lvl3pPr>
              <a:buClr>
                <a:schemeClr val="accent1"/>
              </a:buClr>
              <a:defRPr>
                <a:solidFill>
                  <a:schemeClr val="tx1"/>
                </a:solidFill>
              </a:defRPr>
            </a:lvl3pPr>
            <a:lvl4pPr marL="457200" indent="0">
              <a:buNone/>
              <a:defRPr>
                <a:solidFill>
                  <a:schemeClr val="tx1"/>
                </a:solidFill>
              </a:defRPr>
            </a:lvl4pPr>
            <a:lvl5pPr>
              <a:buClr>
                <a:schemeClr val="accent1"/>
              </a:buClr>
              <a:defRPr>
                <a:solidFill>
                  <a:schemeClr val="tx1"/>
                </a:solidFill>
              </a:defRPr>
            </a:lvl5pPr>
            <a:lvl6pPr>
              <a:buClrTx/>
              <a:defRPr>
                <a:solidFill>
                  <a:schemeClr val="tx1"/>
                </a:solidFill>
              </a:defRPr>
            </a:lvl6pPr>
            <a:lvl7pPr>
              <a:buClr>
                <a:schemeClr val="accent1"/>
              </a:buClr>
              <a:defRPr>
                <a:solidFill>
                  <a:schemeClr val="tx1"/>
                </a:solidFill>
              </a:defRPr>
            </a:lvl7pPr>
            <a:lvl8pPr>
              <a:buClrTx/>
              <a:defRPr>
                <a:solidFill>
                  <a:schemeClr val="tx1"/>
                </a:solidFill>
              </a:defRPr>
            </a:lvl8pPr>
            <a:lvl9pPr>
              <a:buClr>
                <a:schemeClr val="accent1"/>
              </a:buClr>
              <a:defRPr>
                <a:solidFill>
                  <a:schemeClr val="tx1"/>
                </a:solidFill>
              </a:defRPr>
            </a:lvl9pPr>
          </a:lstStyle>
          <a:p>
            <a:pPr lvl="0"/>
            <a:r>
              <a:rPr lang="en-US"/>
              <a:t>00</a:t>
            </a:r>
          </a:p>
          <a:p>
            <a:pPr lvl="1"/>
            <a:r>
              <a:rPr lang="en-US"/>
              <a:t>Second level</a:t>
            </a:r>
          </a:p>
          <a:p>
            <a:pPr lvl="2"/>
            <a:r>
              <a:rPr lang="en-US"/>
              <a:t>Third level</a:t>
            </a:r>
          </a:p>
        </p:txBody>
      </p:sp>
      <p:sp>
        <p:nvSpPr>
          <p:cNvPr id="11" name="Content Placeholder 33">
            <a:extLst>
              <a:ext uri="{FF2B5EF4-FFF2-40B4-BE49-F238E27FC236}">
                <a16:creationId xmlns:a16="http://schemas.microsoft.com/office/drawing/2014/main" id="{E08A6D02-5787-2EA8-5353-86CF167EE5C0}"/>
              </a:ext>
            </a:extLst>
          </p:cNvPr>
          <p:cNvSpPr>
            <a:spLocks noGrp="1"/>
          </p:cNvSpPr>
          <p:nvPr>
            <p:ph sz="quarter" idx="50" hasCustomPrompt="1"/>
          </p:nvPr>
        </p:nvSpPr>
        <p:spPr>
          <a:xfrm>
            <a:off x="7157707" y="552449"/>
            <a:ext cx="2103120"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tx1"/>
                </a:solidFill>
              </a:defRPr>
            </a:lvl2pPr>
            <a:lvl3pPr>
              <a:buClr>
                <a:schemeClr val="accent1"/>
              </a:buClr>
              <a:defRPr>
                <a:solidFill>
                  <a:schemeClr val="tx1"/>
                </a:solidFill>
              </a:defRPr>
            </a:lvl3pPr>
            <a:lvl4pPr marL="457200" indent="0">
              <a:buClrTx/>
              <a:buNone/>
              <a:defRPr>
                <a:solidFill>
                  <a:schemeClr val="tx1"/>
                </a:solidFill>
              </a:defRPr>
            </a:lvl4pPr>
            <a:lvl5pPr>
              <a:buClr>
                <a:schemeClr val="accent1"/>
              </a:buClr>
              <a:defRPr>
                <a:solidFill>
                  <a:schemeClr val="tx1"/>
                </a:solidFill>
              </a:defRPr>
            </a:lvl5pPr>
            <a:lvl6pPr>
              <a:buClrTx/>
              <a:defRPr>
                <a:solidFill>
                  <a:schemeClr val="tx1"/>
                </a:solidFill>
              </a:defRPr>
            </a:lvl6pPr>
            <a:lvl7pPr>
              <a:buClr>
                <a:schemeClr val="accent1"/>
              </a:buClr>
              <a:defRPr>
                <a:solidFill>
                  <a:schemeClr val="tx1"/>
                </a:solidFill>
              </a:defRPr>
            </a:lvl7pPr>
            <a:lvl8pPr>
              <a:buClrTx/>
              <a:defRPr>
                <a:solidFill>
                  <a:schemeClr val="tx1"/>
                </a:solidFill>
              </a:defRPr>
            </a:lvl8pPr>
            <a:lvl9pPr>
              <a:buClr>
                <a:schemeClr val="accent1"/>
              </a:buClr>
              <a:defRPr>
                <a:solidFill>
                  <a:schemeClr val="tx1"/>
                </a:solidFill>
              </a:defRPr>
            </a:lvl9pPr>
          </a:lstStyle>
          <a:p>
            <a:pPr lvl="0"/>
            <a:r>
              <a:rPr lang="en-US"/>
              <a:t>00</a:t>
            </a:r>
          </a:p>
          <a:p>
            <a:pPr lvl="1"/>
            <a:r>
              <a:rPr lang="en-US"/>
              <a:t>Second level</a:t>
            </a:r>
          </a:p>
          <a:p>
            <a:pPr lvl="2"/>
            <a:r>
              <a:rPr lang="en-US"/>
              <a:t>Third level</a:t>
            </a:r>
          </a:p>
        </p:txBody>
      </p:sp>
      <p:sp>
        <p:nvSpPr>
          <p:cNvPr id="13" name="Content Placeholder 35">
            <a:extLst>
              <a:ext uri="{FF2B5EF4-FFF2-40B4-BE49-F238E27FC236}">
                <a16:creationId xmlns:a16="http://schemas.microsoft.com/office/drawing/2014/main" id="{F25358D4-61D4-B82A-AA95-040B8023E1BF}"/>
              </a:ext>
            </a:extLst>
          </p:cNvPr>
          <p:cNvSpPr>
            <a:spLocks noGrp="1"/>
          </p:cNvSpPr>
          <p:nvPr>
            <p:ph sz="quarter" idx="51" hasCustomPrompt="1"/>
          </p:nvPr>
        </p:nvSpPr>
        <p:spPr>
          <a:xfrm>
            <a:off x="9533864" y="552449"/>
            <a:ext cx="2103120"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tx1"/>
                </a:solidFill>
              </a:defRPr>
            </a:lvl2pPr>
            <a:lvl3pPr>
              <a:buClr>
                <a:schemeClr val="accent1"/>
              </a:buClr>
              <a:defRPr>
                <a:solidFill>
                  <a:schemeClr val="tx1"/>
                </a:solidFill>
              </a:defRPr>
            </a:lvl3pPr>
            <a:lvl4pPr marL="457200" indent="0">
              <a:buClrTx/>
              <a:buNone/>
              <a:defRPr>
                <a:solidFill>
                  <a:schemeClr val="tx1"/>
                </a:solidFill>
              </a:defRPr>
            </a:lvl4pPr>
            <a:lvl5pPr>
              <a:buClr>
                <a:schemeClr val="accent1"/>
              </a:buClr>
              <a:defRPr>
                <a:solidFill>
                  <a:schemeClr val="tx1"/>
                </a:solidFill>
              </a:defRPr>
            </a:lvl5pPr>
            <a:lvl6pPr>
              <a:buClrTx/>
              <a:defRPr>
                <a:solidFill>
                  <a:schemeClr val="tx1"/>
                </a:solidFill>
              </a:defRPr>
            </a:lvl6pPr>
            <a:lvl7pPr>
              <a:buClr>
                <a:schemeClr val="accent1"/>
              </a:buClr>
              <a:defRPr>
                <a:solidFill>
                  <a:schemeClr val="tx1"/>
                </a:solidFill>
              </a:defRPr>
            </a:lvl7pPr>
            <a:lvl8pPr>
              <a:buClrTx/>
              <a:defRPr>
                <a:solidFill>
                  <a:schemeClr val="tx1"/>
                </a:solidFill>
              </a:defRPr>
            </a:lvl8pPr>
            <a:lvl9pPr>
              <a:buClr>
                <a:schemeClr val="accent1"/>
              </a:buClr>
              <a:defRPr>
                <a:solidFill>
                  <a:schemeClr val="tx1"/>
                </a:solidFill>
              </a:defRPr>
            </a:lvl9pPr>
          </a:lstStyle>
          <a:p>
            <a:pPr lvl="0"/>
            <a:r>
              <a:rPr lang="en-US"/>
              <a:t>00</a:t>
            </a:r>
          </a:p>
          <a:p>
            <a:pPr lvl="1"/>
            <a:r>
              <a:rPr lang="en-US"/>
              <a:t>Second level</a:t>
            </a:r>
          </a:p>
          <a:p>
            <a:pPr lvl="2"/>
            <a:r>
              <a:rPr lang="en-US"/>
              <a:t>Third level</a:t>
            </a:r>
          </a:p>
        </p:txBody>
      </p:sp>
      <p:sp>
        <p:nvSpPr>
          <p:cNvPr id="15" name="Content Placeholder 37">
            <a:extLst>
              <a:ext uri="{FF2B5EF4-FFF2-40B4-BE49-F238E27FC236}">
                <a16:creationId xmlns:a16="http://schemas.microsoft.com/office/drawing/2014/main" id="{28D07FDD-A130-72D7-5662-2F5893A2F61C}"/>
              </a:ext>
            </a:extLst>
          </p:cNvPr>
          <p:cNvSpPr>
            <a:spLocks noGrp="1"/>
          </p:cNvSpPr>
          <p:nvPr>
            <p:ph sz="quarter" idx="52" hasCustomPrompt="1"/>
          </p:nvPr>
        </p:nvSpPr>
        <p:spPr>
          <a:xfrm>
            <a:off x="4768285" y="3013075"/>
            <a:ext cx="2103120" cy="2057400"/>
          </a:xfrm>
        </p:spPr>
        <p:txBody>
          <a:bodyPr/>
          <a:lstStyle>
            <a:lvl1pPr>
              <a:buClr>
                <a:schemeClr val="accent1"/>
              </a:buClr>
              <a:defRPr lang="en-US" sz="4800" b="0" i="0" kern="1200" dirty="0" smtClean="0">
                <a:solidFill>
                  <a:schemeClr val="accent1"/>
                </a:solidFill>
                <a:latin typeface="+mj-lt"/>
                <a:ea typeface="GT America Regular" charset="0"/>
                <a:cs typeface="GT America Regular" charset="0"/>
              </a:defRPr>
            </a:lvl1pPr>
            <a:lvl2pPr>
              <a:buClrTx/>
              <a:defRPr>
                <a:solidFill>
                  <a:schemeClr val="tx1"/>
                </a:solidFill>
              </a:defRPr>
            </a:lvl2pPr>
            <a:lvl3pPr>
              <a:buClr>
                <a:schemeClr val="accent1"/>
              </a:buClr>
              <a:defRPr>
                <a:solidFill>
                  <a:schemeClr val="tx1"/>
                </a:solidFill>
              </a:defRPr>
            </a:lvl3pPr>
            <a:lvl4pPr>
              <a:buClrTx/>
              <a:defRPr>
                <a:solidFill>
                  <a:schemeClr val="tx1"/>
                </a:solidFill>
              </a:defRPr>
            </a:lvl4pPr>
            <a:lvl5pPr>
              <a:buClr>
                <a:schemeClr val="accent1"/>
              </a:buClr>
              <a:defRPr>
                <a:solidFill>
                  <a:schemeClr val="tx1"/>
                </a:solidFill>
              </a:defRPr>
            </a:lvl5pPr>
            <a:lvl6pPr>
              <a:buClrTx/>
              <a:defRPr>
                <a:solidFill>
                  <a:schemeClr val="tx1"/>
                </a:solidFill>
              </a:defRPr>
            </a:lvl6pPr>
            <a:lvl7pPr>
              <a:buClr>
                <a:schemeClr val="accent1"/>
              </a:buClr>
              <a:defRPr>
                <a:solidFill>
                  <a:schemeClr val="tx1"/>
                </a:solidFill>
              </a:defRPr>
            </a:lvl7pPr>
            <a:lvl8pPr>
              <a:buClrTx/>
              <a:defRPr>
                <a:solidFill>
                  <a:schemeClr val="tx1"/>
                </a:solidFill>
              </a:defRPr>
            </a:lvl8pPr>
            <a:lvl9pPr>
              <a:buClr>
                <a:schemeClr val="accent1"/>
              </a:buClr>
              <a:defRPr>
                <a:solidFill>
                  <a:schemeClr val="tx1"/>
                </a:solidFill>
              </a:defRPr>
            </a:lvl9pPr>
          </a:lstStyle>
          <a:p>
            <a:pPr lvl="0"/>
            <a:r>
              <a:rPr lang="en-US"/>
              <a:t>00</a:t>
            </a:r>
          </a:p>
          <a:p>
            <a:pPr lvl="1"/>
            <a:r>
              <a:rPr lang="en-US"/>
              <a:t>Second level</a:t>
            </a:r>
          </a:p>
          <a:p>
            <a:pPr lvl="2"/>
            <a:r>
              <a:rPr lang="en-US"/>
              <a:t>Third </a:t>
            </a:r>
            <a:r>
              <a:rPr lang="en-US" err="1"/>
              <a:t>leve</a:t>
            </a:r>
            <a:endParaRPr lang="en-US"/>
          </a:p>
        </p:txBody>
      </p:sp>
      <p:sp>
        <p:nvSpPr>
          <p:cNvPr id="17" name="Content Placeholder 39">
            <a:extLst>
              <a:ext uri="{FF2B5EF4-FFF2-40B4-BE49-F238E27FC236}">
                <a16:creationId xmlns:a16="http://schemas.microsoft.com/office/drawing/2014/main" id="{A58291F8-7E75-1EB3-64FC-0B3465A92BFE}"/>
              </a:ext>
            </a:extLst>
          </p:cNvPr>
          <p:cNvSpPr>
            <a:spLocks noGrp="1"/>
          </p:cNvSpPr>
          <p:nvPr>
            <p:ph sz="quarter" idx="53" hasCustomPrompt="1"/>
          </p:nvPr>
        </p:nvSpPr>
        <p:spPr>
          <a:xfrm>
            <a:off x="7138252" y="3013074"/>
            <a:ext cx="2103120" cy="2057400"/>
          </a:xfrm>
        </p:spPr>
        <p:txBody>
          <a:bodyPr/>
          <a:lstStyle>
            <a:lvl1pPr>
              <a:buClr>
                <a:schemeClr val="accent1"/>
              </a:buClr>
              <a:defRPr lang="en-US" sz="4800" b="0" i="0" kern="1200" dirty="0" smtClean="0">
                <a:solidFill>
                  <a:schemeClr val="accent1"/>
                </a:solidFill>
                <a:latin typeface="+mj-lt"/>
                <a:ea typeface="GT America Regular" charset="0"/>
                <a:cs typeface="GT America Regular" charset="0"/>
              </a:defRPr>
            </a:lvl1pPr>
            <a:lvl2pPr>
              <a:buClrTx/>
              <a:defRPr>
                <a:solidFill>
                  <a:schemeClr val="tx1"/>
                </a:solidFill>
              </a:defRPr>
            </a:lvl2pPr>
            <a:lvl3pPr>
              <a:buClr>
                <a:schemeClr val="accent1"/>
              </a:buClr>
              <a:defRPr>
                <a:solidFill>
                  <a:schemeClr val="tx1"/>
                </a:solidFill>
              </a:defRPr>
            </a:lvl3pPr>
            <a:lvl4pPr marL="457200" indent="0">
              <a:buClrTx/>
              <a:buNone/>
              <a:defRPr>
                <a:solidFill>
                  <a:schemeClr val="tx1"/>
                </a:solidFill>
              </a:defRPr>
            </a:lvl4pPr>
            <a:lvl5pPr>
              <a:buClr>
                <a:schemeClr val="accent1"/>
              </a:buClr>
              <a:defRPr>
                <a:solidFill>
                  <a:schemeClr val="tx1"/>
                </a:solidFill>
              </a:defRPr>
            </a:lvl5pPr>
            <a:lvl6pPr>
              <a:buClrTx/>
              <a:defRPr>
                <a:solidFill>
                  <a:schemeClr val="tx1"/>
                </a:solidFill>
              </a:defRPr>
            </a:lvl6pPr>
            <a:lvl7pPr>
              <a:buClr>
                <a:schemeClr val="accent1"/>
              </a:buClr>
              <a:defRPr>
                <a:solidFill>
                  <a:schemeClr val="tx1"/>
                </a:solidFill>
              </a:defRPr>
            </a:lvl7pPr>
            <a:lvl8pPr>
              <a:buClrTx/>
              <a:defRPr>
                <a:solidFill>
                  <a:schemeClr val="tx1"/>
                </a:solidFill>
              </a:defRPr>
            </a:lvl8pPr>
            <a:lvl9pPr>
              <a:buClr>
                <a:schemeClr val="accent1"/>
              </a:buClr>
              <a:defRPr>
                <a:solidFill>
                  <a:schemeClr val="tx1"/>
                </a:solidFill>
              </a:defRPr>
            </a:lvl9pPr>
          </a:lstStyle>
          <a:p>
            <a:pPr lvl="0"/>
            <a:r>
              <a:rPr lang="en-US"/>
              <a:t>00</a:t>
            </a:r>
          </a:p>
          <a:p>
            <a:pPr lvl="1"/>
            <a:r>
              <a:rPr lang="en-US"/>
              <a:t>Second level</a:t>
            </a:r>
          </a:p>
          <a:p>
            <a:pPr lvl="2"/>
            <a:r>
              <a:rPr lang="en-US"/>
              <a:t>Third level</a:t>
            </a:r>
          </a:p>
        </p:txBody>
      </p:sp>
      <p:sp>
        <p:nvSpPr>
          <p:cNvPr id="18" name="Content Placeholder 41">
            <a:extLst>
              <a:ext uri="{FF2B5EF4-FFF2-40B4-BE49-F238E27FC236}">
                <a16:creationId xmlns:a16="http://schemas.microsoft.com/office/drawing/2014/main" id="{2C124D70-1F9D-DF72-C740-7D33E7E919BB}"/>
              </a:ext>
            </a:extLst>
          </p:cNvPr>
          <p:cNvSpPr>
            <a:spLocks noGrp="1"/>
          </p:cNvSpPr>
          <p:nvPr>
            <p:ph sz="quarter" idx="54" hasCustomPrompt="1"/>
          </p:nvPr>
        </p:nvSpPr>
        <p:spPr>
          <a:xfrm>
            <a:off x="9520599" y="3013074"/>
            <a:ext cx="2116385"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tx1"/>
                </a:solidFill>
              </a:defRPr>
            </a:lvl2pPr>
            <a:lvl3pPr>
              <a:buClr>
                <a:schemeClr val="accent1"/>
              </a:buClr>
              <a:defRPr>
                <a:solidFill>
                  <a:schemeClr val="tx1"/>
                </a:solidFill>
              </a:defRPr>
            </a:lvl3pPr>
            <a:lvl4pPr marL="457200" indent="0">
              <a:buClrTx/>
              <a:buNone/>
              <a:defRPr>
                <a:solidFill>
                  <a:schemeClr val="tx1"/>
                </a:solidFill>
              </a:defRPr>
            </a:lvl4pPr>
            <a:lvl5pPr>
              <a:buClr>
                <a:schemeClr val="accent1"/>
              </a:buClr>
              <a:defRPr>
                <a:solidFill>
                  <a:schemeClr val="tx1"/>
                </a:solidFill>
              </a:defRPr>
            </a:lvl5pPr>
            <a:lvl6pPr>
              <a:buClrTx/>
              <a:defRPr>
                <a:solidFill>
                  <a:schemeClr val="tx1"/>
                </a:solidFill>
              </a:defRPr>
            </a:lvl6pPr>
            <a:lvl7pPr>
              <a:buClr>
                <a:schemeClr val="accent1"/>
              </a:buClr>
              <a:defRPr>
                <a:solidFill>
                  <a:schemeClr val="tx1"/>
                </a:solidFill>
              </a:defRPr>
            </a:lvl7pPr>
            <a:lvl8pPr>
              <a:buClrTx/>
              <a:defRPr>
                <a:solidFill>
                  <a:schemeClr val="tx1"/>
                </a:solidFill>
              </a:defRPr>
            </a:lvl8pPr>
            <a:lvl9pPr>
              <a:buClr>
                <a:schemeClr val="accent1"/>
              </a:buClr>
              <a:defRPr>
                <a:solidFill>
                  <a:schemeClr val="tx1"/>
                </a:solidFill>
              </a:defRPr>
            </a:lvl9pPr>
          </a:lstStyle>
          <a:p>
            <a:pPr lvl="0"/>
            <a:r>
              <a:rPr lang="en-US"/>
              <a:t>00</a:t>
            </a:r>
          </a:p>
          <a:p>
            <a:pPr lvl="1"/>
            <a:r>
              <a:rPr lang="en-US"/>
              <a:t>Second level</a:t>
            </a:r>
          </a:p>
          <a:p>
            <a:pPr lvl="2"/>
            <a:r>
              <a:rPr lang="en-US"/>
              <a:t>Third level</a:t>
            </a:r>
          </a:p>
        </p:txBody>
      </p:sp>
      <p:grpSp>
        <p:nvGrpSpPr>
          <p:cNvPr id="7" name="Group 6">
            <a:extLst>
              <a:ext uri="{FF2B5EF4-FFF2-40B4-BE49-F238E27FC236}">
                <a16:creationId xmlns:a16="http://schemas.microsoft.com/office/drawing/2014/main" id="{044BCC2C-261D-5BB3-ACFD-81C104E823B1}"/>
              </a:ext>
            </a:extLst>
          </p:cNvPr>
          <p:cNvGrpSpPr/>
          <p:nvPr userDrawn="1"/>
        </p:nvGrpSpPr>
        <p:grpSpPr>
          <a:xfrm>
            <a:off x="12356815" y="0"/>
            <a:ext cx="756834" cy="6872642"/>
            <a:chOff x="12356815" y="0"/>
            <a:chExt cx="756834" cy="6872642"/>
          </a:xfrm>
        </p:grpSpPr>
        <p:sp>
          <p:nvSpPr>
            <p:cNvPr id="14" name="Rectangle 13">
              <a:extLst>
                <a:ext uri="{FF2B5EF4-FFF2-40B4-BE49-F238E27FC236}">
                  <a16:creationId xmlns:a16="http://schemas.microsoft.com/office/drawing/2014/main" id="{7ABFAE0C-79DF-69A9-8BBD-4FD92717BB69}"/>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6" name="TextBox 15">
              <a:extLst>
                <a:ext uri="{FF2B5EF4-FFF2-40B4-BE49-F238E27FC236}">
                  <a16:creationId xmlns:a16="http://schemas.microsoft.com/office/drawing/2014/main" id="{8FF8D90A-1366-37F2-2D59-9960D38C9233}"/>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9" name="Rectangle 18">
              <a:extLst>
                <a:ext uri="{FF2B5EF4-FFF2-40B4-BE49-F238E27FC236}">
                  <a16:creationId xmlns:a16="http://schemas.microsoft.com/office/drawing/2014/main" id="{F4E17F8B-08E5-36C4-2448-B8DC5B1E4E01}"/>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20" name="Group 19">
              <a:extLst>
                <a:ext uri="{FF2B5EF4-FFF2-40B4-BE49-F238E27FC236}">
                  <a16:creationId xmlns:a16="http://schemas.microsoft.com/office/drawing/2014/main" id="{E8B32F7F-16CC-E67B-531A-32A8010E7290}"/>
                </a:ext>
              </a:extLst>
            </p:cNvPr>
            <p:cNvGrpSpPr/>
            <p:nvPr userDrawn="1"/>
          </p:nvGrpSpPr>
          <p:grpSpPr>
            <a:xfrm>
              <a:off x="12442019" y="3791214"/>
              <a:ext cx="382660" cy="2882942"/>
              <a:chOff x="14001569" y="3716048"/>
              <a:chExt cx="316248" cy="3171236"/>
            </a:xfrm>
          </p:grpSpPr>
          <p:sp>
            <p:nvSpPr>
              <p:cNvPr id="33" name="Rectangle 32">
                <a:extLst>
                  <a:ext uri="{FF2B5EF4-FFF2-40B4-BE49-F238E27FC236}">
                    <a16:creationId xmlns:a16="http://schemas.microsoft.com/office/drawing/2014/main" id="{67BB1AE4-D77E-AC9C-EF2C-77CBB15949F8}"/>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45037354-8DD8-0372-724B-DB384FAF783B}"/>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48817ABA-59B9-6909-B581-3B9F33F892C9}"/>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51288A91-C64D-D5CB-71F4-975BEBC5125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D648F77C-D77D-513C-16D9-729B5B8BE78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25E6979C-A44D-5DEC-FA64-074082074437}"/>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B49CC9FD-0074-26C7-C725-2CE385EFDC3D}"/>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36836B6E-78F4-212A-6A4C-C497CA1610FB}"/>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26E92507-25B6-BB39-F876-F3827E5BB912}"/>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2" name="Rectangle 41">
                <a:extLst>
                  <a:ext uri="{FF2B5EF4-FFF2-40B4-BE49-F238E27FC236}">
                    <a16:creationId xmlns:a16="http://schemas.microsoft.com/office/drawing/2014/main" id="{AE2E1A16-94DC-ED84-3EC2-DD7544816C4A}"/>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21" name="Group 20">
              <a:extLst>
                <a:ext uri="{FF2B5EF4-FFF2-40B4-BE49-F238E27FC236}">
                  <a16:creationId xmlns:a16="http://schemas.microsoft.com/office/drawing/2014/main" id="{77B7AAAA-0C9B-5BE3-2554-6B84328D8A51}"/>
                </a:ext>
              </a:extLst>
            </p:cNvPr>
            <p:cNvGrpSpPr/>
            <p:nvPr userDrawn="1"/>
          </p:nvGrpSpPr>
          <p:grpSpPr>
            <a:xfrm>
              <a:off x="12442019" y="198485"/>
              <a:ext cx="382660" cy="2882942"/>
              <a:chOff x="12742785" y="3716048"/>
              <a:chExt cx="316248" cy="3171236"/>
            </a:xfrm>
          </p:grpSpPr>
          <p:sp>
            <p:nvSpPr>
              <p:cNvPr id="23" name="Rectangle 22">
                <a:extLst>
                  <a:ext uri="{FF2B5EF4-FFF2-40B4-BE49-F238E27FC236}">
                    <a16:creationId xmlns:a16="http://schemas.microsoft.com/office/drawing/2014/main" id="{38ECE8A6-0C6B-B251-6CCF-3C4B46AEC4E5}"/>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4EE46A0F-B6DE-23E4-B948-2C782D1EBEE9}"/>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74EA166E-E5CE-9590-8B4B-BAAB927F078D}"/>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7BFA0FE5-6597-0138-F81B-2C5AAFC35A3F}"/>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D8EA7CCF-373E-9F8B-6288-D773644EC375}"/>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9097101A-6A5A-893E-6C47-3F125534FAF6}"/>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55CEBA57-CC4E-694D-A2DE-B6FBFBD5BB55}"/>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96FD9BCB-189C-D820-ACD1-BA4B8656FEA3}"/>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859F6519-C496-D2CA-8124-58853FE3C714}"/>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596AF5C8-2EB1-B295-A62B-D7CE01C4EE12}"/>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22" name="TextBox 21">
              <a:extLst>
                <a:ext uri="{FF2B5EF4-FFF2-40B4-BE49-F238E27FC236}">
                  <a16:creationId xmlns:a16="http://schemas.microsoft.com/office/drawing/2014/main" id="{3C6D0CFA-6D15-B2D5-B609-EE41DB8DC10C}"/>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3" name="TextBox 42">
            <a:extLst>
              <a:ext uri="{FF2B5EF4-FFF2-40B4-BE49-F238E27FC236}">
                <a16:creationId xmlns:a16="http://schemas.microsoft.com/office/drawing/2014/main" id="{9C6DE2D9-87AD-4B1F-670C-D37EB2A1AC11}"/>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030478396"/>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Executive Summary/Key Takeaways 4">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DE63420-A2BC-EC7A-3A8C-CA23AF97535A}"/>
              </a:ext>
            </a:extLst>
          </p:cNvPr>
          <p:cNvSpPr/>
          <p:nvPr userDrawn="1"/>
        </p:nvSpPr>
        <p:spPr bwMode="hidden">
          <a:xfrm>
            <a:off x="0" y="-1"/>
            <a:ext cx="4060556"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dirty="0"/>
              <a:t>User Training - May 2025</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8087" cy="269875"/>
          </a:xfrm>
        </p:spPr>
        <p:txBody>
          <a:bodyPr/>
          <a:lstStyle/>
          <a:p>
            <a:fld id="{862A5111-985B-C14D-9115-5787026182A8}" type="slidenum">
              <a:rPr lang="en-US" smtClean="0"/>
              <a:t>‹#›</a:t>
            </a:fld>
            <a:endParaRPr lang="en-US"/>
          </a:p>
        </p:txBody>
      </p:sp>
      <p:sp>
        <p:nvSpPr>
          <p:cNvPr id="6" name="Freeform 5">
            <a:extLst>
              <a:ext uri="{FF2B5EF4-FFF2-40B4-BE49-F238E27FC236}">
                <a16:creationId xmlns:a16="http://schemas.microsoft.com/office/drawing/2014/main" id="{5BCC6303-B8A8-E0F3-1B26-45B29EE4DC62}"/>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2" name="Freeform 5">
            <a:extLst>
              <a:ext uri="{FF2B5EF4-FFF2-40B4-BE49-F238E27FC236}">
                <a16:creationId xmlns:a16="http://schemas.microsoft.com/office/drawing/2014/main" id="{B2BF897B-C4FE-7F0C-FE2C-6956C830B315}"/>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7" name="Title 6">
            <a:extLst>
              <a:ext uri="{FF2B5EF4-FFF2-40B4-BE49-F238E27FC236}">
                <a16:creationId xmlns:a16="http://schemas.microsoft.com/office/drawing/2014/main" id="{4B503A39-567B-2C37-49D9-E2E6B92AB503}"/>
              </a:ext>
            </a:extLst>
          </p:cNvPr>
          <p:cNvSpPr>
            <a:spLocks noGrp="1"/>
          </p:cNvSpPr>
          <p:nvPr>
            <p:ph type="title"/>
          </p:nvPr>
        </p:nvSpPr>
        <p:spPr>
          <a:xfrm>
            <a:off x="546100" y="552450"/>
            <a:ext cx="3300984" cy="869950"/>
          </a:xfrm>
        </p:spPr>
        <p:txBody>
          <a:bodyPr rIns="182880"/>
          <a:lstStyle>
            <a:lvl1pPr>
              <a:defRPr>
                <a:solidFill>
                  <a:schemeClr val="bg1"/>
                </a:solidFill>
              </a:defRPr>
            </a:lvl1pPr>
          </a:lstStyle>
          <a:p>
            <a:r>
              <a:rPr lang="en-US"/>
              <a:t>Click to edit Master title style</a:t>
            </a:r>
          </a:p>
        </p:txBody>
      </p:sp>
      <p:sp>
        <p:nvSpPr>
          <p:cNvPr id="5" name="Text Placeholder 5">
            <a:extLst>
              <a:ext uri="{FF2B5EF4-FFF2-40B4-BE49-F238E27FC236}">
                <a16:creationId xmlns:a16="http://schemas.microsoft.com/office/drawing/2014/main" id="{52482AC7-FB54-E014-C3C0-45AEDF0A6AF6}"/>
              </a:ext>
            </a:extLst>
          </p:cNvPr>
          <p:cNvSpPr>
            <a:spLocks noGrp="1"/>
          </p:cNvSpPr>
          <p:nvPr>
            <p:ph type="body" sz="quarter" idx="13" hasCustomPrompt="1"/>
          </p:nvPr>
        </p:nvSpPr>
        <p:spPr>
          <a:xfrm>
            <a:off x="546102" y="5586413"/>
            <a:ext cx="3300984" cy="725487"/>
          </a:xfrm>
        </p:spPr>
        <p:txBody>
          <a:bodyPr rIns="274320" anchor="b">
            <a:normAutofit/>
          </a:bodyPr>
          <a:lstStyle>
            <a:lvl1pPr>
              <a:defRPr sz="600">
                <a:solidFill>
                  <a:schemeClr val="bg1"/>
                </a:solidFill>
              </a:defRPr>
            </a:lvl1pPr>
            <a:lvl2pPr marL="0" indent="0">
              <a:buNone/>
              <a:defRPr sz="600">
                <a:solidFill>
                  <a:schemeClr val="bg1"/>
                </a:solidFill>
              </a:defRPr>
            </a:lvl2pPr>
            <a:lvl3pPr marL="0" indent="0">
              <a:buNone/>
              <a:defRPr sz="600">
                <a:solidFill>
                  <a:schemeClr val="bg1"/>
                </a:solidFill>
              </a:defRPr>
            </a:lvl3pPr>
            <a:lvl4pPr marL="0" indent="0">
              <a:buNone/>
              <a:defRPr sz="600">
                <a:solidFill>
                  <a:schemeClr val="bg1"/>
                </a:solidFill>
              </a:defRPr>
            </a:lvl4pPr>
            <a:lvl5pPr marL="0" indent="0">
              <a:buNone/>
              <a:defRPr sz="600">
                <a:solidFill>
                  <a:schemeClr val="bg1"/>
                </a:solidFill>
              </a:defRPr>
            </a:lvl5pPr>
            <a:lvl6pPr marL="0" indent="0">
              <a:buNone/>
              <a:defRPr sz="600">
                <a:solidFill>
                  <a:schemeClr val="bg1"/>
                </a:solidFill>
              </a:defRPr>
            </a:lvl6pPr>
            <a:lvl7pPr marL="0" indent="0">
              <a:buNone/>
              <a:defRPr sz="600">
                <a:solidFill>
                  <a:schemeClr val="bg1"/>
                </a:solidFill>
              </a:defRPr>
            </a:lvl7pPr>
            <a:lvl8pPr marL="0" indent="0">
              <a:buNone/>
              <a:defRPr sz="600">
                <a:solidFill>
                  <a:schemeClr val="bg1"/>
                </a:solidFill>
              </a:defRPr>
            </a:lvl8pPr>
            <a:lvl9pPr marL="0" indent="0">
              <a:buNone/>
              <a:defRPr sz="600">
                <a:solidFill>
                  <a:schemeClr val="bg1"/>
                </a:solidFill>
              </a:defRPr>
            </a:lvl9pPr>
          </a:lstStyle>
          <a:p>
            <a:pPr lvl="5"/>
            <a:r>
              <a:rPr lang="en-US"/>
              <a:t>Click to add footnotes or disclaimer information</a:t>
            </a:r>
          </a:p>
        </p:txBody>
      </p:sp>
      <p:sp>
        <p:nvSpPr>
          <p:cNvPr id="8" name="Content Placeholder 14">
            <a:extLst>
              <a:ext uri="{FF2B5EF4-FFF2-40B4-BE49-F238E27FC236}">
                <a16:creationId xmlns:a16="http://schemas.microsoft.com/office/drawing/2014/main" id="{236722AC-0E89-9D63-9FAE-23FD3FEFCEE5}"/>
              </a:ext>
            </a:extLst>
          </p:cNvPr>
          <p:cNvSpPr>
            <a:spLocks noGrp="1"/>
          </p:cNvSpPr>
          <p:nvPr>
            <p:ph sz="quarter" idx="19"/>
          </p:nvPr>
        </p:nvSpPr>
        <p:spPr>
          <a:xfrm>
            <a:off x="4794909" y="2714625"/>
            <a:ext cx="6843053" cy="3452813"/>
          </a:xfrm>
        </p:spPr>
        <p:txBody>
          <a:bodyPr/>
          <a:lstStyle>
            <a:lvl1pPr>
              <a:defRPr sz="1800" b="1">
                <a:solidFill>
                  <a:schemeClr val="tx2"/>
                </a:solidFill>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Content Placeholder 14">
            <a:extLst>
              <a:ext uri="{FF2B5EF4-FFF2-40B4-BE49-F238E27FC236}">
                <a16:creationId xmlns:a16="http://schemas.microsoft.com/office/drawing/2014/main" id="{A30EF87B-5A48-3E5D-B7D1-5EC1FEC7DE51}"/>
              </a:ext>
            </a:extLst>
          </p:cNvPr>
          <p:cNvSpPr>
            <a:spLocks noGrp="1"/>
          </p:cNvSpPr>
          <p:nvPr>
            <p:ph sz="quarter" idx="20"/>
          </p:nvPr>
        </p:nvSpPr>
        <p:spPr>
          <a:xfrm>
            <a:off x="4060556" y="0"/>
            <a:ext cx="8131443" cy="2425700"/>
          </a:xfrm>
          <a:solidFill>
            <a:schemeClr val="accent1"/>
          </a:solidFill>
        </p:spPr>
        <p:txBody>
          <a:bodyPr lIns="731520" tIns="548640" rIns="548640"/>
          <a:lstStyle>
            <a:lvl1pPr>
              <a:defRPr sz="1800" b="1">
                <a:solidFill>
                  <a:schemeClr val="bg1"/>
                </a:solidFill>
              </a:defRPr>
            </a:lvl1pPr>
            <a:lvl2pPr>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
                <a:srgbClr val="FEFEFE"/>
              </a:buClr>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Text Placeholder 9">
            <a:extLst>
              <a:ext uri="{FF2B5EF4-FFF2-40B4-BE49-F238E27FC236}">
                <a16:creationId xmlns:a16="http://schemas.microsoft.com/office/drawing/2014/main" id="{89AAFAA9-5AFB-6E67-56FB-1590A25DCD7E}"/>
              </a:ext>
            </a:extLst>
          </p:cNvPr>
          <p:cNvSpPr>
            <a:spLocks noGrp="1"/>
          </p:cNvSpPr>
          <p:nvPr>
            <p:ph type="body" sz="quarter" idx="15"/>
          </p:nvPr>
        </p:nvSpPr>
        <p:spPr>
          <a:xfrm>
            <a:off x="546099" y="1849439"/>
            <a:ext cx="3300984" cy="3443286"/>
          </a:xfrm>
        </p:spPr>
        <p:txBody>
          <a:bodyPr>
            <a:normAutofit/>
          </a:bodyPr>
          <a:lstStyle>
            <a:lvl1pPr>
              <a:spcBef>
                <a:spcPts val="2400"/>
              </a:spcBef>
              <a:defRPr b="0" i="0">
                <a:solidFill>
                  <a:schemeClr val="bg1"/>
                </a:solidFill>
                <a:latin typeface="+mn-lt"/>
                <a:ea typeface="GT America Regular" charset="0"/>
                <a:cs typeface="GT America Regular" charset="0"/>
              </a:defRPr>
            </a:lvl1pPr>
            <a:lvl2pPr marL="285750" indent="-285750">
              <a:buFont typeface="GT America Regular" pitchFamily="2" charset="77"/>
              <a:buChar char="→"/>
              <a:defRPr>
                <a:solidFill>
                  <a:schemeClr val="bg1"/>
                </a:solidFill>
              </a:defRPr>
            </a:lvl2pPr>
            <a:lvl3pPr marL="0" indent="0">
              <a:buNone/>
              <a:defRPr>
                <a:solidFill>
                  <a:schemeClr val="bg1"/>
                </a:solidFill>
              </a:defRPr>
            </a:lvl3pPr>
            <a:lvl4pPr marL="283464">
              <a:defRPr>
                <a:solidFill>
                  <a:schemeClr val="bg1"/>
                </a:solidFill>
              </a:defRPr>
            </a:lvl4pPr>
            <a:lvl5pPr marL="283464" indent="0">
              <a:buNone/>
              <a:defRPr sz="1400">
                <a:solidFill>
                  <a:schemeClr val="bg1"/>
                </a:solidFill>
              </a:defRPr>
            </a:lvl5pPr>
            <a:lvl6pPr marL="283464">
              <a:defRPr>
                <a:solidFill>
                  <a:schemeClr val="bg1"/>
                </a:solidFill>
              </a:defRPr>
            </a:lvl6pPr>
            <a:lvl7pPr marL="283464" indent="0">
              <a:buNone/>
              <a:defRPr>
                <a:solidFill>
                  <a:schemeClr val="bg1"/>
                </a:solidFill>
              </a:defRPr>
            </a:lvl7pPr>
            <a:lvl8pPr marL="283464">
              <a:defRPr>
                <a:solidFill>
                  <a:schemeClr val="bg1"/>
                </a:solidFill>
              </a:defRPr>
            </a:lvl8pPr>
            <a:lvl9pPr marL="283464" indent="0">
              <a:buNone/>
              <a:defRPr>
                <a:solidFill>
                  <a:schemeClr val="bg1"/>
                </a:solidFill>
              </a:defRPr>
            </a:lvl9pPr>
          </a:lstStyle>
          <a:p>
            <a:pPr lvl="0"/>
            <a:r>
              <a:rPr lang="en-US"/>
              <a:t>Click to edit Master text styles</a:t>
            </a:r>
          </a:p>
        </p:txBody>
      </p:sp>
      <p:grpSp>
        <p:nvGrpSpPr>
          <p:cNvPr id="2" name="Group 1">
            <a:extLst>
              <a:ext uri="{FF2B5EF4-FFF2-40B4-BE49-F238E27FC236}">
                <a16:creationId xmlns:a16="http://schemas.microsoft.com/office/drawing/2014/main" id="{946571DD-6A05-4191-AEC5-8EAC3DF74F94}"/>
              </a:ext>
            </a:extLst>
          </p:cNvPr>
          <p:cNvGrpSpPr/>
          <p:nvPr userDrawn="1"/>
        </p:nvGrpSpPr>
        <p:grpSpPr>
          <a:xfrm>
            <a:off x="12356815" y="0"/>
            <a:ext cx="756834" cy="6872642"/>
            <a:chOff x="12356815" y="0"/>
            <a:chExt cx="756834" cy="6872642"/>
          </a:xfrm>
        </p:grpSpPr>
        <p:sp>
          <p:nvSpPr>
            <p:cNvPr id="13" name="Rectangle 12">
              <a:extLst>
                <a:ext uri="{FF2B5EF4-FFF2-40B4-BE49-F238E27FC236}">
                  <a16:creationId xmlns:a16="http://schemas.microsoft.com/office/drawing/2014/main" id="{DBCE235B-9A81-0677-3FBC-4E7889E7A501}"/>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4" name="TextBox 13">
              <a:extLst>
                <a:ext uri="{FF2B5EF4-FFF2-40B4-BE49-F238E27FC236}">
                  <a16:creationId xmlns:a16="http://schemas.microsoft.com/office/drawing/2014/main" id="{0F982955-FC65-B9D0-0EF3-EC949DEB71C6}"/>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5" name="Rectangle 14">
              <a:extLst>
                <a:ext uri="{FF2B5EF4-FFF2-40B4-BE49-F238E27FC236}">
                  <a16:creationId xmlns:a16="http://schemas.microsoft.com/office/drawing/2014/main" id="{77487905-CD1B-25A1-246A-6F476081504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6" name="Group 15">
              <a:extLst>
                <a:ext uri="{FF2B5EF4-FFF2-40B4-BE49-F238E27FC236}">
                  <a16:creationId xmlns:a16="http://schemas.microsoft.com/office/drawing/2014/main" id="{3FE2BA7C-3D0C-01F6-3AB5-E4DD096FB7E5}"/>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6FDBF609-6A51-03D1-887F-13811193441D}"/>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94A09569-8144-A8AF-951A-4338A0947323}"/>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6167EF39-9BBA-92C5-D60A-D6ABFDB8433D}"/>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6607660C-4CA8-C02E-8B85-C0275C9F4B77}"/>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4494F8AA-76DC-E95B-179F-D386239DA280}"/>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1E4D1916-A015-0251-2C4A-FD3AEC15610B}"/>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44E36EB2-E086-91FC-9F6B-3747737D92DB}"/>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FFDA828E-B151-3852-AD4E-9E3BF04AC59A}"/>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34841A69-983E-21BB-9271-9B755FC4E60A}"/>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19DAA6BD-3783-B982-3C41-984245B719AB}"/>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7" name="Group 16">
              <a:extLst>
                <a:ext uri="{FF2B5EF4-FFF2-40B4-BE49-F238E27FC236}">
                  <a16:creationId xmlns:a16="http://schemas.microsoft.com/office/drawing/2014/main" id="{8E1081D8-E803-C4AA-AA16-3CE6292ED50E}"/>
                </a:ext>
              </a:extLst>
            </p:cNvPr>
            <p:cNvGrpSpPr/>
            <p:nvPr userDrawn="1"/>
          </p:nvGrpSpPr>
          <p:grpSpPr>
            <a:xfrm>
              <a:off x="12442019" y="198485"/>
              <a:ext cx="382660" cy="2882942"/>
              <a:chOff x="12742785" y="3716048"/>
              <a:chExt cx="316248" cy="3171236"/>
            </a:xfrm>
          </p:grpSpPr>
          <p:sp>
            <p:nvSpPr>
              <p:cNvPr id="19" name="Rectangle 18">
                <a:extLst>
                  <a:ext uri="{FF2B5EF4-FFF2-40B4-BE49-F238E27FC236}">
                    <a16:creationId xmlns:a16="http://schemas.microsoft.com/office/drawing/2014/main" id="{8799E27D-85E9-2FAA-C01C-AE5DC642A12D}"/>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103F746D-D925-3832-463A-29AEC044C336}"/>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63BD8557-35AF-8237-228D-DDFAFB8438A8}"/>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F05AF1BE-1E09-743E-2E49-01F6848B35C1}"/>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3074991F-17BA-7F4D-AD0F-F2FFBED29680}"/>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D3B3CFC3-DCC9-AEDD-B69D-A8347458B5D1}"/>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90E2CC4F-2DBB-B665-A9BC-B7055CA63590}"/>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529C34F8-A419-7DD4-CBF8-A676ACB08DCD}"/>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EF9AFF8A-BDFD-6B4F-425D-934877F2F578}"/>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1EED391C-025B-89E7-7B40-CB423C96E9FD}"/>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8" name="TextBox 17">
              <a:extLst>
                <a:ext uri="{FF2B5EF4-FFF2-40B4-BE49-F238E27FC236}">
                  <a16:creationId xmlns:a16="http://schemas.microsoft.com/office/drawing/2014/main" id="{FE88C7B4-1908-DCE1-B793-E4D7481EC798}"/>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5D4989A0-0589-3288-B403-5875D1339408}"/>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099524136"/>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Executive Summary/Key Takeaways 5">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DE63420-A2BC-EC7A-3A8C-CA23AF97535A}"/>
              </a:ext>
            </a:extLst>
          </p:cNvPr>
          <p:cNvSpPr/>
          <p:nvPr userDrawn="1"/>
        </p:nvSpPr>
        <p:spPr bwMode="hidden">
          <a:xfrm>
            <a:off x="0" y="-1"/>
            <a:ext cx="4060556" cy="6861175"/>
          </a:xfrm>
          <a:prstGeom prst="rect">
            <a:avLst/>
          </a:prstGeom>
          <a:solidFill>
            <a:srgbClr val="F0F0F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dirty="0"/>
              <a:t>User Training - May 2025</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8087" cy="269875"/>
          </a:xfrm>
        </p:spPr>
        <p:txBody>
          <a:bodyPr/>
          <a:lstStyle/>
          <a:p>
            <a:fld id="{862A5111-985B-C14D-9115-5787026182A8}" type="slidenum">
              <a:rPr lang="en-US" smtClean="0"/>
              <a:t>‹#›</a:t>
            </a:fld>
            <a:endParaRPr lang="en-US"/>
          </a:p>
        </p:txBody>
      </p:sp>
      <p:sp>
        <p:nvSpPr>
          <p:cNvPr id="6" name="Freeform 5">
            <a:extLst>
              <a:ext uri="{FF2B5EF4-FFF2-40B4-BE49-F238E27FC236}">
                <a16:creationId xmlns:a16="http://schemas.microsoft.com/office/drawing/2014/main" id="{5BCC6303-B8A8-E0F3-1B26-45B29EE4DC62}"/>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2" name="Freeform 5">
            <a:extLst>
              <a:ext uri="{FF2B5EF4-FFF2-40B4-BE49-F238E27FC236}">
                <a16:creationId xmlns:a16="http://schemas.microsoft.com/office/drawing/2014/main" id="{B2BF897B-C4FE-7F0C-FE2C-6956C830B315}"/>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1" name="Title 10">
            <a:extLst>
              <a:ext uri="{FF2B5EF4-FFF2-40B4-BE49-F238E27FC236}">
                <a16:creationId xmlns:a16="http://schemas.microsoft.com/office/drawing/2014/main" id="{39BB85B3-5F62-677A-7B5A-1B952D90B3A6}"/>
              </a:ext>
            </a:extLst>
          </p:cNvPr>
          <p:cNvSpPr>
            <a:spLocks noGrp="1"/>
          </p:cNvSpPr>
          <p:nvPr>
            <p:ph type="title"/>
          </p:nvPr>
        </p:nvSpPr>
        <p:spPr>
          <a:xfrm>
            <a:off x="546100" y="552450"/>
            <a:ext cx="3300984" cy="869950"/>
          </a:xfrm>
        </p:spPr>
        <p:txBody>
          <a:bodyPr rIns="182880"/>
          <a:lstStyle/>
          <a:p>
            <a:r>
              <a:rPr lang="en-US"/>
              <a:t>Click to edit Master title style</a:t>
            </a:r>
          </a:p>
        </p:txBody>
      </p:sp>
      <p:sp>
        <p:nvSpPr>
          <p:cNvPr id="5" name="Text Placeholder 5">
            <a:extLst>
              <a:ext uri="{FF2B5EF4-FFF2-40B4-BE49-F238E27FC236}">
                <a16:creationId xmlns:a16="http://schemas.microsoft.com/office/drawing/2014/main" id="{0DBC71B0-EDFA-73E1-2685-8B96936EB6D6}"/>
              </a:ext>
            </a:extLst>
          </p:cNvPr>
          <p:cNvSpPr>
            <a:spLocks noGrp="1"/>
          </p:cNvSpPr>
          <p:nvPr>
            <p:ph type="body" sz="quarter" idx="13" hasCustomPrompt="1"/>
          </p:nvPr>
        </p:nvSpPr>
        <p:spPr>
          <a:xfrm>
            <a:off x="546101" y="5586413"/>
            <a:ext cx="3300984" cy="725487"/>
          </a:xfrm>
        </p:spPr>
        <p:txBody>
          <a:bodyPr rIns="274320" anchor="b">
            <a:normAutofit/>
          </a:bodyPr>
          <a:lstStyle>
            <a:lvl1pPr>
              <a:defRPr sz="600">
                <a:solidFill>
                  <a:srgbClr val="75787B"/>
                </a:solidFill>
              </a:defRPr>
            </a:lvl1pPr>
            <a:lvl2pPr marL="0" indent="0">
              <a:buNone/>
              <a:defRPr sz="600">
                <a:solidFill>
                  <a:srgbClr val="75787B"/>
                </a:solidFill>
              </a:defRPr>
            </a:lvl2pPr>
            <a:lvl3pPr marL="0" indent="0">
              <a:buNone/>
              <a:defRPr sz="600">
                <a:solidFill>
                  <a:srgbClr val="75787B"/>
                </a:solidFill>
              </a:defRPr>
            </a:lvl3pPr>
            <a:lvl4pPr marL="0" indent="0">
              <a:buNone/>
              <a:defRPr sz="600">
                <a:solidFill>
                  <a:srgbClr val="75787B"/>
                </a:solidFill>
              </a:defRPr>
            </a:lvl4pPr>
            <a:lvl5pPr marL="0" indent="0">
              <a:buNone/>
              <a:defRPr sz="600">
                <a:solidFill>
                  <a:srgbClr val="75787B"/>
                </a:solidFill>
              </a:defRPr>
            </a:lvl5pPr>
            <a:lvl6pPr marL="0" indent="0">
              <a:buNone/>
              <a:defRPr sz="600">
                <a:solidFill>
                  <a:srgbClr val="75787B"/>
                </a:solidFill>
              </a:defRPr>
            </a:lvl6pPr>
            <a:lvl7pPr marL="0" indent="0">
              <a:buNone/>
              <a:defRPr sz="600">
                <a:solidFill>
                  <a:srgbClr val="75787B"/>
                </a:solidFill>
              </a:defRPr>
            </a:lvl7pPr>
            <a:lvl8pPr marL="0" indent="0">
              <a:buNone/>
              <a:defRPr sz="600">
                <a:solidFill>
                  <a:srgbClr val="75787B"/>
                </a:solidFill>
              </a:defRPr>
            </a:lvl8pPr>
            <a:lvl9pPr marL="0" indent="0">
              <a:buNone/>
              <a:defRPr sz="600">
                <a:solidFill>
                  <a:srgbClr val="75787B"/>
                </a:solidFill>
              </a:defRPr>
            </a:lvl9pPr>
          </a:lstStyle>
          <a:p>
            <a:pPr lvl="8"/>
            <a:r>
              <a:rPr lang="en-US"/>
              <a:t>Click to add footnotes or disclaimer information</a:t>
            </a:r>
          </a:p>
        </p:txBody>
      </p:sp>
      <p:sp>
        <p:nvSpPr>
          <p:cNvPr id="7" name="Content Placeholder 14">
            <a:extLst>
              <a:ext uri="{FF2B5EF4-FFF2-40B4-BE49-F238E27FC236}">
                <a16:creationId xmlns:a16="http://schemas.microsoft.com/office/drawing/2014/main" id="{8BE58806-493A-43A7-588A-8383D4BFD9E2}"/>
              </a:ext>
            </a:extLst>
          </p:cNvPr>
          <p:cNvSpPr>
            <a:spLocks noGrp="1"/>
          </p:cNvSpPr>
          <p:nvPr>
            <p:ph sz="quarter" idx="18"/>
          </p:nvPr>
        </p:nvSpPr>
        <p:spPr>
          <a:xfrm>
            <a:off x="4781551" y="552450"/>
            <a:ext cx="6856412" cy="5614988"/>
          </a:xfrm>
        </p:spPr>
        <p:txBody>
          <a:bodyPr/>
          <a:lstStyle>
            <a:lvl1pPr>
              <a:defRPr sz="1800" b="1">
                <a:solidFill>
                  <a:schemeClr val="tx2"/>
                </a:solidFill>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ext Placeholder 7">
            <a:extLst>
              <a:ext uri="{FF2B5EF4-FFF2-40B4-BE49-F238E27FC236}">
                <a16:creationId xmlns:a16="http://schemas.microsoft.com/office/drawing/2014/main" id="{10CFFF09-1B4E-AF15-7727-AEE05D2B9337}"/>
              </a:ext>
            </a:extLst>
          </p:cNvPr>
          <p:cNvSpPr>
            <a:spLocks noGrp="1"/>
          </p:cNvSpPr>
          <p:nvPr>
            <p:ph type="body" sz="quarter" idx="19"/>
          </p:nvPr>
        </p:nvSpPr>
        <p:spPr>
          <a:xfrm>
            <a:off x="554037" y="1849437"/>
            <a:ext cx="3300984" cy="3443288"/>
          </a:xfrm>
        </p:spPr>
        <p:txBody>
          <a:bodyPr r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206D645F-EF5E-2DD0-E21D-61E2C4F507C7}"/>
              </a:ext>
            </a:extLst>
          </p:cNvPr>
          <p:cNvGrpSpPr/>
          <p:nvPr userDrawn="1"/>
        </p:nvGrpSpPr>
        <p:grpSpPr>
          <a:xfrm>
            <a:off x="12356815" y="0"/>
            <a:ext cx="756834" cy="6872642"/>
            <a:chOff x="12356815" y="0"/>
            <a:chExt cx="756834" cy="6872642"/>
          </a:xfrm>
        </p:grpSpPr>
        <p:sp>
          <p:nvSpPr>
            <p:cNvPr id="8" name="Rectangle 7">
              <a:extLst>
                <a:ext uri="{FF2B5EF4-FFF2-40B4-BE49-F238E27FC236}">
                  <a16:creationId xmlns:a16="http://schemas.microsoft.com/office/drawing/2014/main" id="{DA131432-2F79-C479-6494-ABD260C05EDE}"/>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0" name="TextBox 9">
              <a:extLst>
                <a:ext uri="{FF2B5EF4-FFF2-40B4-BE49-F238E27FC236}">
                  <a16:creationId xmlns:a16="http://schemas.microsoft.com/office/drawing/2014/main" id="{7B564435-9EC7-3BC2-156C-0785FDC35E68}"/>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4" name="Rectangle 13">
              <a:extLst>
                <a:ext uri="{FF2B5EF4-FFF2-40B4-BE49-F238E27FC236}">
                  <a16:creationId xmlns:a16="http://schemas.microsoft.com/office/drawing/2014/main" id="{42AB0DDE-5C88-98C8-3C5C-3C5CC62D0745}"/>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5" name="Group 14">
              <a:extLst>
                <a:ext uri="{FF2B5EF4-FFF2-40B4-BE49-F238E27FC236}">
                  <a16:creationId xmlns:a16="http://schemas.microsoft.com/office/drawing/2014/main" id="{01BACE7C-C220-DEAE-0716-4972F2A18775}"/>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6A8AD40E-7A4D-0E1A-010D-4DAD932B2CAE}"/>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9AF8F7B7-AE03-3CD4-A67D-2136305D3782}"/>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E36F6B03-AAA6-5632-4028-2C0A1DF97CB8}"/>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4BFE21C9-DBC9-F155-4BF9-13B04F5830C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3C1EDD09-CC68-2524-CB30-0EA849EA3C77}"/>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D32C63FB-9A9D-4308-1B0F-E9EE0EDD0DCA}"/>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0E131F75-9D55-847C-BA4C-9FE0F51E7E6D}"/>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BA10E3B2-4B71-8024-21FC-6B56537047C3}"/>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3D293228-817B-0E9F-25E3-43683C98A62F}"/>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3CDB9FDD-FADB-60D7-8AE4-F3BC0BD53065}"/>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6" name="Group 15">
              <a:extLst>
                <a:ext uri="{FF2B5EF4-FFF2-40B4-BE49-F238E27FC236}">
                  <a16:creationId xmlns:a16="http://schemas.microsoft.com/office/drawing/2014/main" id="{DFB4560E-5706-1261-FEC6-0B01E02FDBF2}"/>
                </a:ext>
              </a:extLst>
            </p:cNvPr>
            <p:cNvGrpSpPr/>
            <p:nvPr userDrawn="1"/>
          </p:nvGrpSpPr>
          <p:grpSpPr>
            <a:xfrm>
              <a:off x="12442019" y="198485"/>
              <a:ext cx="382660" cy="2882942"/>
              <a:chOff x="12742785" y="3716048"/>
              <a:chExt cx="316248" cy="3171236"/>
            </a:xfrm>
          </p:grpSpPr>
          <p:sp>
            <p:nvSpPr>
              <p:cNvPr id="18" name="Rectangle 17">
                <a:extLst>
                  <a:ext uri="{FF2B5EF4-FFF2-40B4-BE49-F238E27FC236}">
                    <a16:creationId xmlns:a16="http://schemas.microsoft.com/office/drawing/2014/main" id="{090A1FEC-0D59-628A-07EA-C8940996B5A8}"/>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AC1B4C94-54D1-6D3E-0ABA-CF3D1EF9DE9A}"/>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1982F258-3AEE-E5F6-D3DF-49E52BD6DAA1}"/>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7C517EE3-A3AC-3406-D478-95459DE3BA3C}"/>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F4B53F21-0F4A-EAEB-89E7-8E15A673FA99}"/>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851973B5-8004-2BD0-0C2A-FCF9E3D3990E}"/>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611745AC-5BAF-1204-AF99-08ED71A4BDEF}"/>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2708B095-015A-5F08-C940-2971189634E5}"/>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CC81416D-285B-84BA-A7DB-2D720E262F2B}"/>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3C11B130-C22C-4A9B-7B2C-C4A9E4C07FF4}"/>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7" name="TextBox 16">
              <a:extLst>
                <a:ext uri="{FF2B5EF4-FFF2-40B4-BE49-F238E27FC236}">
                  <a16:creationId xmlns:a16="http://schemas.microsoft.com/office/drawing/2014/main" id="{B545C8DD-8A11-FC9A-DF68-87FC472CA2E3}"/>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8D7D01BB-123A-A276-F3CC-C4FDB3F91CE7}"/>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923485072"/>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1 Column">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0" name="Title 9">
            <a:extLst>
              <a:ext uri="{FF2B5EF4-FFF2-40B4-BE49-F238E27FC236}">
                <a16:creationId xmlns:a16="http://schemas.microsoft.com/office/drawing/2014/main" id="{8E2B9BA9-73F8-28A2-869E-838E80997668}"/>
              </a:ext>
            </a:extLst>
          </p:cNvPr>
          <p:cNvSpPr>
            <a:spLocks noGrp="1"/>
          </p:cNvSpPr>
          <p:nvPr>
            <p:ph type="title"/>
          </p:nvPr>
        </p:nvSpPr>
        <p:spPr>
          <a:xfrm>
            <a:off x="546100" y="552450"/>
            <a:ext cx="11091862" cy="434975"/>
          </a:xfrm>
        </p:spPr>
        <p:txBody>
          <a:bodyPr/>
          <a:lstStyle/>
          <a:p>
            <a:r>
              <a:rPr lang="en-US"/>
              <a:t>Click to edit Master title style</a:t>
            </a:r>
          </a:p>
        </p:txBody>
      </p:sp>
      <p:sp>
        <p:nvSpPr>
          <p:cNvPr id="3" name="Content Placeholder 3">
            <a:extLst>
              <a:ext uri="{FF2B5EF4-FFF2-40B4-BE49-F238E27FC236}">
                <a16:creationId xmlns:a16="http://schemas.microsoft.com/office/drawing/2014/main" id="{506B7D9A-8BD0-5502-C579-8561F103F261}"/>
              </a:ext>
            </a:extLst>
          </p:cNvPr>
          <p:cNvSpPr>
            <a:spLocks noGrp="1"/>
          </p:cNvSpPr>
          <p:nvPr>
            <p:ph sz="half" idx="2"/>
          </p:nvPr>
        </p:nvSpPr>
        <p:spPr>
          <a:xfrm>
            <a:off x="546100" y="1849438"/>
            <a:ext cx="9672637"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Freeform 5">
            <a:extLst>
              <a:ext uri="{FF2B5EF4-FFF2-40B4-BE49-F238E27FC236}">
                <a16:creationId xmlns:a16="http://schemas.microsoft.com/office/drawing/2014/main" id="{2C85CF37-61E7-96B9-82FD-13B91452A340}"/>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6" name="Text Placeholder 15">
            <a:extLst>
              <a:ext uri="{FF2B5EF4-FFF2-40B4-BE49-F238E27FC236}">
                <a16:creationId xmlns:a16="http://schemas.microsoft.com/office/drawing/2014/main" id="{AFC29369-935E-1E53-CDD2-12BC112FBFB4}"/>
              </a:ext>
            </a:extLst>
          </p:cNvPr>
          <p:cNvSpPr>
            <a:spLocks noGrp="1"/>
          </p:cNvSpPr>
          <p:nvPr>
            <p:ph type="body" sz="quarter" idx="17"/>
          </p:nvPr>
        </p:nvSpPr>
        <p:spPr>
          <a:xfrm>
            <a:off x="546101" y="1127125"/>
            <a:ext cx="11091862" cy="292101"/>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8" name="Text Placeholder 17">
            <a:extLst>
              <a:ext uri="{FF2B5EF4-FFF2-40B4-BE49-F238E27FC236}">
                <a16:creationId xmlns:a16="http://schemas.microsoft.com/office/drawing/2014/main" id="{E78755CC-4D8C-AEDB-963F-10EFA240ED6E}"/>
              </a:ext>
            </a:extLst>
          </p:cNvPr>
          <p:cNvSpPr>
            <a:spLocks noGrp="1"/>
          </p:cNvSpPr>
          <p:nvPr>
            <p:ph type="body" sz="quarter" idx="18"/>
          </p:nvPr>
        </p:nvSpPr>
        <p:spPr>
          <a:xfrm>
            <a:off x="546100" y="6019800"/>
            <a:ext cx="6851649" cy="29210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AAFA5D60-1BF6-C0E4-ACD2-D4691DFD435B}"/>
              </a:ext>
            </a:extLst>
          </p:cNvPr>
          <p:cNvGrpSpPr/>
          <p:nvPr userDrawn="1"/>
        </p:nvGrpSpPr>
        <p:grpSpPr>
          <a:xfrm>
            <a:off x="12356815" y="0"/>
            <a:ext cx="756834" cy="6872642"/>
            <a:chOff x="12356815" y="0"/>
            <a:chExt cx="756834" cy="6872642"/>
          </a:xfrm>
        </p:grpSpPr>
        <p:sp>
          <p:nvSpPr>
            <p:cNvPr id="5" name="Rectangle 4">
              <a:extLst>
                <a:ext uri="{FF2B5EF4-FFF2-40B4-BE49-F238E27FC236}">
                  <a16:creationId xmlns:a16="http://schemas.microsoft.com/office/drawing/2014/main" id="{F3C83DD1-08BC-4508-921A-AACFD47F15A8}"/>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011DE3BF-3AC2-76D6-0F30-10DA96B9738A}"/>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F1840331-3717-C295-F911-FB685FDC9CA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1" name="Group 10">
              <a:extLst>
                <a:ext uri="{FF2B5EF4-FFF2-40B4-BE49-F238E27FC236}">
                  <a16:creationId xmlns:a16="http://schemas.microsoft.com/office/drawing/2014/main" id="{0A34E91D-E19D-8290-C7BA-01975E2CAAA5}"/>
                </a:ext>
              </a:extLst>
            </p:cNvPr>
            <p:cNvGrpSpPr/>
            <p:nvPr userDrawn="1"/>
          </p:nvGrpSpPr>
          <p:grpSpPr>
            <a:xfrm>
              <a:off x="12442019" y="3791214"/>
              <a:ext cx="382660" cy="2882942"/>
              <a:chOff x="14001569" y="3716048"/>
              <a:chExt cx="316248" cy="3171236"/>
            </a:xfrm>
          </p:grpSpPr>
          <p:sp>
            <p:nvSpPr>
              <p:cNvPr id="26" name="Rectangle 25">
                <a:extLst>
                  <a:ext uri="{FF2B5EF4-FFF2-40B4-BE49-F238E27FC236}">
                    <a16:creationId xmlns:a16="http://schemas.microsoft.com/office/drawing/2014/main" id="{B5E4DC7F-2A2D-3821-7141-0E4D078602B3}"/>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0557C207-C087-530B-4D7C-1DE6625CE47B}"/>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4CBCF4F6-7208-9C98-0CA3-C2954AEBFD00}"/>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9DBD30A4-4203-0972-631A-AD179EBA54B2}"/>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17000F84-5BF8-EF3F-EA16-1675F8AA2485}"/>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06E02548-EBD0-A670-C557-A8C7DE70D18F}"/>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132EC4BE-AA84-72BA-4609-B89A2FC46358}"/>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6E22CB18-CAB6-428B-E775-8674AFDE7839}"/>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1ACCA936-86D3-58E7-BE82-2B6BF8F86AB9}"/>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276861D4-4CFA-5793-9FA4-3F230CC73562}"/>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167DED18-8B33-9C74-FBD8-F6128DD882EC}"/>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D80D2DE5-0500-B1D2-2980-4BA0EB450F66}"/>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88E4985A-3886-7F58-FFBA-71D1DF6F3057}"/>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6069BF47-4B33-3988-332A-D04DB0E17EDC}"/>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15129CC4-90C1-EADF-D8E0-A4B9C768F136}"/>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5C4C3037-DBC7-33CB-06C6-C7AD65FF3189}"/>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79D01A2A-4B9B-22A7-F40C-66AECD57B30E}"/>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213ACA34-01B1-1F9E-4993-B9D45C57A212}"/>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4DFB98CA-CA73-10FA-AF3F-3F0AC0960BFF}"/>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93C51A55-A1FB-19F6-22BB-5F103E6331A8}"/>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2D7B9B18-FCB3-238E-7C3D-F1D0B7624B0C}"/>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4094CB9B-786C-BC20-5B2F-A77DE97E9A56}"/>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6" name="TextBox 35">
            <a:extLst>
              <a:ext uri="{FF2B5EF4-FFF2-40B4-BE49-F238E27FC236}">
                <a16:creationId xmlns:a16="http://schemas.microsoft.com/office/drawing/2014/main" id="{F47A08C9-DEED-9C93-F77B-8BC687865ED6}"/>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521141777"/>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1 Column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1" name="Title 10">
            <a:extLst>
              <a:ext uri="{FF2B5EF4-FFF2-40B4-BE49-F238E27FC236}">
                <a16:creationId xmlns:a16="http://schemas.microsoft.com/office/drawing/2014/main" id="{DE7DA74E-D875-C25E-3313-FF110AB47A00}"/>
              </a:ext>
            </a:extLst>
          </p:cNvPr>
          <p:cNvSpPr>
            <a:spLocks noGrp="1"/>
          </p:cNvSpPr>
          <p:nvPr>
            <p:ph type="title"/>
          </p:nvPr>
        </p:nvSpPr>
        <p:spPr>
          <a:xfrm>
            <a:off x="546100" y="552450"/>
            <a:ext cx="11091861" cy="434975"/>
          </a:xfrm>
        </p:spPr>
        <p:txBody>
          <a:bodyPr/>
          <a:lstStyle/>
          <a:p>
            <a:r>
              <a:rPr lang="en-US"/>
              <a:t>Click to edit Master title style</a:t>
            </a:r>
          </a:p>
        </p:txBody>
      </p:sp>
      <p:sp>
        <p:nvSpPr>
          <p:cNvPr id="2" name="Freeform 5">
            <a:extLst>
              <a:ext uri="{FF2B5EF4-FFF2-40B4-BE49-F238E27FC236}">
                <a16:creationId xmlns:a16="http://schemas.microsoft.com/office/drawing/2014/main" id="{350075EE-B234-372B-92E8-BAF5D3459DD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2" name="Text Placeholder 11">
            <a:extLst>
              <a:ext uri="{FF2B5EF4-FFF2-40B4-BE49-F238E27FC236}">
                <a16:creationId xmlns:a16="http://schemas.microsoft.com/office/drawing/2014/main" id="{B8003664-EBF7-AE05-456F-9D95210B1FB2}"/>
              </a:ext>
            </a:extLst>
          </p:cNvPr>
          <p:cNvSpPr>
            <a:spLocks noGrp="1"/>
          </p:cNvSpPr>
          <p:nvPr>
            <p:ph type="body" sz="quarter" idx="18"/>
          </p:nvPr>
        </p:nvSpPr>
        <p:spPr>
          <a:xfrm>
            <a:off x="546100" y="1127125"/>
            <a:ext cx="11094211"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6" name="Text Placeholder 15">
            <a:extLst>
              <a:ext uri="{FF2B5EF4-FFF2-40B4-BE49-F238E27FC236}">
                <a16:creationId xmlns:a16="http://schemas.microsoft.com/office/drawing/2014/main" id="{16D968B0-C3F6-E6DA-D6B9-30DDABFEC5AE}"/>
              </a:ext>
            </a:extLst>
          </p:cNvPr>
          <p:cNvSpPr>
            <a:spLocks noGrp="1"/>
          </p:cNvSpPr>
          <p:nvPr>
            <p:ph type="body" sz="quarter" idx="19" hasCustomPrompt="1"/>
          </p:nvPr>
        </p:nvSpPr>
        <p:spPr>
          <a:xfrm>
            <a:off x="546100" y="6019800"/>
            <a:ext cx="6851650"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add footnotes or disclaimer information</a:t>
            </a:r>
          </a:p>
        </p:txBody>
      </p:sp>
      <p:sp>
        <p:nvSpPr>
          <p:cNvPr id="26" name="Content Placeholder 25">
            <a:extLst>
              <a:ext uri="{FF2B5EF4-FFF2-40B4-BE49-F238E27FC236}">
                <a16:creationId xmlns:a16="http://schemas.microsoft.com/office/drawing/2014/main" id="{8063A536-29D2-B27C-39FB-210C8061D1E6}"/>
              </a:ext>
            </a:extLst>
          </p:cNvPr>
          <p:cNvSpPr>
            <a:spLocks noGrp="1"/>
          </p:cNvSpPr>
          <p:nvPr>
            <p:ph sz="quarter" idx="22"/>
          </p:nvPr>
        </p:nvSpPr>
        <p:spPr>
          <a:xfrm>
            <a:off x="546100" y="2425700"/>
            <a:ext cx="9683750"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8" name="Text Placeholder 27">
            <a:extLst>
              <a:ext uri="{FF2B5EF4-FFF2-40B4-BE49-F238E27FC236}">
                <a16:creationId xmlns:a16="http://schemas.microsoft.com/office/drawing/2014/main" id="{DCA392B0-4552-D763-C268-BDEFD5644B54}"/>
              </a:ext>
            </a:extLst>
          </p:cNvPr>
          <p:cNvSpPr>
            <a:spLocks noGrp="1"/>
          </p:cNvSpPr>
          <p:nvPr>
            <p:ph type="body" sz="quarter" idx="23"/>
          </p:nvPr>
        </p:nvSpPr>
        <p:spPr>
          <a:xfrm>
            <a:off x="546100" y="1849438"/>
            <a:ext cx="9683750" cy="296862"/>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3" name="Group 2">
            <a:extLst>
              <a:ext uri="{FF2B5EF4-FFF2-40B4-BE49-F238E27FC236}">
                <a16:creationId xmlns:a16="http://schemas.microsoft.com/office/drawing/2014/main" id="{FEDAF0C9-22E9-1538-3A8E-C69BDB9E5B10}"/>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B2B605C5-209A-AE04-E110-AAE66832E55C}"/>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FA62B6D3-783E-5918-2F56-810A76A88F8F}"/>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59F8005C-7196-D0CC-D646-6FC7DAABDF0E}"/>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EBE25E6A-0695-1179-A473-576681F25AE6}"/>
                </a:ext>
              </a:extLst>
            </p:cNvPr>
            <p:cNvGrpSpPr/>
            <p:nvPr userDrawn="1"/>
          </p:nvGrpSpPr>
          <p:grpSpPr>
            <a:xfrm>
              <a:off x="12442019" y="3791214"/>
              <a:ext cx="382660" cy="2882942"/>
              <a:chOff x="14001569" y="3716048"/>
              <a:chExt cx="316248" cy="3171236"/>
            </a:xfrm>
          </p:grpSpPr>
          <p:sp>
            <p:nvSpPr>
              <p:cNvPr id="25" name="Rectangle 24">
                <a:extLst>
                  <a:ext uri="{FF2B5EF4-FFF2-40B4-BE49-F238E27FC236}">
                    <a16:creationId xmlns:a16="http://schemas.microsoft.com/office/drawing/2014/main" id="{7819868D-4B3C-57A6-18EE-58D0783A8F2C}"/>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92700E38-77E2-C887-1649-D69D2CC80D70}"/>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2716805A-497B-BA8C-214A-315DC4E77ABE}"/>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270F99C6-BE65-2079-71F5-169DBE2955D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7CA18DDB-23AC-46CC-A7C5-741061E367E6}"/>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855C265E-46D1-C48A-B8F8-0A302507A74C}"/>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BAF2187E-E8D1-491F-10D9-ADC1D2CDF31B}"/>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E33471B4-0A71-AF7C-E5B6-72BFB8DB1619}"/>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B1F84EE4-1EBC-4A84-CDB4-810953E34508}"/>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D6BEDECE-7D6A-B180-3B35-7BCD259DEA22}"/>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1F541929-E560-7ECA-912B-85BBCF91580C}"/>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B13FAA65-568D-3635-C8B2-8388AC96C064}"/>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6DDC5944-2C64-3A16-790A-287AC93D17F2}"/>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1E38E1C8-28FE-AA26-770A-FCD37B544AAF}"/>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5ABC8508-4A9B-720F-38D4-35C8B49D341E}"/>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B2A745B2-4539-5D3A-FA6F-24036A718910}"/>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387B97C5-5746-4A18-9AD3-AD7A18A0D426}"/>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3A62D78E-6D70-6FAB-7133-F16E44E7047F}"/>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8859BABC-73BC-AEC3-0DE4-D43B2849C3A8}"/>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EE7CEC5A-406D-6510-617B-8CC2A2E6C745}"/>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A124740C-0970-E3B4-2F01-F72E02A9469C}"/>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F7137363-F6CB-A9EE-A864-DA4766ABCE89}"/>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601FF0C4-D459-8DBE-24BC-CFC7400613DD}"/>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015682042"/>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1 Column - 2 lines Title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1" name="Title 10">
            <a:extLst>
              <a:ext uri="{FF2B5EF4-FFF2-40B4-BE49-F238E27FC236}">
                <a16:creationId xmlns:a16="http://schemas.microsoft.com/office/drawing/2014/main" id="{DE7DA74E-D875-C25E-3313-FF110AB47A00}"/>
              </a:ext>
            </a:extLst>
          </p:cNvPr>
          <p:cNvSpPr>
            <a:spLocks noGrp="1"/>
          </p:cNvSpPr>
          <p:nvPr>
            <p:ph type="title" hasCustomPrompt="1"/>
          </p:nvPr>
        </p:nvSpPr>
        <p:spPr>
          <a:xfrm>
            <a:off x="546100" y="552450"/>
            <a:ext cx="11091861" cy="928909"/>
          </a:xfrm>
        </p:spPr>
        <p:txBody>
          <a:bodyPr>
            <a:spAutoFit/>
          </a:bodyPr>
          <a:lstStyle/>
          <a:p>
            <a:r>
              <a:rPr lang="en-US"/>
              <a:t>2 line title</a:t>
            </a:r>
            <a:br>
              <a:rPr lang="en-US"/>
            </a:br>
            <a:r>
              <a:rPr lang="en-US"/>
              <a:t>Click to edit Master title style</a:t>
            </a:r>
          </a:p>
        </p:txBody>
      </p:sp>
      <p:sp>
        <p:nvSpPr>
          <p:cNvPr id="2" name="Freeform 5">
            <a:extLst>
              <a:ext uri="{FF2B5EF4-FFF2-40B4-BE49-F238E27FC236}">
                <a16:creationId xmlns:a16="http://schemas.microsoft.com/office/drawing/2014/main" id="{350075EE-B234-372B-92E8-BAF5D3459DD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6" name="Text Placeholder 15">
            <a:extLst>
              <a:ext uri="{FF2B5EF4-FFF2-40B4-BE49-F238E27FC236}">
                <a16:creationId xmlns:a16="http://schemas.microsoft.com/office/drawing/2014/main" id="{16D968B0-C3F6-E6DA-D6B9-30DDABFEC5AE}"/>
              </a:ext>
            </a:extLst>
          </p:cNvPr>
          <p:cNvSpPr>
            <a:spLocks noGrp="1"/>
          </p:cNvSpPr>
          <p:nvPr>
            <p:ph type="body" sz="quarter" idx="19" hasCustomPrompt="1"/>
          </p:nvPr>
        </p:nvSpPr>
        <p:spPr>
          <a:xfrm>
            <a:off x="546100" y="6019800"/>
            <a:ext cx="6851650"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add footnotes or disclaimer information</a:t>
            </a:r>
          </a:p>
        </p:txBody>
      </p:sp>
      <p:sp>
        <p:nvSpPr>
          <p:cNvPr id="26" name="Content Placeholder 25">
            <a:extLst>
              <a:ext uri="{FF2B5EF4-FFF2-40B4-BE49-F238E27FC236}">
                <a16:creationId xmlns:a16="http://schemas.microsoft.com/office/drawing/2014/main" id="{8063A536-29D2-B27C-39FB-210C8061D1E6}"/>
              </a:ext>
            </a:extLst>
          </p:cNvPr>
          <p:cNvSpPr>
            <a:spLocks noGrp="1"/>
          </p:cNvSpPr>
          <p:nvPr>
            <p:ph sz="quarter" idx="22"/>
          </p:nvPr>
        </p:nvSpPr>
        <p:spPr>
          <a:xfrm>
            <a:off x="546100" y="2425700"/>
            <a:ext cx="9683750"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8" name="Text Placeholder 27">
            <a:extLst>
              <a:ext uri="{FF2B5EF4-FFF2-40B4-BE49-F238E27FC236}">
                <a16:creationId xmlns:a16="http://schemas.microsoft.com/office/drawing/2014/main" id="{DCA392B0-4552-D763-C268-BDEFD5644B54}"/>
              </a:ext>
            </a:extLst>
          </p:cNvPr>
          <p:cNvSpPr>
            <a:spLocks noGrp="1"/>
          </p:cNvSpPr>
          <p:nvPr>
            <p:ph type="body" sz="quarter" idx="23"/>
          </p:nvPr>
        </p:nvSpPr>
        <p:spPr>
          <a:xfrm>
            <a:off x="546100" y="1849438"/>
            <a:ext cx="9683750" cy="296862"/>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3" name="Group 2">
            <a:extLst>
              <a:ext uri="{FF2B5EF4-FFF2-40B4-BE49-F238E27FC236}">
                <a16:creationId xmlns:a16="http://schemas.microsoft.com/office/drawing/2014/main" id="{7B280B2F-E0D2-E445-A43F-CE3D939A6BC5}"/>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2EEB67F0-4C18-8EF8-C6B1-CA0034BBC861}"/>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AD2A6CE5-972C-490D-C1AC-90424D8AC2C8}"/>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9233A294-4002-E8AF-2498-A9C90444EDC8}"/>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EC3569C9-EF47-ADD5-7A22-9C57334B0278}"/>
                </a:ext>
              </a:extLst>
            </p:cNvPr>
            <p:cNvGrpSpPr/>
            <p:nvPr userDrawn="1"/>
          </p:nvGrpSpPr>
          <p:grpSpPr>
            <a:xfrm>
              <a:off x="12442019" y="3791214"/>
              <a:ext cx="382660" cy="2882942"/>
              <a:chOff x="14001569" y="3716048"/>
              <a:chExt cx="316248" cy="3171236"/>
            </a:xfrm>
          </p:grpSpPr>
          <p:sp>
            <p:nvSpPr>
              <p:cNvPr id="24" name="Rectangle 23">
                <a:extLst>
                  <a:ext uri="{FF2B5EF4-FFF2-40B4-BE49-F238E27FC236}">
                    <a16:creationId xmlns:a16="http://schemas.microsoft.com/office/drawing/2014/main" id="{B56494D4-65F2-DAED-5D60-66A93DC839D1}"/>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8A1988AE-3A33-4009-CEEA-2991067F409E}"/>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0F28DF76-F40D-B109-97F0-DAC7FA3BC4FE}"/>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42462988-5F36-1632-DBDD-4D4D79B86149}"/>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825E47CF-320F-1CDA-3BDC-81757EDD22FE}"/>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9D5048C8-2F5A-7F89-F92C-938E1E07A687}"/>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39005A8E-2F3B-8314-9DD3-887550DDFBC5}"/>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23B70263-5EA1-8706-96D5-A56ACF7210FB}"/>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A6CE458B-192E-D655-53BF-1DA33DAA6CB1}"/>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FA7F7C96-A7E2-B08C-5C26-638541F5559C}"/>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E6D131C5-635A-5C82-F30A-9026783598C5}"/>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5BA8F073-4A78-A4A5-A377-0473AE16EDB9}"/>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4" name="Rectangle 13">
                <a:extLst>
                  <a:ext uri="{FF2B5EF4-FFF2-40B4-BE49-F238E27FC236}">
                    <a16:creationId xmlns:a16="http://schemas.microsoft.com/office/drawing/2014/main" id="{0F55F512-9485-060A-599B-6B741BEDCD64}"/>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B3326273-C79F-05A8-ED1E-6DB4C5E231B8}"/>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A67673CD-BC9F-F88A-2294-29C38A2A8D84}"/>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E5799038-A93D-E315-C0E6-010823DFC636}"/>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DE1CD8D8-25F9-E72D-95F1-68B9FCE562D0}"/>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2B8DDE43-CC8E-B475-9F0E-97FEA56931EF}"/>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3A601239-6AE7-70FC-2016-3CA5B18C05F9}"/>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A2710675-6AF5-8C1E-AABC-A5B02E66A7A6}"/>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7A6B0B16-F060-A419-2F9E-3C26EE32C7C5}"/>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B079056F-476F-B051-2392-A928D4981DE1}"/>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6" name="TextBox 35">
            <a:extLst>
              <a:ext uri="{FF2B5EF4-FFF2-40B4-BE49-F238E27FC236}">
                <a16:creationId xmlns:a16="http://schemas.microsoft.com/office/drawing/2014/main" id="{778721F1-046A-68F6-6AE2-7EDDE4425B5A}"/>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034765142"/>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2 Column, Equal">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2" name="Title 11">
            <a:extLst>
              <a:ext uri="{FF2B5EF4-FFF2-40B4-BE49-F238E27FC236}">
                <a16:creationId xmlns:a16="http://schemas.microsoft.com/office/drawing/2014/main" id="{E91C9FC0-5A4D-B663-9FBA-261AA765C0A6}"/>
              </a:ext>
            </a:extLst>
          </p:cNvPr>
          <p:cNvSpPr>
            <a:spLocks noGrp="1"/>
          </p:cNvSpPr>
          <p:nvPr>
            <p:ph type="title"/>
          </p:nvPr>
        </p:nvSpPr>
        <p:spPr>
          <a:xfrm>
            <a:off x="546100" y="552449"/>
            <a:ext cx="11091861" cy="434975"/>
          </a:xfrm>
        </p:spPr>
        <p:txBody>
          <a:bodyPr/>
          <a:lstStyle/>
          <a:p>
            <a:r>
              <a:rPr lang="en-US"/>
              <a:t>Click to edit Master title style</a:t>
            </a:r>
          </a:p>
        </p:txBody>
      </p:sp>
      <p:sp>
        <p:nvSpPr>
          <p:cNvPr id="4" name="Freeform 5">
            <a:extLst>
              <a:ext uri="{FF2B5EF4-FFF2-40B4-BE49-F238E27FC236}">
                <a16:creationId xmlns:a16="http://schemas.microsoft.com/office/drawing/2014/main" id="{87E865E7-C3CB-8EB7-5B8A-C0FE32443EA1}"/>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1" name="Text Placeholder 10">
            <a:extLst>
              <a:ext uri="{FF2B5EF4-FFF2-40B4-BE49-F238E27FC236}">
                <a16:creationId xmlns:a16="http://schemas.microsoft.com/office/drawing/2014/main" id="{89FE669B-9179-2192-FE7E-E7F257EFD40C}"/>
              </a:ext>
            </a:extLst>
          </p:cNvPr>
          <p:cNvSpPr>
            <a:spLocks noGrp="1"/>
          </p:cNvSpPr>
          <p:nvPr>
            <p:ph type="body" sz="quarter" idx="21"/>
          </p:nvPr>
        </p:nvSpPr>
        <p:spPr>
          <a:xfrm>
            <a:off x="546100" y="1127125"/>
            <a:ext cx="11094211"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6" name="Text Placeholder 15">
            <a:extLst>
              <a:ext uri="{FF2B5EF4-FFF2-40B4-BE49-F238E27FC236}">
                <a16:creationId xmlns:a16="http://schemas.microsoft.com/office/drawing/2014/main" id="{799DC228-25E7-A515-7C6E-578A7287752D}"/>
              </a:ext>
            </a:extLst>
          </p:cNvPr>
          <p:cNvSpPr>
            <a:spLocks noGrp="1"/>
          </p:cNvSpPr>
          <p:nvPr>
            <p:ph type="body" sz="quarter" idx="22"/>
          </p:nvPr>
        </p:nvSpPr>
        <p:spPr>
          <a:xfrm>
            <a:off x="546100" y="6019800"/>
            <a:ext cx="685165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23" name="Content Placeholder 22">
            <a:extLst>
              <a:ext uri="{FF2B5EF4-FFF2-40B4-BE49-F238E27FC236}">
                <a16:creationId xmlns:a16="http://schemas.microsoft.com/office/drawing/2014/main" id="{ADE7A618-3F91-D576-7D4B-F03CA5E408BF}"/>
              </a:ext>
            </a:extLst>
          </p:cNvPr>
          <p:cNvSpPr>
            <a:spLocks noGrp="1"/>
          </p:cNvSpPr>
          <p:nvPr>
            <p:ph sz="quarter" idx="23"/>
          </p:nvPr>
        </p:nvSpPr>
        <p:spPr>
          <a:xfrm>
            <a:off x="546100" y="1849438"/>
            <a:ext cx="5443537"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5" name="Content Placeholder 24">
            <a:extLst>
              <a:ext uri="{FF2B5EF4-FFF2-40B4-BE49-F238E27FC236}">
                <a16:creationId xmlns:a16="http://schemas.microsoft.com/office/drawing/2014/main" id="{F2FCD4E4-D365-CC7E-80F7-3790352FE369}"/>
              </a:ext>
            </a:extLst>
          </p:cNvPr>
          <p:cNvSpPr>
            <a:spLocks noGrp="1"/>
          </p:cNvSpPr>
          <p:nvPr>
            <p:ph sz="quarter" idx="24"/>
          </p:nvPr>
        </p:nvSpPr>
        <p:spPr>
          <a:xfrm>
            <a:off x="6194425" y="1849438"/>
            <a:ext cx="5443537"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0E8F11E5-87AF-F91C-44F4-462F24B188B3}"/>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9D1668B1-1990-F418-52AB-C50DC72CF39C}"/>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960F3F74-750D-D21D-1F0B-9297D52E6A77}"/>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0DFC5CB5-0254-2BE6-4930-02409074AD0D}"/>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74AE7B5D-A627-3F92-7097-A44213BAA2DB}"/>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731C6BE1-373D-CAFA-14A2-E1B3DB273196}"/>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401B8FDE-4AB7-C1C5-9497-FC9C8F3E5732}"/>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7381CD97-A72C-165C-D78A-0A249EABF0B6}"/>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0393CBD1-2C84-FB25-7AA2-A0C91F725E75}"/>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C4427951-1449-F2EF-980E-99AF4027C12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E53DE0DE-CE03-A0A7-CBDC-FB6BB23086B9}"/>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B0590AF1-5B69-CBEE-D7E3-FD3A4CF55C4D}"/>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3B259F62-06FC-2BBA-5DCE-C693D78AC195}"/>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350F7468-0139-9755-A726-5A6A2CB1246E}"/>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97E895C1-D1EA-4711-69DE-03B89EF5EDAA}"/>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A001478C-0438-829A-D72E-0C06E4D67FA5}"/>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3B1C42BD-DDE7-BF3C-AF40-5AA56A5C6486}"/>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54421D5F-F49C-9252-6CF4-423DC7219290}"/>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AF395AD2-DAF3-7CF3-C31F-951B87312722}"/>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03A6A57A-3A97-3AF8-8C54-CC3B412C5A70}"/>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E0F85024-3D08-1F6D-C0EB-6E5C3544C14D}"/>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71C6C2BC-C005-CEC6-B9E6-6A6AB43BEB5B}"/>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8C20EE8A-2A42-D4B0-B8B5-523C5957C3B3}"/>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B7F5C9BA-EFD5-B850-BBD2-2F45C77F57D0}"/>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43DDDA32-B281-8B74-D15E-C4F505A6B1D6}"/>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BD64FAB9-8EDC-20CF-C31C-E2F3BFE05D16}"/>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5A9D5DB8-49BA-AD8F-BAF5-466CC632A05E}"/>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93A910E1-CAC3-609A-F08D-3721A2B3799F}"/>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93523899"/>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2 Column, Equal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8" name="Title 17">
            <a:extLst>
              <a:ext uri="{FF2B5EF4-FFF2-40B4-BE49-F238E27FC236}">
                <a16:creationId xmlns:a16="http://schemas.microsoft.com/office/drawing/2014/main" id="{EC9D0933-64E3-BFA1-9514-B7DF150292A4}"/>
              </a:ext>
            </a:extLst>
          </p:cNvPr>
          <p:cNvSpPr>
            <a:spLocks noGrp="1"/>
          </p:cNvSpPr>
          <p:nvPr>
            <p:ph type="title"/>
          </p:nvPr>
        </p:nvSpPr>
        <p:spPr>
          <a:xfrm>
            <a:off x="546100" y="552450"/>
            <a:ext cx="11091861" cy="434975"/>
          </a:xfrm>
        </p:spPr>
        <p:txBody>
          <a:bodyPr/>
          <a:lstStyle/>
          <a:p>
            <a:r>
              <a:rPr lang="en-US"/>
              <a:t>Click to edit Master title style</a:t>
            </a:r>
          </a:p>
        </p:txBody>
      </p:sp>
      <p:sp>
        <p:nvSpPr>
          <p:cNvPr id="5" name="Freeform 5">
            <a:extLst>
              <a:ext uri="{FF2B5EF4-FFF2-40B4-BE49-F238E27FC236}">
                <a16:creationId xmlns:a16="http://schemas.microsoft.com/office/drawing/2014/main" id="{815BB915-D4A3-4B77-441D-189B3126183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2" name="Text Placeholder 11">
            <a:extLst>
              <a:ext uri="{FF2B5EF4-FFF2-40B4-BE49-F238E27FC236}">
                <a16:creationId xmlns:a16="http://schemas.microsoft.com/office/drawing/2014/main" id="{5D9301CB-D124-C2F5-CEF2-1087073EEC8A}"/>
              </a:ext>
            </a:extLst>
          </p:cNvPr>
          <p:cNvSpPr>
            <a:spLocks noGrp="1"/>
          </p:cNvSpPr>
          <p:nvPr>
            <p:ph type="body" sz="quarter" idx="21"/>
          </p:nvPr>
        </p:nvSpPr>
        <p:spPr>
          <a:xfrm>
            <a:off x="546100" y="1127125"/>
            <a:ext cx="11097578" cy="292608"/>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4" name="Text Placeholder 13">
            <a:extLst>
              <a:ext uri="{FF2B5EF4-FFF2-40B4-BE49-F238E27FC236}">
                <a16:creationId xmlns:a16="http://schemas.microsoft.com/office/drawing/2014/main" id="{927E5978-3DC9-2522-00F6-781CF3B6DBE0}"/>
              </a:ext>
            </a:extLst>
          </p:cNvPr>
          <p:cNvSpPr>
            <a:spLocks noGrp="1"/>
          </p:cNvSpPr>
          <p:nvPr>
            <p:ph type="body" sz="quarter" idx="22"/>
          </p:nvPr>
        </p:nvSpPr>
        <p:spPr>
          <a:xfrm>
            <a:off x="546100" y="6019801"/>
            <a:ext cx="6851650"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30" name="Content Placeholder 29">
            <a:extLst>
              <a:ext uri="{FF2B5EF4-FFF2-40B4-BE49-F238E27FC236}">
                <a16:creationId xmlns:a16="http://schemas.microsoft.com/office/drawing/2014/main" id="{0BDF59AF-B2BA-5A83-3E07-990E126292C1}"/>
              </a:ext>
            </a:extLst>
          </p:cNvPr>
          <p:cNvSpPr>
            <a:spLocks noGrp="1"/>
          </p:cNvSpPr>
          <p:nvPr>
            <p:ph sz="quarter" idx="27"/>
          </p:nvPr>
        </p:nvSpPr>
        <p:spPr>
          <a:xfrm>
            <a:off x="546101" y="2425700"/>
            <a:ext cx="5445124"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2" name="Content Placeholder 31">
            <a:extLst>
              <a:ext uri="{FF2B5EF4-FFF2-40B4-BE49-F238E27FC236}">
                <a16:creationId xmlns:a16="http://schemas.microsoft.com/office/drawing/2014/main" id="{6F691F75-1851-7040-01A9-AB8C9E4CA60B}"/>
              </a:ext>
            </a:extLst>
          </p:cNvPr>
          <p:cNvSpPr>
            <a:spLocks noGrp="1"/>
          </p:cNvSpPr>
          <p:nvPr>
            <p:ph sz="quarter" idx="28"/>
          </p:nvPr>
        </p:nvSpPr>
        <p:spPr>
          <a:xfrm>
            <a:off x="6194425" y="2425700"/>
            <a:ext cx="5443538"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4" name="Text Placeholder 33">
            <a:extLst>
              <a:ext uri="{FF2B5EF4-FFF2-40B4-BE49-F238E27FC236}">
                <a16:creationId xmlns:a16="http://schemas.microsoft.com/office/drawing/2014/main" id="{5FE0CD66-027F-AA7D-2F1F-385DF569B800}"/>
              </a:ext>
            </a:extLst>
          </p:cNvPr>
          <p:cNvSpPr>
            <a:spLocks noGrp="1"/>
          </p:cNvSpPr>
          <p:nvPr>
            <p:ph type="body" sz="quarter" idx="29"/>
          </p:nvPr>
        </p:nvSpPr>
        <p:spPr>
          <a:xfrm>
            <a:off x="546100" y="1849436"/>
            <a:ext cx="5445125" cy="296864"/>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36" name="Text Placeholder 35">
            <a:extLst>
              <a:ext uri="{FF2B5EF4-FFF2-40B4-BE49-F238E27FC236}">
                <a16:creationId xmlns:a16="http://schemas.microsoft.com/office/drawing/2014/main" id="{3A72DFFD-6972-74A3-175B-07193979F2E8}"/>
              </a:ext>
            </a:extLst>
          </p:cNvPr>
          <p:cNvSpPr>
            <a:spLocks noGrp="1"/>
          </p:cNvSpPr>
          <p:nvPr>
            <p:ph type="body" sz="quarter" idx="30"/>
          </p:nvPr>
        </p:nvSpPr>
        <p:spPr>
          <a:xfrm>
            <a:off x="6194425" y="1849434"/>
            <a:ext cx="5443537" cy="296866"/>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226CEDAE-9F07-1C0C-6E9E-BB7BCDF8D27F}"/>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0F4816D7-3A80-BA68-F59C-705E7C62ED0D}"/>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4" name="TextBox 3">
              <a:extLst>
                <a:ext uri="{FF2B5EF4-FFF2-40B4-BE49-F238E27FC236}">
                  <a16:creationId xmlns:a16="http://schemas.microsoft.com/office/drawing/2014/main" id="{F7DD9259-F243-5A0B-900C-8570402A0E20}"/>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EA432BCD-E93E-2098-89BC-BE0C8316F127}"/>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1E629B40-79D5-42A5-F4DF-A2D85453151B}"/>
                </a:ext>
              </a:extLst>
            </p:cNvPr>
            <p:cNvGrpSpPr/>
            <p:nvPr userDrawn="1"/>
          </p:nvGrpSpPr>
          <p:grpSpPr>
            <a:xfrm>
              <a:off x="12442019" y="3791214"/>
              <a:ext cx="382660" cy="2882942"/>
              <a:chOff x="14001569" y="3716048"/>
              <a:chExt cx="316248" cy="3171236"/>
            </a:xfrm>
          </p:grpSpPr>
          <p:sp>
            <p:nvSpPr>
              <p:cNvPr id="25" name="Rectangle 24">
                <a:extLst>
                  <a:ext uri="{FF2B5EF4-FFF2-40B4-BE49-F238E27FC236}">
                    <a16:creationId xmlns:a16="http://schemas.microsoft.com/office/drawing/2014/main" id="{327DB983-63A8-7968-776C-03D3D6A0F7EE}"/>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50F7BE36-0B29-EE5B-61B9-A0FF40A6BC27}"/>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7484EA5A-B6CD-0FB4-9655-3BC1956850AB}"/>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ADAD8DDB-2C3E-1BD5-03C4-40975BA7E3EA}"/>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BF29BF7F-B872-0224-E924-83CEF4709DB9}"/>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E9C73C3F-19E1-AF5F-C1F4-7A353837016B}"/>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5CBD3428-3E1F-90DC-48EF-B4461E243C6F}"/>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EA2C0D84-EBEC-CE46-8ED4-BDC84A1C8F10}"/>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AD302B7E-2F55-2E93-4C55-C61E276D41B8}"/>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21CA36AA-154F-7C31-F63A-F7C298ACB6B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BDF25B36-B389-C624-36F6-31FBBDAA85A5}"/>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981D1DC1-3714-928B-019E-83A6011DB055}"/>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794C91FB-65A7-2437-1274-3E59976BB6ED}"/>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F16C61FC-3F15-281F-9978-400FC0D68F53}"/>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D2A1053B-3B83-B37F-2393-7450A6C149DC}"/>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285A330D-07DD-9B07-1F4A-F7E80D627A22}"/>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41A3E40B-587E-4951-7DEE-C96547B21EA4}"/>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B57FF93C-3CDA-5048-FEB5-2D02864A570D}"/>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C77A0EA5-2768-9B24-17A4-F7D9F496BA3D}"/>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E5D32CC4-C1AF-C546-6A35-7A60F7E4D85D}"/>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C712FAB3-7A5B-1236-3B7F-0EB28F02E9AB}"/>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1" name="TextBox 10">
              <a:extLst>
                <a:ext uri="{FF2B5EF4-FFF2-40B4-BE49-F238E27FC236}">
                  <a16:creationId xmlns:a16="http://schemas.microsoft.com/office/drawing/2014/main" id="{064AEEC9-1233-11A6-08E9-4906E4D0257A}"/>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C307FF3D-E53A-3D7B-8D5E-F25BB610B952}"/>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073451201"/>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2 Column - 2 line title - Equal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8" name="Title 17">
            <a:extLst>
              <a:ext uri="{FF2B5EF4-FFF2-40B4-BE49-F238E27FC236}">
                <a16:creationId xmlns:a16="http://schemas.microsoft.com/office/drawing/2014/main" id="{EC9D0933-64E3-BFA1-9514-B7DF150292A4}"/>
              </a:ext>
            </a:extLst>
          </p:cNvPr>
          <p:cNvSpPr>
            <a:spLocks noGrp="1"/>
          </p:cNvSpPr>
          <p:nvPr>
            <p:ph type="title" hasCustomPrompt="1"/>
          </p:nvPr>
        </p:nvSpPr>
        <p:spPr>
          <a:xfrm>
            <a:off x="546100" y="552450"/>
            <a:ext cx="11091861" cy="928909"/>
          </a:xfrm>
        </p:spPr>
        <p:txBody>
          <a:bodyPr>
            <a:spAutoFit/>
          </a:bodyPr>
          <a:lstStyle/>
          <a:p>
            <a:r>
              <a:rPr lang="en-US"/>
              <a:t>2 line title</a:t>
            </a:r>
            <a:br>
              <a:rPr lang="en-US"/>
            </a:br>
            <a:r>
              <a:rPr lang="en-US"/>
              <a:t>Click to edit Master title style</a:t>
            </a:r>
          </a:p>
        </p:txBody>
      </p:sp>
      <p:sp>
        <p:nvSpPr>
          <p:cNvPr id="5" name="Freeform 5">
            <a:extLst>
              <a:ext uri="{FF2B5EF4-FFF2-40B4-BE49-F238E27FC236}">
                <a16:creationId xmlns:a16="http://schemas.microsoft.com/office/drawing/2014/main" id="{815BB915-D4A3-4B77-441D-189B3126183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4" name="Text Placeholder 13">
            <a:extLst>
              <a:ext uri="{FF2B5EF4-FFF2-40B4-BE49-F238E27FC236}">
                <a16:creationId xmlns:a16="http://schemas.microsoft.com/office/drawing/2014/main" id="{927E5978-3DC9-2522-00F6-781CF3B6DBE0}"/>
              </a:ext>
            </a:extLst>
          </p:cNvPr>
          <p:cNvSpPr>
            <a:spLocks noGrp="1"/>
          </p:cNvSpPr>
          <p:nvPr>
            <p:ph type="body" sz="quarter" idx="22"/>
          </p:nvPr>
        </p:nvSpPr>
        <p:spPr>
          <a:xfrm>
            <a:off x="546100" y="6019801"/>
            <a:ext cx="6851650"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30" name="Content Placeholder 29">
            <a:extLst>
              <a:ext uri="{FF2B5EF4-FFF2-40B4-BE49-F238E27FC236}">
                <a16:creationId xmlns:a16="http://schemas.microsoft.com/office/drawing/2014/main" id="{0BDF59AF-B2BA-5A83-3E07-990E126292C1}"/>
              </a:ext>
            </a:extLst>
          </p:cNvPr>
          <p:cNvSpPr>
            <a:spLocks noGrp="1"/>
          </p:cNvSpPr>
          <p:nvPr>
            <p:ph sz="quarter" idx="27"/>
          </p:nvPr>
        </p:nvSpPr>
        <p:spPr>
          <a:xfrm>
            <a:off x="546101" y="2425700"/>
            <a:ext cx="5445124"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2" name="Content Placeholder 31">
            <a:extLst>
              <a:ext uri="{FF2B5EF4-FFF2-40B4-BE49-F238E27FC236}">
                <a16:creationId xmlns:a16="http://schemas.microsoft.com/office/drawing/2014/main" id="{6F691F75-1851-7040-01A9-AB8C9E4CA60B}"/>
              </a:ext>
            </a:extLst>
          </p:cNvPr>
          <p:cNvSpPr>
            <a:spLocks noGrp="1"/>
          </p:cNvSpPr>
          <p:nvPr>
            <p:ph sz="quarter" idx="28"/>
          </p:nvPr>
        </p:nvSpPr>
        <p:spPr>
          <a:xfrm>
            <a:off x="6194425" y="2425700"/>
            <a:ext cx="5443538"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4" name="Text Placeholder 33">
            <a:extLst>
              <a:ext uri="{FF2B5EF4-FFF2-40B4-BE49-F238E27FC236}">
                <a16:creationId xmlns:a16="http://schemas.microsoft.com/office/drawing/2014/main" id="{5FE0CD66-027F-AA7D-2F1F-385DF569B800}"/>
              </a:ext>
            </a:extLst>
          </p:cNvPr>
          <p:cNvSpPr>
            <a:spLocks noGrp="1"/>
          </p:cNvSpPr>
          <p:nvPr>
            <p:ph type="body" sz="quarter" idx="29"/>
          </p:nvPr>
        </p:nvSpPr>
        <p:spPr>
          <a:xfrm>
            <a:off x="546100" y="1849436"/>
            <a:ext cx="5445125" cy="296864"/>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36" name="Text Placeholder 35">
            <a:extLst>
              <a:ext uri="{FF2B5EF4-FFF2-40B4-BE49-F238E27FC236}">
                <a16:creationId xmlns:a16="http://schemas.microsoft.com/office/drawing/2014/main" id="{3A72DFFD-6972-74A3-175B-07193979F2E8}"/>
              </a:ext>
            </a:extLst>
          </p:cNvPr>
          <p:cNvSpPr>
            <a:spLocks noGrp="1"/>
          </p:cNvSpPr>
          <p:nvPr>
            <p:ph type="body" sz="quarter" idx="30"/>
          </p:nvPr>
        </p:nvSpPr>
        <p:spPr>
          <a:xfrm>
            <a:off x="6194425" y="1849434"/>
            <a:ext cx="5443537" cy="296866"/>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A023A96B-1BF9-D309-E58D-66F0C9D8471A}"/>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49F1DF92-ECAD-BF68-FDE6-F709D0D951C9}"/>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4" name="TextBox 3">
              <a:extLst>
                <a:ext uri="{FF2B5EF4-FFF2-40B4-BE49-F238E27FC236}">
                  <a16:creationId xmlns:a16="http://schemas.microsoft.com/office/drawing/2014/main" id="{8CAD21AF-032B-2021-CF3D-A8022FEFD066}"/>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DE1CC72B-1C70-C379-5BAC-324B2303E7E6}"/>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4E016C1E-66F1-891D-C460-E3A494D5AC4B}"/>
                </a:ext>
              </a:extLst>
            </p:cNvPr>
            <p:cNvGrpSpPr/>
            <p:nvPr userDrawn="1"/>
          </p:nvGrpSpPr>
          <p:grpSpPr>
            <a:xfrm>
              <a:off x="12442019" y="3791214"/>
              <a:ext cx="382660" cy="2882942"/>
              <a:chOff x="14001569" y="3716048"/>
              <a:chExt cx="316248" cy="3171236"/>
            </a:xfrm>
          </p:grpSpPr>
          <p:sp>
            <p:nvSpPr>
              <p:cNvPr id="24" name="Rectangle 23">
                <a:extLst>
                  <a:ext uri="{FF2B5EF4-FFF2-40B4-BE49-F238E27FC236}">
                    <a16:creationId xmlns:a16="http://schemas.microsoft.com/office/drawing/2014/main" id="{6294FCDF-4C95-2DF7-5353-CF43A0D6245C}"/>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45039E83-2F04-9BF9-0AAF-78BEBBC57262}"/>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C61E2DB1-347C-45D4-D662-3F654090B1E1}"/>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DE37020C-FC52-7B58-E013-312618231BDE}"/>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8FBC011C-29E5-03E6-5922-E83E606487E2}"/>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DADCD13E-DDF9-8015-E925-442F05A55D06}"/>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2AEF6E34-9A35-831C-45ED-3CD3E771E1D3}"/>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6292540D-4027-22CE-24C3-E22C48CAA5B7}"/>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4C7C7F4F-49FB-643A-E32B-0B1C57A4A45F}"/>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4EF246E9-2FEC-2BF8-4982-874565B7C1C5}"/>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D6465557-DFA5-6E9F-B2CA-0CC78F2E42FF}"/>
                </a:ext>
              </a:extLst>
            </p:cNvPr>
            <p:cNvGrpSpPr/>
            <p:nvPr userDrawn="1"/>
          </p:nvGrpSpPr>
          <p:grpSpPr>
            <a:xfrm>
              <a:off x="12442019" y="198485"/>
              <a:ext cx="382660" cy="2882942"/>
              <a:chOff x="12742785" y="3716048"/>
              <a:chExt cx="316248" cy="3171236"/>
            </a:xfrm>
          </p:grpSpPr>
          <p:sp>
            <p:nvSpPr>
              <p:cNvPr id="12" name="Rectangle 11">
                <a:extLst>
                  <a:ext uri="{FF2B5EF4-FFF2-40B4-BE49-F238E27FC236}">
                    <a16:creationId xmlns:a16="http://schemas.microsoft.com/office/drawing/2014/main" id="{704FC328-6E6C-99D5-92BC-80D1D4DC8821}"/>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3" name="Rectangle 12">
                <a:extLst>
                  <a:ext uri="{FF2B5EF4-FFF2-40B4-BE49-F238E27FC236}">
                    <a16:creationId xmlns:a16="http://schemas.microsoft.com/office/drawing/2014/main" id="{3C74818A-0DBB-630C-61F9-E755609B224B}"/>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71262F0D-B196-A598-1AAC-299DB6564A2C}"/>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4AADF65C-1060-C877-6079-8694D9429E07}"/>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5867004F-B497-7EF0-5569-32BD9DEE8904}"/>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86D2E9B6-C2DD-6B79-F14C-BFC320B536F8}"/>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AF7CEEBC-C377-E964-ED52-C96B2B9095F9}"/>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AC92C6F2-7DD1-C98A-4728-CE12FB81C2DA}"/>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3209BC35-6E55-B045-DA5E-FEC5B6753350}"/>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ABB164D7-396E-3DAE-51E4-054D639E919F}"/>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1" name="TextBox 10">
              <a:extLst>
                <a:ext uri="{FF2B5EF4-FFF2-40B4-BE49-F238E27FC236}">
                  <a16:creationId xmlns:a16="http://schemas.microsoft.com/office/drawing/2014/main" id="{AAC38E5C-C4E4-B487-8A97-539C88BB09E2}"/>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2D912699-8715-5EE4-551E-2A0519E39393}"/>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136617075"/>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2 Column, Equal - Icons">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0" name="Picture Placeholder 9">
            <a:extLst>
              <a:ext uri="{FF2B5EF4-FFF2-40B4-BE49-F238E27FC236}">
                <a16:creationId xmlns:a16="http://schemas.microsoft.com/office/drawing/2014/main" id="{3BB3CD90-7B8A-B179-4BE0-1306245D8C1F}"/>
              </a:ext>
            </a:extLst>
          </p:cNvPr>
          <p:cNvSpPr>
            <a:spLocks noGrp="1"/>
          </p:cNvSpPr>
          <p:nvPr>
            <p:ph type="pic" sz="quarter" idx="37" hasCustomPrompt="1"/>
          </p:nvPr>
        </p:nvSpPr>
        <p:spPr>
          <a:xfrm>
            <a:off x="546100" y="1849438"/>
            <a:ext cx="731519" cy="720725"/>
          </a:xfrm>
          <a:noFill/>
          <a:ln>
            <a:noFill/>
          </a:ln>
        </p:spPr>
        <p:txBody>
          <a:bodyPr anchor="ctr"/>
          <a:lstStyle>
            <a:lvl1pPr algn="ctr">
              <a:defRPr>
                <a:solidFill>
                  <a:schemeClr val="tx1"/>
                </a:solidFill>
              </a:defRPr>
            </a:lvl1pPr>
          </a:lstStyle>
          <a:p>
            <a:r>
              <a:rPr lang="en-US"/>
              <a:t>Icon</a:t>
            </a:r>
          </a:p>
        </p:txBody>
      </p:sp>
      <p:sp>
        <p:nvSpPr>
          <p:cNvPr id="13" name="Picture Placeholder 9">
            <a:extLst>
              <a:ext uri="{FF2B5EF4-FFF2-40B4-BE49-F238E27FC236}">
                <a16:creationId xmlns:a16="http://schemas.microsoft.com/office/drawing/2014/main" id="{3759C39D-789E-C620-C4CA-F2BAB3460CEA}"/>
              </a:ext>
            </a:extLst>
          </p:cNvPr>
          <p:cNvSpPr>
            <a:spLocks noGrp="1"/>
          </p:cNvSpPr>
          <p:nvPr>
            <p:ph type="pic" sz="quarter" idx="38" hasCustomPrompt="1"/>
          </p:nvPr>
        </p:nvSpPr>
        <p:spPr>
          <a:xfrm>
            <a:off x="6194425" y="1849438"/>
            <a:ext cx="731520" cy="720725"/>
          </a:xfrm>
          <a:noFill/>
          <a:ln>
            <a:noFill/>
          </a:ln>
        </p:spPr>
        <p:txBody>
          <a:bodyPr anchor="ctr"/>
          <a:lstStyle>
            <a:lvl1pPr algn="ctr">
              <a:defRPr>
                <a:solidFill>
                  <a:schemeClr val="tx1"/>
                </a:solidFill>
              </a:defRPr>
            </a:lvl1pPr>
          </a:lstStyle>
          <a:p>
            <a:r>
              <a:rPr lang="en-US"/>
              <a:t>Icon</a:t>
            </a:r>
          </a:p>
        </p:txBody>
      </p:sp>
      <p:sp>
        <p:nvSpPr>
          <p:cNvPr id="15" name="Title 14">
            <a:extLst>
              <a:ext uri="{FF2B5EF4-FFF2-40B4-BE49-F238E27FC236}">
                <a16:creationId xmlns:a16="http://schemas.microsoft.com/office/drawing/2014/main" id="{83293C95-F2D4-1B62-3972-21D684C69D6B}"/>
              </a:ext>
            </a:extLst>
          </p:cNvPr>
          <p:cNvSpPr>
            <a:spLocks noGrp="1"/>
          </p:cNvSpPr>
          <p:nvPr>
            <p:ph type="title"/>
          </p:nvPr>
        </p:nvSpPr>
        <p:spPr>
          <a:xfrm>
            <a:off x="546100" y="552450"/>
            <a:ext cx="11091861" cy="434975"/>
          </a:xfrm>
        </p:spPr>
        <p:txBody>
          <a:bodyPr/>
          <a:lstStyle/>
          <a:p>
            <a:r>
              <a:rPr lang="en-US"/>
              <a:t>Click to edit Master title style</a:t>
            </a:r>
          </a:p>
        </p:txBody>
      </p:sp>
      <p:sp>
        <p:nvSpPr>
          <p:cNvPr id="4" name="Freeform 5">
            <a:extLst>
              <a:ext uri="{FF2B5EF4-FFF2-40B4-BE49-F238E27FC236}">
                <a16:creationId xmlns:a16="http://schemas.microsoft.com/office/drawing/2014/main" id="{BDF8D966-D4D5-8345-BCCE-83ADA78DF007}"/>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22" name="Text Placeholder 11">
            <a:extLst>
              <a:ext uri="{FF2B5EF4-FFF2-40B4-BE49-F238E27FC236}">
                <a16:creationId xmlns:a16="http://schemas.microsoft.com/office/drawing/2014/main" id="{E3714C5C-1F27-C398-E400-5C0795EDB8E8}"/>
              </a:ext>
            </a:extLst>
          </p:cNvPr>
          <p:cNvSpPr>
            <a:spLocks noGrp="1"/>
          </p:cNvSpPr>
          <p:nvPr>
            <p:ph type="body" sz="quarter" idx="21"/>
          </p:nvPr>
        </p:nvSpPr>
        <p:spPr>
          <a:xfrm>
            <a:off x="546100" y="1127125"/>
            <a:ext cx="11097578" cy="292608"/>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23" name="Text Placeholder 13">
            <a:extLst>
              <a:ext uri="{FF2B5EF4-FFF2-40B4-BE49-F238E27FC236}">
                <a16:creationId xmlns:a16="http://schemas.microsoft.com/office/drawing/2014/main" id="{7AD587B1-D6EF-264C-B2FD-D3B6CF8CC777}"/>
              </a:ext>
            </a:extLst>
          </p:cNvPr>
          <p:cNvSpPr>
            <a:spLocks noGrp="1"/>
          </p:cNvSpPr>
          <p:nvPr>
            <p:ph type="body" sz="quarter" idx="22"/>
          </p:nvPr>
        </p:nvSpPr>
        <p:spPr>
          <a:xfrm>
            <a:off x="546100" y="6019801"/>
            <a:ext cx="6851650"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24" name="Content Placeholder 29">
            <a:extLst>
              <a:ext uri="{FF2B5EF4-FFF2-40B4-BE49-F238E27FC236}">
                <a16:creationId xmlns:a16="http://schemas.microsoft.com/office/drawing/2014/main" id="{BC7EB0C9-FA9F-3888-8848-B5F248F576E9}"/>
              </a:ext>
            </a:extLst>
          </p:cNvPr>
          <p:cNvSpPr>
            <a:spLocks noGrp="1"/>
          </p:cNvSpPr>
          <p:nvPr>
            <p:ph sz="quarter" idx="27"/>
          </p:nvPr>
        </p:nvSpPr>
        <p:spPr>
          <a:xfrm>
            <a:off x="546101" y="2847975"/>
            <a:ext cx="5445124" cy="301942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5" name="Content Placeholder 31">
            <a:extLst>
              <a:ext uri="{FF2B5EF4-FFF2-40B4-BE49-F238E27FC236}">
                <a16:creationId xmlns:a16="http://schemas.microsoft.com/office/drawing/2014/main" id="{791D8777-C2DB-5F33-F63B-04B9C6AF8C52}"/>
              </a:ext>
            </a:extLst>
          </p:cNvPr>
          <p:cNvSpPr>
            <a:spLocks noGrp="1"/>
          </p:cNvSpPr>
          <p:nvPr>
            <p:ph sz="quarter" idx="28"/>
          </p:nvPr>
        </p:nvSpPr>
        <p:spPr>
          <a:xfrm>
            <a:off x="6194425" y="2847975"/>
            <a:ext cx="5443538" cy="301942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1BC4217D-4BAA-9360-1097-8431CA9B3583}"/>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23B738D2-9770-CA27-45BA-398391E221B4}"/>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765EE3DD-2A78-3977-96CB-1F4379F4F7B2}"/>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0D473BDE-269B-80AF-C2A3-A7FF07FC8C8A}"/>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B297EE7D-B7B5-F2F1-323E-D3708819C364}"/>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F7C5CFC4-7BCA-2B63-78A4-16D49919F444}"/>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5D70C0FD-9524-2C30-0539-E4E8C483F5EC}"/>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A55E9539-976E-313D-7347-9A0CD199EF14}"/>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40C12AA8-5649-BC19-338A-79799798EE2E}"/>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375BA55C-DF0A-D207-FA76-5ABF56FCA1C1}"/>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01AD903F-D396-FD39-53A0-99C131EB5AD0}"/>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BF987DE3-7741-D6BC-5B16-C386D99833B9}"/>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A30D0097-5B52-066B-6132-D211D4EBCF03}"/>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8256A564-2663-1E6F-3087-4F0654732D42}"/>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71EA7701-8240-364C-45FD-23F8090AE9E4}"/>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F27F1958-2330-3A10-25DB-3B1994DBDFE2}"/>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0842A728-0754-C9BD-9E4D-45B4B864EBA6}"/>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305A6F1E-9E2F-FBAA-4EB2-F5594A1259C3}"/>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927CCDDB-5836-8CC6-B4EC-970F1B67029C}"/>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E8E85DD0-B05F-F711-0829-830D552C5756}"/>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E30447AF-3E93-B4F4-2BD4-2D29DC49010A}"/>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D0803FD3-E145-B037-4F67-5DF2DD6040E0}"/>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F8249DC2-A9E4-0CD0-0F3F-282E0C8634A2}"/>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F6CC8C32-7656-8BA3-E842-3EC24814DCCD}"/>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45AACEA3-1A29-83A1-DDD8-14DE1DA11719}"/>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E5B1B73D-F5CF-EBCE-3F9A-C836D720D50F}"/>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D2C14CAE-C770-6127-8D3D-57B8E90575DC}"/>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F861FBEF-EE6E-BC1D-410E-9D965C8DDB92}"/>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299618286"/>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2 Column, Equal - Subhead/Icons">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0" name="Picture Placeholder 9">
            <a:extLst>
              <a:ext uri="{FF2B5EF4-FFF2-40B4-BE49-F238E27FC236}">
                <a16:creationId xmlns:a16="http://schemas.microsoft.com/office/drawing/2014/main" id="{3BB3CD90-7B8A-B179-4BE0-1306245D8C1F}"/>
              </a:ext>
            </a:extLst>
          </p:cNvPr>
          <p:cNvSpPr>
            <a:spLocks noGrp="1"/>
          </p:cNvSpPr>
          <p:nvPr>
            <p:ph type="pic" sz="quarter" idx="37" hasCustomPrompt="1"/>
          </p:nvPr>
        </p:nvSpPr>
        <p:spPr>
          <a:xfrm>
            <a:off x="546100" y="1849438"/>
            <a:ext cx="731520" cy="720725"/>
          </a:xfrm>
          <a:noFill/>
          <a:ln>
            <a:noFill/>
          </a:ln>
        </p:spPr>
        <p:txBody>
          <a:bodyPr anchor="ctr"/>
          <a:lstStyle>
            <a:lvl1pPr algn="ctr">
              <a:defRPr>
                <a:solidFill>
                  <a:schemeClr val="tx1"/>
                </a:solidFill>
              </a:defRPr>
            </a:lvl1pPr>
          </a:lstStyle>
          <a:p>
            <a:r>
              <a:rPr lang="en-US"/>
              <a:t>Icon</a:t>
            </a:r>
          </a:p>
        </p:txBody>
      </p:sp>
      <p:sp>
        <p:nvSpPr>
          <p:cNvPr id="13" name="Picture Placeholder 9">
            <a:extLst>
              <a:ext uri="{FF2B5EF4-FFF2-40B4-BE49-F238E27FC236}">
                <a16:creationId xmlns:a16="http://schemas.microsoft.com/office/drawing/2014/main" id="{3759C39D-789E-C620-C4CA-F2BAB3460CEA}"/>
              </a:ext>
            </a:extLst>
          </p:cNvPr>
          <p:cNvSpPr>
            <a:spLocks noGrp="1"/>
          </p:cNvSpPr>
          <p:nvPr>
            <p:ph type="pic" sz="quarter" idx="38" hasCustomPrompt="1"/>
          </p:nvPr>
        </p:nvSpPr>
        <p:spPr>
          <a:xfrm>
            <a:off x="6194425" y="1849438"/>
            <a:ext cx="731520" cy="720725"/>
          </a:xfrm>
          <a:noFill/>
          <a:ln>
            <a:noFill/>
          </a:ln>
        </p:spPr>
        <p:txBody>
          <a:bodyPr anchor="ctr"/>
          <a:lstStyle>
            <a:lvl1pPr algn="ctr">
              <a:defRPr>
                <a:solidFill>
                  <a:schemeClr val="tx1"/>
                </a:solidFill>
              </a:defRPr>
            </a:lvl1pPr>
          </a:lstStyle>
          <a:p>
            <a:r>
              <a:rPr lang="en-US"/>
              <a:t>Icon</a:t>
            </a:r>
          </a:p>
        </p:txBody>
      </p:sp>
      <p:sp>
        <p:nvSpPr>
          <p:cNvPr id="19" name="Title 18">
            <a:extLst>
              <a:ext uri="{FF2B5EF4-FFF2-40B4-BE49-F238E27FC236}">
                <a16:creationId xmlns:a16="http://schemas.microsoft.com/office/drawing/2014/main" id="{4203C809-6284-F504-FD1D-2F733D8EF672}"/>
              </a:ext>
            </a:extLst>
          </p:cNvPr>
          <p:cNvSpPr>
            <a:spLocks noGrp="1"/>
          </p:cNvSpPr>
          <p:nvPr>
            <p:ph type="title"/>
          </p:nvPr>
        </p:nvSpPr>
        <p:spPr>
          <a:xfrm>
            <a:off x="546100" y="552450"/>
            <a:ext cx="11091862" cy="434975"/>
          </a:xfrm>
        </p:spPr>
        <p:txBody>
          <a:bodyPr/>
          <a:lstStyle/>
          <a:p>
            <a:r>
              <a:rPr lang="en-US"/>
              <a:t>Click to edit Master title style</a:t>
            </a:r>
          </a:p>
        </p:txBody>
      </p:sp>
      <p:sp>
        <p:nvSpPr>
          <p:cNvPr id="4" name="Freeform 5">
            <a:extLst>
              <a:ext uri="{FF2B5EF4-FFF2-40B4-BE49-F238E27FC236}">
                <a16:creationId xmlns:a16="http://schemas.microsoft.com/office/drawing/2014/main" id="{FD35FFA2-B061-C6C6-9525-75F69775617A}"/>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2" name="Text Placeholder 11">
            <a:extLst>
              <a:ext uri="{FF2B5EF4-FFF2-40B4-BE49-F238E27FC236}">
                <a16:creationId xmlns:a16="http://schemas.microsoft.com/office/drawing/2014/main" id="{9DBD8FF5-701A-95F4-260E-E54FC660C38F}"/>
              </a:ext>
            </a:extLst>
          </p:cNvPr>
          <p:cNvSpPr>
            <a:spLocks noGrp="1"/>
          </p:cNvSpPr>
          <p:nvPr>
            <p:ph type="body" sz="quarter" idx="41"/>
          </p:nvPr>
        </p:nvSpPr>
        <p:spPr>
          <a:xfrm>
            <a:off x="546100" y="1127124"/>
            <a:ext cx="11094211" cy="295276"/>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5" name="Text Placeholder 14">
            <a:extLst>
              <a:ext uri="{FF2B5EF4-FFF2-40B4-BE49-F238E27FC236}">
                <a16:creationId xmlns:a16="http://schemas.microsoft.com/office/drawing/2014/main" id="{FC3E1B1C-BFB6-509F-0D82-C1AA2860E141}"/>
              </a:ext>
            </a:extLst>
          </p:cNvPr>
          <p:cNvSpPr>
            <a:spLocks noGrp="1"/>
          </p:cNvSpPr>
          <p:nvPr>
            <p:ph type="body" sz="quarter" idx="42"/>
          </p:nvPr>
        </p:nvSpPr>
        <p:spPr>
          <a:xfrm>
            <a:off x="539748" y="6019800"/>
            <a:ext cx="6858001" cy="292099"/>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7" name="Content Placeholder 16">
            <a:extLst>
              <a:ext uri="{FF2B5EF4-FFF2-40B4-BE49-F238E27FC236}">
                <a16:creationId xmlns:a16="http://schemas.microsoft.com/office/drawing/2014/main" id="{EE99AD3F-BADC-0A62-5455-2F629230E03A}"/>
              </a:ext>
            </a:extLst>
          </p:cNvPr>
          <p:cNvSpPr>
            <a:spLocks noGrp="1"/>
          </p:cNvSpPr>
          <p:nvPr>
            <p:ph sz="quarter" idx="43"/>
          </p:nvPr>
        </p:nvSpPr>
        <p:spPr>
          <a:xfrm>
            <a:off x="546100" y="3295650"/>
            <a:ext cx="5445125" cy="243763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5" name="Content Placeholder 24">
            <a:extLst>
              <a:ext uri="{FF2B5EF4-FFF2-40B4-BE49-F238E27FC236}">
                <a16:creationId xmlns:a16="http://schemas.microsoft.com/office/drawing/2014/main" id="{F13C4FDE-A81E-EF79-BD4B-61C6431C7630}"/>
              </a:ext>
            </a:extLst>
          </p:cNvPr>
          <p:cNvSpPr>
            <a:spLocks noGrp="1"/>
          </p:cNvSpPr>
          <p:nvPr>
            <p:ph sz="quarter" idx="44"/>
          </p:nvPr>
        </p:nvSpPr>
        <p:spPr>
          <a:xfrm>
            <a:off x="6194425" y="3295650"/>
            <a:ext cx="5443536" cy="24376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7" name="Text Placeholder 26">
            <a:extLst>
              <a:ext uri="{FF2B5EF4-FFF2-40B4-BE49-F238E27FC236}">
                <a16:creationId xmlns:a16="http://schemas.microsoft.com/office/drawing/2014/main" id="{79AA7307-4097-61A7-6D7C-E1E31662FD7C}"/>
              </a:ext>
            </a:extLst>
          </p:cNvPr>
          <p:cNvSpPr>
            <a:spLocks noGrp="1"/>
          </p:cNvSpPr>
          <p:nvPr>
            <p:ph type="body" sz="quarter" idx="45"/>
          </p:nvPr>
        </p:nvSpPr>
        <p:spPr>
          <a:xfrm>
            <a:off x="546100" y="2714625"/>
            <a:ext cx="5445125" cy="295276"/>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29" name="Text Placeholder 28">
            <a:extLst>
              <a:ext uri="{FF2B5EF4-FFF2-40B4-BE49-F238E27FC236}">
                <a16:creationId xmlns:a16="http://schemas.microsoft.com/office/drawing/2014/main" id="{B89766A0-7AF7-514F-D906-7F7B54DCA000}"/>
              </a:ext>
            </a:extLst>
          </p:cNvPr>
          <p:cNvSpPr>
            <a:spLocks noGrp="1"/>
          </p:cNvSpPr>
          <p:nvPr>
            <p:ph type="body" sz="quarter" idx="46"/>
          </p:nvPr>
        </p:nvSpPr>
        <p:spPr>
          <a:xfrm>
            <a:off x="6192838" y="2714625"/>
            <a:ext cx="5445125" cy="294511"/>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B2AAF679-4457-10F2-E9B5-A7FEFB97B220}"/>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55B56AB6-E6D6-C3B5-BA76-D99E122A8E1A}"/>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A26F0088-43FC-AE92-DEF1-3E3F04F249D1}"/>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0DD396A0-8CCE-6537-F2EE-C146F701E26F}"/>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C2D6B92D-3AE8-AA58-ECFA-0BC8AA3FBD75}"/>
                </a:ext>
              </a:extLst>
            </p:cNvPr>
            <p:cNvGrpSpPr/>
            <p:nvPr userDrawn="1"/>
          </p:nvGrpSpPr>
          <p:grpSpPr>
            <a:xfrm>
              <a:off x="12442019" y="3791214"/>
              <a:ext cx="382660" cy="2882942"/>
              <a:chOff x="14001569" y="3716048"/>
              <a:chExt cx="316248" cy="3171236"/>
            </a:xfrm>
          </p:grpSpPr>
          <p:sp>
            <p:nvSpPr>
              <p:cNvPr id="31" name="Rectangle 30">
                <a:extLst>
                  <a:ext uri="{FF2B5EF4-FFF2-40B4-BE49-F238E27FC236}">
                    <a16:creationId xmlns:a16="http://schemas.microsoft.com/office/drawing/2014/main" id="{0C112F11-5917-4249-B980-86239654D529}"/>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31A5D626-224F-F8FD-A2B0-F8D40C087DDB}"/>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0798FC30-BB8C-BFF1-8C51-40A55795A053}"/>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D7C10461-A3C0-8123-080D-B246D493ED94}"/>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E9AE00C3-0423-8270-5732-509DFD07A597}"/>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AEAF8904-0885-07BA-31B5-D213B163E7D0}"/>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489C82E9-7E4A-421F-6776-726E1D9B5D4A}"/>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7DB477D9-F8E3-2E56-3CD7-9476ABA53930}"/>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681D4E38-D098-AC8F-1CFF-B588E93B49C7}"/>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B6799BE3-4498-74FB-994F-3A827E612705}"/>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B300A026-ACBA-79A6-D5CC-0542DDB15C50}"/>
                </a:ext>
              </a:extLst>
            </p:cNvPr>
            <p:cNvGrpSpPr/>
            <p:nvPr userDrawn="1"/>
          </p:nvGrpSpPr>
          <p:grpSpPr>
            <a:xfrm>
              <a:off x="12442019" y="198485"/>
              <a:ext cx="382660" cy="2882942"/>
              <a:chOff x="12742785" y="3716048"/>
              <a:chExt cx="316248" cy="3171236"/>
            </a:xfrm>
          </p:grpSpPr>
          <p:sp>
            <p:nvSpPr>
              <p:cNvPr id="16" name="Rectangle 15">
                <a:extLst>
                  <a:ext uri="{FF2B5EF4-FFF2-40B4-BE49-F238E27FC236}">
                    <a16:creationId xmlns:a16="http://schemas.microsoft.com/office/drawing/2014/main" id="{FD53FBA9-4949-BEF1-4319-61DA898C0EC7}"/>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CFCBAE7B-420A-0B72-10B6-542AD66109D8}"/>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37B13E4E-F436-C4AF-BB9A-8B68DC948B49}"/>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332BDDDC-80C5-69C0-7AEF-30DD74FC0AD4}"/>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0468DA90-BB63-B0DF-57CF-F5DBC32BCF71}"/>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CEBF4FBC-1889-3912-81BF-420FAC973C0F}"/>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1A8B1959-56DB-7F1C-EB82-941290E08718}"/>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C37AFCF6-C2CC-101E-1AE1-7ADFD5BB0A4F}"/>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4042A1E0-78A8-C6F3-211A-FE05B7765D80}"/>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038815BF-C91C-6350-086E-8347BA4DA871}"/>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1C8FDF8C-EC84-EF9E-0866-EDECE08B8270}"/>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1" name="TextBox 40">
            <a:extLst>
              <a:ext uri="{FF2B5EF4-FFF2-40B4-BE49-F238E27FC236}">
                <a16:creationId xmlns:a16="http://schemas.microsoft.com/office/drawing/2014/main" id="{F651CFFF-56D1-7C7D-131C-CA970CA41C82}"/>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948045859"/>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2 Column, Split Right">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2" name="Title 11">
            <a:extLst>
              <a:ext uri="{FF2B5EF4-FFF2-40B4-BE49-F238E27FC236}">
                <a16:creationId xmlns:a16="http://schemas.microsoft.com/office/drawing/2014/main" id="{8D19B5F2-6756-55DC-BEE5-E7E670D49ACA}"/>
              </a:ext>
            </a:extLst>
          </p:cNvPr>
          <p:cNvSpPr>
            <a:spLocks noGrp="1"/>
          </p:cNvSpPr>
          <p:nvPr>
            <p:ph type="title"/>
          </p:nvPr>
        </p:nvSpPr>
        <p:spPr>
          <a:xfrm>
            <a:off x="546100" y="552450"/>
            <a:ext cx="11091861" cy="434975"/>
          </a:xfrm>
        </p:spPr>
        <p:txBody>
          <a:bodyPr/>
          <a:lstStyle/>
          <a:p>
            <a:r>
              <a:rPr lang="en-US"/>
              <a:t>Click to edit Master title style</a:t>
            </a:r>
          </a:p>
        </p:txBody>
      </p:sp>
      <p:sp>
        <p:nvSpPr>
          <p:cNvPr id="4" name="Freeform 5">
            <a:extLst>
              <a:ext uri="{FF2B5EF4-FFF2-40B4-BE49-F238E27FC236}">
                <a16:creationId xmlns:a16="http://schemas.microsoft.com/office/drawing/2014/main" id="{8ED44C0D-92D1-75F9-458B-D180FE9F59C8}"/>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4" name="Text Placeholder 10">
            <a:extLst>
              <a:ext uri="{FF2B5EF4-FFF2-40B4-BE49-F238E27FC236}">
                <a16:creationId xmlns:a16="http://schemas.microsoft.com/office/drawing/2014/main" id="{48414F29-27E4-4DBB-3173-E9D3EF4CC95C}"/>
              </a:ext>
            </a:extLst>
          </p:cNvPr>
          <p:cNvSpPr>
            <a:spLocks noGrp="1"/>
          </p:cNvSpPr>
          <p:nvPr>
            <p:ph type="body" sz="quarter" idx="21"/>
          </p:nvPr>
        </p:nvSpPr>
        <p:spPr>
          <a:xfrm>
            <a:off x="546100" y="1127125"/>
            <a:ext cx="11094211"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6" name="Text Placeholder 15">
            <a:extLst>
              <a:ext uri="{FF2B5EF4-FFF2-40B4-BE49-F238E27FC236}">
                <a16:creationId xmlns:a16="http://schemas.microsoft.com/office/drawing/2014/main" id="{B81373EC-AE8A-5B25-87D5-D572EA8ACE5F}"/>
              </a:ext>
            </a:extLst>
          </p:cNvPr>
          <p:cNvSpPr>
            <a:spLocks noGrp="1"/>
          </p:cNvSpPr>
          <p:nvPr>
            <p:ph type="body" sz="quarter" idx="22"/>
          </p:nvPr>
        </p:nvSpPr>
        <p:spPr>
          <a:xfrm>
            <a:off x="546100" y="6019800"/>
            <a:ext cx="685165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7" name="Content Placeholder 22">
            <a:extLst>
              <a:ext uri="{FF2B5EF4-FFF2-40B4-BE49-F238E27FC236}">
                <a16:creationId xmlns:a16="http://schemas.microsoft.com/office/drawing/2014/main" id="{6F420E2B-2A9E-7565-8D5D-70095A93099F}"/>
              </a:ext>
            </a:extLst>
          </p:cNvPr>
          <p:cNvSpPr>
            <a:spLocks noGrp="1"/>
          </p:cNvSpPr>
          <p:nvPr>
            <p:ph sz="quarter" idx="23"/>
          </p:nvPr>
        </p:nvSpPr>
        <p:spPr>
          <a:xfrm>
            <a:off x="546100" y="1849438"/>
            <a:ext cx="3524249"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8" name="Content Placeholder 24">
            <a:extLst>
              <a:ext uri="{FF2B5EF4-FFF2-40B4-BE49-F238E27FC236}">
                <a16:creationId xmlns:a16="http://schemas.microsoft.com/office/drawing/2014/main" id="{2A2549F7-6A27-1EA2-0010-4F6705CEC0FC}"/>
              </a:ext>
            </a:extLst>
          </p:cNvPr>
          <p:cNvSpPr>
            <a:spLocks noGrp="1"/>
          </p:cNvSpPr>
          <p:nvPr>
            <p:ph sz="quarter" idx="24"/>
          </p:nvPr>
        </p:nvSpPr>
        <p:spPr>
          <a:xfrm>
            <a:off x="4343400" y="1849438"/>
            <a:ext cx="7307422"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7351D07B-1635-6538-A27C-A5C8A9D8706B}"/>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2E36CFAE-90C9-03A9-4D0A-6D7576B83B09}"/>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EFBBFB32-F0A1-F220-5A7D-99C0DDA3C3C4}"/>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A5A1BBE7-83EF-76B6-FC51-EAE1A40E9B8E}"/>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794757E1-940C-C7F2-E362-5F3A8CE6A03B}"/>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CC41E648-DC92-D1A6-3E47-1E5DCDDD4F94}"/>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06AE122C-55B4-153C-C55B-B91FCE2DEADF}"/>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6A57B54B-F94E-D856-00C8-06A6B4F5579F}"/>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9F124C08-B5DB-6FBA-71EA-9CF98E94917C}"/>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EC79635E-BB36-33E6-B293-850EBE6B1A28}"/>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AF319A9D-9492-25A8-6223-3410A7C0F6E6}"/>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5DDF6012-AC09-72B3-6B62-C7B5AF974730}"/>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71AABB3B-1E2F-FF15-E58A-3285D66168F2}"/>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E5EB815C-66EE-EFB8-96A1-DF7C3DCCF8D7}"/>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FA248117-4342-783F-6EED-2042E068BD35}"/>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31435D5F-EC9E-9981-6048-EBD3EE62A6EB}"/>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380E5741-2C16-0E1F-2312-24C38EFE0C73}"/>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DE6D975F-EB67-C6B9-41E8-9DDDFDB095F7}"/>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BE137D7B-794A-2A70-62C3-4855AAD968D4}"/>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156AD255-546A-65C8-DA74-BEA388D8A98E}"/>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6F2EF9DF-3845-692A-0B20-0F0A17C91758}"/>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1E35968E-9D55-2931-512D-58B5D2CC7E3D}"/>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CD15D4F7-1C9C-03D7-5D11-AB4412DAB783}"/>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DF0D105A-61DA-6DCC-69AE-3E2538C97C87}"/>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2FBAD7D9-465E-B7EC-F50C-C45AA3A3A852}"/>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CE056B27-29BC-0210-E33E-5A3085529061}"/>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1" name="TextBox 10">
              <a:extLst>
                <a:ext uri="{FF2B5EF4-FFF2-40B4-BE49-F238E27FC236}">
                  <a16:creationId xmlns:a16="http://schemas.microsoft.com/office/drawing/2014/main" id="{E9C3908B-8EEB-BD6A-7DEF-7E01F46D967F}"/>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4782A991-4EF0-68D1-4C67-22B7F0B34C08}"/>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504529059"/>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2 Column, Split Right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9" name="Title 18">
            <a:extLst>
              <a:ext uri="{FF2B5EF4-FFF2-40B4-BE49-F238E27FC236}">
                <a16:creationId xmlns:a16="http://schemas.microsoft.com/office/drawing/2014/main" id="{4127724E-0B84-AA37-D926-B3D06E81CABD}"/>
              </a:ext>
            </a:extLst>
          </p:cNvPr>
          <p:cNvSpPr>
            <a:spLocks noGrp="1"/>
          </p:cNvSpPr>
          <p:nvPr>
            <p:ph type="title"/>
          </p:nvPr>
        </p:nvSpPr>
        <p:spPr>
          <a:xfrm>
            <a:off x="546100" y="552450"/>
            <a:ext cx="11091861" cy="434975"/>
          </a:xfrm>
        </p:spPr>
        <p:txBody>
          <a:bodyPr/>
          <a:lstStyle/>
          <a:p>
            <a:r>
              <a:rPr lang="en-US"/>
              <a:t>Click to edit Master title style</a:t>
            </a:r>
          </a:p>
        </p:txBody>
      </p:sp>
      <p:sp>
        <p:nvSpPr>
          <p:cNvPr id="4" name="Freeform 5">
            <a:extLst>
              <a:ext uri="{FF2B5EF4-FFF2-40B4-BE49-F238E27FC236}">
                <a16:creationId xmlns:a16="http://schemas.microsoft.com/office/drawing/2014/main" id="{076869E4-6FE8-072A-3700-20BFBA1437F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1" name="Text Placeholder 11">
            <a:extLst>
              <a:ext uri="{FF2B5EF4-FFF2-40B4-BE49-F238E27FC236}">
                <a16:creationId xmlns:a16="http://schemas.microsoft.com/office/drawing/2014/main" id="{5C728F5B-E1E8-3C29-EDD5-AA886A74A6C3}"/>
              </a:ext>
            </a:extLst>
          </p:cNvPr>
          <p:cNvSpPr>
            <a:spLocks noGrp="1"/>
          </p:cNvSpPr>
          <p:nvPr>
            <p:ph type="body" sz="quarter" idx="21"/>
          </p:nvPr>
        </p:nvSpPr>
        <p:spPr>
          <a:xfrm>
            <a:off x="546100" y="1127125"/>
            <a:ext cx="11097578"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2" name="Text Placeholder 13">
            <a:extLst>
              <a:ext uri="{FF2B5EF4-FFF2-40B4-BE49-F238E27FC236}">
                <a16:creationId xmlns:a16="http://schemas.microsoft.com/office/drawing/2014/main" id="{D437BE9A-8A37-12FD-FF09-D132746CA34A}"/>
              </a:ext>
            </a:extLst>
          </p:cNvPr>
          <p:cNvSpPr>
            <a:spLocks noGrp="1"/>
          </p:cNvSpPr>
          <p:nvPr>
            <p:ph type="body" sz="quarter" idx="22"/>
          </p:nvPr>
        </p:nvSpPr>
        <p:spPr>
          <a:xfrm>
            <a:off x="546098" y="6019801"/>
            <a:ext cx="6851651"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3" name="Content Placeholder 29">
            <a:extLst>
              <a:ext uri="{FF2B5EF4-FFF2-40B4-BE49-F238E27FC236}">
                <a16:creationId xmlns:a16="http://schemas.microsoft.com/office/drawing/2014/main" id="{DF7192E9-18E0-4BBC-6544-BEEF161CD9BF}"/>
              </a:ext>
            </a:extLst>
          </p:cNvPr>
          <p:cNvSpPr>
            <a:spLocks noGrp="1"/>
          </p:cNvSpPr>
          <p:nvPr>
            <p:ph sz="quarter" idx="27"/>
          </p:nvPr>
        </p:nvSpPr>
        <p:spPr>
          <a:xfrm>
            <a:off x="546100" y="2425699"/>
            <a:ext cx="3524249"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4" name="Content Placeholder 31">
            <a:extLst>
              <a:ext uri="{FF2B5EF4-FFF2-40B4-BE49-F238E27FC236}">
                <a16:creationId xmlns:a16="http://schemas.microsoft.com/office/drawing/2014/main" id="{D9F0FF52-13E2-E833-F9CE-AC3FA1D713DD}"/>
              </a:ext>
            </a:extLst>
          </p:cNvPr>
          <p:cNvSpPr>
            <a:spLocks noGrp="1"/>
          </p:cNvSpPr>
          <p:nvPr>
            <p:ph sz="quarter" idx="28"/>
          </p:nvPr>
        </p:nvSpPr>
        <p:spPr>
          <a:xfrm>
            <a:off x="4343400" y="2425700"/>
            <a:ext cx="7294563"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Text Placeholder 33">
            <a:extLst>
              <a:ext uri="{FF2B5EF4-FFF2-40B4-BE49-F238E27FC236}">
                <a16:creationId xmlns:a16="http://schemas.microsoft.com/office/drawing/2014/main" id="{08AA2D12-29FA-271A-D47B-631180E59030}"/>
              </a:ext>
            </a:extLst>
          </p:cNvPr>
          <p:cNvSpPr>
            <a:spLocks noGrp="1"/>
          </p:cNvSpPr>
          <p:nvPr>
            <p:ph type="body" sz="quarter" idx="29"/>
          </p:nvPr>
        </p:nvSpPr>
        <p:spPr>
          <a:xfrm>
            <a:off x="546099" y="1849432"/>
            <a:ext cx="3514069" cy="296867"/>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16" name="Text Placeholder 35">
            <a:extLst>
              <a:ext uri="{FF2B5EF4-FFF2-40B4-BE49-F238E27FC236}">
                <a16:creationId xmlns:a16="http://schemas.microsoft.com/office/drawing/2014/main" id="{92CE57A3-BE6C-DBDE-1A82-38D8E92441DD}"/>
              </a:ext>
            </a:extLst>
          </p:cNvPr>
          <p:cNvSpPr>
            <a:spLocks noGrp="1"/>
          </p:cNvSpPr>
          <p:nvPr>
            <p:ph type="body" sz="quarter" idx="30"/>
          </p:nvPr>
        </p:nvSpPr>
        <p:spPr>
          <a:xfrm>
            <a:off x="4343400" y="1849436"/>
            <a:ext cx="7294562" cy="296864"/>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AEAAAE4F-6264-AC3D-9F24-6D97014FA83B}"/>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8D8F7181-6579-24C0-F980-3CDA20188763}"/>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FD11A2FE-1C7D-A1F2-E7B5-2FE68D7C2896}"/>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A30F8247-5DD0-5B17-4E63-E5CD28C19B98}"/>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C9A2BB14-4955-197F-1DBB-B7C64AF2C221}"/>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493EC766-1C97-CDA1-FD74-7CE89A706250}"/>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191157BD-4A01-11A3-CB6A-A4772D017359}"/>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58FC1321-3E4F-5F12-6D19-234CDC0A3D96}"/>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CE4B8451-4772-6C5B-CFC9-1519D89460E6}"/>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9819452C-A8BF-97D5-4FAC-057FAF58256A}"/>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9CA938B7-6ADB-1099-AF2A-FB392CCC46D6}"/>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E9932D60-F7BB-A22D-302A-619677F036A4}"/>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BEE0481A-455F-14B9-1FB6-225F3A75B8B4}"/>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5ECB2246-6F86-72BC-56D7-C97F1B9A6F3D}"/>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CBFFA6F3-89BF-B1C5-F4A2-66896BDFFEFB}"/>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5C984E08-FF0B-53DE-3583-845504F30EAD}"/>
                </a:ext>
              </a:extLst>
            </p:cNvPr>
            <p:cNvGrpSpPr/>
            <p:nvPr userDrawn="1"/>
          </p:nvGrpSpPr>
          <p:grpSpPr>
            <a:xfrm>
              <a:off x="12442019" y="198485"/>
              <a:ext cx="382660" cy="2882942"/>
              <a:chOff x="12742785" y="3716048"/>
              <a:chExt cx="316248" cy="3171236"/>
            </a:xfrm>
          </p:grpSpPr>
          <p:sp>
            <p:nvSpPr>
              <p:cNvPr id="18" name="Rectangle 17">
                <a:extLst>
                  <a:ext uri="{FF2B5EF4-FFF2-40B4-BE49-F238E27FC236}">
                    <a16:creationId xmlns:a16="http://schemas.microsoft.com/office/drawing/2014/main" id="{4509F314-54F1-A23C-D0AB-C37497EF8827}"/>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99DF3C1C-1D04-A0B1-6260-171AFFFB3A52}"/>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BE4AE866-D68F-FC1A-C18C-62A6ED4D4F53}"/>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57661889-24FA-1B61-19A5-BAB41C5CA484}"/>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9E2FF30A-BAEF-554A-946D-A3BA556AFEF4}"/>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DE88CD9A-BAAB-473C-4360-48C021E9EBEE}"/>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14E796CA-67A4-EE5E-5D87-65A410ABE2CF}"/>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29E1676D-DFA8-BAD2-720E-78CF7084576A}"/>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F8279012-355D-2AA3-0528-9BD1A78DECE5}"/>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7706BE3A-4047-00C2-1AE8-854BFADC15F4}"/>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7" name="TextBox 16">
              <a:extLst>
                <a:ext uri="{FF2B5EF4-FFF2-40B4-BE49-F238E27FC236}">
                  <a16:creationId xmlns:a16="http://schemas.microsoft.com/office/drawing/2014/main" id="{55043C84-32B7-028D-B175-1AED7B65D26F}"/>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432249A4-B90C-DA28-FAC2-62E1008A02A7}"/>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484220464"/>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2 Column, Split Left">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5" name="Title 4">
            <a:extLst>
              <a:ext uri="{FF2B5EF4-FFF2-40B4-BE49-F238E27FC236}">
                <a16:creationId xmlns:a16="http://schemas.microsoft.com/office/drawing/2014/main" id="{FEDB0BC8-832D-FCF8-A69B-2C85E902AFF7}"/>
              </a:ext>
            </a:extLst>
          </p:cNvPr>
          <p:cNvSpPr>
            <a:spLocks noGrp="1"/>
          </p:cNvSpPr>
          <p:nvPr>
            <p:ph type="title"/>
          </p:nvPr>
        </p:nvSpPr>
        <p:spPr>
          <a:xfrm>
            <a:off x="546100" y="552450"/>
            <a:ext cx="11091861" cy="434975"/>
          </a:xfrm>
        </p:spPr>
        <p:txBody>
          <a:bodyPr/>
          <a:lstStyle/>
          <a:p>
            <a:r>
              <a:rPr lang="en-US"/>
              <a:t>Click to edit Master title style</a:t>
            </a:r>
          </a:p>
        </p:txBody>
      </p:sp>
      <p:sp>
        <p:nvSpPr>
          <p:cNvPr id="4" name="Freeform 5">
            <a:extLst>
              <a:ext uri="{FF2B5EF4-FFF2-40B4-BE49-F238E27FC236}">
                <a16:creationId xmlns:a16="http://schemas.microsoft.com/office/drawing/2014/main" id="{7472A942-DCD2-7E19-26F4-1DD113420ED0}"/>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4" name="Text Placeholder 10">
            <a:extLst>
              <a:ext uri="{FF2B5EF4-FFF2-40B4-BE49-F238E27FC236}">
                <a16:creationId xmlns:a16="http://schemas.microsoft.com/office/drawing/2014/main" id="{F9DE8466-9524-5260-777B-27EB7449C0BA}"/>
              </a:ext>
            </a:extLst>
          </p:cNvPr>
          <p:cNvSpPr>
            <a:spLocks noGrp="1"/>
          </p:cNvSpPr>
          <p:nvPr>
            <p:ph type="body" sz="quarter" idx="21"/>
          </p:nvPr>
        </p:nvSpPr>
        <p:spPr>
          <a:xfrm>
            <a:off x="546100" y="1127125"/>
            <a:ext cx="11094211"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6" name="Text Placeholder 15">
            <a:extLst>
              <a:ext uri="{FF2B5EF4-FFF2-40B4-BE49-F238E27FC236}">
                <a16:creationId xmlns:a16="http://schemas.microsoft.com/office/drawing/2014/main" id="{C8E82BB7-912C-BDF2-041D-1CF0F86357C0}"/>
              </a:ext>
            </a:extLst>
          </p:cNvPr>
          <p:cNvSpPr>
            <a:spLocks noGrp="1"/>
          </p:cNvSpPr>
          <p:nvPr>
            <p:ph type="body" sz="quarter" idx="22"/>
          </p:nvPr>
        </p:nvSpPr>
        <p:spPr>
          <a:xfrm>
            <a:off x="546100" y="6019800"/>
            <a:ext cx="685165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7" name="Content Placeholder 22">
            <a:extLst>
              <a:ext uri="{FF2B5EF4-FFF2-40B4-BE49-F238E27FC236}">
                <a16:creationId xmlns:a16="http://schemas.microsoft.com/office/drawing/2014/main" id="{A1943844-20A2-F090-70FC-9F445822268A}"/>
              </a:ext>
            </a:extLst>
          </p:cNvPr>
          <p:cNvSpPr>
            <a:spLocks noGrp="1"/>
          </p:cNvSpPr>
          <p:nvPr>
            <p:ph sz="quarter" idx="23"/>
          </p:nvPr>
        </p:nvSpPr>
        <p:spPr>
          <a:xfrm>
            <a:off x="546101" y="1849438"/>
            <a:ext cx="7296912"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8" name="Content Placeholder 24">
            <a:extLst>
              <a:ext uri="{FF2B5EF4-FFF2-40B4-BE49-F238E27FC236}">
                <a16:creationId xmlns:a16="http://schemas.microsoft.com/office/drawing/2014/main" id="{F46CA1E9-3B79-03D7-0EE9-A3FE6A5AF033}"/>
              </a:ext>
            </a:extLst>
          </p:cNvPr>
          <p:cNvSpPr>
            <a:spLocks noGrp="1"/>
          </p:cNvSpPr>
          <p:nvPr>
            <p:ph sz="quarter" idx="24"/>
          </p:nvPr>
        </p:nvSpPr>
        <p:spPr>
          <a:xfrm>
            <a:off x="8046214" y="1849438"/>
            <a:ext cx="3591750"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69F3D7FD-60CB-52FB-9C03-76293CA22407}"/>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72B91C10-5B3C-3BBE-D3AF-9A9D8915EC6C}"/>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077961EE-9E43-F606-8BD4-9B3190DCF0E0}"/>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B3704F77-40DA-27DD-4E29-D082BED4795D}"/>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F5F8C213-6F1B-D767-55B6-854F69DEFD41}"/>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BC370A5B-6A7F-BCA9-D91E-3A43087D807A}"/>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AE9722DE-8A42-A956-F9D7-D644C275838D}"/>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9A3D797D-F4D7-3948-1D9F-F097135BE2FF}"/>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6322F5EE-7DFD-355E-CF50-6715051B12F0}"/>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194BA0DC-50A0-27E4-08FA-D10563F7A993}"/>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0D870966-FC39-28A5-08AF-F7646BA12D58}"/>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798FD818-64A3-3B39-5228-F954B1BB5434}"/>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2CA45D9A-D1B7-9C27-02AB-83D26ACAE923}"/>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559BBD49-3347-B146-C045-1DA1E29BD57D}"/>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C1668B1C-4F56-E61E-7B4C-8B0458C0DA70}"/>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63B00817-CED9-63C6-5A81-1C156455C4F5}"/>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08E38D2A-2371-25F1-961D-5B13ECB8D1A0}"/>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080E8441-8B04-B105-BBAD-9E2CB8346583}"/>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08334DA5-141C-E368-0D8C-4E18EDEDF311}"/>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D4B682A3-81EE-D0CE-733D-0539DE54B750}"/>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DC6AD825-E7B2-8E6D-CE1F-7822D4685629}"/>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C3F44E15-C22A-2D33-424B-603220CEA69C}"/>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6B20C11D-BF0B-88B8-097D-3B2AEE1F018C}"/>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8375746F-A4AE-44CE-3769-8174AC9D320E}"/>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89B1D554-51B8-2842-8EC4-3CE24F61DC53}"/>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FAD1671F-23B3-73A8-7BE9-D5782F154F4B}"/>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0FC668ED-CE30-584E-3DED-A8E84FA3F08E}"/>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1591443C-C95F-8831-F633-81C071166C5A}"/>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757323494"/>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2 Column, Split Left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5" name="Title 4">
            <a:extLst>
              <a:ext uri="{FF2B5EF4-FFF2-40B4-BE49-F238E27FC236}">
                <a16:creationId xmlns:a16="http://schemas.microsoft.com/office/drawing/2014/main" id="{B6E166BE-0A53-7F77-1DCC-AD1A78C2EB77}"/>
              </a:ext>
            </a:extLst>
          </p:cNvPr>
          <p:cNvSpPr>
            <a:spLocks noGrp="1"/>
          </p:cNvSpPr>
          <p:nvPr>
            <p:ph type="title"/>
          </p:nvPr>
        </p:nvSpPr>
        <p:spPr>
          <a:xfrm>
            <a:off x="546100" y="552450"/>
            <a:ext cx="11091862" cy="434975"/>
          </a:xfrm>
        </p:spPr>
        <p:txBody>
          <a:bodyPr/>
          <a:lstStyle/>
          <a:p>
            <a:r>
              <a:rPr lang="en-US"/>
              <a:t>Click to edit Master title style</a:t>
            </a:r>
          </a:p>
        </p:txBody>
      </p:sp>
      <p:sp>
        <p:nvSpPr>
          <p:cNvPr id="4" name="Freeform 5">
            <a:extLst>
              <a:ext uri="{FF2B5EF4-FFF2-40B4-BE49-F238E27FC236}">
                <a16:creationId xmlns:a16="http://schemas.microsoft.com/office/drawing/2014/main" id="{D5B0B17B-3FAA-1710-3603-FB4FC3C89648}"/>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2" name="Text Placeholder 11">
            <a:extLst>
              <a:ext uri="{FF2B5EF4-FFF2-40B4-BE49-F238E27FC236}">
                <a16:creationId xmlns:a16="http://schemas.microsoft.com/office/drawing/2014/main" id="{39956789-A368-206C-891C-9234628518A9}"/>
              </a:ext>
            </a:extLst>
          </p:cNvPr>
          <p:cNvSpPr>
            <a:spLocks noGrp="1"/>
          </p:cNvSpPr>
          <p:nvPr>
            <p:ph type="body" sz="quarter" idx="21"/>
          </p:nvPr>
        </p:nvSpPr>
        <p:spPr>
          <a:xfrm>
            <a:off x="546100" y="1127125"/>
            <a:ext cx="11097579"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3" name="Text Placeholder 13">
            <a:extLst>
              <a:ext uri="{FF2B5EF4-FFF2-40B4-BE49-F238E27FC236}">
                <a16:creationId xmlns:a16="http://schemas.microsoft.com/office/drawing/2014/main" id="{28027E45-9CB5-7484-0F70-49F140E7FA05}"/>
              </a:ext>
            </a:extLst>
          </p:cNvPr>
          <p:cNvSpPr>
            <a:spLocks noGrp="1"/>
          </p:cNvSpPr>
          <p:nvPr>
            <p:ph type="body" sz="quarter" idx="22"/>
          </p:nvPr>
        </p:nvSpPr>
        <p:spPr>
          <a:xfrm>
            <a:off x="546100" y="6019801"/>
            <a:ext cx="6851650"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4" name="Content Placeholder 29">
            <a:extLst>
              <a:ext uri="{FF2B5EF4-FFF2-40B4-BE49-F238E27FC236}">
                <a16:creationId xmlns:a16="http://schemas.microsoft.com/office/drawing/2014/main" id="{E8BB7705-DC57-1434-CECD-5A495C790A47}"/>
              </a:ext>
            </a:extLst>
          </p:cNvPr>
          <p:cNvSpPr>
            <a:spLocks noGrp="1"/>
          </p:cNvSpPr>
          <p:nvPr>
            <p:ph sz="quarter" idx="27"/>
          </p:nvPr>
        </p:nvSpPr>
        <p:spPr>
          <a:xfrm>
            <a:off x="546100" y="2425700"/>
            <a:ext cx="7296912"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Content Placeholder 31">
            <a:extLst>
              <a:ext uri="{FF2B5EF4-FFF2-40B4-BE49-F238E27FC236}">
                <a16:creationId xmlns:a16="http://schemas.microsoft.com/office/drawing/2014/main" id="{8B3C491F-A7C8-D685-6EB7-47ED1AE90D2A}"/>
              </a:ext>
            </a:extLst>
          </p:cNvPr>
          <p:cNvSpPr>
            <a:spLocks noGrp="1"/>
          </p:cNvSpPr>
          <p:nvPr>
            <p:ph sz="quarter" idx="28"/>
          </p:nvPr>
        </p:nvSpPr>
        <p:spPr>
          <a:xfrm>
            <a:off x="8046719" y="2425700"/>
            <a:ext cx="3591241"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Text Placeholder 33">
            <a:extLst>
              <a:ext uri="{FF2B5EF4-FFF2-40B4-BE49-F238E27FC236}">
                <a16:creationId xmlns:a16="http://schemas.microsoft.com/office/drawing/2014/main" id="{78775353-37B3-D36C-8C56-73152F79587F}"/>
              </a:ext>
            </a:extLst>
          </p:cNvPr>
          <p:cNvSpPr>
            <a:spLocks noGrp="1"/>
          </p:cNvSpPr>
          <p:nvPr>
            <p:ph type="body" sz="quarter" idx="29"/>
          </p:nvPr>
        </p:nvSpPr>
        <p:spPr>
          <a:xfrm>
            <a:off x="546100" y="1849436"/>
            <a:ext cx="7296912" cy="296861"/>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18" name="Text Placeholder 35">
            <a:extLst>
              <a:ext uri="{FF2B5EF4-FFF2-40B4-BE49-F238E27FC236}">
                <a16:creationId xmlns:a16="http://schemas.microsoft.com/office/drawing/2014/main" id="{CAD770A7-7B91-4C3E-F63A-402DD01A2466}"/>
              </a:ext>
            </a:extLst>
          </p:cNvPr>
          <p:cNvSpPr>
            <a:spLocks noGrp="1"/>
          </p:cNvSpPr>
          <p:nvPr>
            <p:ph type="body" sz="quarter" idx="30"/>
          </p:nvPr>
        </p:nvSpPr>
        <p:spPr>
          <a:xfrm>
            <a:off x="8046720" y="1849436"/>
            <a:ext cx="3591240" cy="296862"/>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6A87FB7E-38A0-36C4-3394-365358E71AC1}"/>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667A327D-C550-E31E-957A-E9F3C257C7B6}"/>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A49CB67D-35DE-1DAF-6B4B-2A140F26DB87}"/>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7353BDCA-8C66-C5BF-B381-B0DFA63BC904}"/>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DD2A7468-C375-8754-9CFF-F4A64481F148}"/>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FCCDA3C3-0F15-E1D3-4459-303E9B695DBB}"/>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FDE17B10-FFE3-929E-55B2-72A03E59CC14}"/>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319E6791-7D3F-7909-D591-F78FA9021056}"/>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D83EDCF4-8C88-0B9D-58AB-C0C12454D62C}"/>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96C390B5-7C9C-6912-1B63-27C833C0DD00}"/>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80F50011-9C75-5F74-1E72-303E532E5F95}"/>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C387350D-40B1-B498-88D7-608B476D276A}"/>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A46474D6-AFF1-F88C-DC70-DC82DB5C262E}"/>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3D597F18-7924-F52C-11DB-CF87E67DC671}"/>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23694C51-399A-A6BA-4EFE-24A3A239B521}"/>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2418CE11-F383-0884-83EB-D2DDCFA24541}"/>
                </a:ext>
              </a:extLst>
            </p:cNvPr>
            <p:cNvGrpSpPr/>
            <p:nvPr userDrawn="1"/>
          </p:nvGrpSpPr>
          <p:grpSpPr>
            <a:xfrm>
              <a:off x="12442019" y="198485"/>
              <a:ext cx="382660" cy="2882942"/>
              <a:chOff x="12742785" y="3716048"/>
              <a:chExt cx="316248" cy="3171236"/>
            </a:xfrm>
          </p:grpSpPr>
          <p:sp>
            <p:nvSpPr>
              <p:cNvPr id="19" name="Rectangle 18">
                <a:extLst>
                  <a:ext uri="{FF2B5EF4-FFF2-40B4-BE49-F238E27FC236}">
                    <a16:creationId xmlns:a16="http://schemas.microsoft.com/office/drawing/2014/main" id="{C590C66E-D6C8-2CB2-B4D2-765E163087EF}"/>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476EF1D7-6A2F-BB7E-34AB-70E6803B1E82}"/>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7882A683-276F-A64B-DA55-37ACD2E1B0F1}"/>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FC556AD1-F346-9D4A-9962-F87250576F40}"/>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B25EF1D8-D0E4-39B1-F6D5-E21517470A2F}"/>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C8383F49-830A-16BD-C1AF-3A111DF6AEB5}"/>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D12CE47D-6685-AD18-0A7C-56AF107EEFC9}"/>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62B7293D-1B06-8B79-4A85-BD02FC1992E7}"/>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7425DD62-08A9-2F72-F263-D225D8BDDC07}"/>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09F4FEF9-EBCD-32CB-1D6F-803900CB56E4}"/>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7" name="TextBox 16">
              <a:extLst>
                <a:ext uri="{FF2B5EF4-FFF2-40B4-BE49-F238E27FC236}">
                  <a16:creationId xmlns:a16="http://schemas.microsoft.com/office/drawing/2014/main" id="{F1D06A5B-A962-2B36-D509-23171BAA53A9}"/>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F36EF224-6BCE-FDB0-239C-B9C282775CC6}"/>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631846609"/>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3 Column">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5" name="Title 4">
            <a:extLst>
              <a:ext uri="{FF2B5EF4-FFF2-40B4-BE49-F238E27FC236}">
                <a16:creationId xmlns:a16="http://schemas.microsoft.com/office/drawing/2014/main" id="{4AAF8DFA-0F14-8785-78EE-DD8DD1562C33}"/>
              </a:ext>
            </a:extLst>
          </p:cNvPr>
          <p:cNvSpPr>
            <a:spLocks noGrp="1"/>
          </p:cNvSpPr>
          <p:nvPr>
            <p:ph type="title"/>
          </p:nvPr>
        </p:nvSpPr>
        <p:spPr>
          <a:xfrm>
            <a:off x="546100" y="552450"/>
            <a:ext cx="11091861" cy="434975"/>
          </a:xfrm>
        </p:spPr>
        <p:txBody>
          <a:bodyPr/>
          <a:lstStyle/>
          <a:p>
            <a:r>
              <a:rPr lang="en-US"/>
              <a:t>Click to edit Master title style</a:t>
            </a:r>
          </a:p>
        </p:txBody>
      </p:sp>
      <p:sp>
        <p:nvSpPr>
          <p:cNvPr id="4" name="Freeform 5">
            <a:extLst>
              <a:ext uri="{FF2B5EF4-FFF2-40B4-BE49-F238E27FC236}">
                <a16:creationId xmlns:a16="http://schemas.microsoft.com/office/drawing/2014/main" id="{EECD8680-6F2A-3CCE-4560-C8BE364FA7D1}"/>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6" name="Text Placeholder 10">
            <a:extLst>
              <a:ext uri="{FF2B5EF4-FFF2-40B4-BE49-F238E27FC236}">
                <a16:creationId xmlns:a16="http://schemas.microsoft.com/office/drawing/2014/main" id="{4521AD86-38BC-F263-3ED6-1AB6299844D4}"/>
              </a:ext>
            </a:extLst>
          </p:cNvPr>
          <p:cNvSpPr>
            <a:spLocks noGrp="1"/>
          </p:cNvSpPr>
          <p:nvPr>
            <p:ph type="body" sz="quarter" idx="21"/>
          </p:nvPr>
        </p:nvSpPr>
        <p:spPr>
          <a:xfrm>
            <a:off x="546101" y="1127125"/>
            <a:ext cx="1109421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7" name="Text Placeholder 15">
            <a:extLst>
              <a:ext uri="{FF2B5EF4-FFF2-40B4-BE49-F238E27FC236}">
                <a16:creationId xmlns:a16="http://schemas.microsoft.com/office/drawing/2014/main" id="{12FE50E3-7513-9736-28AF-9A454F8B04F6}"/>
              </a:ext>
            </a:extLst>
          </p:cNvPr>
          <p:cNvSpPr>
            <a:spLocks noGrp="1"/>
          </p:cNvSpPr>
          <p:nvPr>
            <p:ph type="body" sz="quarter" idx="22"/>
          </p:nvPr>
        </p:nvSpPr>
        <p:spPr>
          <a:xfrm>
            <a:off x="546100" y="6019800"/>
            <a:ext cx="685165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8" name="Content Placeholder 22">
            <a:extLst>
              <a:ext uri="{FF2B5EF4-FFF2-40B4-BE49-F238E27FC236}">
                <a16:creationId xmlns:a16="http://schemas.microsoft.com/office/drawing/2014/main" id="{DCF97E64-8DB2-6198-B460-E350D96243ED}"/>
              </a:ext>
            </a:extLst>
          </p:cNvPr>
          <p:cNvSpPr>
            <a:spLocks noGrp="1"/>
          </p:cNvSpPr>
          <p:nvPr>
            <p:ph sz="quarter" idx="23"/>
          </p:nvPr>
        </p:nvSpPr>
        <p:spPr>
          <a:xfrm>
            <a:off x="546100" y="1849438"/>
            <a:ext cx="3524249"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9" name="Content Placeholder 24">
            <a:extLst>
              <a:ext uri="{FF2B5EF4-FFF2-40B4-BE49-F238E27FC236}">
                <a16:creationId xmlns:a16="http://schemas.microsoft.com/office/drawing/2014/main" id="{4C915BCD-3D1D-852B-25D7-EEA4860AA307}"/>
              </a:ext>
            </a:extLst>
          </p:cNvPr>
          <p:cNvSpPr>
            <a:spLocks noGrp="1"/>
          </p:cNvSpPr>
          <p:nvPr>
            <p:ph sz="quarter" idx="24"/>
          </p:nvPr>
        </p:nvSpPr>
        <p:spPr>
          <a:xfrm>
            <a:off x="4334891" y="1849438"/>
            <a:ext cx="3520440"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1" name="Content Placeholder 20">
            <a:extLst>
              <a:ext uri="{FF2B5EF4-FFF2-40B4-BE49-F238E27FC236}">
                <a16:creationId xmlns:a16="http://schemas.microsoft.com/office/drawing/2014/main" id="{EAE08981-1E40-ECE5-28D7-BC196D49B683}"/>
              </a:ext>
            </a:extLst>
          </p:cNvPr>
          <p:cNvSpPr>
            <a:spLocks noGrp="1"/>
          </p:cNvSpPr>
          <p:nvPr>
            <p:ph sz="quarter" idx="25"/>
          </p:nvPr>
        </p:nvSpPr>
        <p:spPr>
          <a:xfrm>
            <a:off x="8119873" y="1849439"/>
            <a:ext cx="3520440" cy="401796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CEEFE481-4F99-4C10-2AD8-D94383CB4697}"/>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A6680E74-7C34-C11B-17E1-D98D5D373970}"/>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DD789006-6E17-789E-2348-A8D773F19D6B}"/>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6A43DC20-24A4-F5B7-89C0-B1460EEF0C12}"/>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B4515E65-18FE-12ED-590D-9335E642AFE2}"/>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C1A4B43F-18E2-B346-C7B0-0D200E648EC8}"/>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E825AC70-0876-74A6-BE83-B06084480AFA}"/>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D7B0E988-3B30-CD18-76DA-9CE4A3A7C330}"/>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293AD607-C075-E907-6D5A-095823F7F326}"/>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2A1E7AB9-6F50-DA30-2204-56D4FE6EB51D}"/>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148F8FB7-C28B-9226-26A1-4AB117339C6C}"/>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2994BBA4-18FE-81C6-DBF2-331FE6716758}"/>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BF355292-E77C-C9D7-CF8A-5BCC8F5D20A0}"/>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589C66AD-1F02-9DED-1726-ADD92127FAA6}"/>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AF6D3025-CA44-8A8F-9AC2-0859BCB8AA1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3FC8EB8F-2D27-0729-BFAC-0B8C73F07584}"/>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325D61AE-7C86-1EE4-B610-FFCE4580B5F7}"/>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4" name="Rectangle 13">
                <a:extLst>
                  <a:ext uri="{FF2B5EF4-FFF2-40B4-BE49-F238E27FC236}">
                    <a16:creationId xmlns:a16="http://schemas.microsoft.com/office/drawing/2014/main" id="{90CD2D99-9411-3B06-D002-C0CA73189CF2}"/>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A84F3E5A-2F86-1F05-12C2-0A5EBC61A627}"/>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8FE7E92E-80EA-A667-04D6-553608F0A3CF}"/>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A3A93D49-2753-CEEE-C7BA-F79062852C43}"/>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26B0A025-ABB9-20E5-9C6C-C4493CAEEA4A}"/>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D9D071D0-07C9-8D79-B6DD-773B0FD6FE40}"/>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DC7A7748-02EC-8693-0365-78745E3A15C4}"/>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34515124-C682-CD41-9063-58B2F85DB883}"/>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E4D093FA-17DA-C82D-2B3A-E07D6516BA3A}"/>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CEFF2A09-8F49-0C89-9205-3F5C2DF3A254}"/>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CBF30BE1-26FB-BE94-58B6-05D135B775F0}"/>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808933182"/>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3 Column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5" name="Title 4">
            <a:extLst>
              <a:ext uri="{FF2B5EF4-FFF2-40B4-BE49-F238E27FC236}">
                <a16:creationId xmlns:a16="http://schemas.microsoft.com/office/drawing/2014/main" id="{4D3A07AB-930B-F509-FF11-FF7EA66F18A9}"/>
              </a:ext>
            </a:extLst>
          </p:cNvPr>
          <p:cNvSpPr>
            <a:spLocks noGrp="1"/>
          </p:cNvSpPr>
          <p:nvPr>
            <p:ph type="title"/>
          </p:nvPr>
        </p:nvSpPr>
        <p:spPr>
          <a:xfrm>
            <a:off x="546100" y="552450"/>
            <a:ext cx="11091862" cy="434975"/>
          </a:xfrm>
        </p:spPr>
        <p:txBody>
          <a:bodyPr/>
          <a:lstStyle/>
          <a:p>
            <a:r>
              <a:rPr lang="en-US"/>
              <a:t>Click to edit Master title style</a:t>
            </a:r>
          </a:p>
        </p:txBody>
      </p:sp>
      <p:sp>
        <p:nvSpPr>
          <p:cNvPr id="4" name="Freeform 5">
            <a:extLst>
              <a:ext uri="{FF2B5EF4-FFF2-40B4-BE49-F238E27FC236}">
                <a16:creationId xmlns:a16="http://schemas.microsoft.com/office/drawing/2014/main" id="{8B69F93D-EF0B-4D4E-BBE4-C724E821A90D}"/>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2" name="Text Placeholder 10">
            <a:extLst>
              <a:ext uri="{FF2B5EF4-FFF2-40B4-BE49-F238E27FC236}">
                <a16:creationId xmlns:a16="http://schemas.microsoft.com/office/drawing/2014/main" id="{E7C5C99F-2E27-32AA-A2BB-FD22347F3EE1}"/>
              </a:ext>
            </a:extLst>
          </p:cNvPr>
          <p:cNvSpPr>
            <a:spLocks noGrp="1"/>
          </p:cNvSpPr>
          <p:nvPr>
            <p:ph type="body" sz="quarter" idx="21"/>
          </p:nvPr>
        </p:nvSpPr>
        <p:spPr>
          <a:xfrm>
            <a:off x="546100" y="1127125"/>
            <a:ext cx="11094211" cy="296861"/>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3" name="Text Placeholder 15">
            <a:extLst>
              <a:ext uri="{FF2B5EF4-FFF2-40B4-BE49-F238E27FC236}">
                <a16:creationId xmlns:a16="http://schemas.microsoft.com/office/drawing/2014/main" id="{D7FBEDD3-5B7A-AD55-B261-024183A617D5}"/>
              </a:ext>
            </a:extLst>
          </p:cNvPr>
          <p:cNvSpPr>
            <a:spLocks noGrp="1"/>
          </p:cNvSpPr>
          <p:nvPr>
            <p:ph type="body" sz="quarter" idx="22"/>
          </p:nvPr>
        </p:nvSpPr>
        <p:spPr>
          <a:xfrm>
            <a:off x="546100" y="6019800"/>
            <a:ext cx="685165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4" name="Content Placeholder 22">
            <a:extLst>
              <a:ext uri="{FF2B5EF4-FFF2-40B4-BE49-F238E27FC236}">
                <a16:creationId xmlns:a16="http://schemas.microsoft.com/office/drawing/2014/main" id="{C12BF8D2-A9C1-A94F-0BD2-3090AFC52369}"/>
              </a:ext>
            </a:extLst>
          </p:cNvPr>
          <p:cNvSpPr>
            <a:spLocks noGrp="1"/>
          </p:cNvSpPr>
          <p:nvPr>
            <p:ph sz="quarter" idx="23"/>
          </p:nvPr>
        </p:nvSpPr>
        <p:spPr>
          <a:xfrm>
            <a:off x="546100" y="2425700"/>
            <a:ext cx="3524249"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Content Placeholder 24">
            <a:extLst>
              <a:ext uri="{FF2B5EF4-FFF2-40B4-BE49-F238E27FC236}">
                <a16:creationId xmlns:a16="http://schemas.microsoft.com/office/drawing/2014/main" id="{9CD544D2-832B-F777-218B-C0F2BDC73B8C}"/>
              </a:ext>
            </a:extLst>
          </p:cNvPr>
          <p:cNvSpPr>
            <a:spLocks noGrp="1"/>
          </p:cNvSpPr>
          <p:nvPr>
            <p:ph sz="quarter" idx="24"/>
          </p:nvPr>
        </p:nvSpPr>
        <p:spPr>
          <a:xfrm>
            <a:off x="4333715" y="2425700"/>
            <a:ext cx="3520440"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Content Placeholder 20">
            <a:extLst>
              <a:ext uri="{FF2B5EF4-FFF2-40B4-BE49-F238E27FC236}">
                <a16:creationId xmlns:a16="http://schemas.microsoft.com/office/drawing/2014/main" id="{65B5C789-A5F1-EB2A-667A-4B57F4569728}"/>
              </a:ext>
            </a:extLst>
          </p:cNvPr>
          <p:cNvSpPr>
            <a:spLocks noGrp="1"/>
          </p:cNvSpPr>
          <p:nvPr>
            <p:ph sz="quarter" idx="25"/>
          </p:nvPr>
        </p:nvSpPr>
        <p:spPr>
          <a:xfrm>
            <a:off x="8117522" y="2425701"/>
            <a:ext cx="3520440" cy="344169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Text Placeholder 33">
            <a:extLst>
              <a:ext uri="{FF2B5EF4-FFF2-40B4-BE49-F238E27FC236}">
                <a16:creationId xmlns:a16="http://schemas.microsoft.com/office/drawing/2014/main" id="{72BCF22D-7BA9-AFDD-8C6C-56F01183A358}"/>
              </a:ext>
            </a:extLst>
          </p:cNvPr>
          <p:cNvSpPr>
            <a:spLocks noGrp="1"/>
          </p:cNvSpPr>
          <p:nvPr>
            <p:ph type="body" sz="quarter" idx="29"/>
          </p:nvPr>
        </p:nvSpPr>
        <p:spPr>
          <a:xfrm>
            <a:off x="546100" y="1849436"/>
            <a:ext cx="3524249" cy="296861"/>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18" name="Text Placeholder 35">
            <a:extLst>
              <a:ext uri="{FF2B5EF4-FFF2-40B4-BE49-F238E27FC236}">
                <a16:creationId xmlns:a16="http://schemas.microsoft.com/office/drawing/2014/main" id="{57D9938D-921A-98B4-2E9A-9625F5D4F3CA}"/>
              </a:ext>
            </a:extLst>
          </p:cNvPr>
          <p:cNvSpPr>
            <a:spLocks noGrp="1"/>
          </p:cNvSpPr>
          <p:nvPr>
            <p:ph type="body" sz="quarter" idx="30"/>
          </p:nvPr>
        </p:nvSpPr>
        <p:spPr>
          <a:xfrm>
            <a:off x="4333715" y="1849436"/>
            <a:ext cx="3520440" cy="296862"/>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27" name="Text Placeholder 26">
            <a:extLst>
              <a:ext uri="{FF2B5EF4-FFF2-40B4-BE49-F238E27FC236}">
                <a16:creationId xmlns:a16="http://schemas.microsoft.com/office/drawing/2014/main" id="{447DAA16-0F93-6662-9A40-3E39052A6110}"/>
              </a:ext>
            </a:extLst>
          </p:cNvPr>
          <p:cNvSpPr>
            <a:spLocks noGrp="1"/>
          </p:cNvSpPr>
          <p:nvPr>
            <p:ph type="body" sz="quarter" idx="31"/>
          </p:nvPr>
        </p:nvSpPr>
        <p:spPr>
          <a:xfrm>
            <a:off x="8117522" y="1849436"/>
            <a:ext cx="3520440" cy="296862"/>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07091254-58E5-444D-AD6A-1BED661A5762}"/>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7114F508-3E37-95E3-088C-F9960DE45B47}"/>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B25746CA-DA96-62C9-F0DD-081B99925AEF}"/>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B2846A7A-B692-6686-652C-4AC2215BFA42}"/>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80484757-C7C7-CD0F-A1B4-E41C54D41146}"/>
                </a:ext>
              </a:extLst>
            </p:cNvPr>
            <p:cNvGrpSpPr/>
            <p:nvPr userDrawn="1"/>
          </p:nvGrpSpPr>
          <p:grpSpPr>
            <a:xfrm>
              <a:off x="12442019" y="3791214"/>
              <a:ext cx="382660" cy="2882942"/>
              <a:chOff x="14001569" y="3716048"/>
              <a:chExt cx="316248" cy="3171236"/>
            </a:xfrm>
          </p:grpSpPr>
          <p:sp>
            <p:nvSpPr>
              <p:cNvPr id="31" name="Rectangle 30">
                <a:extLst>
                  <a:ext uri="{FF2B5EF4-FFF2-40B4-BE49-F238E27FC236}">
                    <a16:creationId xmlns:a16="http://schemas.microsoft.com/office/drawing/2014/main" id="{3335443E-130C-0412-9F38-8FEE0F200659}"/>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D5FDC3D9-955D-E0E5-F303-61EA4A9D93A3}"/>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8CF6330A-DCF5-7D96-7BE0-F3C35D58B6E3}"/>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BF83C898-F671-4DAE-7BD4-5D13B8810514}"/>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4D161A5B-8742-D3D4-B7E7-F33ED946F85A}"/>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5DF4B052-DF33-6540-EC6E-381B75F6A3D8}"/>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6CA93AE2-9A17-493A-A203-B2A2504E1F22}"/>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E0E98AA6-46B4-42A6-E60D-01A415804FEF}"/>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71458AF1-462A-0E1A-9713-F84E435AF6B4}"/>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EB8AD765-A513-52FA-D49F-518A2F22DC1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86366CE9-4F0E-496F-EBD8-0566644EBD32}"/>
                </a:ext>
              </a:extLst>
            </p:cNvPr>
            <p:cNvGrpSpPr/>
            <p:nvPr userDrawn="1"/>
          </p:nvGrpSpPr>
          <p:grpSpPr>
            <a:xfrm>
              <a:off x="12442019" y="198485"/>
              <a:ext cx="382660" cy="2882942"/>
              <a:chOff x="12742785" y="3716048"/>
              <a:chExt cx="316248" cy="3171236"/>
            </a:xfrm>
          </p:grpSpPr>
          <p:sp>
            <p:nvSpPr>
              <p:cNvPr id="20" name="Rectangle 19">
                <a:extLst>
                  <a:ext uri="{FF2B5EF4-FFF2-40B4-BE49-F238E27FC236}">
                    <a16:creationId xmlns:a16="http://schemas.microsoft.com/office/drawing/2014/main" id="{9CE7C6BA-8A25-7EC0-A2DD-27CAF44E778C}"/>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05E53B06-6AFA-D06D-4B22-F9B372721817}"/>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E46675B7-3A27-A0CC-7B0C-2332FEEE5EC0}"/>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739BCF76-4284-6FB2-8EB8-8E8266119554}"/>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B165F0A5-E61A-1092-A6DB-52E65A9AAF5B}"/>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368DD811-8188-42DB-1851-B316D7611A51}"/>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F228A597-90C0-284B-7733-ACB7CFD9A7AA}"/>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755AFCEB-8A9F-3580-E2D1-C4DFCE2E83FF}"/>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2C7C2E2D-9ECF-A243-ED07-BCBE30ECB7D1}"/>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0F667791-5B02-2699-C0A5-DE14500454E2}"/>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9" name="TextBox 18">
              <a:extLst>
                <a:ext uri="{FF2B5EF4-FFF2-40B4-BE49-F238E27FC236}">
                  <a16:creationId xmlns:a16="http://schemas.microsoft.com/office/drawing/2014/main" id="{4A5FD6BA-744A-9F52-295E-512D34E9510A}"/>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1" name="TextBox 40">
            <a:extLst>
              <a:ext uri="{FF2B5EF4-FFF2-40B4-BE49-F238E27FC236}">
                <a16:creationId xmlns:a16="http://schemas.microsoft.com/office/drawing/2014/main" id="{0CA064A6-689D-FD3B-4844-615968DB76D2}"/>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4294675442"/>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4 Column">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5" name="Title 4">
            <a:extLst>
              <a:ext uri="{FF2B5EF4-FFF2-40B4-BE49-F238E27FC236}">
                <a16:creationId xmlns:a16="http://schemas.microsoft.com/office/drawing/2014/main" id="{85784134-256C-0D0A-56EB-9B8FA18EDBBE}"/>
              </a:ext>
            </a:extLst>
          </p:cNvPr>
          <p:cNvSpPr>
            <a:spLocks noGrp="1"/>
          </p:cNvSpPr>
          <p:nvPr>
            <p:ph type="title"/>
          </p:nvPr>
        </p:nvSpPr>
        <p:spPr>
          <a:xfrm>
            <a:off x="546100" y="552451"/>
            <a:ext cx="11091861" cy="434974"/>
          </a:xfrm>
        </p:spPr>
        <p:txBody>
          <a:bodyPr/>
          <a:lstStyle/>
          <a:p>
            <a:r>
              <a:rPr lang="en-US"/>
              <a:t>Click to edit Master title style</a:t>
            </a:r>
          </a:p>
        </p:txBody>
      </p:sp>
      <p:sp>
        <p:nvSpPr>
          <p:cNvPr id="4" name="Freeform 5">
            <a:extLst>
              <a:ext uri="{FF2B5EF4-FFF2-40B4-BE49-F238E27FC236}">
                <a16:creationId xmlns:a16="http://schemas.microsoft.com/office/drawing/2014/main" id="{A236F864-CE71-6DCB-9217-F14F9E1405A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7" name="Text Placeholder 10">
            <a:extLst>
              <a:ext uri="{FF2B5EF4-FFF2-40B4-BE49-F238E27FC236}">
                <a16:creationId xmlns:a16="http://schemas.microsoft.com/office/drawing/2014/main" id="{FDFED583-30F4-021C-4B0E-446E8B03BA98}"/>
              </a:ext>
            </a:extLst>
          </p:cNvPr>
          <p:cNvSpPr>
            <a:spLocks noGrp="1"/>
          </p:cNvSpPr>
          <p:nvPr>
            <p:ph type="body" sz="quarter" idx="21"/>
          </p:nvPr>
        </p:nvSpPr>
        <p:spPr>
          <a:xfrm>
            <a:off x="546100" y="1127125"/>
            <a:ext cx="11094211"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8" name="Text Placeholder 15">
            <a:extLst>
              <a:ext uri="{FF2B5EF4-FFF2-40B4-BE49-F238E27FC236}">
                <a16:creationId xmlns:a16="http://schemas.microsoft.com/office/drawing/2014/main" id="{329AC388-4A5D-40CE-9F94-924EEC9F04BB}"/>
              </a:ext>
            </a:extLst>
          </p:cNvPr>
          <p:cNvSpPr>
            <a:spLocks noGrp="1"/>
          </p:cNvSpPr>
          <p:nvPr>
            <p:ph type="body" sz="quarter" idx="22"/>
          </p:nvPr>
        </p:nvSpPr>
        <p:spPr>
          <a:xfrm>
            <a:off x="546100" y="6019800"/>
            <a:ext cx="685165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9" name="Content Placeholder 22">
            <a:extLst>
              <a:ext uri="{FF2B5EF4-FFF2-40B4-BE49-F238E27FC236}">
                <a16:creationId xmlns:a16="http://schemas.microsoft.com/office/drawing/2014/main" id="{FF54BDBD-731D-CB8C-D47B-CA629E8069CD}"/>
              </a:ext>
            </a:extLst>
          </p:cNvPr>
          <p:cNvSpPr>
            <a:spLocks noGrp="1"/>
          </p:cNvSpPr>
          <p:nvPr>
            <p:ph sz="quarter" idx="23"/>
          </p:nvPr>
        </p:nvSpPr>
        <p:spPr>
          <a:xfrm>
            <a:off x="546100" y="1849438"/>
            <a:ext cx="2619375"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0" name="Content Placeholder 24">
            <a:extLst>
              <a:ext uri="{FF2B5EF4-FFF2-40B4-BE49-F238E27FC236}">
                <a16:creationId xmlns:a16="http://schemas.microsoft.com/office/drawing/2014/main" id="{C8E9ABC3-F6D2-BACA-257F-94E800767689}"/>
              </a:ext>
            </a:extLst>
          </p:cNvPr>
          <p:cNvSpPr>
            <a:spLocks noGrp="1"/>
          </p:cNvSpPr>
          <p:nvPr>
            <p:ph sz="quarter" idx="24"/>
          </p:nvPr>
        </p:nvSpPr>
        <p:spPr>
          <a:xfrm>
            <a:off x="3367088" y="1849438"/>
            <a:ext cx="2624137"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1" name="Content Placeholder 20">
            <a:extLst>
              <a:ext uri="{FF2B5EF4-FFF2-40B4-BE49-F238E27FC236}">
                <a16:creationId xmlns:a16="http://schemas.microsoft.com/office/drawing/2014/main" id="{81EFF807-BC6D-4436-06F4-FC320A023745}"/>
              </a:ext>
            </a:extLst>
          </p:cNvPr>
          <p:cNvSpPr>
            <a:spLocks noGrp="1"/>
          </p:cNvSpPr>
          <p:nvPr>
            <p:ph sz="quarter" idx="25"/>
          </p:nvPr>
        </p:nvSpPr>
        <p:spPr>
          <a:xfrm>
            <a:off x="6189664" y="1849439"/>
            <a:ext cx="2624136" cy="401796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3" name="Content Placeholder 22">
            <a:extLst>
              <a:ext uri="{FF2B5EF4-FFF2-40B4-BE49-F238E27FC236}">
                <a16:creationId xmlns:a16="http://schemas.microsoft.com/office/drawing/2014/main" id="{32FD5E28-DACE-C0A6-698B-E77424A9EBBA}"/>
              </a:ext>
            </a:extLst>
          </p:cNvPr>
          <p:cNvSpPr>
            <a:spLocks noGrp="1"/>
          </p:cNvSpPr>
          <p:nvPr>
            <p:ph sz="quarter" idx="26"/>
          </p:nvPr>
        </p:nvSpPr>
        <p:spPr>
          <a:xfrm>
            <a:off x="9015414" y="1849439"/>
            <a:ext cx="2622548" cy="40179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D390DEB5-29E2-6772-5EB4-D7751337E47E}"/>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5B9DB2D8-83A7-CFC3-E346-934BD5F48CF0}"/>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C8F1536C-01B4-9650-3CA9-1D1FB64CA691}"/>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E7408998-8576-7E4D-BB97-1A4C2B12675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CE66C8DB-872E-EDEB-9A8B-83532427528C}"/>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4B587F64-5F3E-A3B9-E356-74A65F733A36}"/>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7BF65407-5638-E1E1-27DB-3521DEE110E2}"/>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9C708A40-472D-6862-8CB0-79F82834582E}"/>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7564FFEB-799C-2871-0C6E-A896FE7AD752}"/>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CB56E1D2-4B0D-B5EF-12CB-3FA5FF57764B}"/>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39900C34-1255-0A34-7105-92ABE5D447C9}"/>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659CC613-5F2A-1924-4E2A-318D41FE22A6}"/>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6CF15CB2-54B4-AF28-C77A-5216DFCC01AE}"/>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DAA5FBEC-4EBC-26FA-2E13-9EB80B129044}"/>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2F4F74C9-E1BC-3F3C-67B7-4664D25D1C67}"/>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5366610A-0723-A113-F345-5992ECF94402}"/>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46ABB763-E47B-1306-ABF8-52CD19D9F806}"/>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4" name="Rectangle 13">
                <a:extLst>
                  <a:ext uri="{FF2B5EF4-FFF2-40B4-BE49-F238E27FC236}">
                    <a16:creationId xmlns:a16="http://schemas.microsoft.com/office/drawing/2014/main" id="{28FBEAEB-7FB9-3015-0634-813CF41429AB}"/>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B1F10344-D8A7-FDBA-B3EA-8192047116CD}"/>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FB11E786-B52F-313A-3710-56D58A130A4F}"/>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FB61E8D3-C57E-0E43-7100-A2E3E03BD56D}"/>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32D4900F-0805-82E7-1213-AB9F87277B14}"/>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74F74314-EC69-7712-628A-97351CC762E8}"/>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B5314C1A-9557-BE11-59E5-3A6D43C91C93}"/>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E3C7B088-D88F-02BA-2CEB-2A3E10BACC80}"/>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A5B941EE-CE1E-B122-A187-F4C8C6AF183E}"/>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35EA72A1-A686-C1D9-82B6-5B69EA936135}"/>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5A55C7F0-8655-07D5-2308-2469114506DF}"/>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323285309"/>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4 Column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5" name="Title 14">
            <a:extLst>
              <a:ext uri="{FF2B5EF4-FFF2-40B4-BE49-F238E27FC236}">
                <a16:creationId xmlns:a16="http://schemas.microsoft.com/office/drawing/2014/main" id="{EAD91B94-EA98-484A-C309-7B941BD49803}"/>
              </a:ext>
            </a:extLst>
          </p:cNvPr>
          <p:cNvSpPr>
            <a:spLocks noGrp="1"/>
          </p:cNvSpPr>
          <p:nvPr>
            <p:ph type="title"/>
          </p:nvPr>
        </p:nvSpPr>
        <p:spPr>
          <a:xfrm>
            <a:off x="546101" y="552450"/>
            <a:ext cx="11091862" cy="434975"/>
          </a:xfrm>
        </p:spPr>
        <p:txBody>
          <a:bodyPr/>
          <a:lstStyle/>
          <a:p>
            <a:r>
              <a:rPr lang="en-US"/>
              <a:t>Click to edit Master title style</a:t>
            </a:r>
          </a:p>
        </p:txBody>
      </p:sp>
      <p:sp>
        <p:nvSpPr>
          <p:cNvPr id="3" name="Freeform 5">
            <a:extLst>
              <a:ext uri="{FF2B5EF4-FFF2-40B4-BE49-F238E27FC236}">
                <a16:creationId xmlns:a16="http://schemas.microsoft.com/office/drawing/2014/main" id="{5C3F480E-7787-3C79-2F28-2BD141C8A6B3}"/>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20" name="Text Placeholder 10">
            <a:extLst>
              <a:ext uri="{FF2B5EF4-FFF2-40B4-BE49-F238E27FC236}">
                <a16:creationId xmlns:a16="http://schemas.microsoft.com/office/drawing/2014/main" id="{E816675F-4CFF-1424-BC2E-EB168984C8A9}"/>
              </a:ext>
            </a:extLst>
          </p:cNvPr>
          <p:cNvSpPr>
            <a:spLocks noGrp="1"/>
          </p:cNvSpPr>
          <p:nvPr>
            <p:ph type="body" sz="quarter" idx="21"/>
          </p:nvPr>
        </p:nvSpPr>
        <p:spPr>
          <a:xfrm>
            <a:off x="546100" y="1127125"/>
            <a:ext cx="11094211"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21" name="Text Placeholder 15">
            <a:extLst>
              <a:ext uri="{FF2B5EF4-FFF2-40B4-BE49-F238E27FC236}">
                <a16:creationId xmlns:a16="http://schemas.microsoft.com/office/drawing/2014/main" id="{5ABFA4E5-EE7C-B181-6613-2BCBB984ABF8}"/>
              </a:ext>
            </a:extLst>
          </p:cNvPr>
          <p:cNvSpPr>
            <a:spLocks noGrp="1"/>
          </p:cNvSpPr>
          <p:nvPr>
            <p:ph type="body" sz="quarter" idx="22"/>
          </p:nvPr>
        </p:nvSpPr>
        <p:spPr>
          <a:xfrm>
            <a:off x="546100" y="6019800"/>
            <a:ext cx="685165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22" name="Content Placeholder 22">
            <a:extLst>
              <a:ext uri="{FF2B5EF4-FFF2-40B4-BE49-F238E27FC236}">
                <a16:creationId xmlns:a16="http://schemas.microsoft.com/office/drawing/2014/main" id="{13CECA2D-47BD-D0C9-FDDA-04E397E25899}"/>
              </a:ext>
            </a:extLst>
          </p:cNvPr>
          <p:cNvSpPr>
            <a:spLocks noGrp="1"/>
          </p:cNvSpPr>
          <p:nvPr>
            <p:ph sz="quarter" idx="23"/>
          </p:nvPr>
        </p:nvSpPr>
        <p:spPr>
          <a:xfrm>
            <a:off x="546101" y="2425700"/>
            <a:ext cx="2619374"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3" name="Content Placeholder 24">
            <a:extLst>
              <a:ext uri="{FF2B5EF4-FFF2-40B4-BE49-F238E27FC236}">
                <a16:creationId xmlns:a16="http://schemas.microsoft.com/office/drawing/2014/main" id="{662EF311-9306-5498-F3D9-6F3991FF1E09}"/>
              </a:ext>
            </a:extLst>
          </p:cNvPr>
          <p:cNvSpPr>
            <a:spLocks noGrp="1"/>
          </p:cNvSpPr>
          <p:nvPr>
            <p:ph sz="quarter" idx="24"/>
          </p:nvPr>
        </p:nvSpPr>
        <p:spPr>
          <a:xfrm>
            <a:off x="3367088" y="2425700"/>
            <a:ext cx="2625725"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4" name="Content Placeholder 20">
            <a:extLst>
              <a:ext uri="{FF2B5EF4-FFF2-40B4-BE49-F238E27FC236}">
                <a16:creationId xmlns:a16="http://schemas.microsoft.com/office/drawing/2014/main" id="{3A80FA08-2EA7-E26E-1786-7FC321C07BC6}"/>
              </a:ext>
            </a:extLst>
          </p:cNvPr>
          <p:cNvSpPr>
            <a:spLocks noGrp="1"/>
          </p:cNvSpPr>
          <p:nvPr>
            <p:ph sz="quarter" idx="25"/>
          </p:nvPr>
        </p:nvSpPr>
        <p:spPr>
          <a:xfrm>
            <a:off x="6194426" y="2425701"/>
            <a:ext cx="2619375" cy="344169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5" name="Text Placeholder 33">
            <a:extLst>
              <a:ext uri="{FF2B5EF4-FFF2-40B4-BE49-F238E27FC236}">
                <a16:creationId xmlns:a16="http://schemas.microsoft.com/office/drawing/2014/main" id="{6F3D1EEF-0D0B-1B3D-790A-E903BCE7629F}"/>
              </a:ext>
            </a:extLst>
          </p:cNvPr>
          <p:cNvSpPr>
            <a:spLocks noGrp="1"/>
          </p:cNvSpPr>
          <p:nvPr>
            <p:ph type="body" sz="quarter" idx="29"/>
          </p:nvPr>
        </p:nvSpPr>
        <p:spPr>
          <a:xfrm>
            <a:off x="546100" y="1849436"/>
            <a:ext cx="2619375" cy="296861"/>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36" name="Text Placeholder 35">
            <a:extLst>
              <a:ext uri="{FF2B5EF4-FFF2-40B4-BE49-F238E27FC236}">
                <a16:creationId xmlns:a16="http://schemas.microsoft.com/office/drawing/2014/main" id="{F3E66951-696C-1D73-0C63-711EFABB807E}"/>
              </a:ext>
            </a:extLst>
          </p:cNvPr>
          <p:cNvSpPr>
            <a:spLocks noGrp="1"/>
          </p:cNvSpPr>
          <p:nvPr>
            <p:ph type="body" sz="quarter" idx="30"/>
          </p:nvPr>
        </p:nvSpPr>
        <p:spPr>
          <a:xfrm>
            <a:off x="3367089" y="1849438"/>
            <a:ext cx="2625725" cy="2968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37" name="Text Placeholder 26">
            <a:extLst>
              <a:ext uri="{FF2B5EF4-FFF2-40B4-BE49-F238E27FC236}">
                <a16:creationId xmlns:a16="http://schemas.microsoft.com/office/drawing/2014/main" id="{22CCB024-1C7A-358D-17AA-DB143CC33E1A}"/>
              </a:ext>
            </a:extLst>
          </p:cNvPr>
          <p:cNvSpPr>
            <a:spLocks noGrp="1"/>
          </p:cNvSpPr>
          <p:nvPr>
            <p:ph type="body" sz="quarter" idx="31"/>
          </p:nvPr>
        </p:nvSpPr>
        <p:spPr>
          <a:xfrm>
            <a:off x="6194426" y="1849438"/>
            <a:ext cx="2619375" cy="2968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39" name="Content Placeholder 38">
            <a:extLst>
              <a:ext uri="{FF2B5EF4-FFF2-40B4-BE49-F238E27FC236}">
                <a16:creationId xmlns:a16="http://schemas.microsoft.com/office/drawing/2014/main" id="{4C336508-10E1-4F40-6089-6E416628EAAC}"/>
              </a:ext>
            </a:extLst>
          </p:cNvPr>
          <p:cNvSpPr>
            <a:spLocks noGrp="1"/>
          </p:cNvSpPr>
          <p:nvPr>
            <p:ph sz="quarter" idx="32"/>
          </p:nvPr>
        </p:nvSpPr>
        <p:spPr>
          <a:xfrm>
            <a:off x="9015415" y="2425700"/>
            <a:ext cx="2622548"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1" name="Text Placeholder 40">
            <a:extLst>
              <a:ext uri="{FF2B5EF4-FFF2-40B4-BE49-F238E27FC236}">
                <a16:creationId xmlns:a16="http://schemas.microsoft.com/office/drawing/2014/main" id="{53BBD7EF-C3BF-D4E8-EF2B-6BC68E04ACCA}"/>
              </a:ext>
            </a:extLst>
          </p:cNvPr>
          <p:cNvSpPr>
            <a:spLocks noGrp="1"/>
          </p:cNvSpPr>
          <p:nvPr>
            <p:ph type="body" sz="quarter" idx="33"/>
          </p:nvPr>
        </p:nvSpPr>
        <p:spPr>
          <a:xfrm>
            <a:off x="9015412" y="1849436"/>
            <a:ext cx="2622549" cy="296862"/>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31508F31-FF7C-431E-8840-F90A9D6D6BB7}"/>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20F324AF-4604-BC68-DF52-9173D16B2F9A}"/>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A195C87C-A8C1-EF0F-E54A-86C6A126B59E}"/>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BB18765C-6428-8BC5-0F7F-AC227EF0A74D}"/>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F59345F0-BAC3-4CFD-1E56-D68E766C8EA0}"/>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C2E13A71-D7CF-FC90-C382-E29EE484D60D}"/>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B098EA7C-4CB8-5294-0E3D-DA3DDA751D33}"/>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A598B527-9B86-D470-36F2-19EAB9D0B534}"/>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302739A8-3AB5-BAF0-AA17-65CD5083E724}"/>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67C8C171-BE38-E529-E276-F9214A4F2803}"/>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66EE2F7F-380C-FCB0-4B13-62851E0EACC8}"/>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4B435196-5675-C73C-2A26-F03E4045E2E4}"/>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E08EB757-F7DA-269E-7344-91DC5FF92E75}"/>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8F8526C6-1E24-7346-B993-85316AA11F34}"/>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2" name="Rectangle 41">
                <a:extLst>
                  <a:ext uri="{FF2B5EF4-FFF2-40B4-BE49-F238E27FC236}">
                    <a16:creationId xmlns:a16="http://schemas.microsoft.com/office/drawing/2014/main" id="{6057C186-2F1E-C9FF-8481-4D3BB0848054}"/>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CEFBF9E7-13D1-9178-0D42-BC7022197A5D}"/>
                </a:ext>
              </a:extLst>
            </p:cNvPr>
            <p:cNvGrpSpPr/>
            <p:nvPr userDrawn="1"/>
          </p:nvGrpSpPr>
          <p:grpSpPr>
            <a:xfrm>
              <a:off x="12442019" y="198485"/>
              <a:ext cx="382660" cy="2882942"/>
              <a:chOff x="12742785" y="3716048"/>
              <a:chExt cx="316248" cy="3171236"/>
            </a:xfrm>
          </p:grpSpPr>
          <p:sp>
            <p:nvSpPr>
              <p:cNvPr id="12" name="Rectangle 11">
                <a:extLst>
                  <a:ext uri="{FF2B5EF4-FFF2-40B4-BE49-F238E27FC236}">
                    <a16:creationId xmlns:a16="http://schemas.microsoft.com/office/drawing/2014/main" id="{F4BEB79C-198E-4439-D590-128300F9B6F8}"/>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3" name="Rectangle 12">
                <a:extLst>
                  <a:ext uri="{FF2B5EF4-FFF2-40B4-BE49-F238E27FC236}">
                    <a16:creationId xmlns:a16="http://schemas.microsoft.com/office/drawing/2014/main" id="{5BD14EF4-3167-6143-A1AD-55A1B5CF05CE}"/>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4" name="Rectangle 13">
                <a:extLst>
                  <a:ext uri="{FF2B5EF4-FFF2-40B4-BE49-F238E27FC236}">
                    <a16:creationId xmlns:a16="http://schemas.microsoft.com/office/drawing/2014/main" id="{6CDAC170-0DCF-50A1-3DED-FB8BBB48223F}"/>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C7DFE751-77F4-4002-6123-7EFC77236499}"/>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A1950836-7332-C3CA-EDF9-46A3C3D727AE}"/>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939ACAEE-003F-1B2F-661A-A7CDDA65349A}"/>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B5FCEDCA-01D6-8229-81D8-9CA76C23E10C}"/>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0287BE0D-385C-95E3-FA57-5AD0C5117986}"/>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43F74E9E-9B57-D337-50A5-0C98A604EFB0}"/>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5698BF97-ED86-B619-27CD-2B2C652AD204}"/>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1" name="TextBox 10">
              <a:extLst>
                <a:ext uri="{FF2B5EF4-FFF2-40B4-BE49-F238E27FC236}">
                  <a16:creationId xmlns:a16="http://schemas.microsoft.com/office/drawing/2014/main" id="{F7B72D11-980B-780D-7EE9-949D721F63BE}"/>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3" name="TextBox 42">
            <a:extLst>
              <a:ext uri="{FF2B5EF4-FFF2-40B4-BE49-F238E27FC236}">
                <a16:creationId xmlns:a16="http://schemas.microsoft.com/office/drawing/2014/main" id="{81BEBAD7-6C04-D709-C868-28A410889007}"/>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767496933"/>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2 Column with icons / Photo">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p:nvPr>
        </p:nvSpPr>
        <p:spPr>
          <a:xfrm>
            <a:off x="6194424" y="0"/>
            <a:ext cx="5997575" cy="6858000"/>
          </a:xfrm>
          <a:solidFill>
            <a:schemeClr val="bg1">
              <a:lumMod val="65000"/>
            </a:schemeClr>
          </a:solidFill>
        </p:spPr>
        <p:txBody>
          <a:bodyPr anchor="ctr"/>
          <a:lstStyle>
            <a:lvl1pPr algn="ctr">
              <a:defRPr>
                <a:solidFill>
                  <a:schemeClr val="bg1"/>
                </a:solidFill>
              </a:defRPr>
            </a:lvl1pPr>
          </a:lstStyle>
          <a:p>
            <a:r>
              <a:rPr lang="en-US"/>
              <a:t>Click icon to add picture</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bg1"/>
                </a:solidFill>
              </a:defRPr>
            </a:lvl1p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5" name="Title 4">
            <a:extLst>
              <a:ext uri="{FF2B5EF4-FFF2-40B4-BE49-F238E27FC236}">
                <a16:creationId xmlns:a16="http://schemas.microsoft.com/office/drawing/2014/main" id="{37E1B056-6E37-0195-3E1E-328A2FEFCC8B}"/>
              </a:ext>
            </a:extLst>
          </p:cNvPr>
          <p:cNvSpPr>
            <a:spLocks noGrp="1"/>
          </p:cNvSpPr>
          <p:nvPr>
            <p:ph type="title"/>
          </p:nvPr>
        </p:nvSpPr>
        <p:spPr>
          <a:xfrm>
            <a:off x="546100" y="552450"/>
            <a:ext cx="5443379" cy="434975"/>
          </a:xfrm>
        </p:spPr>
        <p:txBody>
          <a:bodyPr/>
          <a:lstStyle/>
          <a:p>
            <a:r>
              <a:rPr lang="en-US"/>
              <a:t>Click to edit Master title style</a:t>
            </a:r>
          </a:p>
        </p:txBody>
      </p:sp>
      <p:sp>
        <p:nvSpPr>
          <p:cNvPr id="3" name="Picture Placeholder 9">
            <a:extLst>
              <a:ext uri="{FF2B5EF4-FFF2-40B4-BE49-F238E27FC236}">
                <a16:creationId xmlns:a16="http://schemas.microsoft.com/office/drawing/2014/main" id="{071C30E2-10A6-5251-1FC6-8810B8777FFE}"/>
              </a:ext>
            </a:extLst>
          </p:cNvPr>
          <p:cNvSpPr>
            <a:spLocks noGrp="1"/>
          </p:cNvSpPr>
          <p:nvPr>
            <p:ph type="pic" sz="quarter" idx="37" hasCustomPrompt="1"/>
          </p:nvPr>
        </p:nvSpPr>
        <p:spPr>
          <a:xfrm>
            <a:off x="546100" y="1849438"/>
            <a:ext cx="722376" cy="720725"/>
          </a:xfrm>
          <a:noFill/>
          <a:ln>
            <a:noFill/>
          </a:ln>
        </p:spPr>
        <p:txBody>
          <a:bodyPr anchor="ctr"/>
          <a:lstStyle>
            <a:lvl1pPr algn="ctr">
              <a:defRPr>
                <a:solidFill>
                  <a:schemeClr val="tx1"/>
                </a:solidFill>
              </a:defRPr>
            </a:lvl1pPr>
          </a:lstStyle>
          <a:p>
            <a:r>
              <a:rPr lang="en-US"/>
              <a:t>Icon</a:t>
            </a:r>
          </a:p>
        </p:txBody>
      </p:sp>
      <p:sp>
        <p:nvSpPr>
          <p:cNvPr id="11" name="Picture Placeholder 9">
            <a:extLst>
              <a:ext uri="{FF2B5EF4-FFF2-40B4-BE49-F238E27FC236}">
                <a16:creationId xmlns:a16="http://schemas.microsoft.com/office/drawing/2014/main" id="{2779889F-8243-735B-D407-39B553561C4A}"/>
              </a:ext>
            </a:extLst>
          </p:cNvPr>
          <p:cNvSpPr>
            <a:spLocks noGrp="1" noChangeAspect="1"/>
          </p:cNvSpPr>
          <p:nvPr>
            <p:ph type="pic" sz="quarter" idx="38" hasCustomPrompt="1"/>
          </p:nvPr>
        </p:nvSpPr>
        <p:spPr>
          <a:xfrm>
            <a:off x="546100" y="3146426"/>
            <a:ext cx="723632" cy="692149"/>
          </a:xfrm>
          <a:noFill/>
          <a:ln>
            <a:noFill/>
          </a:ln>
        </p:spPr>
        <p:txBody>
          <a:bodyPr anchor="ctr"/>
          <a:lstStyle>
            <a:lvl1pPr algn="ctr">
              <a:defRPr>
                <a:solidFill>
                  <a:schemeClr val="tx1"/>
                </a:solidFill>
              </a:defRPr>
            </a:lvl1pPr>
          </a:lstStyle>
          <a:p>
            <a:r>
              <a:rPr lang="en-US"/>
              <a:t>Icon</a:t>
            </a:r>
          </a:p>
        </p:txBody>
      </p:sp>
      <p:sp>
        <p:nvSpPr>
          <p:cNvPr id="12" name="Picture Placeholder 9">
            <a:extLst>
              <a:ext uri="{FF2B5EF4-FFF2-40B4-BE49-F238E27FC236}">
                <a16:creationId xmlns:a16="http://schemas.microsoft.com/office/drawing/2014/main" id="{7E3BD4E3-4BCD-3C87-CEE7-D70639AB32E4}"/>
              </a:ext>
            </a:extLst>
          </p:cNvPr>
          <p:cNvSpPr>
            <a:spLocks noGrp="1"/>
          </p:cNvSpPr>
          <p:nvPr>
            <p:ph type="pic" sz="quarter" idx="39" hasCustomPrompt="1"/>
          </p:nvPr>
        </p:nvSpPr>
        <p:spPr>
          <a:xfrm>
            <a:off x="546100" y="4421188"/>
            <a:ext cx="722376" cy="730249"/>
          </a:xfrm>
          <a:noFill/>
          <a:ln>
            <a:noFill/>
          </a:ln>
        </p:spPr>
        <p:txBody>
          <a:bodyPr anchor="ctr"/>
          <a:lstStyle>
            <a:lvl1pPr algn="ctr">
              <a:defRPr>
                <a:solidFill>
                  <a:schemeClr val="tx1"/>
                </a:solidFill>
              </a:defRPr>
            </a:lvl1pPr>
          </a:lstStyle>
          <a:p>
            <a:r>
              <a:rPr lang="en-US"/>
              <a:t>Icon</a:t>
            </a:r>
          </a:p>
        </p:txBody>
      </p:sp>
      <p:sp>
        <p:nvSpPr>
          <p:cNvPr id="4" name="Freeform 5">
            <a:extLst>
              <a:ext uri="{FF2B5EF4-FFF2-40B4-BE49-F238E27FC236}">
                <a16:creationId xmlns:a16="http://schemas.microsoft.com/office/drawing/2014/main" id="{DC2B09DE-A1A4-4C35-6E17-FAA89478D0BB}"/>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30" name="Text Placeholder 10">
            <a:extLst>
              <a:ext uri="{FF2B5EF4-FFF2-40B4-BE49-F238E27FC236}">
                <a16:creationId xmlns:a16="http://schemas.microsoft.com/office/drawing/2014/main" id="{3CA37D90-0D74-AE2A-B25D-69FCBDEAD1C9}"/>
              </a:ext>
            </a:extLst>
          </p:cNvPr>
          <p:cNvSpPr>
            <a:spLocks noGrp="1"/>
          </p:cNvSpPr>
          <p:nvPr>
            <p:ph type="body" sz="quarter" idx="21"/>
          </p:nvPr>
        </p:nvSpPr>
        <p:spPr>
          <a:xfrm>
            <a:off x="546100" y="1127125"/>
            <a:ext cx="5445125" cy="296863"/>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31" name="Text Placeholder 15">
            <a:extLst>
              <a:ext uri="{FF2B5EF4-FFF2-40B4-BE49-F238E27FC236}">
                <a16:creationId xmlns:a16="http://schemas.microsoft.com/office/drawing/2014/main" id="{91CF4EAB-36B2-D655-23E6-0560D7AA1292}"/>
              </a:ext>
            </a:extLst>
          </p:cNvPr>
          <p:cNvSpPr>
            <a:spLocks noGrp="1"/>
          </p:cNvSpPr>
          <p:nvPr>
            <p:ph type="body" sz="quarter" idx="22"/>
          </p:nvPr>
        </p:nvSpPr>
        <p:spPr>
          <a:xfrm>
            <a:off x="546100" y="6019800"/>
            <a:ext cx="5445125"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33" name="Content Placeholder 32">
            <a:extLst>
              <a:ext uri="{FF2B5EF4-FFF2-40B4-BE49-F238E27FC236}">
                <a16:creationId xmlns:a16="http://schemas.microsoft.com/office/drawing/2014/main" id="{F52E03F2-F72D-3919-6A71-4CEA2D954B96}"/>
              </a:ext>
            </a:extLst>
          </p:cNvPr>
          <p:cNvSpPr>
            <a:spLocks noGrp="1"/>
          </p:cNvSpPr>
          <p:nvPr>
            <p:ph sz="quarter" idx="40"/>
          </p:nvPr>
        </p:nvSpPr>
        <p:spPr>
          <a:xfrm>
            <a:off x="1485901" y="1849438"/>
            <a:ext cx="4505324" cy="998537"/>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35" name="Content Placeholder 34">
            <a:extLst>
              <a:ext uri="{FF2B5EF4-FFF2-40B4-BE49-F238E27FC236}">
                <a16:creationId xmlns:a16="http://schemas.microsoft.com/office/drawing/2014/main" id="{B626F10D-848A-E6CB-7D19-295563F81456}"/>
              </a:ext>
            </a:extLst>
          </p:cNvPr>
          <p:cNvSpPr>
            <a:spLocks noGrp="1"/>
          </p:cNvSpPr>
          <p:nvPr>
            <p:ph sz="quarter" idx="41"/>
          </p:nvPr>
        </p:nvSpPr>
        <p:spPr>
          <a:xfrm>
            <a:off x="1485900" y="3146426"/>
            <a:ext cx="4505325" cy="838200"/>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37" name="Content Placeholder 36">
            <a:extLst>
              <a:ext uri="{FF2B5EF4-FFF2-40B4-BE49-F238E27FC236}">
                <a16:creationId xmlns:a16="http://schemas.microsoft.com/office/drawing/2014/main" id="{FE10D5E1-C329-1061-FDA3-9EC5BE5ECB6F}"/>
              </a:ext>
            </a:extLst>
          </p:cNvPr>
          <p:cNvSpPr>
            <a:spLocks noGrp="1"/>
          </p:cNvSpPr>
          <p:nvPr>
            <p:ph sz="quarter" idx="42"/>
          </p:nvPr>
        </p:nvSpPr>
        <p:spPr>
          <a:xfrm>
            <a:off x="1485900" y="4421189"/>
            <a:ext cx="4505325" cy="1020762"/>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grpSp>
        <p:nvGrpSpPr>
          <p:cNvPr id="2" name="Group 1">
            <a:extLst>
              <a:ext uri="{FF2B5EF4-FFF2-40B4-BE49-F238E27FC236}">
                <a16:creationId xmlns:a16="http://schemas.microsoft.com/office/drawing/2014/main" id="{64D7F97E-CFBB-57F2-6F2D-5DE1E45DD008}"/>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5AA785B6-7011-CD36-1C15-7DFB015C0426}"/>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DBDC9942-39F5-5CCF-E3EA-A0B493EEEFB2}"/>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3" name="Rectangle 12">
              <a:extLst>
                <a:ext uri="{FF2B5EF4-FFF2-40B4-BE49-F238E27FC236}">
                  <a16:creationId xmlns:a16="http://schemas.microsoft.com/office/drawing/2014/main" id="{43F0E191-81F1-80C5-A838-B97C2ACE6F7B}"/>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4" name="Group 13">
              <a:extLst>
                <a:ext uri="{FF2B5EF4-FFF2-40B4-BE49-F238E27FC236}">
                  <a16:creationId xmlns:a16="http://schemas.microsoft.com/office/drawing/2014/main" id="{39E67DDD-1786-0734-6867-7615D6F61308}"/>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E8FB0802-7289-1838-2F92-8EF12C372D24}"/>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4612D53B-1F0C-D671-7CAF-C4D0B9FFF658}"/>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4980F8FA-9426-6114-E745-EA2A8BF6D118}"/>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0A85E03B-D1D2-EA6E-350A-FAE993BCA4C6}"/>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EB9351A8-0725-387F-9D4F-6B2BB7331AD7}"/>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0207B51E-6BA4-E242-D289-F7642265012E}"/>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7349BE1A-E034-AE24-5F78-ACCDA704E654}"/>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44E17DB5-90C6-ACA3-6C15-7A13AEE1D36B}"/>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266BE422-479E-2D11-E9EE-3FEE123F6D6B}"/>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E67AD741-1BA4-F09A-330B-A7D3D8D513F0}"/>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5" name="Group 14">
              <a:extLst>
                <a:ext uri="{FF2B5EF4-FFF2-40B4-BE49-F238E27FC236}">
                  <a16:creationId xmlns:a16="http://schemas.microsoft.com/office/drawing/2014/main" id="{45DD5102-435D-0318-77BC-C3078D70E9C0}"/>
                </a:ext>
              </a:extLst>
            </p:cNvPr>
            <p:cNvGrpSpPr/>
            <p:nvPr userDrawn="1"/>
          </p:nvGrpSpPr>
          <p:grpSpPr>
            <a:xfrm>
              <a:off x="12442019" y="198485"/>
              <a:ext cx="382660" cy="2882942"/>
              <a:chOff x="12742785" y="3716048"/>
              <a:chExt cx="316248" cy="3171236"/>
            </a:xfrm>
          </p:grpSpPr>
          <p:sp>
            <p:nvSpPr>
              <p:cNvPr id="17" name="Rectangle 16">
                <a:extLst>
                  <a:ext uri="{FF2B5EF4-FFF2-40B4-BE49-F238E27FC236}">
                    <a16:creationId xmlns:a16="http://schemas.microsoft.com/office/drawing/2014/main" id="{393270AC-B8C1-E5ED-5410-5035DB172C27}"/>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50438286-72A0-3825-D887-929A01112127}"/>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7EE04E5E-6179-3570-1380-21BB30449DBE}"/>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F15B6616-9A86-F2A4-AC91-430040141FC3}"/>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0FCBB79C-56CF-85C1-5F6D-47B9D60AA179}"/>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C37A7971-72E9-FA6C-9E23-80E89B16F9B9}"/>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B09EDED6-B002-143F-CF3C-BF0EB61B2861}"/>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9BCAB37B-DEFF-D022-A82E-FF17B3A38669}"/>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CA913CE9-BE4E-47F3-673B-896B51BE4348}"/>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AD779FB3-9524-4724-C721-C9E5EFAAC01F}"/>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6" name="TextBox 15">
              <a:extLst>
                <a:ext uri="{FF2B5EF4-FFF2-40B4-BE49-F238E27FC236}">
                  <a16:creationId xmlns:a16="http://schemas.microsoft.com/office/drawing/2014/main" id="{CD596707-EB9B-0B05-81C4-1A0C96947131}"/>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2" name="TextBox 41">
            <a:extLst>
              <a:ext uri="{FF2B5EF4-FFF2-40B4-BE49-F238E27FC236}">
                <a16:creationId xmlns:a16="http://schemas.microsoft.com/office/drawing/2014/main" id="{8AF5B983-0144-0605-41FD-5D8563034E1B}"/>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447881483"/>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2 Column, Photo">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p:nvPr>
        </p:nvSpPr>
        <p:spPr>
          <a:xfrm>
            <a:off x="6191886" y="0"/>
            <a:ext cx="6000113" cy="6858000"/>
          </a:xfrm>
          <a:solidFill>
            <a:schemeClr val="bg1">
              <a:lumMod val="65000"/>
            </a:schemeClr>
          </a:solidFill>
        </p:spPr>
        <p:txBody>
          <a:bodyPr anchor="ctr"/>
          <a:lstStyle>
            <a:lvl1pPr algn="ctr">
              <a:defRPr>
                <a:solidFill>
                  <a:schemeClr val="bg1"/>
                </a:solidFill>
              </a:defRPr>
            </a:lvl1pPr>
          </a:lstStyle>
          <a:p>
            <a:r>
              <a:rPr lang="en-US"/>
              <a:t>Click icon to add picture</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bg1"/>
                </a:solidFill>
              </a:defRPr>
            </a:lvl1p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5" name="Title 4">
            <a:extLst>
              <a:ext uri="{FF2B5EF4-FFF2-40B4-BE49-F238E27FC236}">
                <a16:creationId xmlns:a16="http://schemas.microsoft.com/office/drawing/2014/main" id="{37E1B056-6E37-0195-3E1E-328A2FEFCC8B}"/>
              </a:ext>
            </a:extLst>
          </p:cNvPr>
          <p:cNvSpPr>
            <a:spLocks noGrp="1"/>
          </p:cNvSpPr>
          <p:nvPr>
            <p:ph type="title"/>
          </p:nvPr>
        </p:nvSpPr>
        <p:spPr>
          <a:xfrm>
            <a:off x="546101" y="552450"/>
            <a:ext cx="5445124" cy="434975"/>
          </a:xfrm>
        </p:spPr>
        <p:txBody>
          <a:bodyPr/>
          <a:lstStyle/>
          <a:p>
            <a:r>
              <a:rPr lang="en-US"/>
              <a:t>Click to edit Master title style</a:t>
            </a:r>
          </a:p>
        </p:txBody>
      </p:sp>
      <p:sp>
        <p:nvSpPr>
          <p:cNvPr id="4" name="Freeform 5">
            <a:extLst>
              <a:ext uri="{FF2B5EF4-FFF2-40B4-BE49-F238E27FC236}">
                <a16:creationId xmlns:a16="http://schemas.microsoft.com/office/drawing/2014/main" id="{90FFE920-B320-B303-4558-0F631F47685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5" name="Text Placeholder 11">
            <a:extLst>
              <a:ext uri="{FF2B5EF4-FFF2-40B4-BE49-F238E27FC236}">
                <a16:creationId xmlns:a16="http://schemas.microsoft.com/office/drawing/2014/main" id="{5E92B4B8-6955-9D30-1BC3-A16EF74E8AD5}"/>
              </a:ext>
            </a:extLst>
          </p:cNvPr>
          <p:cNvSpPr>
            <a:spLocks noGrp="1"/>
          </p:cNvSpPr>
          <p:nvPr>
            <p:ph type="body" sz="quarter" idx="18"/>
          </p:nvPr>
        </p:nvSpPr>
        <p:spPr>
          <a:xfrm>
            <a:off x="546100" y="1127125"/>
            <a:ext cx="5445125"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6" name="Text Placeholder 15">
            <a:extLst>
              <a:ext uri="{FF2B5EF4-FFF2-40B4-BE49-F238E27FC236}">
                <a16:creationId xmlns:a16="http://schemas.microsoft.com/office/drawing/2014/main" id="{AA9F4984-857B-C872-E78B-8D7B49A19FCB}"/>
              </a:ext>
            </a:extLst>
          </p:cNvPr>
          <p:cNvSpPr>
            <a:spLocks noGrp="1"/>
          </p:cNvSpPr>
          <p:nvPr>
            <p:ph type="body" sz="quarter" idx="19" hasCustomPrompt="1"/>
          </p:nvPr>
        </p:nvSpPr>
        <p:spPr>
          <a:xfrm>
            <a:off x="546100" y="6019800"/>
            <a:ext cx="5445125"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add footnotes or disclaimer information</a:t>
            </a:r>
          </a:p>
        </p:txBody>
      </p:sp>
      <p:sp>
        <p:nvSpPr>
          <p:cNvPr id="17" name="Content Placeholder 25">
            <a:extLst>
              <a:ext uri="{FF2B5EF4-FFF2-40B4-BE49-F238E27FC236}">
                <a16:creationId xmlns:a16="http://schemas.microsoft.com/office/drawing/2014/main" id="{5C8016BC-6435-33AA-70C0-6D27BA55395C}"/>
              </a:ext>
            </a:extLst>
          </p:cNvPr>
          <p:cNvSpPr>
            <a:spLocks noGrp="1"/>
          </p:cNvSpPr>
          <p:nvPr>
            <p:ph sz="quarter" idx="23"/>
          </p:nvPr>
        </p:nvSpPr>
        <p:spPr>
          <a:xfrm>
            <a:off x="546100" y="1849438"/>
            <a:ext cx="5445125"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631995A3-0F61-07CF-245E-BDF60A36D978}"/>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E8857D31-C651-FEBC-D4DE-E1521FA693A2}"/>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36B7DFAB-55FF-B531-612E-2578C241329B}"/>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26249FEA-C95F-53A2-0478-3D637876E65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1" name="Group 10">
              <a:extLst>
                <a:ext uri="{FF2B5EF4-FFF2-40B4-BE49-F238E27FC236}">
                  <a16:creationId xmlns:a16="http://schemas.microsoft.com/office/drawing/2014/main" id="{59AC1053-0774-5185-5E78-6EA9C427C63A}"/>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1DAB16AB-BE24-8AD4-DCC0-FD6636FAFB3C}"/>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4EE6DB92-CC9B-7A4C-3FA0-1CACF848AFED}"/>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45AA3DE0-1272-434B-501C-B3B9124A0C79}"/>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7962FB6B-BC46-F469-159D-352BD79674F9}"/>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5F44128D-9C1F-AEA0-A096-8FAE4B7E16D1}"/>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7354219C-9DB4-6D73-C126-C029776FC9B0}"/>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02E186C6-9FAC-89C0-2B2C-784E622F83DA}"/>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8207801B-FCAE-E332-8F78-33E29591CB08}"/>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820CB441-6A03-6EF0-2658-F6811DADBA72}"/>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CFA17DDF-6BE8-5C10-EBCE-691AB4BF7C4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0870A9E4-C38F-B871-1043-6F29F79D77E6}"/>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2B50E069-505D-3220-106D-E30A7C7898E9}"/>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CB7629F2-F845-096B-A859-6C62F1EF9C1D}"/>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6C1B3BAE-920E-CF7B-07AB-D6CFE9DB3D24}"/>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5BB2EE34-21CA-6E9A-70E0-D48BAAD53360}"/>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00E7FCA9-1920-9A5C-EC43-7EBB3775B252}"/>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4B8084B3-520A-4693-CB68-BF26BB0847F2}"/>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BFFC9CE0-FE32-0E48-14D3-D952B135208E}"/>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DC766E05-1CFA-897F-A478-92B72DA69B0C}"/>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0A9848C6-D65B-BBD3-9037-8E35F39F4280}"/>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CDBE9933-F28A-6F88-2D9B-57DF01C27FE0}"/>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09F542D0-4E71-913A-38F7-22BDFB7E25BC}"/>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84179D5E-A2C1-D138-AC3A-2BD78AB57C41}"/>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794034359"/>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2 Column, Photo - Subhead">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p:nvPr>
        </p:nvSpPr>
        <p:spPr>
          <a:xfrm>
            <a:off x="6194424" y="0"/>
            <a:ext cx="5997575" cy="6858000"/>
          </a:xfrm>
          <a:solidFill>
            <a:schemeClr val="bg1">
              <a:lumMod val="65000"/>
            </a:schemeClr>
          </a:solidFill>
        </p:spPr>
        <p:txBody>
          <a:bodyPr anchor="ctr"/>
          <a:lstStyle>
            <a:lvl1pPr algn="ctr">
              <a:defRPr>
                <a:solidFill>
                  <a:schemeClr val="bg1"/>
                </a:solidFill>
              </a:defRPr>
            </a:lvl1pPr>
          </a:lstStyle>
          <a:p>
            <a:r>
              <a:rPr lang="en-US"/>
              <a:t>Click icon to add picture</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bg1"/>
                </a:solidFill>
              </a:defRPr>
            </a:lvl1p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6" name="Title 5">
            <a:extLst>
              <a:ext uri="{FF2B5EF4-FFF2-40B4-BE49-F238E27FC236}">
                <a16:creationId xmlns:a16="http://schemas.microsoft.com/office/drawing/2014/main" id="{FA65A5E6-24CF-BD36-5E96-8042A9E0ECC7}"/>
              </a:ext>
            </a:extLst>
          </p:cNvPr>
          <p:cNvSpPr>
            <a:spLocks noGrp="1"/>
          </p:cNvSpPr>
          <p:nvPr>
            <p:ph type="title"/>
          </p:nvPr>
        </p:nvSpPr>
        <p:spPr>
          <a:xfrm>
            <a:off x="546100" y="552450"/>
            <a:ext cx="5444329" cy="434975"/>
          </a:xfrm>
        </p:spPr>
        <p:txBody>
          <a:bodyPr/>
          <a:lstStyle/>
          <a:p>
            <a:r>
              <a:rPr lang="en-US"/>
              <a:t>Click to edit Master title style</a:t>
            </a:r>
          </a:p>
        </p:txBody>
      </p:sp>
      <p:sp>
        <p:nvSpPr>
          <p:cNvPr id="4" name="Freeform 5">
            <a:extLst>
              <a:ext uri="{FF2B5EF4-FFF2-40B4-BE49-F238E27FC236}">
                <a16:creationId xmlns:a16="http://schemas.microsoft.com/office/drawing/2014/main" id="{83F80ED4-EB7B-394D-C29E-898DB0D61D00}"/>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6" name="Text Placeholder 11">
            <a:extLst>
              <a:ext uri="{FF2B5EF4-FFF2-40B4-BE49-F238E27FC236}">
                <a16:creationId xmlns:a16="http://schemas.microsoft.com/office/drawing/2014/main" id="{163054C7-C247-490C-C290-6EB0D4E9DC74}"/>
              </a:ext>
            </a:extLst>
          </p:cNvPr>
          <p:cNvSpPr>
            <a:spLocks noGrp="1"/>
          </p:cNvSpPr>
          <p:nvPr>
            <p:ph type="body" sz="quarter" idx="23"/>
          </p:nvPr>
        </p:nvSpPr>
        <p:spPr>
          <a:xfrm>
            <a:off x="546100" y="1127125"/>
            <a:ext cx="5445125" cy="292607"/>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7" name="Text Placeholder 13">
            <a:extLst>
              <a:ext uri="{FF2B5EF4-FFF2-40B4-BE49-F238E27FC236}">
                <a16:creationId xmlns:a16="http://schemas.microsoft.com/office/drawing/2014/main" id="{A96A9E9C-CF80-8438-5697-6A29008CD5FA}"/>
              </a:ext>
            </a:extLst>
          </p:cNvPr>
          <p:cNvSpPr>
            <a:spLocks noGrp="1"/>
          </p:cNvSpPr>
          <p:nvPr>
            <p:ph type="body" sz="quarter" idx="24"/>
          </p:nvPr>
        </p:nvSpPr>
        <p:spPr>
          <a:xfrm>
            <a:off x="546100" y="6019801"/>
            <a:ext cx="5445125"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8" name="Content Placeholder 29">
            <a:extLst>
              <a:ext uri="{FF2B5EF4-FFF2-40B4-BE49-F238E27FC236}">
                <a16:creationId xmlns:a16="http://schemas.microsoft.com/office/drawing/2014/main" id="{75ADEAFE-4009-A3BC-3F86-F58A050AF5C0}"/>
              </a:ext>
            </a:extLst>
          </p:cNvPr>
          <p:cNvSpPr>
            <a:spLocks noGrp="1"/>
          </p:cNvSpPr>
          <p:nvPr>
            <p:ph sz="quarter" idx="27"/>
          </p:nvPr>
        </p:nvSpPr>
        <p:spPr>
          <a:xfrm>
            <a:off x="546892" y="2425700"/>
            <a:ext cx="5444333"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9" name="Text Placeholder 33">
            <a:extLst>
              <a:ext uri="{FF2B5EF4-FFF2-40B4-BE49-F238E27FC236}">
                <a16:creationId xmlns:a16="http://schemas.microsoft.com/office/drawing/2014/main" id="{C8FCEF29-492C-8F4E-A702-5AD89C03B6B4}"/>
              </a:ext>
            </a:extLst>
          </p:cNvPr>
          <p:cNvSpPr>
            <a:spLocks noGrp="1"/>
          </p:cNvSpPr>
          <p:nvPr>
            <p:ph type="body" sz="quarter" idx="29"/>
          </p:nvPr>
        </p:nvSpPr>
        <p:spPr>
          <a:xfrm>
            <a:off x="546893" y="1849437"/>
            <a:ext cx="5444332" cy="296861"/>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45A07FDE-C5C4-C8EF-10FD-EC4E0CE084E3}"/>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517F201F-4874-57A3-DA1A-6307DF3B0300}"/>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D4A31D95-F26B-3873-D758-4ACE9E7C7B5A}"/>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340F168C-8776-9306-9275-D32FE23AB961}"/>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1" name="Group 10">
              <a:extLst>
                <a:ext uri="{FF2B5EF4-FFF2-40B4-BE49-F238E27FC236}">
                  <a16:creationId xmlns:a16="http://schemas.microsoft.com/office/drawing/2014/main" id="{34C2D411-3255-7E96-4BFC-1981DE42C960}"/>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3FDD120E-B200-9024-AF20-E843141A8D66}"/>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326E9239-282D-3EE5-B89C-B167F351A93F}"/>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A9729702-9260-E1CD-2AA8-869C4225F124}"/>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CCD7ACB2-D5D6-0B4E-5520-42A2155FC22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4DFE1790-706B-2333-2698-5A49D7B77B3F}"/>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3627A716-0290-FD5E-0A8C-1A3204903BC1}"/>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1785C142-AB26-3737-0D80-5F346C9C5367}"/>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550A49CD-7EF8-F766-8BC2-01BDCEEF8BBC}"/>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370DA7BE-738F-0F22-FB20-ABC784198D15}"/>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9D855911-9F58-ACBD-43A0-0B89FAF3794B}"/>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A598D3AC-77DB-3A4E-EF5D-3D09599C8668}"/>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A6088CE2-2FC7-8F45-5ABA-4523F23F451C}"/>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2F7B4DD3-F5DD-22F1-C6AA-9D96E506FE70}"/>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D5391230-AC92-454E-6E4B-0C7F80C529DC}"/>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D604D980-B993-E8FA-BDE3-DF6AB92FB97F}"/>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18AE9499-43B7-3C3F-0275-55FFF666CC96}"/>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A0C7ED8D-4B6D-911D-4398-BF2C9C3B67FA}"/>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F1FBE29D-6B72-6CF0-47D9-1ECAF45B01CB}"/>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FD0210C5-7DE8-1AA8-131B-867C62B0805D}"/>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59499FEC-7248-9A77-897B-E01CEDC8DF61}"/>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D28D5AF1-DBEC-E632-42C6-564D9F3EC115}"/>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D0B1C5A3-99E9-CBB7-38A1-282CF8B688D7}"/>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5CEA9C6A-72F1-E719-D69B-9A4049C2EB56}"/>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4274626039"/>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Dynamic Slices 1 / Light">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hasCustomPrompt="1"/>
          </p:nvPr>
        </p:nvSpPr>
        <p:spPr>
          <a:xfrm>
            <a:off x="8142973" y="0"/>
            <a:ext cx="2029968" cy="6167438"/>
          </a:xfrm>
          <a:solidFill>
            <a:schemeClr val="bg1">
              <a:lumMod val="65000"/>
            </a:schemeClr>
          </a:solidFill>
        </p:spPr>
        <p:txBody>
          <a:bodyPr anchor="ctr"/>
          <a:lstStyle>
            <a:lvl1pPr algn="ctr">
              <a:defRPr b="0">
                <a:solidFill>
                  <a:schemeClr val="bg1"/>
                </a:solidFill>
                <a:latin typeface="+mn-lt"/>
              </a:defRPr>
            </a:lvl1pPr>
          </a:lstStyle>
          <a:p>
            <a:r>
              <a:rPr lang="en-US"/>
              <a:t>Dynamic slice crop 1</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6" name="Picture Placeholder 9">
            <a:extLst>
              <a:ext uri="{FF2B5EF4-FFF2-40B4-BE49-F238E27FC236}">
                <a16:creationId xmlns:a16="http://schemas.microsoft.com/office/drawing/2014/main" id="{76B8FFAA-4288-7A55-0BCC-B4A10908B32D}"/>
              </a:ext>
            </a:extLst>
          </p:cNvPr>
          <p:cNvSpPr>
            <a:spLocks noGrp="1"/>
          </p:cNvSpPr>
          <p:nvPr>
            <p:ph type="pic" sz="quarter" idx="14" hasCustomPrompt="1"/>
          </p:nvPr>
        </p:nvSpPr>
        <p:spPr>
          <a:xfrm>
            <a:off x="10162032" y="0"/>
            <a:ext cx="2029968" cy="3984625"/>
          </a:xfrm>
          <a:solidFill>
            <a:schemeClr val="bg1">
              <a:lumMod val="65000"/>
            </a:schemeClr>
          </a:solidFill>
        </p:spPr>
        <p:txBody>
          <a:bodyPr anchor="ctr"/>
          <a:lstStyle>
            <a:lvl1pPr algn="ctr">
              <a:defRPr b="0">
                <a:solidFill>
                  <a:schemeClr val="bg1"/>
                </a:solidFill>
                <a:latin typeface="+mn-lt"/>
              </a:defRPr>
            </a:lvl1pPr>
          </a:lstStyle>
          <a:p>
            <a:pPr marL="0" marR="0" lvl="0" indent="0" algn="ctr" defTabSz="914400" rtl="0" eaLnBrk="1" fontAlgn="auto" latinLnBrk="0" hangingPunct="1">
              <a:lnSpc>
                <a:spcPct val="101000"/>
              </a:lnSpc>
              <a:spcBef>
                <a:spcPts val="0"/>
              </a:spcBef>
              <a:spcAft>
                <a:spcPts val="600"/>
              </a:spcAft>
              <a:buClrTx/>
              <a:buSzTx/>
              <a:buFont typeface="GT America Regular"/>
              <a:buNone/>
              <a:tabLst/>
              <a:defRPr/>
            </a:pPr>
            <a:r>
              <a:rPr lang="en-US"/>
              <a:t>Dynamic slice crop 2</a:t>
            </a:r>
          </a:p>
        </p:txBody>
      </p:sp>
      <p:sp>
        <p:nvSpPr>
          <p:cNvPr id="5" name="Title 4">
            <a:extLst>
              <a:ext uri="{FF2B5EF4-FFF2-40B4-BE49-F238E27FC236}">
                <a16:creationId xmlns:a16="http://schemas.microsoft.com/office/drawing/2014/main" id="{B8ED52C6-CAF9-7CFB-3BBD-C28F1DD35377}"/>
              </a:ext>
            </a:extLst>
          </p:cNvPr>
          <p:cNvSpPr>
            <a:spLocks noGrp="1"/>
          </p:cNvSpPr>
          <p:nvPr>
            <p:ph type="title"/>
          </p:nvPr>
        </p:nvSpPr>
        <p:spPr>
          <a:xfrm>
            <a:off x="546541" y="552450"/>
            <a:ext cx="6851210" cy="434975"/>
          </a:xfrm>
        </p:spPr>
        <p:txBody>
          <a:bodyPr/>
          <a:lstStyle/>
          <a:p>
            <a:r>
              <a:rPr lang="en-US"/>
              <a:t>Click to edit Master title style</a:t>
            </a:r>
          </a:p>
        </p:txBody>
      </p:sp>
      <p:sp>
        <p:nvSpPr>
          <p:cNvPr id="2" name="Freeform 5">
            <a:extLst>
              <a:ext uri="{FF2B5EF4-FFF2-40B4-BE49-F238E27FC236}">
                <a16:creationId xmlns:a16="http://schemas.microsoft.com/office/drawing/2014/main" id="{C80AD849-5BBF-D879-E4D7-75E59F95492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6" name="Text Placeholder 11">
            <a:extLst>
              <a:ext uri="{FF2B5EF4-FFF2-40B4-BE49-F238E27FC236}">
                <a16:creationId xmlns:a16="http://schemas.microsoft.com/office/drawing/2014/main" id="{C6506391-3DB1-9F32-7688-9823C2B43230}"/>
              </a:ext>
            </a:extLst>
          </p:cNvPr>
          <p:cNvSpPr>
            <a:spLocks noGrp="1"/>
          </p:cNvSpPr>
          <p:nvPr>
            <p:ph type="body" sz="quarter" idx="18"/>
          </p:nvPr>
        </p:nvSpPr>
        <p:spPr>
          <a:xfrm>
            <a:off x="546540" y="1127126"/>
            <a:ext cx="6851210" cy="295274"/>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7" name="Text Placeholder 15">
            <a:extLst>
              <a:ext uri="{FF2B5EF4-FFF2-40B4-BE49-F238E27FC236}">
                <a16:creationId xmlns:a16="http://schemas.microsoft.com/office/drawing/2014/main" id="{4C8DB3B3-004C-E921-0B4A-5EE8B997DF71}"/>
              </a:ext>
            </a:extLst>
          </p:cNvPr>
          <p:cNvSpPr>
            <a:spLocks noGrp="1"/>
          </p:cNvSpPr>
          <p:nvPr>
            <p:ph type="body" sz="quarter" idx="19" hasCustomPrompt="1"/>
          </p:nvPr>
        </p:nvSpPr>
        <p:spPr>
          <a:xfrm>
            <a:off x="546541" y="6019800"/>
            <a:ext cx="6851210"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add footnotes or disclaimer information</a:t>
            </a:r>
          </a:p>
        </p:txBody>
      </p:sp>
      <p:sp>
        <p:nvSpPr>
          <p:cNvPr id="18" name="Content Placeholder 25">
            <a:extLst>
              <a:ext uri="{FF2B5EF4-FFF2-40B4-BE49-F238E27FC236}">
                <a16:creationId xmlns:a16="http://schemas.microsoft.com/office/drawing/2014/main" id="{02974D94-9BEF-B148-C21F-FB42A3CC7E5D}"/>
              </a:ext>
            </a:extLst>
          </p:cNvPr>
          <p:cNvSpPr>
            <a:spLocks noGrp="1"/>
          </p:cNvSpPr>
          <p:nvPr>
            <p:ph sz="quarter" idx="23"/>
          </p:nvPr>
        </p:nvSpPr>
        <p:spPr>
          <a:xfrm>
            <a:off x="546540" y="1849438"/>
            <a:ext cx="6851209" cy="401796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3" name="Group 2">
            <a:extLst>
              <a:ext uri="{FF2B5EF4-FFF2-40B4-BE49-F238E27FC236}">
                <a16:creationId xmlns:a16="http://schemas.microsoft.com/office/drawing/2014/main" id="{28A6C5F1-2C3B-2D94-7A70-12E969F7EEA8}"/>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6E09B064-7759-2981-FA43-82BF122D6E3B}"/>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0AE874C0-E1E0-2ED7-84EA-9F8D8F0114F0}"/>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1" name="Rectangle 10">
              <a:extLst>
                <a:ext uri="{FF2B5EF4-FFF2-40B4-BE49-F238E27FC236}">
                  <a16:creationId xmlns:a16="http://schemas.microsoft.com/office/drawing/2014/main" id="{AA0C7B37-50EC-50ED-3CCD-CA4D13B16580}"/>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2" name="Group 11">
              <a:extLst>
                <a:ext uri="{FF2B5EF4-FFF2-40B4-BE49-F238E27FC236}">
                  <a16:creationId xmlns:a16="http://schemas.microsoft.com/office/drawing/2014/main" id="{3877F3B4-BA79-17DF-BA22-386160EFED63}"/>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3B0F506F-D105-C228-AD4D-11A9B7498997}"/>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09845719-5512-4D1E-4FB9-4E36DB8FAF6E}"/>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E674C4CC-6B71-8891-EA54-6CC1ECD07021}"/>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78239093-E9E7-FFC6-9DB6-AFA61112EC81}"/>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0BB7B011-54F3-5887-DB64-6DB8BEC30367}"/>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3A3CA925-4B0B-914C-57C6-CE7321F4C678}"/>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EB48BF75-E7A7-4230-39CA-CFA50FC70149}"/>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59D8BB4D-3F42-B0A8-0F9E-8C2C631FADDA}"/>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F81ADDBF-2EC8-C65A-697A-60819A0C5B57}"/>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B860CEF9-5497-E5D6-2FBC-2AB55A0FD86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3" name="Group 12">
              <a:extLst>
                <a:ext uri="{FF2B5EF4-FFF2-40B4-BE49-F238E27FC236}">
                  <a16:creationId xmlns:a16="http://schemas.microsoft.com/office/drawing/2014/main" id="{C8ECBB1D-0183-574E-21A5-6D78F7C04A70}"/>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4191515E-C521-D5DD-ABB3-0E4A3DF0DB64}"/>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DA051ACF-D6B4-2618-A502-E693AB113180}"/>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0F666EF6-8017-5A74-DB70-1D92918B89E8}"/>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4EC0F7A8-F67F-D813-20FA-D544F38CE862}"/>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7A01A5F6-5BEC-8DFF-B581-198BF7A5F874}"/>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A80B3EB0-491D-E2CE-A0E5-72A508E9362A}"/>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787B8C00-6AFC-56DE-E4DF-5DB34D371FE5}"/>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AFE90641-B141-0235-77AE-C7E8905519FE}"/>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4505A72F-B2F9-EBD6-0F79-95417D590505}"/>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DC5EFAD0-BC1D-F5C1-BB69-91AAE32B82F0}"/>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F33217D4-BFDC-9897-D448-765E00B1A35D}"/>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F1DE03BF-C8A3-06CF-4D0B-0845C3B0687D}"/>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327020079"/>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Dynamic Slices 1 / Light - Subhead">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hasCustomPrompt="1"/>
          </p:nvPr>
        </p:nvSpPr>
        <p:spPr>
          <a:xfrm>
            <a:off x="8142973" y="0"/>
            <a:ext cx="2029968" cy="6167438"/>
          </a:xfrm>
          <a:solidFill>
            <a:schemeClr val="bg1">
              <a:lumMod val="65000"/>
            </a:schemeClr>
          </a:solidFill>
        </p:spPr>
        <p:txBody>
          <a:bodyPr anchor="ctr"/>
          <a:lstStyle>
            <a:lvl1pPr algn="ctr">
              <a:defRPr b="0">
                <a:solidFill>
                  <a:schemeClr val="bg1"/>
                </a:solidFill>
                <a:latin typeface="+mn-lt"/>
              </a:defRPr>
            </a:lvl1pPr>
          </a:lstStyle>
          <a:p>
            <a:r>
              <a:rPr lang="en-US"/>
              <a:t>Dynamic slice crop 1</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6" name="Picture Placeholder 9">
            <a:extLst>
              <a:ext uri="{FF2B5EF4-FFF2-40B4-BE49-F238E27FC236}">
                <a16:creationId xmlns:a16="http://schemas.microsoft.com/office/drawing/2014/main" id="{76B8FFAA-4288-7A55-0BCC-B4A10908B32D}"/>
              </a:ext>
            </a:extLst>
          </p:cNvPr>
          <p:cNvSpPr>
            <a:spLocks noGrp="1"/>
          </p:cNvSpPr>
          <p:nvPr>
            <p:ph type="pic" sz="quarter" idx="14" hasCustomPrompt="1"/>
          </p:nvPr>
        </p:nvSpPr>
        <p:spPr>
          <a:xfrm>
            <a:off x="10162032" y="0"/>
            <a:ext cx="2029968" cy="3984625"/>
          </a:xfrm>
          <a:solidFill>
            <a:schemeClr val="bg1">
              <a:lumMod val="65000"/>
            </a:schemeClr>
          </a:solidFill>
        </p:spPr>
        <p:txBody>
          <a:bodyPr anchor="ctr"/>
          <a:lstStyle>
            <a:lvl1pPr algn="ctr">
              <a:defRPr b="0">
                <a:solidFill>
                  <a:schemeClr val="bg1"/>
                </a:solidFill>
                <a:latin typeface="+mn-lt"/>
              </a:defRPr>
            </a:lvl1pPr>
          </a:lstStyle>
          <a:p>
            <a:pPr marL="0" marR="0" lvl="0" indent="0" algn="ctr" defTabSz="914400" rtl="0" eaLnBrk="1" fontAlgn="auto" latinLnBrk="0" hangingPunct="1">
              <a:lnSpc>
                <a:spcPct val="101000"/>
              </a:lnSpc>
              <a:spcBef>
                <a:spcPts val="0"/>
              </a:spcBef>
              <a:spcAft>
                <a:spcPts val="600"/>
              </a:spcAft>
              <a:buClrTx/>
              <a:buSzTx/>
              <a:buFont typeface="GT America Regular"/>
              <a:buNone/>
              <a:tabLst/>
              <a:defRPr/>
            </a:pPr>
            <a:r>
              <a:rPr lang="en-US"/>
              <a:t>Dynamic slice crop 2</a:t>
            </a:r>
          </a:p>
        </p:txBody>
      </p:sp>
      <p:sp>
        <p:nvSpPr>
          <p:cNvPr id="12" name="Title 11">
            <a:extLst>
              <a:ext uri="{FF2B5EF4-FFF2-40B4-BE49-F238E27FC236}">
                <a16:creationId xmlns:a16="http://schemas.microsoft.com/office/drawing/2014/main" id="{4B789C02-8217-29F3-CCBF-88E3D196B36D}"/>
              </a:ext>
            </a:extLst>
          </p:cNvPr>
          <p:cNvSpPr>
            <a:spLocks noGrp="1"/>
          </p:cNvSpPr>
          <p:nvPr>
            <p:ph type="title"/>
          </p:nvPr>
        </p:nvSpPr>
        <p:spPr>
          <a:xfrm>
            <a:off x="546100" y="552450"/>
            <a:ext cx="6851651" cy="434975"/>
          </a:xfrm>
        </p:spPr>
        <p:txBody>
          <a:bodyPr/>
          <a:lstStyle/>
          <a:p>
            <a:r>
              <a:rPr lang="en-US"/>
              <a:t>Click to edit Master title style</a:t>
            </a:r>
          </a:p>
        </p:txBody>
      </p:sp>
      <p:sp>
        <p:nvSpPr>
          <p:cNvPr id="4" name="Freeform 5">
            <a:extLst>
              <a:ext uri="{FF2B5EF4-FFF2-40B4-BE49-F238E27FC236}">
                <a16:creationId xmlns:a16="http://schemas.microsoft.com/office/drawing/2014/main" id="{90F57B56-D11B-9162-7023-12E809D6B100}"/>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5" name="Text Placeholder 11">
            <a:extLst>
              <a:ext uri="{FF2B5EF4-FFF2-40B4-BE49-F238E27FC236}">
                <a16:creationId xmlns:a16="http://schemas.microsoft.com/office/drawing/2014/main" id="{8BA902E5-1959-8D93-356A-51055AFC1FFA}"/>
              </a:ext>
            </a:extLst>
          </p:cNvPr>
          <p:cNvSpPr>
            <a:spLocks noGrp="1"/>
          </p:cNvSpPr>
          <p:nvPr>
            <p:ph type="body" sz="quarter" idx="23"/>
          </p:nvPr>
        </p:nvSpPr>
        <p:spPr>
          <a:xfrm>
            <a:off x="546100" y="1127125"/>
            <a:ext cx="6853046" cy="292607"/>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7" name="Text Placeholder 13">
            <a:extLst>
              <a:ext uri="{FF2B5EF4-FFF2-40B4-BE49-F238E27FC236}">
                <a16:creationId xmlns:a16="http://schemas.microsoft.com/office/drawing/2014/main" id="{D5FC25B8-805C-1612-14FC-B175AA440631}"/>
              </a:ext>
            </a:extLst>
          </p:cNvPr>
          <p:cNvSpPr>
            <a:spLocks noGrp="1"/>
          </p:cNvSpPr>
          <p:nvPr>
            <p:ph type="body" sz="quarter" idx="24"/>
          </p:nvPr>
        </p:nvSpPr>
        <p:spPr>
          <a:xfrm>
            <a:off x="546100" y="6019801"/>
            <a:ext cx="6851649"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1" name="Content Placeholder 29">
            <a:extLst>
              <a:ext uri="{FF2B5EF4-FFF2-40B4-BE49-F238E27FC236}">
                <a16:creationId xmlns:a16="http://schemas.microsoft.com/office/drawing/2014/main" id="{9FBDFEC1-9F37-0749-6D25-E3B502E7E966}"/>
              </a:ext>
            </a:extLst>
          </p:cNvPr>
          <p:cNvSpPr>
            <a:spLocks noGrp="1"/>
          </p:cNvSpPr>
          <p:nvPr>
            <p:ph sz="quarter" idx="27"/>
          </p:nvPr>
        </p:nvSpPr>
        <p:spPr>
          <a:xfrm>
            <a:off x="546894" y="2425700"/>
            <a:ext cx="6850856"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ext Placeholder 33">
            <a:extLst>
              <a:ext uri="{FF2B5EF4-FFF2-40B4-BE49-F238E27FC236}">
                <a16:creationId xmlns:a16="http://schemas.microsoft.com/office/drawing/2014/main" id="{F955E566-2D25-F593-52AC-63C9C65B51E7}"/>
              </a:ext>
            </a:extLst>
          </p:cNvPr>
          <p:cNvSpPr>
            <a:spLocks noGrp="1"/>
          </p:cNvSpPr>
          <p:nvPr>
            <p:ph type="body" sz="quarter" idx="29"/>
          </p:nvPr>
        </p:nvSpPr>
        <p:spPr>
          <a:xfrm>
            <a:off x="546100" y="1849437"/>
            <a:ext cx="6851650" cy="296861"/>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26A40A34-58AE-5002-D30F-8E2B9601E747}"/>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3E2E5091-25EE-C8E5-59A2-10A8F3FBA3C3}"/>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4" name="TextBox 13">
              <a:extLst>
                <a:ext uri="{FF2B5EF4-FFF2-40B4-BE49-F238E27FC236}">
                  <a16:creationId xmlns:a16="http://schemas.microsoft.com/office/drawing/2014/main" id="{56CD702E-59E8-4DBD-275C-CEDC5823E3ED}"/>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5" name="Rectangle 14">
              <a:extLst>
                <a:ext uri="{FF2B5EF4-FFF2-40B4-BE49-F238E27FC236}">
                  <a16:creationId xmlns:a16="http://schemas.microsoft.com/office/drawing/2014/main" id="{29A3EB9F-B296-B103-BDCB-48B8CF4C65B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6" name="Group 15">
              <a:extLst>
                <a:ext uri="{FF2B5EF4-FFF2-40B4-BE49-F238E27FC236}">
                  <a16:creationId xmlns:a16="http://schemas.microsoft.com/office/drawing/2014/main" id="{B19D1F81-82F9-3676-C1FA-5BA36403C0D3}"/>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74887259-315F-C3F9-B27D-492370BD0CFE}"/>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D54A2913-C115-41E8-B5FF-795B7AFF6EE9}"/>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FE9BACE7-B817-0349-B7EF-B9BA2B1F1339}"/>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63C0872A-AB8E-6E29-4BF5-F9AEB2F6F8A5}"/>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794AF5E0-A448-B82A-A83A-E6A52D37CD43}"/>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CF41D7DB-1460-3650-FBB2-ED40F1EDDC55}"/>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12D2FED8-EA24-8D67-6FF7-67015D548170}"/>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210C9405-3DB0-54BA-46CE-76CAA6D5BF3A}"/>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D1CAF4C9-708E-F999-4833-8D7F3ED9A1C6}"/>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8C8113A2-BE50-5255-38F4-BFB4F479E029}"/>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7" name="Group 16">
              <a:extLst>
                <a:ext uri="{FF2B5EF4-FFF2-40B4-BE49-F238E27FC236}">
                  <a16:creationId xmlns:a16="http://schemas.microsoft.com/office/drawing/2014/main" id="{634BEDAE-8F9E-7777-00DC-728879F7FA02}"/>
                </a:ext>
              </a:extLst>
            </p:cNvPr>
            <p:cNvGrpSpPr/>
            <p:nvPr userDrawn="1"/>
          </p:nvGrpSpPr>
          <p:grpSpPr>
            <a:xfrm>
              <a:off x="12442019" y="198485"/>
              <a:ext cx="382660" cy="2882942"/>
              <a:chOff x="12742785" y="3716048"/>
              <a:chExt cx="316248" cy="3171236"/>
            </a:xfrm>
          </p:grpSpPr>
          <p:sp>
            <p:nvSpPr>
              <p:cNvPr id="19" name="Rectangle 18">
                <a:extLst>
                  <a:ext uri="{FF2B5EF4-FFF2-40B4-BE49-F238E27FC236}">
                    <a16:creationId xmlns:a16="http://schemas.microsoft.com/office/drawing/2014/main" id="{E1EAA3D7-D67A-835D-6FFE-508EB836468C}"/>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FA114C71-FCCF-1271-24A9-C9D2A5C9DE31}"/>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B9AF46CC-B0F1-9F71-C55D-2923EEF838F8}"/>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E6C60E18-F069-F72A-BC54-9A6C63019104}"/>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633498D6-7947-C2B9-3418-08B6862FC9D9}"/>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D21ACEA4-8D27-190B-D790-8F78E696BAD6}"/>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46D8E6E4-CB14-5342-A512-CF17DCD1288E}"/>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28FC1C28-74FE-6AD2-CA62-5C27BA21BB23}"/>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2FA01867-18E7-C6D1-7981-3C614BBF2137}"/>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AA796DA3-C505-DB4C-1373-481E0775E014}"/>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8" name="TextBox 17">
              <a:extLst>
                <a:ext uri="{FF2B5EF4-FFF2-40B4-BE49-F238E27FC236}">
                  <a16:creationId xmlns:a16="http://schemas.microsoft.com/office/drawing/2014/main" id="{50EE56D2-1403-3CEF-1FF0-ACF495CB22F4}"/>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99A17318-BC9E-84C0-03ED-3BDDAC8130B7}"/>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988840573"/>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Dynamic Slices 1 / Dark">
    <p:bg>
      <p:bgPr>
        <a:solidFill>
          <a:schemeClr val="bg2"/>
        </a:solidFill>
        <a:effectLst/>
      </p:bgPr>
    </p:bg>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hasCustomPrompt="1"/>
          </p:nvPr>
        </p:nvSpPr>
        <p:spPr>
          <a:xfrm>
            <a:off x="8142973" y="0"/>
            <a:ext cx="2029968" cy="6167438"/>
          </a:xfrm>
          <a:solidFill>
            <a:srgbClr val="A6A9AA"/>
          </a:solidFill>
        </p:spPr>
        <p:txBody>
          <a:bodyPr anchor="ctr"/>
          <a:lstStyle>
            <a:lvl1pPr algn="ctr">
              <a:defRPr b="0">
                <a:solidFill>
                  <a:schemeClr val="bg1"/>
                </a:solidFill>
                <a:latin typeface="+mn-lt"/>
              </a:defRPr>
            </a:lvl1pPr>
          </a:lstStyle>
          <a:p>
            <a:r>
              <a:rPr lang="en-US"/>
              <a:t>Dynamic slice crop 1</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rgbClr val="F0F0F1"/>
          </a:solidFill>
          <a:ln w="0" cap="flat">
            <a:noFill/>
            <a:prstDash val="solid"/>
            <a:miter/>
          </a:ln>
        </p:spPr>
        <p:txBody>
          <a:bodyPr rtlCol="0" anchor="ctr"/>
          <a:lstStyle/>
          <a:p>
            <a:endParaRPr lang="en-US"/>
          </a:p>
        </p:txBody>
      </p:sp>
      <p:sp>
        <p:nvSpPr>
          <p:cNvPr id="6" name="Picture Placeholder 9">
            <a:extLst>
              <a:ext uri="{FF2B5EF4-FFF2-40B4-BE49-F238E27FC236}">
                <a16:creationId xmlns:a16="http://schemas.microsoft.com/office/drawing/2014/main" id="{76B8FFAA-4288-7A55-0BCC-B4A10908B32D}"/>
              </a:ext>
            </a:extLst>
          </p:cNvPr>
          <p:cNvSpPr>
            <a:spLocks noGrp="1"/>
          </p:cNvSpPr>
          <p:nvPr>
            <p:ph type="pic" sz="quarter" idx="14" hasCustomPrompt="1"/>
          </p:nvPr>
        </p:nvSpPr>
        <p:spPr>
          <a:xfrm>
            <a:off x="10162032" y="0"/>
            <a:ext cx="2029968" cy="3984625"/>
          </a:xfrm>
          <a:solidFill>
            <a:srgbClr val="A6A9AA"/>
          </a:solidFill>
        </p:spPr>
        <p:txBody>
          <a:bodyPr anchor="ctr"/>
          <a:lstStyle>
            <a:lvl1pPr algn="ctr">
              <a:defRPr b="0">
                <a:solidFill>
                  <a:schemeClr val="bg1"/>
                </a:solidFill>
                <a:latin typeface="+mn-lt"/>
              </a:defRPr>
            </a:lvl1pPr>
          </a:lstStyle>
          <a:p>
            <a:pPr marL="0" marR="0" lvl="0" indent="0" algn="ctr" defTabSz="914400" rtl="0" eaLnBrk="1" fontAlgn="auto" latinLnBrk="0" hangingPunct="1">
              <a:lnSpc>
                <a:spcPct val="101000"/>
              </a:lnSpc>
              <a:spcBef>
                <a:spcPts val="0"/>
              </a:spcBef>
              <a:spcAft>
                <a:spcPts val="600"/>
              </a:spcAft>
              <a:buClrTx/>
              <a:buSzTx/>
              <a:buFont typeface="GT America Regular"/>
              <a:buNone/>
              <a:tabLst/>
              <a:defRPr/>
            </a:pPr>
            <a:r>
              <a:rPr lang="en-US"/>
              <a:t>Dynamic slice crop 2</a:t>
            </a:r>
          </a:p>
        </p:txBody>
      </p:sp>
      <p:sp>
        <p:nvSpPr>
          <p:cNvPr id="5" name="Title 4">
            <a:extLst>
              <a:ext uri="{FF2B5EF4-FFF2-40B4-BE49-F238E27FC236}">
                <a16:creationId xmlns:a16="http://schemas.microsoft.com/office/drawing/2014/main" id="{DFA82EE6-606F-A412-2CF2-001ACBC3F752}"/>
              </a:ext>
            </a:extLst>
          </p:cNvPr>
          <p:cNvSpPr>
            <a:spLocks noGrp="1"/>
          </p:cNvSpPr>
          <p:nvPr>
            <p:ph type="title"/>
          </p:nvPr>
        </p:nvSpPr>
        <p:spPr>
          <a:xfrm>
            <a:off x="546892" y="552449"/>
            <a:ext cx="6849111" cy="434975"/>
          </a:xfrm>
        </p:spPr>
        <p:txBody>
          <a:bodyPr/>
          <a:lstStyle>
            <a:lvl1pPr>
              <a:defRPr>
                <a:solidFill>
                  <a:schemeClr val="accent1"/>
                </a:solidFill>
              </a:defRPr>
            </a:lvl1pPr>
          </a:lstStyle>
          <a:p>
            <a:r>
              <a:rPr lang="en-US"/>
              <a:t>Click to edit Master title style</a:t>
            </a:r>
          </a:p>
        </p:txBody>
      </p:sp>
      <p:sp>
        <p:nvSpPr>
          <p:cNvPr id="4" name="Text Placeholder 11">
            <a:extLst>
              <a:ext uri="{FF2B5EF4-FFF2-40B4-BE49-F238E27FC236}">
                <a16:creationId xmlns:a16="http://schemas.microsoft.com/office/drawing/2014/main" id="{98C27CD0-E7ED-0F06-9583-C2455E4C7100}"/>
              </a:ext>
            </a:extLst>
          </p:cNvPr>
          <p:cNvSpPr>
            <a:spLocks noGrp="1"/>
          </p:cNvSpPr>
          <p:nvPr>
            <p:ph type="body" sz="quarter" idx="18"/>
          </p:nvPr>
        </p:nvSpPr>
        <p:spPr>
          <a:xfrm>
            <a:off x="548640" y="1127126"/>
            <a:ext cx="6849110" cy="295274"/>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tx1"/>
                </a:solidFill>
                <a:latin typeface="+mj-lt"/>
                <a:ea typeface="GT America Regular" charset="0"/>
                <a:cs typeface="GT America Regular" charset="0"/>
              </a:defRPr>
            </a:lvl9pPr>
          </a:lstStyle>
          <a:p>
            <a:pPr lvl="0"/>
            <a:r>
              <a:rPr lang="en-US"/>
              <a:t>Click to edit Master text styles</a:t>
            </a:r>
          </a:p>
        </p:txBody>
      </p:sp>
      <p:sp>
        <p:nvSpPr>
          <p:cNvPr id="16" name="Text Placeholder 15">
            <a:extLst>
              <a:ext uri="{FF2B5EF4-FFF2-40B4-BE49-F238E27FC236}">
                <a16:creationId xmlns:a16="http://schemas.microsoft.com/office/drawing/2014/main" id="{153D2C7A-DCFA-04C5-B25D-045A4E287A01}"/>
              </a:ext>
            </a:extLst>
          </p:cNvPr>
          <p:cNvSpPr>
            <a:spLocks noGrp="1"/>
          </p:cNvSpPr>
          <p:nvPr>
            <p:ph type="body" sz="quarter" idx="19" hasCustomPrompt="1"/>
          </p:nvPr>
        </p:nvSpPr>
        <p:spPr>
          <a:xfrm>
            <a:off x="546540" y="6019800"/>
            <a:ext cx="6849111" cy="292099"/>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add footnotes or disclaimer information</a:t>
            </a:r>
          </a:p>
        </p:txBody>
      </p:sp>
      <p:sp>
        <p:nvSpPr>
          <p:cNvPr id="17" name="Content Placeholder 25">
            <a:extLst>
              <a:ext uri="{FF2B5EF4-FFF2-40B4-BE49-F238E27FC236}">
                <a16:creationId xmlns:a16="http://schemas.microsoft.com/office/drawing/2014/main" id="{C0678888-447D-EFD9-9770-C2B47B8E8D77}"/>
              </a:ext>
            </a:extLst>
          </p:cNvPr>
          <p:cNvSpPr>
            <a:spLocks noGrp="1"/>
          </p:cNvSpPr>
          <p:nvPr>
            <p:ph sz="quarter" idx="23"/>
          </p:nvPr>
        </p:nvSpPr>
        <p:spPr>
          <a:xfrm>
            <a:off x="546540" y="1849438"/>
            <a:ext cx="6851209" cy="4017962"/>
          </a:xfrm>
        </p:spPr>
        <p:txBody>
          <a:bodyPr/>
          <a:lstStyle>
            <a:lvl3pPr>
              <a:buClr>
                <a:schemeClr val="tx1"/>
              </a:buClr>
              <a:defRPr/>
            </a:lvl3pPr>
            <a:lvl5pPr>
              <a:buClr>
                <a:schemeClr val="tx1"/>
              </a:buClr>
              <a:defRPr/>
            </a:lvl5pPr>
            <a:lvl7pPr>
              <a:buClr>
                <a:schemeClr val="tx1"/>
              </a:buClr>
              <a:defRPr/>
            </a:lvl7pPr>
            <a:lvl9pPr>
              <a:buClr>
                <a:schemeClr val="tx1"/>
              </a:buCl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4ACBCAF5-F85E-9260-45D2-E10A69353E47}"/>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1F4F3A24-C0C4-91C5-F133-8BC582EFBA83}"/>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2AEC6B2F-BB56-0E2B-A9A1-B1E2DA6A74B2}"/>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1" name="Rectangle 10">
              <a:extLst>
                <a:ext uri="{FF2B5EF4-FFF2-40B4-BE49-F238E27FC236}">
                  <a16:creationId xmlns:a16="http://schemas.microsoft.com/office/drawing/2014/main" id="{D61A9A6C-A35D-F48B-E57F-4E4481FF6A25}"/>
                </a:ext>
              </a:extLst>
            </p:cNvPr>
            <p:cNvSpPr/>
            <p:nvPr userDrawn="1"/>
          </p:nvSpPr>
          <p:spPr>
            <a:xfrm>
              <a:off x="12356815" y="3592729"/>
              <a:ext cx="553069" cy="3279913"/>
            </a:xfrm>
            <a:prstGeom prst="rect">
              <a:avLst/>
            </a:prstGeom>
            <a:solidFill>
              <a:schemeClr val="bg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2" name="Group 11">
              <a:extLst>
                <a:ext uri="{FF2B5EF4-FFF2-40B4-BE49-F238E27FC236}">
                  <a16:creationId xmlns:a16="http://schemas.microsoft.com/office/drawing/2014/main" id="{F82F64BF-E7A4-C609-C19E-8718CCE2705E}"/>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47D2B2C8-6984-DC71-3F4A-98E810198388}"/>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E1394FEF-A213-6389-85A9-825225D38322}"/>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747BD231-50FB-3617-3FDB-FD20EA3F8075}"/>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B8F9F983-7DF8-B403-C801-BFF885DA98D7}"/>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842FAC56-EDA4-E863-CDFE-25ECCA0EF656}"/>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5FCE494D-C367-FD6C-8CC3-94D1ED3645AE}"/>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75CC33F4-F711-28A4-5CDF-1F05FCA90C05}"/>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CEC6EEC7-9896-05BA-2F94-6498F1C8EFF0}"/>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69201B95-2BC3-3285-F846-F361D7845824}"/>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E79BFA73-4E7A-740E-EF3A-1A622F1230FF}"/>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3" name="Group 12">
              <a:extLst>
                <a:ext uri="{FF2B5EF4-FFF2-40B4-BE49-F238E27FC236}">
                  <a16:creationId xmlns:a16="http://schemas.microsoft.com/office/drawing/2014/main" id="{B4AC643B-CD4B-9901-394F-CCCCA27E0986}"/>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D94879CE-3955-5F1D-736A-278F72927C3C}"/>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C03CF393-2C11-510D-35CB-0C8C48AA9E73}"/>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C827355F-67EF-0151-B97B-0F0EBCF82386}"/>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F949527A-0EE9-9003-3BB4-2876DA3BED09}"/>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1DF9860E-25F4-317B-116A-8B761DB7823F}"/>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0FAD61EE-2609-ABE6-0C43-32CACD37C262}"/>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A661F068-1422-AB79-AADC-889AD458E9A0}"/>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6E3D7DF4-FF8C-5B7A-B7F0-B2DE734AD7FB}"/>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7EC39846-3C08-875D-141F-B20B44240FB2}"/>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6F4C36D5-D0F0-87B9-E84A-6CFC89730C50}"/>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B9D13ED6-5FBB-474A-F32A-2240D9052CA0}"/>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A665DEC4-9D8F-07C2-7F42-18AE65A9EC89}"/>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684953429"/>
      </p:ext>
    </p:extLst>
  </p:cSld>
  <p:clrMapOvr>
    <a:overrideClrMapping bg1="dk1" tx1="lt1" bg2="dk2" tx2="lt2" accent1="accent1" accent2="accent2" accent3="accent3" accent4="accent4" accent5="accent5" accent6="accent6" hlink="hlink" folHlink="folHlink"/>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Dynamic Slices 1 / Dark - Subhead">
    <p:bg>
      <p:bgPr>
        <a:solidFill>
          <a:schemeClr val="bg2"/>
        </a:solidFill>
        <a:effectLst/>
      </p:bgPr>
    </p:bg>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hasCustomPrompt="1"/>
          </p:nvPr>
        </p:nvSpPr>
        <p:spPr>
          <a:xfrm>
            <a:off x="8142973" y="0"/>
            <a:ext cx="2029968" cy="6167438"/>
          </a:xfrm>
          <a:solidFill>
            <a:srgbClr val="A6A9AA"/>
          </a:solidFill>
        </p:spPr>
        <p:txBody>
          <a:bodyPr anchor="ctr"/>
          <a:lstStyle>
            <a:lvl1pPr algn="ctr">
              <a:defRPr b="0">
                <a:solidFill>
                  <a:schemeClr val="bg1"/>
                </a:solidFill>
                <a:latin typeface="+mn-lt"/>
              </a:defRPr>
            </a:lvl1pPr>
          </a:lstStyle>
          <a:p>
            <a:r>
              <a:rPr lang="en-US"/>
              <a:t>Dynamic slice crop 1</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rgbClr val="F0F0F1"/>
          </a:solidFill>
          <a:ln w="0" cap="flat">
            <a:noFill/>
            <a:prstDash val="solid"/>
            <a:miter/>
          </a:ln>
        </p:spPr>
        <p:txBody>
          <a:bodyPr rtlCol="0" anchor="ctr"/>
          <a:lstStyle/>
          <a:p>
            <a:endParaRPr lang="en-US"/>
          </a:p>
        </p:txBody>
      </p:sp>
      <p:sp>
        <p:nvSpPr>
          <p:cNvPr id="6" name="Picture Placeholder 9">
            <a:extLst>
              <a:ext uri="{FF2B5EF4-FFF2-40B4-BE49-F238E27FC236}">
                <a16:creationId xmlns:a16="http://schemas.microsoft.com/office/drawing/2014/main" id="{76B8FFAA-4288-7A55-0BCC-B4A10908B32D}"/>
              </a:ext>
            </a:extLst>
          </p:cNvPr>
          <p:cNvSpPr>
            <a:spLocks noGrp="1"/>
          </p:cNvSpPr>
          <p:nvPr>
            <p:ph type="pic" sz="quarter" idx="14" hasCustomPrompt="1"/>
          </p:nvPr>
        </p:nvSpPr>
        <p:spPr>
          <a:xfrm>
            <a:off x="10162032" y="0"/>
            <a:ext cx="2029968" cy="3984625"/>
          </a:xfrm>
          <a:solidFill>
            <a:srgbClr val="A6A9AA"/>
          </a:solidFill>
        </p:spPr>
        <p:txBody>
          <a:bodyPr anchor="ctr"/>
          <a:lstStyle>
            <a:lvl1pPr algn="ctr">
              <a:defRPr b="0">
                <a:solidFill>
                  <a:schemeClr val="bg1"/>
                </a:solidFill>
                <a:latin typeface="+mn-lt"/>
              </a:defRPr>
            </a:lvl1pPr>
          </a:lstStyle>
          <a:p>
            <a:pPr marL="0" marR="0" lvl="0" indent="0" algn="ctr" defTabSz="914400" rtl="0" eaLnBrk="1" fontAlgn="auto" latinLnBrk="0" hangingPunct="1">
              <a:lnSpc>
                <a:spcPct val="101000"/>
              </a:lnSpc>
              <a:spcBef>
                <a:spcPts val="0"/>
              </a:spcBef>
              <a:spcAft>
                <a:spcPts val="600"/>
              </a:spcAft>
              <a:buClrTx/>
              <a:buSzTx/>
              <a:buFont typeface="GT America Regular"/>
              <a:buNone/>
              <a:tabLst/>
              <a:defRPr/>
            </a:pPr>
            <a:r>
              <a:rPr lang="en-US"/>
              <a:t>Dynamic slice crop 2</a:t>
            </a:r>
          </a:p>
        </p:txBody>
      </p:sp>
      <p:sp>
        <p:nvSpPr>
          <p:cNvPr id="12" name="Title 11">
            <a:extLst>
              <a:ext uri="{FF2B5EF4-FFF2-40B4-BE49-F238E27FC236}">
                <a16:creationId xmlns:a16="http://schemas.microsoft.com/office/drawing/2014/main" id="{2C685442-9E1D-96DF-CF89-A92CB871F5BC}"/>
              </a:ext>
            </a:extLst>
          </p:cNvPr>
          <p:cNvSpPr>
            <a:spLocks noGrp="1"/>
          </p:cNvSpPr>
          <p:nvPr>
            <p:ph type="title"/>
          </p:nvPr>
        </p:nvSpPr>
        <p:spPr>
          <a:xfrm>
            <a:off x="546891" y="552450"/>
            <a:ext cx="6850858" cy="428626"/>
          </a:xfrm>
        </p:spPr>
        <p:txBody>
          <a:bodyPr/>
          <a:lstStyle>
            <a:lvl1pPr>
              <a:defRPr>
                <a:solidFill>
                  <a:schemeClr val="accent1"/>
                </a:solidFill>
              </a:defRPr>
            </a:lvl1pPr>
          </a:lstStyle>
          <a:p>
            <a:r>
              <a:rPr lang="en-US"/>
              <a:t>Click to edit Master title style</a:t>
            </a:r>
          </a:p>
        </p:txBody>
      </p:sp>
      <p:sp>
        <p:nvSpPr>
          <p:cNvPr id="19" name="Text Placeholder 11">
            <a:extLst>
              <a:ext uri="{FF2B5EF4-FFF2-40B4-BE49-F238E27FC236}">
                <a16:creationId xmlns:a16="http://schemas.microsoft.com/office/drawing/2014/main" id="{9E6A5714-8F29-43FB-2C8C-E2BDF9308AA2}"/>
              </a:ext>
            </a:extLst>
          </p:cNvPr>
          <p:cNvSpPr>
            <a:spLocks noGrp="1"/>
          </p:cNvSpPr>
          <p:nvPr>
            <p:ph type="body" sz="quarter" idx="23"/>
          </p:nvPr>
        </p:nvSpPr>
        <p:spPr>
          <a:xfrm>
            <a:off x="546891" y="1127125"/>
            <a:ext cx="6852254" cy="292608"/>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tx1"/>
                </a:solidFill>
                <a:latin typeface="+mj-lt"/>
                <a:ea typeface="GT America Regular" charset="0"/>
                <a:cs typeface="GT America Regular" charset="0"/>
              </a:defRPr>
            </a:lvl9pPr>
          </a:lstStyle>
          <a:p>
            <a:pPr lvl="0"/>
            <a:r>
              <a:rPr lang="en-US"/>
              <a:t>Click to edit Master text styles</a:t>
            </a:r>
          </a:p>
        </p:txBody>
      </p:sp>
      <p:sp>
        <p:nvSpPr>
          <p:cNvPr id="21" name="Text Placeholder 13">
            <a:extLst>
              <a:ext uri="{FF2B5EF4-FFF2-40B4-BE49-F238E27FC236}">
                <a16:creationId xmlns:a16="http://schemas.microsoft.com/office/drawing/2014/main" id="{EECC0D08-185E-0174-824D-5A7A264DB01F}"/>
              </a:ext>
            </a:extLst>
          </p:cNvPr>
          <p:cNvSpPr>
            <a:spLocks noGrp="1"/>
          </p:cNvSpPr>
          <p:nvPr>
            <p:ph type="body" sz="quarter" idx="24"/>
          </p:nvPr>
        </p:nvSpPr>
        <p:spPr>
          <a:xfrm>
            <a:off x="546891" y="6019801"/>
            <a:ext cx="6850857"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chemeClr val="tx1"/>
                </a:solidFill>
                <a:latin typeface="+mn-lt"/>
                <a:ea typeface="GT America Regular" charset="0"/>
                <a:cs typeface="GT America Regular" charset="0"/>
              </a:defRPr>
            </a:lvl9pPr>
          </a:lstStyle>
          <a:p>
            <a:pPr lvl="0"/>
            <a:r>
              <a:rPr lang="en-US"/>
              <a:t>Click to edit Master text styles</a:t>
            </a:r>
          </a:p>
        </p:txBody>
      </p:sp>
      <p:sp>
        <p:nvSpPr>
          <p:cNvPr id="23" name="Text Placeholder 33">
            <a:extLst>
              <a:ext uri="{FF2B5EF4-FFF2-40B4-BE49-F238E27FC236}">
                <a16:creationId xmlns:a16="http://schemas.microsoft.com/office/drawing/2014/main" id="{2B526351-496B-235F-61A3-4656D3654893}"/>
              </a:ext>
            </a:extLst>
          </p:cNvPr>
          <p:cNvSpPr>
            <a:spLocks noGrp="1"/>
          </p:cNvSpPr>
          <p:nvPr>
            <p:ph type="body" sz="quarter" idx="29"/>
          </p:nvPr>
        </p:nvSpPr>
        <p:spPr>
          <a:xfrm>
            <a:off x="539750" y="1849437"/>
            <a:ext cx="6857999" cy="296861"/>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24" name="Content Placeholder 25">
            <a:extLst>
              <a:ext uri="{FF2B5EF4-FFF2-40B4-BE49-F238E27FC236}">
                <a16:creationId xmlns:a16="http://schemas.microsoft.com/office/drawing/2014/main" id="{8D981F7B-3DFA-DAB1-22F5-DA649A21F2D3}"/>
              </a:ext>
            </a:extLst>
          </p:cNvPr>
          <p:cNvSpPr>
            <a:spLocks noGrp="1"/>
          </p:cNvSpPr>
          <p:nvPr>
            <p:ph sz="quarter" idx="45"/>
          </p:nvPr>
        </p:nvSpPr>
        <p:spPr>
          <a:xfrm>
            <a:off x="546891" y="2425700"/>
            <a:ext cx="6850859" cy="3441700"/>
          </a:xfrm>
        </p:spPr>
        <p:txBody>
          <a:bodyPr/>
          <a:lstStyle>
            <a:lvl3pPr>
              <a:buClr>
                <a:schemeClr val="tx1"/>
              </a:buClr>
              <a:defRPr/>
            </a:lvl3pPr>
            <a:lvl5pPr>
              <a:buClr>
                <a:schemeClr val="tx1"/>
              </a:buClr>
              <a:defRPr/>
            </a:lvl5pPr>
            <a:lvl7pPr>
              <a:buClr>
                <a:schemeClr val="tx1"/>
              </a:buClr>
              <a:defRPr/>
            </a:lvl7pPr>
            <a:lvl9pPr>
              <a:buClr>
                <a:schemeClr val="tx1"/>
              </a:buCl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6F61D43C-A85E-D8DC-731E-8BF12DFDB364}"/>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91570C02-39A4-C175-94E6-0557DC2F2D22}"/>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4" name="TextBox 3">
              <a:extLst>
                <a:ext uri="{FF2B5EF4-FFF2-40B4-BE49-F238E27FC236}">
                  <a16:creationId xmlns:a16="http://schemas.microsoft.com/office/drawing/2014/main" id="{B021A883-E647-17A4-F1D7-015C79FE22AB}"/>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5" name="Rectangle 4">
              <a:extLst>
                <a:ext uri="{FF2B5EF4-FFF2-40B4-BE49-F238E27FC236}">
                  <a16:creationId xmlns:a16="http://schemas.microsoft.com/office/drawing/2014/main" id="{E50A1C0E-B02E-63AF-51ED-214F569E58E8}"/>
                </a:ext>
              </a:extLst>
            </p:cNvPr>
            <p:cNvSpPr/>
            <p:nvPr userDrawn="1"/>
          </p:nvSpPr>
          <p:spPr>
            <a:xfrm>
              <a:off x="12356815" y="3592729"/>
              <a:ext cx="553069" cy="3279913"/>
            </a:xfrm>
            <a:prstGeom prst="rect">
              <a:avLst/>
            </a:prstGeom>
            <a:solidFill>
              <a:schemeClr val="bg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11330BC3-F33C-8CB6-A893-FCEDF860857C}"/>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6479F33B-1EFC-E99D-BFFB-A04AB150A35F}"/>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449BAB9C-C689-2196-C08F-E04EA2CF0B6A}"/>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9CD7613A-0AFB-C74F-C9B6-52CE94A8A648}"/>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A9202FD9-697C-C0F1-9664-56D59DA19392}"/>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48A54B93-CC02-CB1D-1204-8A3894D66282}"/>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687830CE-3047-A2AE-8A44-A247DA365CDF}"/>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68F4DAB7-310F-1215-BA7E-D3CEF8F05A0C}"/>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E26002D0-CA3A-ED7C-5E9B-72EAB751B52A}"/>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40FDDC42-5A89-9534-F74E-888B4F378103}"/>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FAE334B0-595A-7E3E-BCB8-744F58CC75A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3E47524E-060E-C612-B048-8BB9DA70FAB6}"/>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A3DA869A-2507-64F7-75DF-4496D0BB35A8}"/>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A11B5AFA-CB9E-A4B5-DEB2-FDC2786E8760}"/>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F2CE912A-E401-D057-2DFA-2ABB20FB8C8F}"/>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F110AF77-78F9-59EB-A9E8-DC3E00E70664}"/>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EE37AE94-D563-EAFA-EEA0-A70105964007}"/>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05A6B808-289E-5026-6F95-11EB7C5CDDFE}"/>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BEAB3F87-D01D-7D73-3740-E6046508CBCF}"/>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F8366785-7F2C-E440-C95D-47D2C0558CB2}"/>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19E4F73C-4E64-468E-943C-18EE6935803C}"/>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93A30129-905E-1C2B-E116-958A8B6D44DC}"/>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473692C5-D1F4-F7D1-79F8-D87EDDCD4E3F}"/>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A3E2CF30-CF3E-0706-D4D0-01145828D0E4}"/>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711124521"/>
      </p:ext>
    </p:extLst>
  </p:cSld>
  <p:clrMapOvr>
    <a:overrideClrMapping bg1="dk1" tx1="lt1" bg2="dk2" tx2="lt2" accent1="accent1" accent2="accent2" accent3="accent3" accent4="accent4" accent5="accent5" accent6="accent6" hlink="hlink" folHlink="folHlink"/>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Dynamic Slices 2 / Light">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a:xfrm>
            <a:off x="4773613" y="6311900"/>
            <a:ext cx="3236581" cy="269875"/>
          </a:xfrm>
        </p:spPr>
        <p:txBody>
          <a:bodyPr/>
          <a:lstStyle>
            <a:lvl1pPr>
              <a:defRPr>
                <a:solidFill>
                  <a:schemeClr val="tx1"/>
                </a:solidFill>
              </a:defRPr>
            </a:lvl1pPr>
          </a:lstStyle>
          <a:p>
            <a:r>
              <a:rPr lang="en-US" dirty="0"/>
              <a:t>User Training - May 2025</a:t>
            </a:r>
          </a:p>
        </p:txBody>
      </p:sp>
      <p:sp>
        <p:nvSpPr>
          <p:cNvPr id="5" name="Title 4">
            <a:extLst>
              <a:ext uri="{FF2B5EF4-FFF2-40B4-BE49-F238E27FC236}">
                <a16:creationId xmlns:a16="http://schemas.microsoft.com/office/drawing/2014/main" id="{239C2D3C-EE71-F9D5-90F0-145F2DCE4065}"/>
              </a:ext>
            </a:extLst>
          </p:cNvPr>
          <p:cNvSpPr>
            <a:spLocks noGrp="1"/>
          </p:cNvSpPr>
          <p:nvPr>
            <p:ph type="title"/>
          </p:nvPr>
        </p:nvSpPr>
        <p:spPr>
          <a:xfrm>
            <a:off x="546100" y="552450"/>
            <a:ext cx="5445125" cy="434975"/>
          </a:xfrm>
        </p:spPr>
        <p:txBody>
          <a:bodyPr/>
          <a:lstStyle>
            <a:lvl1pPr>
              <a:defRPr>
                <a:solidFill>
                  <a:schemeClr val="tx2"/>
                </a:solidFill>
              </a:defRPr>
            </a:lvl1pPr>
          </a:lstStyle>
          <a:p>
            <a:r>
              <a:rPr lang="en-US"/>
              <a:t>Click to edit Master title style</a:t>
            </a:r>
          </a:p>
        </p:txBody>
      </p:sp>
      <p:sp>
        <p:nvSpPr>
          <p:cNvPr id="12" name="Picture Placeholder 9">
            <a:extLst>
              <a:ext uri="{FF2B5EF4-FFF2-40B4-BE49-F238E27FC236}">
                <a16:creationId xmlns:a16="http://schemas.microsoft.com/office/drawing/2014/main" id="{44C754A0-D8DE-596F-C5FB-AB25D5782CCF}"/>
              </a:ext>
            </a:extLst>
          </p:cNvPr>
          <p:cNvSpPr>
            <a:spLocks noGrp="1"/>
          </p:cNvSpPr>
          <p:nvPr>
            <p:ph type="pic" sz="quarter" idx="13" hasCustomPrompt="1"/>
          </p:nvPr>
        </p:nvSpPr>
        <p:spPr>
          <a:xfrm>
            <a:off x="6096000" y="0"/>
            <a:ext cx="2029765" cy="1566863"/>
          </a:xfrm>
          <a:solidFill>
            <a:schemeClr val="accent1"/>
          </a:solid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4" name="Freeform 5">
            <a:extLst>
              <a:ext uri="{FF2B5EF4-FFF2-40B4-BE49-F238E27FC236}">
                <a16:creationId xmlns:a16="http://schemas.microsoft.com/office/drawing/2014/main" id="{75E3A3AB-C899-2F14-4772-F41275E73368}"/>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7" name="Text Placeholder 11">
            <a:extLst>
              <a:ext uri="{FF2B5EF4-FFF2-40B4-BE49-F238E27FC236}">
                <a16:creationId xmlns:a16="http://schemas.microsoft.com/office/drawing/2014/main" id="{ECB37E7F-4E3C-E404-9DDD-59DE28C0077B}"/>
              </a:ext>
            </a:extLst>
          </p:cNvPr>
          <p:cNvSpPr>
            <a:spLocks noGrp="1"/>
          </p:cNvSpPr>
          <p:nvPr>
            <p:ph type="body" sz="quarter" idx="18"/>
          </p:nvPr>
        </p:nvSpPr>
        <p:spPr>
          <a:xfrm>
            <a:off x="546100" y="1127126"/>
            <a:ext cx="5445125" cy="295274"/>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8" name="Text Placeholder 15">
            <a:extLst>
              <a:ext uri="{FF2B5EF4-FFF2-40B4-BE49-F238E27FC236}">
                <a16:creationId xmlns:a16="http://schemas.microsoft.com/office/drawing/2014/main" id="{832FAA27-BCE1-37FB-9BE3-8699F7E0E899}"/>
              </a:ext>
            </a:extLst>
          </p:cNvPr>
          <p:cNvSpPr>
            <a:spLocks noGrp="1"/>
          </p:cNvSpPr>
          <p:nvPr>
            <p:ph type="body" sz="quarter" idx="19" hasCustomPrompt="1"/>
          </p:nvPr>
        </p:nvSpPr>
        <p:spPr>
          <a:xfrm>
            <a:off x="546101" y="6019800"/>
            <a:ext cx="6851650"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add footnotes or disclaimer information</a:t>
            </a:r>
          </a:p>
        </p:txBody>
      </p:sp>
      <p:sp>
        <p:nvSpPr>
          <p:cNvPr id="19" name="Content Placeholder 25">
            <a:extLst>
              <a:ext uri="{FF2B5EF4-FFF2-40B4-BE49-F238E27FC236}">
                <a16:creationId xmlns:a16="http://schemas.microsoft.com/office/drawing/2014/main" id="{C6AFCAE6-3A9A-0A39-AF9B-54D500EE9D1A}"/>
              </a:ext>
            </a:extLst>
          </p:cNvPr>
          <p:cNvSpPr>
            <a:spLocks noGrp="1"/>
          </p:cNvSpPr>
          <p:nvPr>
            <p:ph sz="quarter" idx="23"/>
          </p:nvPr>
        </p:nvSpPr>
        <p:spPr>
          <a:xfrm>
            <a:off x="546100" y="1849438"/>
            <a:ext cx="6851650"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Rectangle 1">
            <a:extLst>
              <a:ext uri="{FF2B5EF4-FFF2-40B4-BE49-F238E27FC236}">
                <a16:creationId xmlns:a16="http://schemas.microsoft.com/office/drawing/2014/main" id="{C32F9A93-72A9-3D7C-5E64-1256DD12F966}"/>
              </a:ext>
            </a:extLst>
          </p:cNvPr>
          <p:cNvSpPr/>
          <p:nvPr userDrawn="1"/>
        </p:nvSpPr>
        <p:spPr>
          <a:xfrm>
            <a:off x="8125765" y="1566862"/>
            <a:ext cx="4066235" cy="5291137"/>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Picture Placeholder 9">
            <a:extLst>
              <a:ext uri="{FF2B5EF4-FFF2-40B4-BE49-F238E27FC236}">
                <a16:creationId xmlns:a16="http://schemas.microsoft.com/office/drawing/2014/main" id="{D3E5534D-668A-F3FA-3A87-AF2CA9556356}"/>
              </a:ext>
            </a:extLst>
          </p:cNvPr>
          <p:cNvSpPr>
            <a:spLocks noGrp="1"/>
          </p:cNvSpPr>
          <p:nvPr>
            <p:ph type="pic" sz="quarter" idx="14" hasCustomPrompt="1"/>
          </p:nvPr>
        </p:nvSpPr>
        <p:spPr>
          <a:xfrm>
            <a:off x="8125765" y="1566862"/>
            <a:ext cx="4066235" cy="5291137"/>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grpSp>
        <p:nvGrpSpPr>
          <p:cNvPr id="3" name="Group 2">
            <a:extLst>
              <a:ext uri="{FF2B5EF4-FFF2-40B4-BE49-F238E27FC236}">
                <a16:creationId xmlns:a16="http://schemas.microsoft.com/office/drawing/2014/main" id="{B60A193D-2CF6-BCED-B3AC-176360B1BFFF}"/>
              </a:ext>
            </a:extLst>
          </p:cNvPr>
          <p:cNvGrpSpPr/>
          <p:nvPr userDrawn="1"/>
        </p:nvGrpSpPr>
        <p:grpSpPr>
          <a:xfrm>
            <a:off x="12356815" y="0"/>
            <a:ext cx="756834" cy="6872642"/>
            <a:chOff x="12356815" y="0"/>
            <a:chExt cx="756834" cy="6872642"/>
          </a:xfrm>
        </p:grpSpPr>
        <p:sp>
          <p:nvSpPr>
            <p:cNvPr id="7" name="Rectangle 6">
              <a:extLst>
                <a:ext uri="{FF2B5EF4-FFF2-40B4-BE49-F238E27FC236}">
                  <a16:creationId xmlns:a16="http://schemas.microsoft.com/office/drawing/2014/main" id="{BD65FA19-4FD1-02F6-E504-4609A38F9523}"/>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0" name="TextBox 9">
              <a:extLst>
                <a:ext uri="{FF2B5EF4-FFF2-40B4-BE49-F238E27FC236}">
                  <a16:creationId xmlns:a16="http://schemas.microsoft.com/office/drawing/2014/main" id="{62854DBE-8F06-86BF-53C5-7D122A708A9F}"/>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1" name="Rectangle 10">
              <a:extLst>
                <a:ext uri="{FF2B5EF4-FFF2-40B4-BE49-F238E27FC236}">
                  <a16:creationId xmlns:a16="http://schemas.microsoft.com/office/drawing/2014/main" id="{2AEC8101-9A5F-6BC9-2AE5-4C73CDA2E660}"/>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3" name="Group 12">
              <a:extLst>
                <a:ext uri="{FF2B5EF4-FFF2-40B4-BE49-F238E27FC236}">
                  <a16:creationId xmlns:a16="http://schemas.microsoft.com/office/drawing/2014/main" id="{96FE8A27-E6CE-686B-953A-B628E3EBA235}"/>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647211B5-D2BA-0BF8-36C4-538393C93081}"/>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629FE735-DBF1-A0B9-42A0-BA79526D431C}"/>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AAB182B2-33F6-E30A-4130-FDF14955F1E0}"/>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E65CA1AC-EF1D-61D5-6966-2174FBCB30AA}"/>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87AC4D5F-715F-EBB3-67F6-B05C3A6EB6A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5DB65ED6-795D-0F93-5C8A-0CE69C408CB8}"/>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02B26F0A-A788-7B56-7895-68AE15DC10CF}"/>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ADDDCB85-ED41-D42E-FCF6-36A3B061D32D}"/>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4DF49C1B-53FE-65D1-18B1-E15892927FC0}"/>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F927BB76-BE3A-3B34-8D8D-BA0911C40825}"/>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4" name="Group 13">
              <a:extLst>
                <a:ext uri="{FF2B5EF4-FFF2-40B4-BE49-F238E27FC236}">
                  <a16:creationId xmlns:a16="http://schemas.microsoft.com/office/drawing/2014/main" id="{682C5576-1528-E28E-8AF5-E8223B8125CA}"/>
                </a:ext>
              </a:extLst>
            </p:cNvPr>
            <p:cNvGrpSpPr/>
            <p:nvPr userDrawn="1"/>
          </p:nvGrpSpPr>
          <p:grpSpPr>
            <a:xfrm>
              <a:off x="12442019" y="198485"/>
              <a:ext cx="382660" cy="2882942"/>
              <a:chOff x="12742785" y="3716048"/>
              <a:chExt cx="316248" cy="3171236"/>
            </a:xfrm>
          </p:grpSpPr>
          <p:sp>
            <p:nvSpPr>
              <p:cNvPr id="16" name="Rectangle 15">
                <a:extLst>
                  <a:ext uri="{FF2B5EF4-FFF2-40B4-BE49-F238E27FC236}">
                    <a16:creationId xmlns:a16="http://schemas.microsoft.com/office/drawing/2014/main" id="{55F54825-EEBE-2329-61F0-6AF18D0FE8C4}"/>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9EBF6F8A-69A4-F9F5-E5D9-CC726E1A7934}"/>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63782D92-3DA6-2A6E-1103-B6461D9D6E76}"/>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34FCB400-E289-4ED1-5139-042FB062C9B1}"/>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B3628224-207C-50CA-5916-30EADD85FB96}"/>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D8BF7070-C0D2-58D2-B7A3-7D5510B9D75D}"/>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FE0F667F-9A9E-AA27-10ED-013A38321871}"/>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CD16E8BA-6614-571F-043D-6CD96F73A21B}"/>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009A1E66-1EA5-8A48-0B41-2E7819DA39D9}"/>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915DDD13-9C13-00BE-BF4E-6B666AF48304}"/>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5" name="TextBox 14">
              <a:extLst>
                <a:ext uri="{FF2B5EF4-FFF2-40B4-BE49-F238E27FC236}">
                  <a16:creationId xmlns:a16="http://schemas.microsoft.com/office/drawing/2014/main" id="{F2A8965B-A935-6C28-0700-8963BAE28719}"/>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1BA8E293-E2EB-897C-7458-C1F7D4B55723}"/>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Tree>
    <p:extLst>
      <p:ext uri="{BB962C8B-B14F-4D97-AF65-F5344CB8AC3E}">
        <p14:creationId xmlns:p14="http://schemas.microsoft.com/office/powerpoint/2010/main" val="3926644549"/>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Dynamic Slices 2 / Light - Subhea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94E9E3F-0E54-D2AC-2C3B-B2AD042CCF2F}"/>
              </a:ext>
            </a:extLst>
          </p:cNvPr>
          <p:cNvSpPr/>
          <p:nvPr userDrawn="1"/>
        </p:nvSpPr>
        <p:spPr>
          <a:xfrm>
            <a:off x="8125764" y="1566863"/>
            <a:ext cx="4066235" cy="5291136"/>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hasCustomPrompt="1"/>
          </p:nvPr>
        </p:nvSpPr>
        <p:spPr>
          <a:xfrm>
            <a:off x="6096000" y="0"/>
            <a:ext cx="2029765" cy="1566863"/>
          </a:xfrm>
          <a:solidFill>
            <a:schemeClr val="accent1"/>
          </a:solid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a:xfrm>
            <a:off x="4773613" y="6311900"/>
            <a:ext cx="3236581" cy="269875"/>
          </a:xfrm>
        </p:spPr>
        <p:txBody>
          <a:bodyPr/>
          <a:lstStyle>
            <a:lvl1pPr>
              <a:defRPr>
                <a:solidFill>
                  <a:schemeClr val="tx1"/>
                </a:solidFill>
              </a:defRPr>
            </a:lvl1p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12" name="Title 11">
            <a:extLst>
              <a:ext uri="{FF2B5EF4-FFF2-40B4-BE49-F238E27FC236}">
                <a16:creationId xmlns:a16="http://schemas.microsoft.com/office/drawing/2014/main" id="{B6A2B7E6-3059-8E4F-3CF4-F1E41E44420F}"/>
              </a:ext>
            </a:extLst>
          </p:cNvPr>
          <p:cNvSpPr>
            <a:spLocks noGrp="1"/>
          </p:cNvSpPr>
          <p:nvPr>
            <p:ph type="title"/>
          </p:nvPr>
        </p:nvSpPr>
        <p:spPr>
          <a:xfrm>
            <a:off x="546100" y="552450"/>
            <a:ext cx="5441473" cy="434975"/>
          </a:xfrm>
        </p:spPr>
        <p:txBody>
          <a:bodyPr/>
          <a:lstStyle>
            <a:lvl1pPr>
              <a:defRPr>
                <a:solidFill>
                  <a:schemeClr val="tx2"/>
                </a:solidFill>
              </a:defRPr>
            </a:lvl1pPr>
          </a:lstStyle>
          <a:p>
            <a:r>
              <a:rPr lang="en-US"/>
              <a:t>Click to edit Master title style</a:t>
            </a:r>
          </a:p>
        </p:txBody>
      </p:sp>
      <p:sp>
        <p:nvSpPr>
          <p:cNvPr id="3" name="Freeform 5">
            <a:extLst>
              <a:ext uri="{FF2B5EF4-FFF2-40B4-BE49-F238E27FC236}">
                <a16:creationId xmlns:a16="http://schemas.microsoft.com/office/drawing/2014/main" id="{51A2B53C-6D02-BDF9-985B-07222E28EC1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8" name="Text Placeholder 11">
            <a:extLst>
              <a:ext uri="{FF2B5EF4-FFF2-40B4-BE49-F238E27FC236}">
                <a16:creationId xmlns:a16="http://schemas.microsoft.com/office/drawing/2014/main" id="{9D388E5C-FB1D-8ADE-23C8-8F02759F89BF}"/>
              </a:ext>
            </a:extLst>
          </p:cNvPr>
          <p:cNvSpPr>
            <a:spLocks noGrp="1"/>
          </p:cNvSpPr>
          <p:nvPr>
            <p:ph type="body" sz="quarter" idx="23"/>
          </p:nvPr>
        </p:nvSpPr>
        <p:spPr>
          <a:xfrm>
            <a:off x="546100" y="1127125"/>
            <a:ext cx="5445125" cy="292607"/>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9" name="Text Placeholder 13">
            <a:extLst>
              <a:ext uri="{FF2B5EF4-FFF2-40B4-BE49-F238E27FC236}">
                <a16:creationId xmlns:a16="http://schemas.microsoft.com/office/drawing/2014/main" id="{912FB487-0A83-3038-FA1F-1E425681D205}"/>
              </a:ext>
            </a:extLst>
          </p:cNvPr>
          <p:cNvSpPr>
            <a:spLocks noGrp="1"/>
          </p:cNvSpPr>
          <p:nvPr>
            <p:ph type="body" sz="quarter" idx="24"/>
          </p:nvPr>
        </p:nvSpPr>
        <p:spPr>
          <a:xfrm>
            <a:off x="546100" y="6019801"/>
            <a:ext cx="6855345"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20" name="Content Placeholder 29">
            <a:extLst>
              <a:ext uri="{FF2B5EF4-FFF2-40B4-BE49-F238E27FC236}">
                <a16:creationId xmlns:a16="http://schemas.microsoft.com/office/drawing/2014/main" id="{58C0D593-9DC8-91DA-877C-F657119FC2AA}"/>
              </a:ext>
            </a:extLst>
          </p:cNvPr>
          <p:cNvSpPr>
            <a:spLocks noGrp="1"/>
          </p:cNvSpPr>
          <p:nvPr>
            <p:ph sz="quarter" idx="27"/>
          </p:nvPr>
        </p:nvSpPr>
        <p:spPr>
          <a:xfrm>
            <a:off x="550069" y="2425700"/>
            <a:ext cx="6847681"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1" name="Text Placeholder 33">
            <a:extLst>
              <a:ext uri="{FF2B5EF4-FFF2-40B4-BE49-F238E27FC236}">
                <a16:creationId xmlns:a16="http://schemas.microsoft.com/office/drawing/2014/main" id="{F724E384-38F7-2332-6CDE-587ABAE34345}"/>
              </a:ext>
            </a:extLst>
          </p:cNvPr>
          <p:cNvSpPr>
            <a:spLocks noGrp="1"/>
          </p:cNvSpPr>
          <p:nvPr>
            <p:ph type="body" sz="quarter" idx="29"/>
          </p:nvPr>
        </p:nvSpPr>
        <p:spPr>
          <a:xfrm>
            <a:off x="546100" y="1849437"/>
            <a:ext cx="6851650" cy="296861"/>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2" name="Picture Placeholder 9">
            <a:extLst>
              <a:ext uri="{FF2B5EF4-FFF2-40B4-BE49-F238E27FC236}">
                <a16:creationId xmlns:a16="http://schemas.microsoft.com/office/drawing/2014/main" id="{4EB62E2F-2E37-C08A-71AA-5EDB5BF3A79E}"/>
              </a:ext>
            </a:extLst>
          </p:cNvPr>
          <p:cNvSpPr>
            <a:spLocks noGrp="1"/>
          </p:cNvSpPr>
          <p:nvPr>
            <p:ph type="pic" sz="quarter" idx="14" hasCustomPrompt="1"/>
          </p:nvPr>
        </p:nvSpPr>
        <p:spPr>
          <a:xfrm>
            <a:off x="8125765" y="1566862"/>
            <a:ext cx="4066235" cy="5291137"/>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grpSp>
        <p:nvGrpSpPr>
          <p:cNvPr id="5" name="Group 4">
            <a:extLst>
              <a:ext uri="{FF2B5EF4-FFF2-40B4-BE49-F238E27FC236}">
                <a16:creationId xmlns:a16="http://schemas.microsoft.com/office/drawing/2014/main" id="{47C0A75C-E36C-0C46-2F03-6DB3FC764DF9}"/>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9778A2EC-F4E7-8688-B2D6-8C84D19D8EBF}"/>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BB9E47FD-FAEC-7EC8-8924-53D7E1C05AEB}"/>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1" name="Rectangle 10">
              <a:extLst>
                <a:ext uri="{FF2B5EF4-FFF2-40B4-BE49-F238E27FC236}">
                  <a16:creationId xmlns:a16="http://schemas.microsoft.com/office/drawing/2014/main" id="{DFACABFF-0E64-F8A4-B988-37432BD2B15D}"/>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3" name="Group 12">
              <a:extLst>
                <a:ext uri="{FF2B5EF4-FFF2-40B4-BE49-F238E27FC236}">
                  <a16:creationId xmlns:a16="http://schemas.microsoft.com/office/drawing/2014/main" id="{B336D51A-5DF8-069C-5A58-672B68AE780F}"/>
                </a:ext>
              </a:extLst>
            </p:cNvPr>
            <p:cNvGrpSpPr/>
            <p:nvPr userDrawn="1"/>
          </p:nvGrpSpPr>
          <p:grpSpPr>
            <a:xfrm>
              <a:off x="12442019" y="3791214"/>
              <a:ext cx="382660" cy="2882942"/>
              <a:chOff x="14001569" y="3716048"/>
              <a:chExt cx="316248" cy="3171236"/>
            </a:xfrm>
          </p:grpSpPr>
          <p:sp>
            <p:nvSpPr>
              <p:cNvPr id="30" name="Rectangle 29">
                <a:extLst>
                  <a:ext uri="{FF2B5EF4-FFF2-40B4-BE49-F238E27FC236}">
                    <a16:creationId xmlns:a16="http://schemas.microsoft.com/office/drawing/2014/main" id="{68D381C3-AE9F-967B-F0E2-8C13D5CF0459}"/>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AA0CCE5C-A3DC-081D-4841-344B679F52CB}"/>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AB11F0FD-BB94-6CF5-5566-2FC31E74BA30}"/>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25099D5C-4D2E-1DB6-7A4C-A55F4D10A020}"/>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0D019E33-FC63-470D-2779-9972F085EA56}"/>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368B20A9-1874-B81E-12A2-650162EB8D34}"/>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1F63B450-8003-8B79-5847-3F254085D856}"/>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98BA5883-60E9-BF10-E2BC-EDFF2FAB7F71}"/>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4F916BE9-D856-AD9E-3DAC-EDD691430ACD}"/>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AA11C9AB-A626-21AA-218C-C07642723A3B}"/>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4" name="Group 13">
              <a:extLst>
                <a:ext uri="{FF2B5EF4-FFF2-40B4-BE49-F238E27FC236}">
                  <a16:creationId xmlns:a16="http://schemas.microsoft.com/office/drawing/2014/main" id="{2B7FED4C-5DFE-A8EF-8645-2A9350070230}"/>
                </a:ext>
              </a:extLst>
            </p:cNvPr>
            <p:cNvGrpSpPr/>
            <p:nvPr userDrawn="1"/>
          </p:nvGrpSpPr>
          <p:grpSpPr>
            <a:xfrm>
              <a:off x="12442019" y="198485"/>
              <a:ext cx="382660" cy="2882942"/>
              <a:chOff x="12742785" y="3716048"/>
              <a:chExt cx="316248" cy="3171236"/>
            </a:xfrm>
          </p:grpSpPr>
          <p:sp>
            <p:nvSpPr>
              <p:cNvPr id="16" name="Rectangle 15">
                <a:extLst>
                  <a:ext uri="{FF2B5EF4-FFF2-40B4-BE49-F238E27FC236}">
                    <a16:creationId xmlns:a16="http://schemas.microsoft.com/office/drawing/2014/main" id="{CB2437DD-E14E-E575-847E-84CA8EFE5957}"/>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E160AD25-F43E-4A22-0665-B98FE45E599B}"/>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74BE5D80-0F1A-1E9C-F1BB-721CE632F712}"/>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66572DC8-7B31-1BBE-15E2-A74CEB2A145C}"/>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AE177B04-B0A6-2641-B7FD-1E314754FC51}"/>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B18EC749-0657-5C8B-AB22-F7092C5BCCB4}"/>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687AA2FF-D13C-BFA1-EB3A-603C4C034C92}"/>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87812305-980A-D088-3FF5-F17626C68B4E}"/>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CC99DFDC-9105-7635-6266-FE9842440717}"/>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CE614AF1-F2A5-82FF-8BAD-3091E0E71230}"/>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5" name="TextBox 14">
              <a:extLst>
                <a:ext uri="{FF2B5EF4-FFF2-40B4-BE49-F238E27FC236}">
                  <a16:creationId xmlns:a16="http://schemas.microsoft.com/office/drawing/2014/main" id="{D5C0E56F-9736-EBC9-AC53-22A9BF21BBAB}"/>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0" name="TextBox 39">
            <a:extLst>
              <a:ext uri="{FF2B5EF4-FFF2-40B4-BE49-F238E27FC236}">
                <a16:creationId xmlns:a16="http://schemas.microsoft.com/office/drawing/2014/main" id="{E3C0A0C5-70BC-5FD0-B5C8-DD718E667381}"/>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898988961"/>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Dynamic Slices 2 / Dark">
    <p:bg>
      <p:bgPr>
        <a:solidFill>
          <a:schemeClr val="tx2"/>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F6308A00-4938-A4F1-3780-B52C6BA58AC5}"/>
              </a:ext>
            </a:extLst>
          </p:cNvPr>
          <p:cNvSpPr/>
          <p:nvPr userDrawn="1"/>
        </p:nvSpPr>
        <p:spPr>
          <a:xfrm>
            <a:off x="8125764" y="1566863"/>
            <a:ext cx="4066235" cy="5291136"/>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Picture Placeholder 9">
            <a:extLst>
              <a:ext uri="{FF2B5EF4-FFF2-40B4-BE49-F238E27FC236}">
                <a16:creationId xmlns:a16="http://schemas.microsoft.com/office/drawing/2014/main" id="{A5C25FA9-2DC2-B06B-E7AA-31258B974C05}"/>
              </a:ext>
            </a:extLst>
          </p:cNvPr>
          <p:cNvSpPr>
            <a:spLocks noGrp="1"/>
          </p:cNvSpPr>
          <p:nvPr>
            <p:ph type="pic" sz="quarter" idx="14" hasCustomPrompt="1"/>
          </p:nvPr>
        </p:nvSpPr>
        <p:spPr>
          <a:xfrm>
            <a:off x="8125765" y="1566862"/>
            <a:ext cx="4066235" cy="5291137"/>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a:xfrm>
            <a:off x="4773613" y="6311900"/>
            <a:ext cx="3236581" cy="269875"/>
          </a:xfrm>
        </p:spPr>
        <p:txBody>
          <a:bodyPr/>
          <a:lstStyle>
            <a:lvl1pPr>
              <a:defRPr>
                <a:solidFill>
                  <a:schemeClr val="bg1"/>
                </a:solidFill>
              </a:defRPr>
            </a:lvl1p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5" name="Title 4">
            <a:extLst>
              <a:ext uri="{FF2B5EF4-FFF2-40B4-BE49-F238E27FC236}">
                <a16:creationId xmlns:a16="http://schemas.microsoft.com/office/drawing/2014/main" id="{239C2D3C-EE71-F9D5-90F0-145F2DCE4065}"/>
              </a:ext>
            </a:extLst>
          </p:cNvPr>
          <p:cNvSpPr>
            <a:spLocks noGrp="1"/>
          </p:cNvSpPr>
          <p:nvPr>
            <p:ph type="title"/>
          </p:nvPr>
        </p:nvSpPr>
        <p:spPr>
          <a:xfrm>
            <a:off x="546892" y="552450"/>
            <a:ext cx="5444333" cy="434975"/>
          </a:xfrm>
        </p:spPr>
        <p:txBody>
          <a:bodyPr/>
          <a:lstStyle>
            <a:lvl1pPr>
              <a:defRPr>
                <a:solidFill>
                  <a:schemeClr val="accent1"/>
                </a:solidFill>
              </a:defRPr>
            </a:lvl1pPr>
          </a:lstStyle>
          <a:p>
            <a:r>
              <a:rPr lang="en-US"/>
              <a:t>Click to edit Master title style</a:t>
            </a:r>
          </a:p>
        </p:txBody>
      </p:sp>
      <p:sp>
        <p:nvSpPr>
          <p:cNvPr id="12" name="Picture Placeholder 9">
            <a:extLst>
              <a:ext uri="{FF2B5EF4-FFF2-40B4-BE49-F238E27FC236}">
                <a16:creationId xmlns:a16="http://schemas.microsoft.com/office/drawing/2014/main" id="{44C754A0-D8DE-596F-C5FB-AB25D5782CCF}"/>
              </a:ext>
            </a:extLst>
          </p:cNvPr>
          <p:cNvSpPr>
            <a:spLocks noGrp="1"/>
          </p:cNvSpPr>
          <p:nvPr>
            <p:ph type="pic" sz="quarter" idx="13" hasCustomPrompt="1"/>
          </p:nvPr>
        </p:nvSpPr>
        <p:spPr>
          <a:xfrm>
            <a:off x="6096000" y="0"/>
            <a:ext cx="2029765" cy="1566863"/>
          </a:xfrm>
          <a:solidFill>
            <a:schemeClr val="accent1"/>
          </a:solid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22" name="Text Placeholder 11">
            <a:extLst>
              <a:ext uri="{FF2B5EF4-FFF2-40B4-BE49-F238E27FC236}">
                <a16:creationId xmlns:a16="http://schemas.microsoft.com/office/drawing/2014/main" id="{A09E7A87-B133-8C2E-3361-C82516967FAB}"/>
              </a:ext>
            </a:extLst>
          </p:cNvPr>
          <p:cNvSpPr>
            <a:spLocks noGrp="1"/>
          </p:cNvSpPr>
          <p:nvPr>
            <p:ph type="body" sz="quarter" idx="18"/>
          </p:nvPr>
        </p:nvSpPr>
        <p:spPr>
          <a:xfrm>
            <a:off x="546892" y="1127125"/>
            <a:ext cx="5444333"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24" name="Content Placeholder 25">
            <a:extLst>
              <a:ext uri="{FF2B5EF4-FFF2-40B4-BE49-F238E27FC236}">
                <a16:creationId xmlns:a16="http://schemas.microsoft.com/office/drawing/2014/main" id="{80128354-9047-7350-5416-848442CCD831}"/>
              </a:ext>
            </a:extLst>
          </p:cNvPr>
          <p:cNvSpPr>
            <a:spLocks noGrp="1"/>
          </p:cNvSpPr>
          <p:nvPr>
            <p:ph sz="quarter" idx="23"/>
          </p:nvPr>
        </p:nvSpPr>
        <p:spPr>
          <a:xfrm>
            <a:off x="546892" y="1849438"/>
            <a:ext cx="6850858" cy="4017961"/>
          </a:xfrm>
        </p:spPr>
        <p:txBody>
          <a:bodyPr/>
          <a:lstStyle>
            <a:lvl1pPr>
              <a:defRPr>
                <a:solidFill>
                  <a:schemeClr val="bg1"/>
                </a:solidFill>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5" name="Text Placeholder 13">
            <a:extLst>
              <a:ext uri="{FF2B5EF4-FFF2-40B4-BE49-F238E27FC236}">
                <a16:creationId xmlns:a16="http://schemas.microsoft.com/office/drawing/2014/main" id="{72CE5105-8928-8980-F557-C8D17BD90A57}"/>
              </a:ext>
            </a:extLst>
          </p:cNvPr>
          <p:cNvSpPr>
            <a:spLocks noGrp="1"/>
          </p:cNvSpPr>
          <p:nvPr>
            <p:ph type="body" sz="quarter" idx="24"/>
          </p:nvPr>
        </p:nvSpPr>
        <p:spPr>
          <a:xfrm>
            <a:off x="546892" y="6019801"/>
            <a:ext cx="6854553"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chemeClr val="bg1"/>
                </a:solidFill>
                <a:latin typeface="+mn-lt"/>
                <a:ea typeface="GT America Regular" charset="0"/>
                <a:cs typeface="GT America Regular" charset="0"/>
              </a:defRPr>
            </a:lvl9pPr>
          </a:lstStyle>
          <a:p>
            <a:pPr lvl="0"/>
            <a:r>
              <a:rPr lang="en-US"/>
              <a:t>Click to edit Master text styles</a:t>
            </a:r>
          </a:p>
        </p:txBody>
      </p:sp>
      <p:grpSp>
        <p:nvGrpSpPr>
          <p:cNvPr id="4" name="Group 3">
            <a:extLst>
              <a:ext uri="{FF2B5EF4-FFF2-40B4-BE49-F238E27FC236}">
                <a16:creationId xmlns:a16="http://schemas.microsoft.com/office/drawing/2014/main" id="{1500F019-0B2A-B9AD-0EF9-EB4AD28152DF}"/>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0BDC9C38-573A-9A88-D8CF-0D58B117A67D}"/>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E29F8A10-FE22-CD18-CF7E-E5262184CE14}"/>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0" name="Rectangle 9">
              <a:extLst>
                <a:ext uri="{FF2B5EF4-FFF2-40B4-BE49-F238E27FC236}">
                  <a16:creationId xmlns:a16="http://schemas.microsoft.com/office/drawing/2014/main" id="{E9FB32F8-A85F-E046-2976-4C94C42ACC4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1" name="Group 10">
              <a:extLst>
                <a:ext uri="{FF2B5EF4-FFF2-40B4-BE49-F238E27FC236}">
                  <a16:creationId xmlns:a16="http://schemas.microsoft.com/office/drawing/2014/main" id="{142B660E-07C4-1A35-7105-E45A55BF32CA}"/>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A650B980-F3FA-384D-A885-9BF104C9B71A}"/>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7613C1A6-0229-3F45-A914-0FD0E1D00181}"/>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3F075C8D-20E1-A9EA-23C8-E39FD08FCB2A}"/>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EB732412-EFD5-B7BA-9120-6F4C55D74D6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BF57B912-F401-8219-1820-665ADD9E975C}"/>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713532CA-BB7C-02DB-AF47-8AD7D68819F3}"/>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77321B19-0B1E-C7C7-2AB0-C7F05D3BCB89}"/>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B60EEA36-CA8B-F7E5-2B3F-D04BFB65DCBD}"/>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A6C6BD2D-6CD7-355A-A676-0D049EE07086}"/>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68858B37-230F-2C80-1ED3-013DDF80236D}"/>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3" name="Group 12">
              <a:extLst>
                <a:ext uri="{FF2B5EF4-FFF2-40B4-BE49-F238E27FC236}">
                  <a16:creationId xmlns:a16="http://schemas.microsoft.com/office/drawing/2014/main" id="{F1351297-E43D-B550-EEAF-FED841509FBE}"/>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FFC6EBB2-CBB9-4076-9313-BAED1D976474}"/>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D87E0615-9EF1-7102-E6EC-7D99ECC6FD40}"/>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6413920F-A20A-E434-5B92-00B4659EB4CF}"/>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414BB875-411C-FC6F-0E70-6B2D714D1306}"/>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33E31F66-F06F-2D91-47FB-27784C7638F4}"/>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EE9B4CC9-328E-8099-5638-219A596E175F}"/>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F617EDFE-BCFB-A856-5034-96079B581D95}"/>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EE312BD7-1915-5F72-110E-E3B8782D1A4B}"/>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5A878505-0F7B-9322-C55E-516DD05249F5}"/>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975BCD4D-A8EA-0895-EAD1-B149FFDA70A9}"/>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4B1A3937-0680-253F-71CA-40E49BDEBF20}"/>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8478F0AA-FC2F-69B9-8EDF-75BBB94D5116}"/>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130886712"/>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Dynamic Slices 2 / Dark - Subhead">
    <p:bg>
      <p:bgPr>
        <a:solidFill>
          <a:schemeClr val="tx2"/>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A610EE1-689A-470F-628F-EEA20DE95059}"/>
              </a:ext>
            </a:extLst>
          </p:cNvPr>
          <p:cNvSpPr/>
          <p:nvPr userDrawn="1"/>
        </p:nvSpPr>
        <p:spPr>
          <a:xfrm>
            <a:off x="8125764" y="1566863"/>
            <a:ext cx="4066235" cy="5291136"/>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Picture Placeholder 9">
            <a:extLst>
              <a:ext uri="{FF2B5EF4-FFF2-40B4-BE49-F238E27FC236}">
                <a16:creationId xmlns:a16="http://schemas.microsoft.com/office/drawing/2014/main" id="{4A49D3FC-5492-D318-3220-FE343B99E4C8}"/>
              </a:ext>
            </a:extLst>
          </p:cNvPr>
          <p:cNvSpPr>
            <a:spLocks noGrp="1"/>
          </p:cNvSpPr>
          <p:nvPr>
            <p:ph type="pic" sz="quarter" idx="14" hasCustomPrompt="1"/>
          </p:nvPr>
        </p:nvSpPr>
        <p:spPr>
          <a:xfrm>
            <a:off x="8125765" y="1566862"/>
            <a:ext cx="4066235" cy="5291137"/>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hasCustomPrompt="1"/>
          </p:nvPr>
        </p:nvSpPr>
        <p:spPr>
          <a:xfrm>
            <a:off x="6096000" y="0"/>
            <a:ext cx="2029765" cy="1566863"/>
          </a:xfrm>
          <a:solidFill>
            <a:schemeClr val="accent1"/>
          </a:solid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a:xfrm>
            <a:off x="4773613" y="6311900"/>
            <a:ext cx="3236581" cy="269875"/>
          </a:xfrm>
        </p:spPr>
        <p:txBody>
          <a:bodyPr/>
          <a:lstStyle>
            <a:lvl1pPr>
              <a:defRPr>
                <a:solidFill>
                  <a:schemeClr val="bg1"/>
                </a:solidFill>
              </a:defRPr>
            </a:lvl1p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2" name="Title 11">
            <a:extLst>
              <a:ext uri="{FF2B5EF4-FFF2-40B4-BE49-F238E27FC236}">
                <a16:creationId xmlns:a16="http://schemas.microsoft.com/office/drawing/2014/main" id="{B6A2B7E6-3059-8E4F-3CF4-F1E41E44420F}"/>
              </a:ext>
            </a:extLst>
          </p:cNvPr>
          <p:cNvSpPr>
            <a:spLocks noGrp="1"/>
          </p:cNvSpPr>
          <p:nvPr>
            <p:ph type="title"/>
          </p:nvPr>
        </p:nvSpPr>
        <p:spPr>
          <a:xfrm>
            <a:off x="546100" y="552450"/>
            <a:ext cx="5441473" cy="434975"/>
          </a:xfrm>
        </p:spPr>
        <p:txBody>
          <a:bodyPr/>
          <a:lstStyle>
            <a:lvl1pPr>
              <a:defRPr>
                <a:solidFill>
                  <a:schemeClr val="accent1"/>
                </a:solidFill>
              </a:defRPr>
            </a:lvl1pPr>
          </a:lstStyle>
          <a:p>
            <a:r>
              <a:rPr lang="en-US"/>
              <a:t>Click to edit Master title style</a:t>
            </a:r>
          </a:p>
        </p:txBody>
      </p:sp>
      <p:sp>
        <p:nvSpPr>
          <p:cNvPr id="22" name="Text Placeholder 11">
            <a:extLst>
              <a:ext uri="{FF2B5EF4-FFF2-40B4-BE49-F238E27FC236}">
                <a16:creationId xmlns:a16="http://schemas.microsoft.com/office/drawing/2014/main" id="{9C9BE862-933D-B8D2-1646-E5CF8CEC4FF4}"/>
              </a:ext>
            </a:extLst>
          </p:cNvPr>
          <p:cNvSpPr>
            <a:spLocks noGrp="1"/>
          </p:cNvSpPr>
          <p:nvPr>
            <p:ph type="body" sz="quarter" idx="23"/>
          </p:nvPr>
        </p:nvSpPr>
        <p:spPr>
          <a:xfrm>
            <a:off x="546100" y="1127125"/>
            <a:ext cx="5445125" cy="292607"/>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23" name="Text Placeholder 13">
            <a:extLst>
              <a:ext uri="{FF2B5EF4-FFF2-40B4-BE49-F238E27FC236}">
                <a16:creationId xmlns:a16="http://schemas.microsoft.com/office/drawing/2014/main" id="{2265EDEA-EF70-E7C2-266B-98ED28E8BD71}"/>
              </a:ext>
            </a:extLst>
          </p:cNvPr>
          <p:cNvSpPr>
            <a:spLocks noGrp="1"/>
          </p:cNvSpPr>
          <p:nvPr>
            <p:ph type="body" sz="quarter" idx="24"/>
          </p:nvPr>
        </p:nvSpPr>
        <p:spPr>
          <a:xfrm>
            <a:off x="546100" y="6019801"/>
            <a:ext cx="6851648"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chemeClr val="bg1"/>
                </a:solidFill>
                <a:latin typeface="+mn-lt"/>
                <a:ea typeface="GT America Regular" charset="0"/>
                <a:cs typeface="GT America Regular" charset="0"/>
              </a:defRPr>
            </a:lvl9pPr>
          </a:lstStyle>
          <a:p>
            <a:pPr lvl="0"/>
            <a:r>
              <a:rPr lang="en-US"/>
              <a:t>Click to edit Master text styles</a:t>
            </a:r>
          </a:p>
        </p:txBody>
      </p:sp>
      <p:sp>
        <p:nvSpPr>
          <p:cNvPr id="24" name="Text Placeholder 33">
            <a:extLst>
              <a:ext uri="{FF2B5EF4-FFF2-40B4-BE49-F238E27FC236}">
                <a16:creationId xmlns:a16="http://schemas.microsoft.com/office/drawing/2014/main" id="{BCC2869B-FAAE-3BB6-A892-BE38C3B3A864}"/>
              </a:ext>
            </a:extLst>
          </p:cNvPr>
          <p:cNvSpPr>
            <a:spLocks noGrp="1"/>
          </p:cNvSpPr>
          <p:nvPr>
            <p:ph type="body" sz="quarter" idx="29"/>
          </p:nvPr>
        </p:nvSpPr>
        <p:spPr>
          <a:xfrm>
            <a:off x="546100" y="1849437"/>
            <a:ext cx="6851648" cy="296861"/>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25" name="Content Placeholder 25">
            <a:extLst>
              <a:ext uri="{FF2B5EF4-FFF2-40B4-BE49-F238E27FC236}">
                <a16:creationId xmlns:a16="http://schemas.microsoft.com/office/drawing/2014/main" id="{9D00109D-23D6-35EC-8D08-145972370CD0}"/>
              </a:ext>
            </a:extLst>
          </p:cNvPr>
          <p:cNvSpPr>
            <a:spLocks noGrp="1"/>
          </p:cNvSpPr>
          <p:nvPr>
            <p:ph sz="quarter" idx="45"/>
          </p:nvPr>
        </p:nvSpPr>
        <p:spPr>
          <a:xfrm>
            <a:off x="546100" y="2425700"/>
            <a:ext cx="6851650" cy="3441700"/>
          </a:xfrm>
        </p:spPr>
        <p:txBody>
          <a:bodyPr/>
          <a:lstStyle>
            <a:lvl1pPr>
              <a:defRPr>
                <a:solidFill>
                  <a:schemeClr val="bg1"/>
                </a:solidFill>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41" name="Group 40">
            <a:extLst>
              <a:ext uri="{FF2B5EF4-FFF2-40B4-BE49-F238E27FC236}">
                <a16:creationId xmlns:a16="http://schemas.microsoft.com/office/drawing/2014/main" id="{CEED7497-B020-E8B2-BD14-703EFAD2B9F1}"/>
              </a:ext>
            </a:extLst>
          </p:cNvPr>
          <p:cNvGrpSpPr/>
          <p:nvPr userDrawn="1"/>
        </p:nvGrpSpPr>
        <p:grpSpPr>
          <a:xfrm>
            <a:off x="12356815" y="0"/>
            <a:ext cx="756834" cy="6872642"/>
            <a:chOff x="12356815" y="0"/>
            <a:chExt cx="756834" cy="6872642"/>
          </a:xfrm>
        </p:grpSpPr>
        <p:sp>
          <p:nvSpPr>
            <p:cNvPr id="42" name="Rectangle 41">
              <a:extLst>
                <a:ext uri="{FF2B5EF4-FFF2-40B4-BE49-F238E27FC236}">
                  <a16:creationId xmlns:a16="http://schemas.microsoft.com/office/drawing/2014/main" id="{A48E6A68-A112-1A5F-10E6-58BC4E49E7D7}"/>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43" name="TextBox 42">
              <a:extLst>
                <a:ext uri="{FF2B5EF4-FFF2-40B4-BE49-F238E27FC236}">
                  <a16:creationId xmlns:a16="http://schemas.microsoft.com/office/drawing/2014/main" id="{99D26DA9-AE7A-E9F0-F755-40FE495F9407}"/>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44" name="Rectangle 43">
              <a:extLst>
                <a:ext uri="{FF2B5EF4-FFF2-40B4-BE49-F238E27FC236}">
                  <a16:creationId xmlns:a16="http://schemas.microsoft.com/office/drawing/2014/main" id="{5E7B1FC7-6B9A-AB90-2894-7D2A66D3DC7F}"/>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45" name="Group 44">
              <a:extLst>
                <a:ext uri="{FF2B5EF4-FFF2-40B4-BE49-F238E27FC236}">
                  <a16:creationId xmlns:a16="http://schemas.microsoft.com/office/drawing/2014/main" id="{105299D3-E01A-E3CA-CAC8-F80C48CFD2E9}"/>
                </a:ext>
              </a:extLst>
            </p:cNvPr>
            <p:cNvGrpSpPr/>
            <p:nvPr userDrawn="1"/>
          </p:nvGrpSpPr>
          <p:grpSpPr>
            <a:xfrm>
              <a:off x="12442019" y="3791214"/>
              <a:ext cx="382660" cy="2882942"/>
              <a:chOff x="14001569" y="3716048"/>
              <a:chExt cx="316248" cy="3171236"/>
            </a:xfrm>
          </p:grpSpPr>
          <p:sp>
            <p:nvSpPr>
              <p:cNvPr id="58" name="Rectangle 57">
                <a:extLst>
                  <a:ext uri="{FF2B5EF4-FFF2-40B4-BE49-F238E27FC236}">
                    <a16:creationId xmlns:a16="http://schemas.microsoft.com/office/drawing/2014/main" id="{4A4D537B-AC99-3A24-101C-7DF418E703CF}"/>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9" name="Rectangle 58">
                <a:extLst>
                  <a:ext uri="{FF2B5EF4-FFF2-40B4-BE49-F238E27FC236}">
                    <a16:creationId xmlns:a16="http://schemas.microsoft.com/office/drawing/2014/main" id="{876A2AF9-24CA-BA6D-C601-512DE83B47D4}"/>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0" name="Rectangle 59">
                <a:extLst>
                  <a:ext uri="{FF2B5EF4-FFF2-40B4-BE49-F238E27FC236}">
                    <a16:creationId xmlns:a16="http://schemas.microsoft.com/office/drawing/2014/main" id="{0BE25111-C6ED-8145-64BF-0311CA4A151A}"/>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1" name="Rectangle 60">
                <a:extLst>
                  <a:ext uri="{FF2B5EF4-FFF2-40B4-BE49-F238E27FC236}">
                    <a16:creationId xmlns:a16="http://schemas.microsoft.com/office/drawing/2014/main" id="{7ABCA4FF-6A34-1CC2-E5EE-BF16E5D8D2B1}"/>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2" name="Rectangle 61">
                <a:extLst>
                  <a:ext uri="{FF2B5EF4-FFF2-40B4-BE49-F238E27FC236}">
                    <a16:creationId xmlns:a16="http://schemas.microsoft.com/office/drawing/2014/main" id="{007366EE-C945-9FDB-9134-8CD32165EFAD}"/>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3" name="Rectangle 62">
                <a:extLst>
                  <a:ext uri="{FF2B5EF4-FFF2-40B4-BE49-F238E27FC236}">
                    <a16:creationId xmlns:a16="http://schemas.microsoft.com/office/drawing/2014/main" id="{8F218091-3A7E-0559-1EB8-7616691C8011}"/>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4" name="Rectangle 63">
                <a:extLst>
                  <a:ext uri="{FF2B5EF4-FFF2-40B4-BE49-F238E27FC236}">
                    <a16:creationId xmlns:a16="http://schemas.microsoft.com/office/drawing/2014/main" id="{CEC2AA07-DAE7-C277-17AC-248D335B264A}"/>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5" name="Rectangle 64">
                <a:extLst>
                  <a:ext uri="{FF2B5EF4-FFF2-40B4-BE49-F238E27FC236}">
                    <a16:creationId xmlns:a16="http://schemas.microsoft.com/office/drawing/2014/main" id="{10DC787E-2E1E-AC5E-7255-2B06D862D45D}"/>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6" name="Rectangle 65">
                <a:extLst>
                  <a:ext uri="{FF2B5EF4-FFF2-40B4-BE49-F238E27FC236}">
                    <a16:creationId xmlns:a16="http://schemas.microsoft.com/office/drawing/2014/main" id="{A0A1A756-BA85-C957-354E-2BD7CA57BCFF}"/>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7" name="Rectangle 66">
                <a:extLst>
                  <a:ext uri="{FF2B5EF4-FFF2-40B4-BE49-F238E27FC236}">
                    <a16:creationId xmlns:a16="http://schemas.microsoft.com/office/drawing/2014/main" id="{072A9DBD-0464-595E-0010-DAF490DF80C2}"/>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46" name="Group 45">
              <a:extLst>
                <a:ext uri="{FF2B5EF4-FFF2-40B4-BE49-F238E27FC236}">
                  <a16:creationId xmlns:a16="http://schemas.microsoft.com/office/drawing/2014/main" id="{851E6719-5CAD-7108-5159-D07C4F478FD9}"/>
                </a:ext>
              </a:extLst>
            </p:cNvPr>
            <p:cNvGrpSpPr/>
            <p:nvPr userDrawn="1"/>
          </p:nvGrpSpPr>
          <p:grpSpPr>
            <a:xfrm>
              <a:off x="12442019" y="198485"/>
              <a:ext cx="382660" cy="2882942"/>
              <a:chOff x="12742785" y="3716048"/>
              <a:chExt cx="316248" cy="3171236"/>
            </a:xfrm>
          </p:grpSpPr>
          <p:sp>
            <p:nvSpPr>
              <p:cNvPr id="48" name="Rectangle 47">
                <a:extLst>
                  <a:ext uri="{FF2B5EF4-FFF2-40B4-BE49-F238E27FC236}">
                    <a16:creationId xmlns:a16="http://schemas.microsoft.com/office/drawing/2014/main" id="{76209397-099D-8D1B-DD50-6DD59E8CF4C3}"/>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9" name="Rectangle 48">
                <a:extLst>
                  <a:ext uri="{FF2B5EF4-FFF2-40B4-BE49-F238E27FC236}">
                    <a16:creationId xmlns:a16="http://schemas.microsoft.com/office/drawing/2014/main" id="{EE11CDB5-40FE-D77F-59D0-69585F3B67A9}"/>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0" name="Rectangle 49">
                <a:extLst>
                  <a:ext uri="{FF2B5EF4-FFF2-40B4-BE49-F238E27FC236}">
                    <a16:creationId xmlns:a16="http://schemas.microsoft.com/office/drawing/2014/main" id="{39115CC8-69A9-E6DB-0B5E-F7753D29948C}"/>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1" name="Rectangle 50">
                <a:extLst>
                  <a:ext uri="{FF2B5EF4-FFF2-40B4-BE49-F238E27FC236}">
                    <a16:creationId xmlns:a16="http://schemas.microsoft.com/office/drawing/2014/main" id="{EC2BBB06-CEB4-C6DC-8E7F-0DF7EFD52EA1}"/>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2" name="Rectangle 51">
                <a:extLst>
                  <a:ext uri="{FF2B5EF4-FFF2-40B4-BE49-F238E27FC236}">
                    <a16:creationId xmlns:a16="http://schemas.microsoft.com/office/drawing/2014/main" id="{CB586CB2-06F6-E50C-710C-04102DD261B0}"/>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3" name="Rectangle 52">
                <a:extLst>
                  <a:ext uri="{FF2B5EF4-FFF2-40B4-BE49-F238E27FC236}">
                    <a16:creationId xmlns:a16="http://schemas.microsoft.com/office/drawing/2014/main" id="{B72DC35E-71BE-5C0D-C6A1-F7C9FB5F62E4}"/>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4" name="Rectangle 53">
                <a:extLst>
                  <a:ext uri="{FF2B5EF4-FFF2-40B4-BE49-F238E27FC236}">
                    <a16:creationId xmlns:a16="http://schemas.microsoft.com/office/drawing/2014/main" id="{80191D05-A64C-3E83-D359-180F0C613CA4}"/>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5" name="Rectangle 54">
                <a:extLst>
                  <a:ext uri="{FF2B5EF4-FFF2-40B4-BE49-F238E27FC236}">
                    <a16:creationId xmlns:a16="http://schemas.microsoft.com/office/drawing/2014/main" id="{B227E45E-BA14-618A-3E7E-8487DEB20D82}"/>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6" name="Rectangle 55">
                <a:extLst>
                  <a:ext uri="{FF2B5EF4-FFF2-40B4-BE49-F238E27FC236}">
                    <a16:creationId xmlns:a16="http://schemas.microsoft.com/office/drawing/2014/main" id="{D391371F-96DE-AA7B-9220-8786D122C67C}"/>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7" name="Rectangle 56">
                <a:extLst>
                  <a:ext uri="{FF2B5EF4-FFF2-40B4-BE49-F238E27FC236}">
                    <a16:creationId xmlns:a16="http://schemas.microsoft.com/office/drawing/2014/main" id="{A8ABAA61-B9E4-360E-6AE7-5ACB7B1908FA}"/>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47" name="TextBox 46">
              <a:extLst>
                <a:ext uri="{FF2B5EF4-FFF2-40B4-BE49-F238E27FC236}">
                  <a16:creationId xmlns:a16="http://schemas.microsoft.com/office/drawing/2014/main" id="{F0A44CD2-C5FE-E0DD-2E2C-22551D59A9DA}"/>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68" name="TextBox 67">
            <a:extLst>
              <a:ext uri="{FF2B5EF4-FFF2-40B4-BE49-F238E27FC236}">
                <a16:creationId xmlns:a16="http://schemas.microsoft.com/office/drawing/2014/main" id="{781B1016-8886-1036-EEA6-B3036D915465}"/>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095117939"/>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Dynamic Slices 3 / Light">
    <p:spTree>
      <p:nvGrpSpPr>
        <p:cNvPr id="1" name=""/>
        <p:cNvGrpSpPr/>
        <p:nvPr/>
      </p:nvGrpSpPr>
      <p:grpSpPr>
        <a:xfrm>
          <a:off x="0" y="0"/>
          <a:ext cx="0" cy="0"/>
          <a:chOff x="0" y="0"/>
          <a:chExt cx="0" cy="0"/>
        </a:xfrm>
      </p:grpSpPr>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6" name="Title 5">
            <a:extLst>
              <a:ext uri="{FF2B5EF4-FFF2-40B4-BE49-F238E27FC236}">
                <a16:creationId xmlns:a16="http://schemas.microsoft.com/office/drawing/2014/main" id="{DC8B780F-A068-964A-78C1-26D461FDD8F3}"/>
              </a:ext>
            </a:extLst>
          </p:cNvPr>
          <p:cNvSpPr>
            <a:spLocks noGrp="1"/>
          </p:cNvSpPr>
          <p:nvPr>
            <p:ph type="title"/>
          </p:nvPr>
        </p:nvSpPr>
        <p:spPr>
          <a:xfrm>
            <a:off x="546891" y="552450"/>
            <a:ext cx="6850858" cy="434975"/>
          </a:xfrm>
        </p:spPr>
        <p:txBody>
          <a:bodyPr/>
          <a:lstStyle>
            <a:lvl1pPr>
              <a:defRPr>
                <a:solidFill>
                  <a:schemeClr val="tx2"/>
                </a:solidFill>
              </a:defRPr>
            </a:lvl1pPr>
          </a:lstStyle>
          <a:p>
            <a:r>
              <a:rPr lang="en-US"/>
              <a:t>Click to edit Master title style</a:t>
            </a:r>
          </a:p>
        </p:txBody>
      </p:sp>
      <p:sp>
        <p:nvSpPr>
          <p:cNvPr id="10" name="Picture Placeholder 9">
            <a:extLst>
              <a:ext uri="{FF2B5EF4-FFF2-40B4-BE49-F238E27FC236}">
                <a16:creationId xmlns:a16="http://schemas.microsoft.com/office/drawing/2014/main" id="{28364535-ED1A-CBB0-F2E7-B24E32C753E0}"/>
              </a:ext>
            </a:extLst>
          </p:cNvPr>
          <p:cNvSpPr>
            <a:spLocks noGrp="1"/>
          </p:cNvSpPr>
          <p:nvPr>
            <p:ph type="pic" sz="quarter" idx="13" hasCustomPrompt="1"/>
          </p:nvPr>
        </p:nvSpPr>
        <p:spPr>
          <a:xfrm>
            <a:off x="6096000" y="5292725"/>
            <a:ext cx="2029765" cy="1566863"/>
          </a:xfrm>
          <a:solidFill>
            <a:schemeClr val="accent1"/>
          </a:solid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4" name="Freeform 5">
            <a:extLst>
              <a:ext uri="{FF2B5EF4-FFF2-40B4-BE49-F238E27FC236}">
                <a16:creationId xmlns:a16="http://schemas.microsoft.com/office/drawing/2014/main" id="{ABBE180D-A7A0-4B00-05DE-E5D0B283053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6" name="Text Placeholder 11">
            <a:extLst>
              <a:ext uri="{FF2B5EF4-FFF2-40B4-BE49-F238E27FC236}">
                <a16:creationId xmlns:a16="http://schemas.microsoft.com/office/drawing/2014/main" id="{9E4B5CA9-B99A-587A-7D0F-4D043F1DC21F}"/>
              </a:ext>
            </a:extLst>
          </p:cNvPr>
          <p:cNvSpPr>
            <a:spLocks noGrp="1"/>
          </p:cNvSpPr>
          <p:nvPr>
            <p:ph type="body" sz="quarter" idx="18"/>
          </p:nvPr>
        </p:nvSpPr>
        <p:spPr>
          <a:xfrm>
            <a:off x="546100" y="1128713"/>
            <a:ext cx="6851648" cy="293687"/>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7" name="Text Placeholder 15">
            <a:extLst>
              <a:ext uri="{FF2B5EF4-FFF2-40B4-BE49-F238E27FC236}">
                <a16:creationId xmlns:a16="http://schemas.microsoft.com/office/drawing/2014/main" id="{4FCD9D92-5EBB-1267-37DE-7FFC864C27C1}"/>
              </a:ext>
            </a:extLst>
          </p:cNvPr>
          <p:cNvSpPr>
            <a:spLocks noGrp="1"/>
          </p:cNvSpPr>
          <p:nvPr>
            <p:ph type="body" sz="quarter" idx="19" hasCustomPrompt="1"/>
          </p:nvPr>
        </p:nvSpPr>
        <p:spPr>
          <a:xfrm>
            <a:off x="546892" y="6019800"/>
            <a:ext cx="5444333"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add footnotes or disclaimer information</a:t>
            </a:r>
          </a:p>
        </p:txBody>
      </p:sp>
      <p:sp>
        <p:nvSpPr>
          <p:cNvPr id="18" name="Content Placeholder 25">
            <a:extLst>
              <a:ext uri="{FF2B5EF4-FFF2-40B4-BE49-F238E27FC236}">
                <a16:creationId xmlns:a16="http://schemas.microsoft.com/office/drawing/2014/main" id="{A2A7940A-1484-5578-4B6A-6E74DB89CA57}"/>
              </a:ext>
            </a:extLst>
          </p:cNvPr>
          <p:cNvSpPr>
            <a:spLocks noGrp="1"/>
          </p:cNvSpPr>
          <p:nvPr>
            <p:ph sz="quarter" idx="23"/>
          </p:nvPr>
        </p:nvSpPr>
        <p:spPr>
          <a:xfrm>
            <a:off x="546892" y="1849438"/>
            <a:ext cx="6850858" cy="330199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Rectangle 1">
            <a:extLst>
              <a:ext uri="{FF2B5EF4-FFF2-40B4-BE49-F238E27FC236}">
                <a16:creationId xmlns:a16="http://schemas.microsoft.com/office/drawing/2014/main" id="{1E315FF8-12D7-D071-8093-E6198E390C07}"/>
              </a:ext>
            </a:extLst>
          </p:cNvPr>
          <p:cNvSpPr/>
          <p:nvPr userDrawn="1"/>
        </p:nvSpPr>
        <p:spPr>
          <a:xfrm>
            <a:off x="8125764" y="0"/>
            <a:ext cx="4066235" cy="5291136"/>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Picture Placeholder 9">
            <a:extLst>
              <a:ext uri="{FF2B5EF4-FFF2-40B4-BE49-F238E27FC236}">
                <a16:creationId xmlns:a16="http://schemas.microsoft.com/office/drawing/2014/main" id="{A89257F7-621A-5336-6983-2E0294700EF3}"/>
              </a:ext>
            </a:extLst>
          </p:cNvPr>
          <p:cNvSpPr>
            <a:spLocks noGrp="1"/>
          </p:cNvSpPr>
          <p:nvPr>
            <p:ph type="pic" sz="quarter" idx="14" hasCustomPrompt="1"/>
          </p:nvPr>
        </p:nvSpPr>
        <p:spPr>
          <a:xfrm>
            <a:off x="8125765" y="0"/>
            <a:ext cx="4066235" cy="5291137"/>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grpSp>
        <p:nvGrpSpPr>
          <p:cNvPr id="5" name="Group 4">
            <a:extLst>
              <a:ext uri="{FF2B5EF4-FFF2-40B4-BE49-F238E27FC236}">
                <a16:creationId xmlns:a16="http://schemas.microsoft.com/office/drawing/2014/main" id="{CC0D3AC2-B6D5-AFD7-F29B-5D0ECA2C8066}"/>
              </a:ext>
            </a:extLst>
          </p:cNvPr>
          <p:cNvGrpSpPr/>
          <p:nvPr userDrawn="1"/>
        </p:nvGrpSpPr>
        <p:grpSpPr>
          <a:xfrm>
            <a:off x="12356815" y="0"/>
            <a:ext cx="756834" cy="6872642"/>
            <a:chOff x="12356815" y="0"/>
            <a:chExt cx="756834" cy="6872642"/>
          </a:xfrm>
        </p:grpSpPr>
        <p:sp>
          <p:nvSpPr>
            <p:cNvPr id="7" name="Rectangle 6">
              <a:extLst>
                <a:ext uri="{FF2B5EF4-FFF2-40B4-BE49-F238E27FC236}">
                  <a16:creationId xmlns:a16="http://schemas.microsoft.com/office/drawing/2014/main" id="{243866F9-E936-5346-E879-A4E35034012E}"/>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8" name="TextBox 7">
              <a:extLst>
                <a:ext uri="{FF2B5EF4-FFF2-40B4-BE49-F238E27FC236}">
                  <a16:creationId xmlns:a16="http://schemas.microsoft.com/office/drawing/2014/main" id="{C04747FB-32E0-D185-E637-9FBA31308B4B}"/>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1" name="Rectangle 10">
              <a:extLst>
                <a:ext uri="{FF2B5EF4-FFF2-40B4-BE49-F238E27FC236}">
                  <a16:creationId xmlns:a16="http://schemas.microsoft.com/office/drawing/2014/main" id="{29AC48F1-0A28-1BD0-2488-805579E8021C}"/>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2" name="Group 11">
              <a:extLst>
                <a:ext uri="{FF2B5EF4-FFF2-40B4-BE49-F238E27FC236}">
                  <a16:creationId xmlns:a16="http://schemas.microsoft.com/office/drawing/2014/main" id="{C7F9C89D-1DD5-0A76-8D5A-81BB0FA75C18}"/>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29247774-12FD-0D3B-A649-7E081FF303EF}"/>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D4E86C33-D4A2-87F2-DAB1-12622FF2DF5A}"/>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7A2BFF89-9986-8997-37C9-42C759367DA6}"/>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3153A164-6F3B-FEFB-3B24-50526C762E9B}"/>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AA48F97D-837A-9FDC-A103-F39808FA2946}"/>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4E7355EB-C1D1-CE7A-F4BD-FEF8AB6CBDED}"/>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A53CC548-F49A-4F80-85F7-2582F52E83C8}"/>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57307D34-BB3C-5BF2-54FF-A4D7F1EF1888}"/>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C7475EE9-F099-5CF6-05F4-89B41ED866E0}"/>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EE9D1EE2-7C05-8A0E-4411-7A42401E3D5D}"/>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3" name="Group 12">
              <a:extLst>
                <a:ext uri="{FF2B5EF4-FFF2-40B4-BE49-F238E27FC236}">
                  <a16:creationId xmlns:a16="http://schemas.microsoft.com/office/drawing/2014/main" id="{7ADEAF7F-93E5-E618-272A-753EA34FEE68}"/>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06D4761C-7298-5D03-CFCB-E7B775C26FA3}"/>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A28605DD-57BC-7045-8FA0-7612F490057D}"/>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F418F771-E1A6-CBD8-7824-9EEC6DF5A7EA}"/>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54D84406-D031-9BFB-4852-D5112B67B692}"/>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D2C19C5F-3972-CE6F-C305-3C51E7BCCC3C}"/>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982F5249-5265-9218-98B1-E45A1B4DF79A}"/>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92034BD1-F5E2-45CF-6FF3-3743275DD73E}"/>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A27654A6-FB37-2B2D-1F6A-3F6B6D1C08CF}"/>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FE669427-9554-D0EC-4A49-3CC0A15AFA0B}"/>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2F58B44B-B944-5471-6AFD-9DA6A02C451B}"/>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FA11BA5A-FE58-E97E-3270-8A5C8D89E33C}"/>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563E7E32-D8D8-E0EA-B072-D58A22F0767B}"/>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981901842"/>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Dynamic Slices 3 / Light - Subhead">
    <p:spTree>
      <p:nvGrpSpPr>
        <p:cNvPr id="1" name=""/>
        <p:cNvGrpSpPr/>
        <p:nvPr/>
      </p:nvGrpSpPr>
      <p:grpSpPr>
        <a:xfrm>
          <a:off x="0" y="0"/>
          <a:ext cx="0" cy="0"/>
          <a:chOff x="0" y="0"/>
          <a:chExt cx="0" cy="0"/>
        </a:xfrm>
      </p:grpSpPr>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8" name="Title 7">
            <a:extLst>
              <a:ext uri="{FF2B5EF4-FFF2-40B4-BE49-F238E27FC236}">
                <a16:creationId xmlns:a16="http://schemas.microsoft.com/office/drawing/2014/main" id="{F08C48AF-02EF-8FA0-A466-0869BF05C3EF}"/>
              </a:ext>
            </a:extLst>
          </p:cNvPr>
          <p:cNvSpPr>
            <a:spLocks noGrp="1"/>
          </p:cNvSpPr>
          <p:nvPr>
            <p:ph type="title"/>
          </p:nvPr>
        </p:nvSpPr>
        <p:spPr>
          <a:xfrm>
            <a:off x="546100" y="552450"/>
            <a:ext cx="6851649" cy="434975"/>
          </a:xfrm>
        </p:spPr>
        <p:txBody>
          <a:bodyPr/>
          <a:lstStyle>
            <a:lvl1pPr>
              <a:defRPr>
                <a:solidFill>
                  <a:schemeClr val="tx2"/>
                </a:solidFill>
              </a:defRPr>
            </a:lvl1pPr>
          </a:lstStyle>
          <a:p>
            <a:r>
              <a:rPr lang="en-US"/>
              <a:t>Click to edit Master title style</a:t>
            </a:r>
          </a:p>
        </p:txBody>
      </p:sp>
      <p:sp>
        <p:nvSpPr>
          <p:cNvPr id="4" name="Freeform 5">
            <a:extLst>
              <a:ext uri="{FF2B5EF4-FFF2-40B4-BE49-F238E27FC236}">
                <a16:creationId xmlns:a16="http://schemas.microsoft.com/office/drawing/2014/main" id="{3A949BFE-ECBB-4316-6710-3684B89FF00C}"/>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7" name="Text Placeholder 11">
            <a:extLst>
              <a:ext uri="{FF2B5EF4-FFF2-40B4-BE49-F238E27FC236}">
                <a16:creationId xmlns:a16="http://schemas.microsoft.com/office/drawing/2014/main" id="{42B1C8D0-9BF5-7D51-4653-BA462E698BF8}"/>
              </a:ext>
            </a:extLst>
          </p:cNvPr>
          <p:cNvSpPr>
            <a:spLocks noGrp="1"/>
          </p:cNvSpPr>
          <p:nvPr>
            <p:ph type="body" sz="quarter" idx="23"/>
          </p:nvPr>
        </p:nvSpPr>
        <p:spPr>
          <a:xfrm>
            <a:off x="546100" y="1127125"/>
            <a:ext cx="6853396" cy="292608"/>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8" name="Text Placeholder 13">
            <a:extLst>
              <a:ext uri="{FF2B5EF4-FFF2-40B4-BE49-F238E27FC236}">
                <a16:creationId xmlns:a16="http://schemas.microsoft.com/office/drawing/2014/main" id="{871AEB0B-0B00-555A-5C9B-C9A03C9EDEEB}"/>
              </a:ext>
            </a:extLst>
          </p:cNvPr>
          <p:cNvSpPr>
            <a:spLocks noGrp="1"/>
          </p:cNvSpPr>
          <p:nvPr>
            <p:ph type="body" sz="quarter" idx="24"/>
          </p:nvPr>
        </p:nvSpPr>
        <p:spPr>
          <a:xfrm>
            <a:off x="546100" y="6019801"/>
            <a:ext cx="5445125"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9" name="Content Placeholder 29">
            <a:extLst>
              <a:ext uri="{FF2B5EF4-FFF2-40B4-BE49-F238E27FC236}">
                <a16:creationId xmlns:a16="http://schemas.microsoft.com/office/drawing/2014/main" id="{B08BBDC8-9EE2-4892-A502-EE24EF94D90E}"/>
              </a:ext>
            </a:extLst>
          </p:cNvPr>
          <p:cNvSpPr>
            <a:spLocks noGrp="1"/>
          </p:cNvSpPr>
          <p:nvPr>
            <p:ph sz="quarter" idx="27"/>
          </p:nvPr>
        </p:nvSpPr>
        <p:spPr>
          <a:xfrm>
            <a:off x="546100" y="2425700"/>
            <a:ext cx="6851650" cy="27257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0" name="Text Placeholder 33">
            <a:extLst>
              <a:ext uri="{FF2B5EF4-FFF2-40B4-BE49-F238E27FC236}">
                <a16:creationId xmlns:a16="http://schemas.microsoft.com/office/drawing/2014/main" id="{49A0AA3E-9575-EECD-E637-A3C1AED8E871}"/>
              </a:ext>
            </a:extLst>
          </p:cNvPr>
          <p:cNvSpPr>
            <a:spLocks noGrp="1"/>
          </p:cNvSpPr>
          <p:nvPr>
            <p:ph type="body" sz="quarter" idx="29"/>
          </p:nvPr>
        </p:nvSpPr>
        <p:spPr>
          <a:xfrm>
            <a:off x="546100" y="1849437"/>
            <a:ext cx="6851650" cy="296861"/>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2" name="Picture Placeholder 9">
            <a:extLst>
              <a:ext uri="{FF2B5EF4-FFF2-40B4-BE49-F238E27FC236}">
                <a16:creationId xmlns:a16="http://schemas.microsoft.com/office/drawing/2014/main" id="{378C4A14-D3BD-0C77-5422-EA4EA16B7E7F}"/>
              </a:ext>
            </a:extLst>
          </p:cNvPr>
          <p:cNvSpPr>
            <a:spLocks noGrp="1"/>
          </p:cNvSpPr>
          <p:nvPr>
            <p:ph type="pic" sz="quarter" idx="13" hasCustomPrompt="1"/>
          </p:nvPr>
        </p:nvSpPr>
        <p:spPr>
          <a:xfrm>
            <a:off x="6096000" y="5292725"/>
            <a:ext cx="2029765" cy="1566863"/>
          </a:xfrm>
          <a:solidFill>
            <a:schemeClr val="accent1"/>
          </a:solid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3" name="Rectangle 2">
            <a:extLst>
              <a:ext uri="{FF2B5EF4-FFF2-40B4-BE49-F238E27FC236}">
                <a16:creationId xmlns:a16="http://schemas.microsoft.com/office/drawing/2014/main" id="{72BB9506-B167-D1C5-0F86-C217EEE5BFC3}"/>
              </a:ext>
            </a:extLst>
          </p:cNvPr>
          <p:cNvSpPr/>
          <p:nvPr userDrawn="1"/>
        </p:nvSpPr>
        <p:spPr>
          <a:xfrm>
            <a:off x="8125764" y="0"/>
            <a:ext cx="4066235" cy="5291136"/>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Picture Placeholder 9">
            <a:extLst>
              <a:ext uri="{FF2B5EF4-FFF2-40B4-BE49-F238E27FC236}">
                <a16:creationId xmlns:a16="http://schemas.microsoft.com/office/drawing/2014/main" id="{1321E794-0491-E9E6-121A-E516B2215417}"/>
              </a:ext>
            </a:extLst>
          </p:cNvPr>
          <p:cNvSpPr>
            <a:spLocks noGrp="1"/>
          </p:cNvSpPr>
          <p:nvPr>
            <p:ph type="pic" sz="quarter" idx="14" hasCustomPrompt="1"/>
          </p:nvPr>
        </p:nvSpPr>
        <p:spPr>
          <a:xfrm>
            <a:off x="8125765" y="0"/>
            <a:ext cx="4066235" cy="5291137"/>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grpSp>
        <p:nvGrpSpPr>
          <p:cNvPr id="6" name="Group 5">
            <a:extLst>
              <a:ext uri="{FF2B5EF4-FFF2-40B4-BE49-F238E27FC236}">
                <a16:creationId xmlns:a16="http://schemas.microsoft.com/office/drawing/2014/main" id="{E2E63A0B-CD89-E1C5-6A2A-C66B84CF7970}"/>
              </a:ext>
            </a:extLst>
          </p:cNvPr>
          <p:cNvGrpSpPr/>
          <p:nvPr userDrawn="1"/>
        </p:nvGrpSpPr>
        <p:grpSpPr>
          <a:xfrm>
            <a:off x="12356815" y="0"/>
            <a:ext cx="756834" cy="6872642"/>
            <a:chOff x="12356815" y="0"/>
            <a:chExt cx="756834" cy="6872642"/>
          </a:xfrm>
        </p:grpSpPr>
        <p:sp>
          <p:nvSpPr>
            <p:cNvPr id="7" name="Rectangle 6">
              <a:extLst>
                <a:ext uri="{FF2B5EF4-FFF2-40B4-BE49-F238E27FC236}">
                  <a16:creationId xmlns:a16="http://schemas.microsoft.com/office/drawing/2014/main" id="{45DB70A4-31CB-6102-3E2A-D6FA98CD0053}"/>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0" name="TextBox 9">
              <a:extLst>
                <a:ext uri="{FF2B5EF4-FFF2-40B4-BE49-F238E27FC236}">
                  <a16:creationId xmlns:a16="http://schemas.microsoft.com/office/drawing/2014/main" id="{AD9D4607-6270-E717-4D41-835D049F0435}"/>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1" name="Rectangle 10">
              <a:extLst>
                <a:ext uri="{FF2B5EF4-FFF2-40B4-BE49-F238E27FC236}">
                  <a16:creationId xmlns:a16="http://schemas.microsoft.com/office/drawing/2014/main" id="{75B87590-74D6-D8DF-065A-D1B3BDD68812}"/>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2" name="Group 11">
              <a:extLst>
                <a:ext uri="{FF2B5EF4-FFF2-40B4-BE49-F238E27FC236}">
                  <a16:creationId xmlns:a16="http://schemas.microsoft.com/office/drawing/2014/main" id="{9D694C48-9FF1-4664-FD81-660DAE81E4E0}"/>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526EF5F0-48BE-1815-1FA2-331B8240DF75}"/>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6E0E84DF-F5B7-A548-C1F6-F0C71A3D86D9}"/>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3A4C8228-71D0-8E3D-E8BE-0F172597FD54}"/>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EA9C23D8-8FD8-238D-3893-26C8E7A88403}"/>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D1BF3D11-78C7-C27E-370A-0D8FABAC048A}"/>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1C4D9ABE-7508-C1A6-2E97-6A9494DC37DF}"/>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2BC38361-5924-88E4-569D-95A4E0BE9CDC}"/>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5E9D7189-0986-C30E-CF0C-640708195142}"/>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BB129E49-9B77-5AE5-3C05-D07BC6D86771}"/>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33F8AD7C-F22B-555E-6CF4-F370553EACF6}"/>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3" name="Group 12">
              <a:extLst>
                <a:ext uri="{FF2B5EF4-FFF2-40B4-BE49-F238E27FC236}">
                  <a16:creationId xmlns:a16="http://schemas.microsoft.com/office/drawing/2014/main" id="{B0DEC751-9C24-ECB6-63E8-0D84A1893110}"/>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3F5B6BC1-E8A9-8495-4E15-CE426524888C}"/>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A7BA631D-2A7E-EE05-AC29-5274F59A7659}"/>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0C495C51-961E-8380-6F9C-16AFEF394B33}"/>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45D9358D-8335-B12F-6179-DEFE0D2C5AB7}"/>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EC7C677D-37CD-FB52-AD6E-4B4995AE3A40}"/>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BA66CB2E-9156-BE3B-D3B9-C31D5C9B2D1F}"/>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B4D0D8D2-67E1-D1FE-53F6-BBA9A51D12D4}"/>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7EABE609-01ED-B04F-84C2-0F2EF40CE004}"/>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AC985E11-EEEE-517A-2700-92736D58F6D9}"/>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CC33383A-AD20-C330-77AA-9FC46442888E}"/>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2FDDF8E7-411E-9C97-CCC1-0AB71C286233}"/>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F3C0566B-300E-AC3F-25C5-4B9F779502DB}"/>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688731392"/>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Dynamic Slices 3 / Dark">
    <p:bg>
      <p:bgPr>
        <a:solidFill>
          <a:schemeClr val="tx2"/>
        </a:solidFill>
        <a:effectLst/>
      </p:bgPr>
    </p:bg>
    <p:spTree>
      <p:nvGrpSpPr>
        <p:cNvPr id="1" name=""/>
        <p:cNvGrpSpPr/>
        <p:nvPr/>
      </p:nvGrpSpPr>
      <p:grpSpPr>
        <a:xfrm>
          <a:off x="0" y="0"/>
          <a:ext cx="0" cy="0"/>
          <a:chOff x="0" y="0"/>
          <a:chExt cx="0" cy="0"/>
        </a:xfrm>
      </p:grpSpPr>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6" name="Title 5">
            <a:extLst>
              <a:ext uri="{FF2B5EF4-FFF2-40B4-BE49-F238E27FC236}">
                <a16:creationId xmlns:a16="http://schemas.microsoft.com/office/drawing/2014/main" id="{DC8B780F-A068-964A-78C1-26D461FDD8F3}"/>
              </a:ext>
            </a:extLst>
          </p:cNvPr>
          <p:cNvSpPr>
            <a:spLocks noGrp="1"/>
          </p:cNvSpPr>
          <p:nvPr>
            <p:ph type="title"/>
          </p:nvPr>
        </p:nvSpPr>
        <p:spPr>
          <a:xfrm>
            <a:off x="545147" y="552450"/>
            <a:ext cx="6850856" cy="434975"/>
          </a:xfrm>
        </p:spPr>
        <p:txBody>
          <a:bodyPr/>
          <a:lstStyle>
            <a:lvl1pPr>
              <a:defRPr>
                <a:solidFill>
                  <a:schemeClr val="accent1"/>
                </a:solidFill>
              </a:defRPr>
            </a:lvl1pPr>
          </a:lstStyle>
          <a:p>
            <a:r>
              <a:rPr lang="en-US"/>
              <a:t>Click to edit Master title style</a:t>
            </a:r>
          </a:p>
        </p:txBody>
      </p:sp>
      <p:sp>
        <p:nvSpPr>
          <p:cNvPr id="15" name="Text Placeholder 11">
            <a:extLst>
              <a:ext uri="{FF2B5EF4-FFF2-40B4-BE49-F238E27FC236}">
                <a16:creationId xmlns:a16="http://schemas.microsoft.com/office/drawing/2014/main" id="{E8E7A520-8D19-1EB7-4C7B-61AA51ACCF70}"/>
              </a:ext>
            </a:extLst>
          </p:cNvPr>
          <p:cNvSpPr>
            <a:spLocks noGrp="1"/>
          </p:cNvSpPr>
          <p:nvPr>
            <p:ph type="body" sz="quarter" idx="18"/>
          </p:nvPr>
        </p:nvSpPr>
        <p:spPr>
          <a:xfrm>
            <a:off x="546100" y="1127126"/>
            <a:ext cx="6851649" cy="295274"/>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16" name="Content Placeholder 25">
            <a:extLst>
              <a:ext uri="{FF2B5EF4-FFF2-40B4-BE49-F238E27FC236}">
                <a16:creationId xmlns:a16="http://schemas.microsoft.com/office/drawing/2014/main" id="{28AF4221-65CA-B054-F531-6DBCC5DE6AC0}"/>
              </a:ext>
            </a:extLst>
          </p:cNvPr>
          <p:cNvSpPr>
            <a:spLocks noGrp="1"/>
          </p:cNvSpPr>
          <p:nvPr>
            <p:ph sz="quarter" idx="23"/>
          </p:nvPr>
        </p:nvSpPr>
        <p:spPr>
          <a:xfrm>
            <a:off x="546892" y="1849438"/>
            <a:ext cx="6850857" cy="3302000"/>
          </a:xfrm>
        </p:spPr>
        <p:txBody>
          <a:bodyPr/>
          <a:lstStyle>
            <a:lvl1pPr>
              <a:defRPr>
                <a:solidFill>
                  <a:schemeClr val="bg1"/>
                </a:solidFill>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Text Placeholder 13">
            <a:extLst>
              <a:ext uri="{FF2B5EF4-FFF2-40B4-BE49-F238E27FC236}">
                <a16:creationId xmlns:a16="http://schemas.microsoft.com/office/drawing/2014/main" id="{C1A6F190-ADA1-E908-E0F1-D9B0DC198DAE}"/>
              </a:ext>
            </a:extLst>
          </p:cNvPr>
          <p:cNvSpPr>
            <a:spLocks noGrp="1"/>
          </p:cNvSpPr>
          <p:nvPr>
            <p:ph type="body" sz="quarter" idx="24"/>
          </p:nvPr>
        </p:nvSpPr>
        <p:spPr>
          <a:xfrm>
            <a:off x="546892" y="6019801"/>
            <a:ext cx="5444333"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chemeClr val="bg1"/>
                </a:solidFill>
                <a:latin typeface="+mn-lt"/>
                <a:ea typeface="GT America Regular" charset="0"/>
                <a:cs typeface="GT America Regular" charset="0"/>
              </a:defRPr>
            </a:lvl9pPr>
          </a:lstStyle>
          <a:p>
            <a:pPr lvl="0"/>
            <a:r>
              <a:rPr lang="en-US"/>
              <a:t>Click to edit Master text styles</a:t>
            </a:r>
          </a:p>
        </p:txBody>
      </p:sp>
      <p:sp>
        <p:nvSpPr>
          <p:cNvPr id="2" name="Picture Placeholder 9">
            <a:extLst>
              <a:ext uri="{FF2B5EF4-FFF2-40B4-BE49-F238E27FC236}">
                <a16:creationId xmlns:a16="http://schemas.microsoft.com/office/drawing/2014/main" id="{7DD19302-3490-4363-31D6-A0E59636C5F8}"/>
              </a:ext>
            </a:extLst>
          </p:cNvPr>
          <p:cNvSpPr>
            <a:spLocks noGrp="1"/>
          </p:cNvSpPr>
          <p:nvPr>
            <p:ph type="pic" sz="quarter" idx="13" hasCustomPrompt="1"/>
          </p:nvPr>
        </p:nvSpPr>
        <p:spPr>
          <a:xfrm>
            <a:off x="6096000" y="5292725"/>
            <a:ext cx="2029765" cy="1566863"/>
          </a:xfrm>
          <a:solidFill>
            <a:schemeClr val="accent1"/>
          </a:solid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3" name="Rectangle 2">
            <a:extLst>
              <a:ext uri="{FF2B5EF4-FFF2-40B4-BE49-F238E27FC236}">
                <a16:creationId xmlns:a16="http://schemas.microsoft.com/office/drawing/2014/main" id="{398A8D35-FB18-754A-7B6A-B3BC203A0044}"/>
              </a:ext>
            </a:extLst>
          </p:cNvPr>
          <p:cNvSpPr/>
          <p:nvPr userDrawn="1"/>
        </p:nvSpPr>
        <p:spPr>
          <a:xfrm>
            <a:off x="8125764" y="0"/>
            <a:ext cx="4066235" cy="5291136"/>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Picture Placeholder 9">
            <a:extLst>
              <a:ext uri="{FF2B5EF4-FFF2-40B4-BE49-F238E27FC236}">
                <a16:creationId xmlns:a16="http://schemas.microsoft.com/office/drawing/2014/main" id="{DF234296-5557-C221-1254-5A736D5B7FFF}"/>
              </a:ext>
            </a:extLst>
          </p:cNvPr>
          <p:cNvSpPr>
            <a:spLocks noGrp="1"/>
          </p:cNvSpPr>
          <p:nvPr>
            <p:ph type="pic" sz="quarter" idx="14" hasCustomPrompt="1"/>
          </p:nvPr>
        </p:nvSpPr>
        <p:spPr>
          <a:xfrm>
            <a:off x="8125765" y="0"/>
            <a:ext cx="4066235" cy="5291137"/>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grpSp>
        <p:nvGrpSpPr>
          <p:cNvPr id="5" name="Group 4">
            <a:extLst>
              <a:ext uri="{FF2B5EF4-FFF2-40B4-BE49-F238E27FC236}">
                <a16:creationId xmlns:a16="http://schemas.microsoft.com/office/drawing/2014/main" id="{479B363D-56C0-34D5-43C4-5EBE0B9FE560}"/>
              </a:ext>
            </a:extLst>
          </p:cNvPr>
          <p:cNvGrpSpPr/>
          <p:nvPr userDrawn="1"/>
        </p:nvGrpSpPr>
        <p:grpSpPr>
          <a:xfrm>
            <a:off x="12356815" y="0"/>
            <a:ext cx="756834" cy="6872642"/>
            <a:chOff x="12356815" y="0"/>
            <a:chExt cx="756834" cy="6872642"/>
          </a:xfrm>
        </p:grpSpPr>
        <p:sp>
          <p:nvSpPr>
            <p:cNvPr id="7" name="Rectangle 6">
              <a:extLst>
                <a:ext uri="{FF2B5EF4-FFF2-40B4-BE49-F238E27FC236}">
                  <a16:creationId xmlns:a16="http://schemas.microsoft.com/office/drawing/2014/main" id="{4C0E3BB4-F02F-EB4E-BCCB-12B80A677222}"/>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8" name="TextBox 7">
              <a:extLst>
                <a:ext uri="{FF2B5EF4-FFF2-40B4-BE49-F238E27FC236}">
                  <a16:creationId xmlns:a16="http://schemas.microsoft.com/office/drawing/2014/main" id="{C13B9926-24E9-D6C0-B834-A83C3B365246}"/>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0" name="Rectangle 9">
              <a:extLst>
                <a:ext uri="{FF2B5EF4-FFF2-40B4-BE49-F238E27FC236}">
                  <a16:creationId xmlns:a16="http://schemas.microsoft.com/office/drawing/2014/main" id="{3C00C6B9-F316-7599-CE40-3A35495FCF3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1" name="Group 10">
              <a:extLst>
                <a:ext uri="{FF2B5EF4-FFF2-40B4-BE49-F238E27FC236}">
                  <a16:creationId xmlns:a16="http://schemas.microsoft.com/office/drawing/2014/main" id="{226F0E18-4548-CDBE-5C64-83E289841077}"/>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D36F5767-DD71-CDFB-A856-351AA667708D}"/>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726B03CB-E7C4-29B0-28F0-5132EFEAC58C}"/>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1ADA8E06-07E3-A97A-D6CB-AB6C3018F2A1}"/>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1E362D25-209E-8984-EF45-11ADD3F7E015}"/>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5FAC854B-F5AA-7329-F8FA-7059A597EC71}"/>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7A969ACB-2155-9EE1-26A7-D15A3D1FA11A}"/>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A8576C5E-8706-1000-F71B-D3E809BE47C7}"/>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AACF60D7-E537-BF28-719A-FADE07C76B53}"/>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6AF1CEC6-50FC-8637-01BA-A7E7351FDFE9}"/>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09D4A896-BC47-F225-5291-6072A6FE71E6}"/>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C62F3B3A-8BF2-FB7E-7E3F-FFFD0C348BAB}"/>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59E99FE7-7F57-78D7-0E3D-611ABF3352B4}"/>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74170B5D-E932-396A-F7D4-7934263DC0B2}"/>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A7D10867-B4BB-05D3-4F4A-A609472CD791}"/>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5409F1B4-6DD0-1734-1784-7833EEACF56D}"/>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FAD8762D-DE26-3095-C84B-6652B04CD73C}"/>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C3FEFD3A-996C-C179-7D69-48E8C05DEC8D}"/>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E83C343F-3DC9-9467-2CC7-6F54711EA07D}"/>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5B9EEB28-0C1D-5F77-95B2-E820E006388A}"/>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FF2C969D-7F7F-7B6E-A988-EBA5FEE501D3}"/>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1A87B964-A70E-5FE5-772D-D6AE7D003DC5}"/>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3AB270FA-A8C2-CD62-FC77-CB928FDAD456}"/>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C54487EF-E881-3F73-4591-DFC87B042D38}"/>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761546649"/>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userDrawn="1">
  <p:cSld name="Dynamic Slices 3 / Dark - Subhead">
    <p:bg>
      <p:bgPr>
        <a:solidFill>
          <a:schemeClr val="tx2"/>
        </a:solidFill>
        <a:effectLst/>
      </p:bgPr>
    </p:bg>
    <p:spTree>
      <p:nvGrpSpPr>
        <p:cNvPr id="1" name=""/>
        <p:cNvGrpSpPr/>
        <p:nvPr/>
      </p:nvGrpSpPr>
      <p:grpSpPr>
        <a:xfrm>
          <a:off x="0" y="0"/>
          <a:ext cx="0" cy="0"/>
          <a:chOff x="0" y="0"/>
          <a:chExt cx="0" cy="0"/>
        </a:xfrm>
      </p:grpSpPr>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8" name="Title 7">
            <a:extLst>
              <a:ext uri="{FF2B5EF4-FFF2-40B4-BE49-F238E27FC236}">
                <a16:creationId xmlns:a16="http://schemas.microsoft.com/office/drawing/2014/main" id="{F08C48AF-02EF-8FA0-A466-0869BF05C3EF}"/>
              </a:ext>
            </a:extLst>
          </p:cNvPr>
          <p:cNvSpPr>
            <a:spLocks noGrp="1"/>
          </p:cNvSpPr>
          <p:nvPr>
            <p:ph type="title"/>
          </p:nvPr>
        </p:nvSpPr>
        <p:spPr>
          <a:xfrm>
            <a:off x="546100" y="552450"/>
            <a:ext cx="6851649" cy="434975"/>
          </a:xfrm>
        </p:spPr>
        <p:txBody>
          <a:bodyPr/>
          <a:lstStyle>
            <a:lvl1pPr>
              <a:defRPr>
                <a:solidFill>
                  <a:schemeClr val="accent1"/>
                </a:solidFill>
              </a:defRPr>
            </a:lvl1pPr>
          </a:lstStyle>
          <a:p>
            <a:r>
              <a:rPr lang="en-US"/>
              <a:t>Click to edit Master title style</a:t>
            </a:r>
          </a:p>
        </p:txBody>
      </p:sp>
      <p:sp>
        <p:nvSpPr>
          <p:cNvPr id="13" name="Text Placeholder 11">
            <a:extLst>
              <a:ext uri="{FF2B5EF4-FFF2-40B4-BE49-F238E27FC236}">
                <a16:creationId xmlns:a16="http://schemas.microsoft.com/office/drawing/2014/main" id="{C1B3D74E-B270-D5EC-6F1E-2F3F425D169B}"/>
              </a:ext>
            </a:extLst>
          </p:cNvPr>
          <p:cNvSpPr>
            <a:spLocks noGrp="1"/>
          </p:cNvSpPr>
          <p:nvPr>
            <p:ph type="body" sz="quarter" idx="23"/>
          </p:nvPr>
        </p:nvSpPr>
        <p:spPr>
          <a:xfrm>
            <a:off x="546892" y="1127125"/>
            <a:ext cx="6853452" cy="292607"/>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17" name="Text Placeholder 13">
            <a:extLst>
              <a:ext uri="{FF2B5EF4-FFF2-40B4-BE49-F238E27FC236}">
                <a16:creationId xmlns:a16="http://schemas.microsoft.com/office/drawing/2014/main" id="{1F0B1429-1262-BB0D-EEE9-9308631827BA}"/>
              </a:ext>
            </a:extLst>
          </p:cNvPr>
          <p:cNvSpPr>
            <a:spLocks noGrp="1"/>
          </p:cNvSpPr>
          <p:nvPr>
            <p:ph type="body" sz="quarter" idx="24"/>
          </p:nvPr>
        </p:nvSpPr>
        <p:spPr>
          <a:xfrm>
            <a:off x="546892" y="6019801"/>
            <a:ext cx="5444333"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chemeClr val="bg1"/>
                </a:solidFill>
                <a:latin typeface="+mn-lt"/>
                <a:ea typeface="GT America Regular" charset="0"/>
                <a:cs typeface="GT America Regular" charset="0"/>
              </a:defRPr>
            </a:lvl9pPr>
          </a:lstStyle>
          <a:p>
            <a:pPr lvl="0"/>
            <a:r>
              <a:rPr lang="en-US"/>
              <a:t>Click to edit Master text styles</a:t>
            </a:r>
          </a:p>
        </p:txBody>
      </p:sp>
      <p:sp>
        <p:nvSpPr>
          <p:cNvPr id="18" name="Text Placeholder 33">
            <a:extLst>
              <a:ext uri="{FF2B5EF4-FFF2-40B4-BE49-F238E27FC236}">
                <a16:creationId xmlns:a16="http://schemas.microsoft.com/office/drawing/2014/main" id="{FC341142-156C-1A12-BFCF-8E43F622EC84}"/>
              </a:ext>
            </a:extLst>
          </p:cNvPr>
          <p:cNvSpPr>
            <a:spLocks noGrp="1"/>
          </p:cNvSpPr>
          <p:nvPr>
            <p:ph type="body" sz="quarter" idx="29"/>
          </p:nvPr>
        </p:nvSpPr>
        <p:spPr>
          <a:xfrm>
            <a:off x="546892" y="1849437"/>
            <a:ext cx="6850858" cy="296861"/>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9" name="Content Placeholder 25">
            <a:extLst>
              <a:ext uri="{FF2B5EF4-FFF2-40B4-BE49-F238E27FC236}">
                <a16:creationId xmlns:a16="http://schemas.microsoft.com/office/drawing/2014/main" id="{697DE6C5-E6D7-D5B0-D5AF-03E4A50E0461}"/>
              </a:ext>
            </a:extLst>
          </p:cNvPr>
          <p:cNvSpPr>
            <a:spLocks noGrp="1"/>
          </p:cNvSpPr>
          <p:nvPr>
            <p:ph sz="quarter" idx="45"/>
          </p:nvPr>
        </p:nvSpPr>
        <p:spPr>
          <a:xfrm>
            <a:off x="546892" y="2425700"/>
            <a:ext cx="6850858" cy="2725738"/>
          </a:xfrm>
        </p:spPr>
        <p:txBody>
          <a:bodyPr/>
          <a:lstStyle>
            <a:lvl1pPr>
              <a:defRPr>
                <a:solidFill>
                  <a:schemeClr val="bg1"/>
                </a:solidFill>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Picture Placeholder 9">
            <a:extLst>
              <a:ext uri="{FF2B5EF4-FFF2-40B4-BE49-F238E27FC236}">
                <a16:creationId xmlns:a16="http://schemas.microsoft.com/office/drawing/2014/main" id="{C6BD3E9F-3FB2-86B5-5D44-D025A9DEC744}"/>
              </a:ext>
            </a:extLst>
          </p:cNvPr>
          <p:cNvSpPr>
            <a:spLocks noGrp="1"/>
          </p:cNvSpPr>
          <p:nvPr>
            <p:ph type="pic" sz="quarter" idx="13" hasCustomPrompt="1"/>
          </p:nvPr>
        </p:nvSpPr>
        <p:spPr>
          <a:xfrm>
            <a:off x="6096000" y="5292725"/>
            <a:ext cx="2029765" cy="1566863"/>
          </a:xfrm>
          <a:solidFill>
            <a:schemeClr val="accent1"/>
          </a:solid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3" name="Rectangle 2">
            <a:extLst>
              <a:ext uri="{FF2B5EF4-FFF2-40B4-BE49-F238E27FC236}">
                <a16:creationId xmlns:a16="http://schemas.microsoft.com/office/drawing/2014/main" id="{CEE01ADF-2A73-83EE-EE3F-AC171880FCD8}"/>
              </a:ext>
            </a:extLst>
          </p:cNvPr>
          <p:cNvSpPr/>
          <p:nvPr userDrawn="1"/>
        </p:nvSpPr>
        <p:spPr>
          <a:xfrm>
            <a:off x="8125764" y="0"/>
            <a:ext cx="4066235" cy="5291136"/>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Picture Placeholder 9">
            <a:extLst>
              <a:ext uri="{FF2B5EF4-FFF2-40B4-BE49-F238E27FC236}">
                <a16:creationId xmlns:a16="http://schemas.microsoft.com/office/drawing/2014/main" id="{254E1435-77AE-ED78-111D-A9A3F32B09FD}"/>
              </a:ext>
            </a:extLst>
          </p:cNvPr>
          <p:cNvSpPr>
            <a:spLocks noGrp="1"/>
          </p:cNvSpPr>
          <p:nvPr>
            <p:ph type="pic" sz="quarter" idx="14" hasCustomPrompt="1"/>
          </p:nvPr>
        </p:nvSpPr>
        <p:spPr>
          <a:xfrm>
            <a:off x="8125765" y="0"/>
            <a:ext cx="4066235" cy="5291137"/>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grpSp>
        <p:nvGrpSpPr>
          <p:cNvPr id="5" name="Group 4">
            <a:extLst>
              <a:ext uri="{FF2B5EF4-FFF2-40B4-BE49-F238E27FC236}">
                <a16:creationId xmlns:a16="http://schemas.microsoft.com/office/drawing/2014/main" id="{4D07265E-3743-A2E5-A6C8-86AF700CD2EC}"/>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4D932539-2AEF-A84E-2085-2E7CB317D62E}"/>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FCEF6CE8-EC75-9146-6823-37329CE548D6}"/>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0" name="Rectangle 9">
              <a:extLst>
                <a:ext uri="{FF2B5EF4-FFF2-40B4-BE49-F238E27FC236}">
                  <a16:creationId xmlns:a16="http://schemas.microsoft.com/office/drawing/2014/main" id="{41010E6F-4B24-C82D-4C9B-7577816C0D8F}"/>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1" name="Group 10">
              <a:extLst>
                <a:ext uri="{FF2B5EF4-FFF2-40B4-BE49-F238E27FC236}">
                  <a16:creationId xmlns:a16="http://schemas.microsoft.com/office/drawing/2014/main" id="{2F4EA5BA-6D6D-7DC1-E9BA-2299D34DCFF5}"/>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EC88D823-E7E0-2AB0-5305-7BCC8101AD42}"/>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041E4FB9-FB97-6F5F-DFEA-BD783024FC93}"/>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92D62CF0-FFFA-52C9-A681-E54661F191C1}"/>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B0CD0F4F-E91C-F1F8-A7D2-D26CFE2A19CF}"/>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C056DFA6-67A4-5472-073F-E3727407E381}"/>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483BF9C3-1D69-03E0-3968-730433010AC9}"/>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E4E40B05-DFA7-9456-B359-8E3D7149FFB2}"/>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D80D032F-DBA1-91D5-D90A-163C817EA03E}"/>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8F7D7989-A0FF-CA77-27AA-12AA05212ED1}"/>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3ACDB2D4-859D-A62D-A7B3-7BF7CB2F84CC}"/>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A770586D-32CE-2C72-11DC-651C601A4881}"/>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235A8C70-4C64-E578-1BDF-447A5BA87EE8}"/>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54EF3A9C-2DC6-D603-BCD5-15AC8EE38896}"/>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70F0C310-0412-F6E9-3465-299804511743}"/>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DCC248DF-F2FC-FC52-84FE-2BA5379D41B9}"/>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5C10430F-C822-51BA-8C8A-95F308D8F643}"/>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1DA211D6-B749-7037-0B3E-33E5782494A2}"/>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C1A36456-FF47-88F1-1ABE-AD90C5912123}"/>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77CAFF07-E034-5BB7-668A-3C71F2CD725D}"/>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BC02A43D-13E2-53F8-A390-A3C73FAD4C05}"/>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6A52903A-09C2-77EF-CF0E-65C9669BF565}"/>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D9B2B9B3-82BF-BC3D-7BBE-8C56AA725BDA}"/>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AE08BE5B-0A88-2312-C8AC-884ADC63496A}"/>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958338965"/>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1 Column - Thirds Right">
    <p:spTree>
      <p:nvGrpSpPr>
        <p:cNvPr id="1" name=""/>
        <p:cNvGrpSpPr/>
        <p:nvPr/>
      </p:nvGrpSpPr>
      <p:grpSpPr>
        <a:xfrm>
          <a:off x="0" y="0"/>
          <a:ext cx="0" cy="0"/>
          <a:chOff x="0" y="0"/>
          <a:chExt cx="0" cy="0"/>
        </a:xfrm>
      </p:grpSpPr>
      <p:sp>
        <p:nvSpPr>
          <p:cNvPr id="45" name="Rectangle 44">
            <a:extLst>
              <a:ext uri="{FF2B5EF4-FFF2-40B4-BE49-F238E27FC236}">
                <a16:creationId xmlns:a16="http://schemas.microsoft.com/office/drawing/2014/main" id="{BB9BC941-343A-ECD1-D9EB-762F51A4DB1C}"/>
              </a:ext>
            </a:extLst>
          </p:cNvPr>
          <p:cNvSpPr/>
          <p:nvPr userDrawn="1"/>
        </p:nvSpPr>
        <p:spPr bwMode="hidden">
          <a:xfrm>
            <a:off x="4072128" y="0"/>
            <a:ext cx="2706624" cy="6858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Rectangle 45">
            <a:extLst>
              <a:ext uri="{FF2B5EF4-FFF2-40B4-BE49-F238E27FC236}">
                <a16:creationId xmlns:a16="http://schemas.microsoft.com/office/drawing/2014/main" id="{A5650459-F1D6-356F-1BD0-28F741FD03A7}"/>
              </a:ext>
            </a:extLst>
          </p:cNvPr>
          <p:cNvSpPr/>
          <p:nvPr userDrawn="1"/>
        </p:nvSpPr>
        <p:spPr bwMode="hidden">
          <a:xfrm>
            <a:off x="6778752" y="0"/>
            <a:ext cx="2706624" cy="6858000"/>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Rectangle 46">
            <a:extLst>
              <a:ext uri="{FF2B5EF4-FFF2-40B4-BE49-F238E27FC236}">
                <a16:creationId xmlns:a16="http://schemas.microsoft.com/office/drawing/2014/main" id="{F231D05A-0C4D-9AD2-7B54-AEC3D27C0526}"/>
              </a:ext>
            </a:extLst>
          </p:cNvPr>
          <p:cNvSpPr/>
          <p:nvPr userDrawn="1"/>
        </p:nvSpPr>
        <p:spPr bwMode="hidden">
          <a:xfrm>
            <a:off x="9485376" y="0"/>
            <a:ext cx="2706624" cy="6858000"/>
          </a:xfrm>
          <a:prstGeom prst="rect">
            <a:avLst/>
          </a:prstGeom>
          <a:solidFill>
            <a:srgbClr val="F0F0F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Picture Placeholder 9">
            <a:extLst>
              <a:ext uri="{FF2B5EF4-FFF2-40B4-BE49-F238E27FC236}">
                <a16:creationId xmlns:a16="http://schemas.microsoft.com/office/drawing/2014/main" id="{CC315AB5-1A8A-0272-124A-17B0C97D4F3F}"/>
              </a:ext>
            </a:extLst>
          </p:cNvPr>
          <p:cNvSpPr>
            <a:spLocks noGrp="1"/>
          </p:cNvSpPr>
          <p:nvPr>
            <p:ph type="pic" sz="quarter" idx="28" hasCustomPrompt="1"/>
          </p:nvPr>
        </p:nvSpPr>
        <p:spPr>
          <a:xfrm>
            <a:off x="4287583" y="1700213"/>
            <a:ext cx="722376" cy="725487"/>
          </a:xfrm>
          <a:noFill/>
          <a:ln>
            <a:noFill/>
          </a:ln>
        </p:spPr>
        <p:txBody>
          <a:bodyPr anchor="b"/>
          <a:lstStyle>
            <a:lvl1pPr algn="ctr">
              <a:defRPr>
                <a:solidFill>
                  <a:schemeClr val="bg1"/>
                </a:solidFill>
              </a:defRPr>
            </a:lvl1pPr>
          </a:lstStyle>
          <a:p>
            <a:r>
              <a:rPr lang="en-US"/>
              <a:t>Icon</a:t>
            </a:r>
          </a:p>
        </p:txBody>
      </p:sp>
      <p:sp>
        <p:nvSpPr>
          <p:cNvPr id="21" name="Picture Placeholder 9">
            <a:extLst>
              <a:ext uri="{FF2B5EF4-FFF2-40B4-BE49-F238E27FC236}">
                <a16:creationId xmlns:a16="http://schemas.microsoft.com/office/drawing/2014/main" id="{9E00C7D1-33B8-8C13-3170-53723F9DC775}"/>
              </a:ext>
            </a:extLst>
          </p:cNvPr>
          <p:cNvSpPr>
            <a:spLocks noGrp="1"/>
          </p:cNvSpPr>
          <p:nvPr>
            <p:ph type="pic" sz="quarter" idx="29" hasCustomPrompt="1"/>
          </p:nvPr>
        </p:nvSpPr>
        <p:spPr>
          <a:xfrm>
            <a:off x="6969823" y="1700213"/>
            <a:ext cx="722376" cy="725487"/>
          </a:xfrm>
          <a:noFill/>
          <a:ln>
            <a:noFill/>
          </a:ln>
        </p:spPr>
        <p:txBody>
          <a:bodyPr anchor="b"/>
          <a:lstStyle>
            <a:lvl1pPr algn="ctr">
              <a:defRPr>
                <a:solidFill>
                  <a:schemeClr val="bg1"/>
                </a:solidFill>
              </a:defRPr>
            </a:lvl1pPr>
          </a:lstStyle>
          <a:p>
            <a:r>
              <a:rPr lang="en-US"/>
              <a:t>Icon</a:t>
            </a:r>
          </a:p>
        </p:txBody>
      </p:sp>
      <p:sp>
        <p:nvSpPr>
          <p:cNvPr id="22" name="Picture Placeholder 9">
            <a:extLst>
              <a:ext uri="{FF2B5EF4-FFF2-40B4-BE49-F238E27FC236}">
                <a16:creationId xmlns:a16="http://schemas.microsoft.com/office/drawing/2014/main" id="{25C2B24F-2F63-693C-4B5C-5218010E6E17}"/>
              </a:ext>
            </a:extLst>
          </p:cNvPr>
          <p:cNvSpPr>
            <a:spLocks noGrp="1"/>
          </p:cNvSpPr>
          <p:nvPr>
            <p:ph type="pic" sz="quarter" idx="30" hasCustomPrompt="1"/>
          </p:nvPr>
        </p:nvSpPr>
        <p:spPr>
          <a:xfrm>
            <a:off x="9695606" y="1700213"/>
            <a:ext cx="722376" cy="725487"/>
          </a:xfrm>
          <a:noFill/>
          <a:ln>
            <a:noFill/>
          </a:ln>
        </p:spPr>
        <p:txBody>
          <a:bodyPr anchor="b"/>
          <a:lstStyle>
            <a:lvl1pPr algn="ctr">
              <a:defRPr>
                <a:solidFill>
                  <a:schemeClr val="tx1"/>
                </a:solidFill>
              </a:defRPr>
            </a:lvl1pPr>
          </a:lstStyle>
          <a:p>
            <a:r>
              <a:rPr lang="en-US"/>
              <a:t>Icon</a:t>
            </a:r>
          </a:p>
        </p:txBody>
      </p:sp>
      <p:sp>
        <p:nvSpPr>
          <p:cNvPr id="6" name="Title 5">
            <a:extLst>
              <a:ext uri="{FF2B5EF4-FFF2-40B4-BE49-F238E27FC236}">
                <a16:creationId xmlns:a16="http://schemas.microsoft.com/office/drawing/2014/main" id="{F70F910A-0FDA-8569-64E0-CDA719003479}"/>
              </a:ext>
            </a:extLst>
          </p:cNvPr>
          <p:cNvSpPr>
            <a:spLocks noGrp="1"/>
          </p:cNvSpPr>
          <p:nvPr>
            <p:ph type="title"/>
          </p:nvPr>
        </p:nvSpPr>
        <p:spPr>
          <a:xfrm>
            <a:off x="546101" y="552450"/>
            <a:ext cx="3513784" cy="434975"/>
          </a:xfrm>
        </p:spPr>
        <p:txBody>
          <a:bodyPr rIns="274320"/>
          <a:lstStyle>
            <a:lvl1pPr>
              <a:defRPr>
                <a:solidFill>
                  <a:schemeClr val="tx2"/>
                </a:solidFill>
              </a:defRPr>
            </a:lvl1pPr>
          </a:lstStyle>
          <a:p>
            <a:r>
              <a:rPr lang="en-US"/>
              <a:t>Click to edit Master title style</a:t>
            </a:r>
          </a:p>
        </p:txBody>
      </p:sp>
      <p:sp>
        <p:nvSpPr>
          <p:cNvPr id="4" name="Freeform 5">
            <a:extLst>
              <a:ext uri="{FF2B5EF4-FFF2-40B4-BE49-F238E27FC236}">
                <a16:creationId xmlns:a16="http://schemas.microsoft.com/office/drawing/2014/main" id="{C6DF79E6-D4E8-1A83-F47C-3A44B264B93E}"/>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35" name="Text Placeholder 10">
            <a:extLst>
              <a:ext uri="{FF2B5EF4-FFF2-40B4-BE49-F238E27FC236}">
                <a16:creationId xmlns:a16="http://schemas.microsoft.com/office/drawing/2014/main" id="{B88CC021-CDD2-6418-1ADC-6959FDAC120A}"/>
              </a:ext>
            </a:extLst>
          </p:cNvPr>
          <p:cNvSpPr>
            <a:spLocks noGrp="1"/>
          </p:cNvSpPr>
          <p:nvPr>
            <p:ph type="body" sz="quarter" idx="21"/>
          </p:nvPr>
        </p:nvSpPr>
        <p:spPr>
          <a:xfrm>
            <a:off x="546100" y="1127125"/>
            <a:ext cx="3310473"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36" name="Text Placeholder 15">
            <a:extLst>
              <a:ext uri="{FF2B5EF4-FFF2-40B4-BE49-F238E27FC236}">
                <a16:creationId xmlns:a16="http://schemas.microsoft.com/office/drawing/2014/main" id="{BC76AFF6-CF90-29B2-6B5F-2F953DE61D0F}"/>
              </a:ext>
            </a:extLst>
          </p:cNvPr>
          <p:cNvSpPr>
            <a:spLocks noGrp="1"/>
          </p:cNvSpPr>
          <p:nvPr>
            <p:ph type="body" sz="quarter" idx="22"/>
          </p:nvPr>
        </p:nvSpPr>
        <p:spPr>
          <a:xfrm>
            <a:off x="546100" y="6019800"/>
            <a:ext cx="3314822"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37" name="Content Placeholder 22">
            <a:extLst>
              <a:ext uri="{FF2B5EF4-FFF2-40B4-BE49-F238E27FC236}">
                <a16:creationId xmlns:a16="http://schemas.microsoft.com/office/drawing/2014/main" id="{97E0F40B-B869-0C41-17E9-7CB4DEBBA384}"/>
              </a:ext>
            </a:extLst>
          </p:cNvPr>
          <p:cNvSpPr>
            <a:spLocks noGrp="1"/>
          </p:cNvSpPr>
          <p:nvPr>
            <p:ph sz="quarter" idx="23"/>
          </p:nvPr>
        </p:nvSpPr>
        <p:spPr>
          <a:xfrm>
            <a:off x="546099" y="1849438"/>
            <a:ext cx="3310473" cy="4017962"/>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39" name="Content Placeholder 38">
            <a:extLst>
              <a:ext uri="{FF2B5EF4-FFF2-40B4-BE49-F238E27FC236}">
                <a16:creationId xmlns:a16="http://schemas.microsoft.com/office/drawing/2014/main" id="{B8FB8A65-64DE-688C-A8C8-69259DE4ACFC}"/>
              </a:ext>
            </a:extLst>
          </p:cNvPr>
          <p:cNvSpPr>
            <a:spLocks noGrp="1"/>
          </p:cNvSpPr>
          <p:nvPr>
            <p:ph sz="quarter" idx="51"/>
          </p:nvPr>
        </p:nvSpPr>
        <p:spPr>
          <a:xfrm>
            <a:off x="4287584" y="2714626"/>
            <a:ext cx="1947672" cy="2727324"/>
          </a:xfrm>
        </p:spPr>
        <p:txBody>
          <a:bodyPr/>
          <a:lstStyle>
            <a:lvl1pPr>
              <a:defRPr b="1">
                <a:solidFill>
                  <a:schemeClr val="bg1"/>
                </a:solidFill>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1" name="Content Placeholder 40">
            <a:extLst>
              <a:ext uri="{FF2B5EF4-FFF2-40B4-BE49-F238E27FC236}">
                <a16:creationId xmlns:a16="http://schemas.microsoft.com/office/drawing/2014/main" id="{83F5807E-64D9-26C9-A052-A940055EC2EC}"/>
              </a:ext>
            </a:extLst>
          </p:cNvPr>
          <p:cNvSpPr>
            <a:spLocks noGrp="1"/>
          </p:cNvSpPr>
          <p:nvPr>
            <p:ph sz="quarter" idx="52"/>
          </p:nvPr>
        </p:nvSpPr>
        <p:spPr>
          <a:xfrm>
            <a:off x="6988240" y="2714625"/>
            <a:ext cx="1947672" cy="2727325"/>
          </a:xfrm>
        </p:spPr>
        <p:txBody>
          <a:bodyPr/>
          <a:lstStyle>
            <a:lvl1pPr>
              <a:defRPr b="1">
                <a:solidFill>
                  <a:schemeClr val="bg1"/>
                </a:solidFill>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3" name="Content Placeholder 42">
            <a:extLst>
              <a:ext uri="{FF2B5EF4-FFF2-40B4-BE49-F238E27FC236}">
                <a16:creationId xmlns:a16="http://schemas.microsoft.com/office/drawing/2014/main" id="{D4223DE0-4467-4663-D8D2-667F2C64D3E3}"/>
              </a:ext>
            </a:extLst>
          </p:cNvPr>
          <p:cNvSpPr>
            <a:spLocks noGrp="1"/>
          </p:cNvSpPr>
          <p:nvPr>
            <p:ph sz="quarter" idx="53"/>
          </p:nvPr>
        </p:nvSpPr>
        <p:spPr>
          <a:xfrm>
            <a:off x="9694862" y="2714625"/>
            <a:ext cx="1943101" cy="2727325"/>
          </a:xfrm>
        </p:spPr>
        <p:txBody>
          <a:bodyPr/>
          <a:lstStyle>
            <a:lvl1pPr>
              <a:defRPr b="1">
                <a:solidFill>
                  <a:schemeClr val="tx2"/>
                </a:solidFill>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7C930647-C925-0065-2526-F24095F4EAA5}"/>
              </a:ext>
            </a:extLst>
          </p:cNvPr>
          <p:cNvGrpSpPr/>
          <p:nvPr userDrawn="1"/>
        </p:nvGrpSpPr>
        <p:grpSpPr>
          <a:xfrm>
            <a:off x="12356815" y="0"/>
            <a:ext cx="756834" cy="6872642"/>
            <a:chOff x="12356815" y="0"/>
            <a:chExt cx="756834" cy="6872642"/>
          </a:xfrm>
        </p:grpSpPr>
        <p:sp>
          <p:nvSpPr>
            <p:cNvPr id="5" name="Rectangle 4">
              <a:extLst>
                <a:ext uri="{FF2B5EF4-FFF2-40B4-BE49-F238E27FC236}">
                  <a16:creationId xmlns:a16="http://schemas.microsoft.com/office/drawing/2014/main" id="{19577CA9-ABAC-2B62-BE71-5872F4297D70}"/>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45F4B5AD-A422-A490-114E-57BA5DEAC45C}"/>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8" name="Rectangle 7">
              <a:extLst>
                <a:ext uri="{FF2B5EF4-FFF2-40B4-BE49-F238E27FC236}">
                  <a16:creationId xmlns:a16="http://schemas.microsoft.com/office/drawing/2014/main" id="{1FABA76C-7796-0FC9-DF1A-CBB563B6E0F9}"/>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66820B3D-4954-F4A7-8B15-866971C52CE6}"/>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C3B516E0-4451-5633-F201-5D7C102B91D2}"/>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446D274A-A48C-8CEA-6825-157FDABA2BC6}"/>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0D485CE5-53AE-00F4-BFC7-6EE31FA7AA96}"/>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B0F7208D-BBAC-2D69-9041-614EF9A884FB}"/>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EC892C34-872B-8D5E-E1F7-0F33BCD6AC47}"/>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270495D2-9BD6-2A92-DFA9-CD8DCC8ACBCF}"/>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DB7EC6E5-D71C-BD8C-6F42-7C7C51B0F119}"/>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EAAA6F67-F3D5-8155-153A-82DC7A4D72AB}"/>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96160E80-CB8B-0170-1CC1-F3CC3ED1A27A}"/>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2" name="Rectangle 41">
                <a:extLst>
                  <a:ext uri="{FF2B5EF4-FFF2-40B4-BE49-F238E27FC236}">
                    <a16:creationId xmlns:a16="http://schemas.microsoft.com/office/drawing/2014/main" id="{6E6C9571-DCE8-3213-65C0-0EA0E758459A}"/>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EA579511-F297-C4BC-C08C-DB53B1B533B4}"/>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3CB78981-26D9-311D-BC5B-5D31080178E9}"/>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6EDDF6B1-FFA2-8B14-7AF3-34BF9029F508}"/>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FEA19526-FCEC-BE07-5300-852A6C5BF71B}"/>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43C0F84E-DB85-3966-54B8-5D656A15DC3B}"/>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0F731B32-23C1-ACE8-0AD4-F7FFEF28338A}"/>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D419114A-8FB0-4539-A1F8-BFEA74605D60}"/>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C420684A-94D0-80AE-8572-F1C5887135EB}"/>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74DF98DB-B192-D6EB-DB60-28647058CECC}"/>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D316C908-6CCA-2B91-FEF0-85084A7064B0}"/>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F7E9C187-8FDB-BED3-1C6A-74715F7EDA3D}"/>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10A62F19-3B6A-C6BE-3467-2B323D91C6FF}"/>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4" name="TextBox 43">
            <a:extLst>
              <a:ext uri="{FF2B5EF4-FFF2-40B4-BE49-F238E27FC236}">
                <a16:creationId xmlns:a16="http://schemas.microsoft.com/office/drawing/2014/main" id="{B88BC211-8CF8-8741-A95A-ABD6889C6615}"/>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Tree>
    <p:extLst>
      <p:ext uri="{BB962C8B-B14F-4D97-AF65-F5344CB8AC3E}">
        <p14:creationId xmlns:p14="http://schemas.microsoft.com/office/powerpoint/2010/main" val="740752853"/>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1 Column Left - Custom Columns Right">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DDC42E88-6CA5-D615-F095-E179BC98BD17}"/>
              </a:ext>
            </a:extLst>
          </p:cNvPr>
          <p:cNvSpPr/>
          <p:nvPr userDrawn="1"/>
        </p:nvSpPr>
        <p:spPr bwMode="hidden">
          <a:xfrm>
            <a:off x="4059886" y="0"/>
            <a:ext cx="8132114" cy="6858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itle 5">
            <a:extLst>
              <a:ext uri="{FF2B5EF4-FFF2-40B4-BE49-F238E27FC236}">
                <a16:creationId xmlns:a16="http://schemas.microsoft.com/office/drawing/2014/main" id="{F70F910A-0FDA-8569-64E0-CDA719003479}"/>
              </a:ext>
            </a:extLst>
          </p:cNvPr>
          <p:cNvSpPr>
            <a:spLocks noGrp="1"/>
          </p:cNvSpPr>
          <p:nvPr>
            <p:ph type="title"/>
          </p:nvPr>
        </p:nvSpPr>
        <p:spPr>
          <a:xfrm>
            <a:off x="546099" y="552450"/>
            <a:ext cx="3513785" cy="434975"/>
          </a:xfrm>
        </p:spPr>
        <p:txBody>
          <a:bodyPr rIns="274320"/>
          <a:lstStyle/>
          <a:p>
            <a:r>
              <a:rPr lang="en-US"/>
              <a:t>Click to edit Master title style</a:t>
            </a:r>
          </a:p>
        </p:txBody>
      </p:sp>
      <p:sp>
        <p:nvSpPr>
          <p:cNvPr id="11" name="Footer Placeholder 10">
            <a:extLst>
              <a:ext uri="{FF2B5EF4-FFF2-40B4-BE49-F238E27FC236}">
                <a16:creationId xmlns:a16="http://schemas.microsoft.com/office/drawing/2014/main" id="{BAECEC3D-770F-7250-26AF-412E70DE9C76}"/>
              </a:ext>
            </a:extLst>
          </p:cNvPr>
          <p:cNvSpPr>
            <a:spLocks noGrp="1"/>
          </p:cNvSpPr>
          <p:nvPr>
            <p:ph type="ftr" sz="quarter" idx="33"/>
          </p:nvPr>
        </p:nvSpPr>
        <p:spPr/>
        <p:txBody>
          <a:bodyPr/>
          <a:lstStyle>
            <a:lvl1pPr>
              <a:defRPr>
                <a:solidFill>
                  <a:schemeClr val="bg1"/>
                </a:solidFill>
              </a:defRPr>
            </a:lvl1pPr>
          </a:lstStyle>
          <a:p>
            <a:r>
              <a:rPr lang="en-US" dirty="0"/>
              <a:t>User Training - May 2025</a:t>
            </a:r>
          </a:p>
        </p:txBody>
      </p:sp>
      <p:sp>
        <p:nvSpPr>
          <p:cNvPr id="16" name="Slide Number Placeholder 15">
            <a:extLst>
              <a:ext uri="{FF2B5EF4-FFF2-40B4-BE49-F238E27FC236}">
                <a16:creationId xmlns:a16="http://schemas.microsoft.com/office/drawing/2014/main" id="{C768E3CA-EE05-5C0C-7FDE-235DD91067BA}"/>
              </a:ext>
            </a:extLst>
          </p:cNvPr>
          <p:cNvSpPr>
            <a:spLocks noGrp="1"/>
          </p:cNvSpPr>
          <p:nvPr>
            <p:ph type="sldNum" sz="quarter" idx="34"/>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4" name="Freeform 5">
            <a:extLst>
              <a:ext uri="{FF2B5EF4-FFF2-40B4-BE49-F238E27FC236}">
                <a16:creationId xmlns:a16="http://schemas.microsoft.com/office/drawing/2014/main" id="{074E9702-7D53-759A-8744-90315F172A3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27" name="Text Placeholder 10">
            <a:extLst>
              <a:ext uri="{FF2B5EF4-FFF2-40B4-BE49-F238E27FC236}">
                <a16:creationId xmlns:a16="http://schemas.microsoft.com/office/drawing/2014/main" id="{8476A416-A714-4210-10C5-4ECE5403AD92}"/>
              </a:ext>
            </a:extLst>
          </p:cNvPr>
          <p:cNvSpPr>
            <a:spLocks noGrp="1"/>
          </p:cNvSpPr>
          <p:nvPr>
            <p:ph type="body" sz="quarter" idx="21"/>
          </p:nvPr>
        </p:nvSpPr>
        <p:spPr>
          <a:xfrm>
            <a:off x="546100" y="1127125"/>
            <a:ext cx="3310473"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28" name="Text Placeholder 15">
            <a:extLst>
              <a:ext uri="{FF2B5EF4-FFF2-40B4-BE49-F238E27FC236}">
                <a16:creationId xmlns:a16="http://schemas.microsoft.com/office/drawing/2014/main" id="{E821CB68-EA76-1467-1729-66BB76463650}"/>
              </a:ext>
            </a:extLst>
          </p:cNvPr>
          <p:cNvSpPr>
            <a:spLocks noGrp="1"/>
          </p:cNvSpPr>
          <p:nvPr>
            <p:ph type="body" sz="quarter" idx="22"/>
          </p:nvPr>
        </p:nvSpPr>
        <p:spPr>
          <a:xfrm>
            <a:off x="546100" y="6019800"/>
            <a:ext cx="3314822"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29" name="Content Placeholder 22">
            <a:extLst>
              <a:ext uri="{FF2B5EF4-FFF2-40B4-BE49-F238E27FC236}">
                <a16:creationId xmlns:a16="http://schemas.microsoft.com/office/drawing/2014/main" id="{51AAE891-E737-DFDA-7D8D-D6B9BFB4D07E}"/>
              </a:ext>
            </a:extLst>
          </p:cNvPr>
          <p:cNvSpPr>
            <a:spLocks noGrp="1"/>
          </p:cNvSpPr>
          <p:nvPr>
            <p:ph sz="quarter" idx="23"/>
          </p:nvPr>
        </p:nvSpPr>
        <p:spPr>
          <a:xfrm>
            <a:off x="546099" y="1849438"/>
            <a:ext cx="3310473" cy="4017962"/>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31" name="Content Placeholder 30">
            <a:extLst>
              <a:ext uri="{FF2B5EF4-FFF2-40B4-BE49-F238E27FC236}">
                <a16:creationId xmlns:a16="http://schemas.microsoft.com/office/drawing/2014/main" id="{11D2A5E2-5CF6-5A53-7EC3-8225F0D7FD1E}"/>
              </a:ext>
            </a:extLst>
          </p:cNvPr>
          <p:cNvSpPr>
            <a:spLocks noGrp="1"/>
          </p:cNvSpPr>
          <p:nvPr>
            <p:ph sz="quarter" idx="49" hasCustomPrompt="1"/>
          </p:nvPr>
        </p:nvSpPr>
        <p:spPr>
          <a:xfrm>
            <a:off x="4781550" y="552448"/>
            <a:ext cx="2103120" cy="2057400"/>
          </a:xfrm>
        </p:spPr>
        <p:txBody>
          <a:bodyPr/>
          <a:lstStyle>
            <a:lvl1pPr>
              <a:defRPr sz="4800">
                <a:solidFill>
                  <a:schemeClr val="accent1"/>
                </a:solidFill>
                <a:latin typeface="+mj-lt"/>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Tx/>
              <a:defRPr>
                <a:solidFill>
                  <a:schemeClr val="bg1"/>
                </a:solidFill>
              </a:defRPr>
            </a:lvl9pPr>
          </a:lstStyle>
          <a:p>
            <a:pPr lvl="0"/>
            <a:r>
              <a:rPr lang="en-US"/>
              <a:t>00</a:t>
            </a:r>
          </a:p>
          <a:p>
            <a:pPr lvl="1"/>
            <a:r>
              <a:rPr lang="en-US"/>
              <a:t>Second level</a:t>
            </a:r>
          </a:p>
          <a:p>
            <a:pPr lvl="2"/>
            <a:r>
              <a:rPr lang="en-US"/>
              <a:t>Third level</a:t>
            </a:r>
          </a:p>
          <a:p>
            <a:pPr lvl="3"/>
            <a:r>
              <a:rPr lang="en-US"/>
              <a:t>Fourth level</a:t>
            </a:r>
          </a:p>
          <a:p>
            <a:pPr lvl="4"/>
            <a:r>
              <a:rPr lang="en-US"/>
              <a:t>Fifth level</a:t>
            </a:r>
          </a:p>
        </p:txBody>
      </p:sp>
      <p:sp>
        <p:nvSpPr>
          <p:cNvPr id="34" name="Content Placeholder 33">
            <a:extLst>
              <a:ext uri="{FF2B5EF4-FFF2-40B4-BE49-F238E27FC236}">
                <a16:creationId xmlns:a16="http://schemas.microsoft.com/office/drawing/2014/main" id="{1325EC07-DA2D-56D3-9A3C-C6F0509F3655}"/>
              </a:ext>
            </a:extLst>
          </p:cNvPr>
          <p:cNvSpPr>
            <a:spLocks noGrp="1"/>
          </p:cNvSpPr>
          <p:nvPr>
            <p:ph sz="quarter" idx="50" hasCustomPrompt="1"/>
          </p:nvPr>
        </p:nvSpPr>
        <p:spPr>
          <a:xfrm>
            <a:off x="7157707" y="552449"/>
            <a:ext cx="2103120"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Tx/>
              <a:defRPr>
                <a:solidFill>
                  <a:schemeClr val="bg1"/>
                </a:solidFill>
              </a:defRPr>
            </a:lvl9pPr>
          </a:lstStyle>
          <a:p>
            <a:pPr marL="0" lvl="0" indent="0" algn="l" defTabSz="914400" rtl="0" eaLnBrk="1" latinLnBrk="0" hangingPunct="1">
              <a:lnSpc>
                <a:spcPct val="101000"/>
              </a:lnSpc>
              <a:spcBef>
                <a:spcPts val="0"/>
              </a:spcBef>
              <a:spcAft>
                <a:spcPts val="600"/>
              </a:spcAft>
              <a:buFont typeface="GT America Regular"/>
              <a:buNone/>
            </a:pPr>
            <a:r>
              <a:rPr lang="en-US"/>
              <a:t>00</a:t>
            </a:r>
          </a:p>
          <a:p>
            <a:pPr lvl="1"/>
            <a:r>
              <a:rPr lang="en-US"/>
              <a:t>Second level</a:t>
            </a:r>
          </a:p>
          <a:p>
            <a:pPr lvl="2"/>
            <a:r>
              <a:rPr lang="en-US"/>
              <a:t>Third level</a:t>
            </a:r>
          </a:p>
          <a:p>
            <a:pPr lvl="3"/>
            <a:r>
              <a:rPr lang="en-US"/>
              <a:t>Fourth level</a:t>
            </a:r>
          </a:p>
          <a:p>
            <a:pPr lvl="4"/>
            <a:r>
              <a:rPr lang="en-US"/>
              <a:t>Fifth level</a:t>
            </a:r>
          </a:p>
        </p:txBody>
      </p:sp>
      <p:sp>
        <p:nvSpPr>
          <p:cNvPr id="36" name="Content Placeholder 35">
            <a:extLst>
              <a:ext uri="{FF2B5EF4-FFF2-40B4-BE49-F238E27FC236}">
                <a16:creationId xmlns:a16="http://schemas.microsoft.com/office/drawing/2014/main" id="{34DD913C-76A7-91A4-17C2-6A7974B58E09}"/>
              </a:ext>
            </a:extLst>
          </p:cNvPr>
          <p:cNvSpPr>
            <a:spLocks noGrp="1"/>
          </p:cNvSpPr>
          <p:nvPr>
            <p:ph sz="quarter" idx="51" hasCustomPrompt="1"/>
          </p:nvPr>
        </p:nvSpPr>
        <p:spPr>
          <a:xfrm>
            <a:off x="9533864" y="552449"/>
            <a:ext cx="2103120"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Tx/>
              <a:defRPr>
                <a:solidFill>
                  <a:schemeClr val="bg1"/>
                </a:solidFill>
              </a:defRPr>
            </a:lvl9pPr>
          </a:lstStyle>
          <a:p>
            <a:pPr marL="0" lvl="0" indent="0" algn="l" defTabSz="914400" rtl="0" eaLnBrk="1" latinLnBrk="0" hangingPunct="1">
              <a:lnSpc>
                <a:spcPct val="101000"/>
              </a:lnSpc>
              <a:spcBef>
                <a:spcPts val="0"/>
              </a:spcBef>
              <a:spcAft>
                <a:spcPts val="600"/>
              </a:spcAft>
              <a:buFont typeface="GT America Regular"/>
              <a:buNone/>
            </a:pPr>
            <a:r>
              <a:rPr lang="en-US"/>
              <a:t>00</a:t>
            </a:r>
          </a:p>
          <a:p>
            <a:pPr lvl="1"/>
            <a:r>
              <a:rPr lang="en-US"/>
              <a:t>Second level</a:t>
            </a:r>
          </a:p>
          <a:p>
            <a:pPr lvl="2"/>
            <a:r>
              <a:rPr lang="en-US"/>
              <a:t>Third level</a:t>
            </a:r>
          </a:p>
          <a:p>
            <a:pPr lvl="3"/>
            <a:r>
              <a:rPr lang="en-US"/>
              <a:t>Fourth level</a:t>
            </a:r>
          </a:p>
          <a:p>
            <a:pPr lvl="4"/>
            <a:r>
              <a:rPr lang="en-US"/>
              <a:t>Fifth level</a:t>
            </a:r>
          </a:p>
        </p:txBody>
      </p:sp>
      <p:sp>
        <p:nvSpPr>
          <p:cNvPr id="38" name="Content Placeholder 37">
            <a:extLst>
              <a:ext uri="{FF2B5EF4-FFF2-40B4-BE49-F238E27FC236}">
                <a16:creationId xmlns:a16="http://schemas.microsoft.com/office/drawing/2014/main" id="{91F7FEDE-0C8C-BB6B-64FE-0D7DAA4C41CC}"/>
              </a:ext>
            </a:extLst>
          </p:cNvPr>
          <p:cNvSpPr>
            <a:spLocks noGrp="1"/>
          </p:cNvSpPr>
          <p:nvPr>
            <p:ph sz="quarter" idx="52" hasCustomPrompt="1"/>
          </p:nvPr>
        </p:nvSpPr>
        <p:spPr>
          <a:xfrm>
            <a:off x="4781550" y="3013075"/>
            <a:ext cx="2103120"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Tx/>
              <a:defRPr>
                <a:solidFill>
                  <a:schemeClr val="bg1"/>
                </a:solidFill>
              </a:defRPr>
            </a:lvl9pPr>
          </a:lstStyle>
          <a:p>
            <a:pPr marL="0" lvl="0" indent="0" algn="l" defTabSz="914400" rtl="0" eaLnBrk="1" latinLnBrk="0" hangingPunct="1">
              <a:lnSpc>
                <a:spcPct val="101000"/>
              </a:lnSpc>
              <a:spcBef>
                <a:spcPts val="0"/>
              </a:spcBef>
              <a:spcAft>
                <a:spcPts val="600"/>
              </a:spcAft>
              <a:buFont typeface="GT America Regular"/>
              <a:buNone/>
            </a:pPr>
            <a:r>
              <a:rPr lang="en-US"/>
              <a:t>00</a:t>
            </a:r>
          </a:p>
          <a:p>
            <a:pPr lvl="1"/>
            <a:r>
              <a:rPr lang="en-US"/>
              <a:t>Second level</a:t>
            </a:r>
          </a:p>
          <a:p>
            <a:pPr lvl="2"/>
            <a:r>
              <a:rPr lang="en-US"/>
              <a:t>Third level</a:t>
            </a:r>
          </a:p>
          <a:p>
            <a:pPr lvl="3"/>
            <a:r>
              <a:rPr lang="en-US"/>
              <a:t>Fourth level</a:t>
            </a:r>
          </a:p>
          <a:p>
            <a:pPr lvl="4"/>
            <a:r>
              <a:rPr lang="en-US"/>
              <a:t>Fifth level</a:t>
            </a:r>
          </a:p>
        </p:txBody>
      </p:sp>
      <p:sp>
        <p:nvSpPr>
          <p:cNvPr id="40" name="Content Placeholder 39">
            <a:extLst>
              <a:ext uri="{FF2B5EF4-FFF2-40B4-BE49-F238E27FC236}">
                <a16:creationId xmlns:a16="http://schemas.microsoft.com/office/drawing/2014/main" id="{F341F831-D937-52AC-79EE-ED9B317A7A26}"/>
              </a:ext>
            </a:extLst>
          </p:cNvPr>
          <p:cNvSpPr>
            <a:spLocks noGrp="1"/>
          </p:cNvSpPr>
          <p:nvPr>
            <p:ph sz="quarter" idx="53" hasCustomPrompt="1"/>
          </p:nvPr>
        </p:nvSpPr>
        <p:spPr>
          <a:xfrm>
            <a:off x="7157707" y="3013074"/>
            <a:ext cx="2103120"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Tx/>
              <a:defRPr>
                <a:solidFill>
                  <a:schemeClr val="bg1"/>
                </a:solidFill>
              </a:defRPr>
            </a:lvl9pPr>
          </a:lstStyle>
          <a:p>
            <a:pPr marL="0" lvl="0" indent="0" algn="l" defTabSz="914400" rtl="0" eaLnBrk="1" latinLnBrk="0" hangingPunct="1">
              <a:lnSpc>
                <a:spcPct val="101000"/>
              </a:lnSpc>
              <a:spcBef>
                <a:spcPts val="0"/>
              </a:spcBef>
              <a:spcAft>
                <a:spcPts val="600"/>
              </a:spcAft>
              <a:buFont typeface="GT America Regular"/>
              <a:buNone/>
            </a:pPr>
            <a:r>
              <a:rPr lang="en-US"/>
              <a:t>00</a:t>
            </a:r>
          </a:p>
          <a:p>
            <a:pPr lvl="1"/>
            <a:r>
              <a:rPr lang="en-US"/>
              <a:t>Second level</a:t>
            </a:r>
          </a:p>
          <a:p>
            <a:pPr lvl="2"/>
            <a:r>
              <a:rPr lang="en-US"/>
              <a:t>Third level</a:t>
            </a:r>
          </a:p>
          <a:p>
            <a:pPr lvl="3"/>
            <a:r>
              <a:rPr lang="en-US"/>
              <a:t>Fourth level</a:t>
            </a:r>
          </a:p>
          <a:p>
            <a:pPr lvl="4"/>
            <a:r>
              <a:rPr lang="en-US"/>
              <a:t>Fifth level</a:t>
            </a:r>
          </a:p>
        </p:txBody>
      </p:sp>
      <p:sp>
        <p:nvSpPr>
          <p:cNvPr id="42" name="Content Placeholder 41">
            <a:extLst>
              <a:ext uri="{FF2B5EF4-FFF2-40B4-BE49-F238E27FC236}">
                <a16:creationId xmlns:a16="http://schemas.microsoft.com/office/drawing/2014/main" id="{34CDFFDE-72E2-952B-48CC-53250B995DFF}"/>
              </a:ext>
            </a:extLst>
          </p:cNvPr>
          <p:cNvSpPr>
            <a:spLocks noGrp="1"/>
          </p:cNvSpPr>
          <p:nvPr>
            <p:ph sz="quarter" idx="54" hasCustomPrompt="1"/>
          </p:nvPr>
        </p:nvSpPr>
        <p:spPr>
          <a:xfrm>
            <a:off x="9520599" y="3013074"/>
            <a:ext cx="2116385"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Tx/>
              <a:defRPr>
                <a:solidFill>
                  <a:schemeClr val="bg1"/>
                </a:solidFill>
              </a:defRPr>
            </a:lvl9pPr>
          </a:lstStyle>
          <a:p>
            <a:pPr marL="0" lvl="0" indent="0" algn="l" defTabSz="914400" rtl="0" eaLnBrk="1" latinLnBrk="0" hangingPunct="1">
              <a:lnSpc>
                <a:spcPct val="101000"/>
              </a:lnSpc>
              <a:spcBef>
                <a:spcPts val="0"/>
              </a:spcBef>
              <a:spcAft>
                <a:spcPts val="600"/>
              </a:spcAft>
              <a:buFont typeface="GT America Regular"/>
              <a:buNone/>
            </a:pPr>
            <a:r>
              <a:rPr lang="en-US"/>
              <a:t>00</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EAAEDAD4-7B1D-E59A-BA97-6301D2373503}"/>
              </a:ext>
            </a:extLst>
          </p:cNvPr>
          <p:cNvGrpSpPr/>
          <p:nvPr userDrawn="1"/>
        </p:nvGrpSpPr>
        <p:grpSpPr>
          <a:xfrm>
            <a:off x="12356815" y="0"/>
            <a:ext cx="756834" cy="6872642"/>
            <a:chOff x="12356815" y="0"/>
            <a:chExt cx="756834" cy="6872642"/>
          </a:xfrm>
        </p:grpSpPr>
        <p:sp>
          <p:nvSpPr>
            <p:cNvPr id="5" name="Rectangle 4">
              <a:extLst>
                <a:ext uri="{FF2B5EF4-FFF2-40B4-BE49-F238E27FC236}">
                  <a16:creationId xmlns:a16="http://schemas.microsoft.com/office/drawing/2014/main" id="{0BE931A6-2091-8340-0C7E-093313250407}"/>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33E90741-F9CB-168F-8DCF-B6737454BBA5}"/>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8" name="Rectangle 7">
              <a:extLst>
                <a:ext uri="{FF2B5EF4-FFF2-40B4-BE49-F238E27FC236}">
                  <a16:creationId xmlns:a16="http://schemas.microsoft.com/office/drawing/2014/main" id="{F32FE6EE-46CF-7F99-C688-3216B2769D7E}"/>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9" name="Group 8">
              <a:extLst>
                <a:ext uri="{FF2B5EF4-FFF2-40B4-BE49-F238E27FC236}">
                  <a16:creationId xmlns:a16="http://schemas.microsoft.com/office/drawing/2014/main" id="{5665B730-6F90-B9D5-3208-8F2AA19964A5}"/>
                </a:ext>
              </a:extLst>
            </p:cNvPr>
            <p:cNvGrpSpPr/>
            <p:nvPr userDrawn="1"/>
          </p:nvGrpSpPr>
          <p:grpSpPr>
            <a:xfrm>
              <a:off x="12442019" y="3791214"/>
              <a:ext cx="382660" cy="2882942"/>
              <a:chOff x="14001569" y="3716048"/>
              <a:chExt cx="316248" cy="3171236"/>
            </a:xfrm>
          </p:grpSpPr>
          <p:sp>
            <p:nvSpPr>
              <p:cNvPr id="24" name="Rectangle 23">
                <a:extLst>
                  <a:ext uri="{FF2B5EF4-FFF2-40B4-BE49-F238E27FC236}">
                    <a16:creationId xmlns:a16="http://schemas.microsoft.com/office/drawing/2014/main" id="{7A9807DF-826F-EE49-A5FF-DCFC6E7E06BF}"/>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0F7D59AA-6218-333D-C8AB-4B714DC6BDA1}"/>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0FB23A2F-CF28-7C4C-7434-16FE8344486B}"/>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D8D66CFA-1D06-CC3E-EAC4-EFEBE79A77C8}"/>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51D61DD5-44B6-6C16-C263-FC54482706C0}"/>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AB2ACAA0-B5AD-9E6A-8BC2-158DCA3EDF3E}"/>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24CC9552-918D-A99A-E304-6F5286BF97FF}"/>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0CD82511-BAB1-DC1C-01A0-4EFF38EC9EC4}"/>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B2911A88-9742-BDF0-F286-1CF879AC32F2}"/>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BD6DA7BB-2941-8119-C880-C0B17A3789EA}"/>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EB2C39D0-FD28-5784-9119-EC68B0F08089}"/>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129D6D7D-C314-F3D8-5F62-95B0B1868992}"/>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4" name="Rectangle 13">
                <a:extLst>
                  <a:ext uri="{FF2B5EF4-FFF2-40B4-BE49-F238E27FC236}">
                    <a16:creationId xmlns:a16="http://schemas.microsoft.com/office/drawing/2014/main" id="{5CB44431-BDA0-5950-D099-4BE1FC0DDD08}"/>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F1680EF5-7F62-73A6-5ED6-C3C1EFAE4693}"/>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86364995-3867-BB89-4154-971C9F619E1B}"/>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D434F222-6FE1-8C35-13F3-ADC2B968EE28}"/>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0E3C89B8-9517-BB91-2C94-F2FE3F50ADC9}"/>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A942637C-EB25-364E-14B2-42348A364F5D}"/>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D282BF48-9CF3-BE44-1B66-DA96228F5144}"/>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829089D8-040C-1DDF-BACC-7E9E6C1236D8}"/>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6CD07C1F-A9BC-9081-4B2D-650A47386706}"/>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D8D091E1-1492-68A2-8B3C-1E9C77DF5515}"/>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3" name="TextBox 42">
            <a:extLst>
              <a:ext uri="{FF2B5EF4-FFF2-40B4-BE49-F238E27FC236}">
                <a16:creationId xmlns:a16="http://schemas.microsoft.com/office/drawing/2014/main" id="{6DAFFC7D-D942-E990-ABA6-A3AE3F096775}"/>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130739741"/>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1 Column Left - Quadrant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F10A8DD4-AFB3-6A0D-E0DC-BE0C252106E0}"/>
              </a:ext>
            </a:extLst>
          </p:cNvPr>
          <p:cNvSpPr>
            <a:spLocks/>
          </p:cNvSpPr>
          <p:nvPr userDrawn="1"/>
        </p:nvSpPr>
        <p:spPr>
          <a:xfrm>
            <a:off x="4055115" y="-3224"/>
            <a:ext cx="8136885" cy="686122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a:extLst>
              <a:ext uri="{FF2B5EF4-FFF2-40B4-BE49-F238E27FC236}">
                <a16:creationId xmlns:a16="http://schemas.microsoft.com/office/drawing/2014/main" id="{5DF7171D-56DB-60BD-88D4-7F7BF6A5CD65}"/>
              </a:ext>
            </a:extLst>
          </p:cNvPr>
          <p:cNvSpPr/>
          <p:nvPr userDrawn="1"/>
        </p:nvSpPr>
        <p:spPr>
          <a:xfrm>
            <a:off x="4055115" y="3429000"/>
            <a:ext cx="4069080" cy="3429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C166F2CC-C885-AE48-D625-8EF6963758F0}"/>
              </a:ext>
            </a:extLst>
          </p:cNvPr>
          <p:cNvSpPr/>
          <p:nvPr userDrawn="1"/>
        </p:nvSpPr>
        <p:spPr>
          <a:xfrm>
            <a:off x="8121341" y="0"/>
            <a:ext cx="4069080" cy="3429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Freeform 5">
            <a:extLst>
              <a:ext uri="{FF2B5EF4-FFF2-40B4-BE49-F238E27FC236}">
                <a16:creationId xmlns:a16="http://schemas.microsoft.com/office/drawing/2014/main" id="{68BA6A1E-20D9-E197-8F00-A2A7CD418E82}"/>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2" name="Text Placeholder 15">
            <a:extLst>
              <a:ext uri="{FF2B5EF4-FFF2-40B4-BE49-F238E27FC236}">
                <a16:creationId xmlns:a16="http://schemas.microsoft.com/office/drawing/2014/main" id="{10D68855-6C8B-26E2-7D19-EF4C14B54255}"/>
              </a:ext>
            </a:extLst>
          </p:cNvPr>
          <p:cNvSpPr>
            <a:spLocks noGrp="1"/>
          </p:cNvSpPr>
          <p:nvPr>
            <p:ph type="body" sz="quarter" idx="46"/>
          </p:nvPr>
        </p:nvSpPr>
        <p:spPr>
          <a:xfrm>
            <a:off x="546100" y="6019800"/>
            <a:ext cx="3314822"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20" name="Content Placeholder 19">
            <a:extLst>
              <a:ext uri="{FF2B5EF4-FFF2-40B4-BE49-F238E27FC236}">
                <a16:creationId xmlns:a16="http://schemas.microsoft.com/office/drawing/2014/main" id="{8C68C4CC-CEF3-3402-F640-B77CCA9E63E6}"/>
              </a:ext>
            </a:extLst>
          </p:cNvPr>
          <p:cNvSpPr>
            <a:spLocks noGrp="1"/>
          </p:cNvSpPr>
          <p:nvPr>
            <p:ph sz="quarter" idx="47" hasCustomPrompt="1"/>
          </p:nvPr>
        </p:nvSpPr>
        <p:spPr>
          <a:xfrm>
            <a:off x="4055115" y="-3223"/>
            <a:ext cx="4069080" cy="3429000"/>
          </a:xfrm>
          <a:noFill/>
        </p:spPr>
        <p:txBody>
          <a:bodyPr lIns="548640" tIns="0" rIns="548640" bIns="0" anchor="ctr"/>
          <a:lstStyle>
            <a:lvl1pPr>
              <a:defRPr b="1">
                <a:solidFill>
                  <a:schemeClr val="bg1"/>
                </a:solidFill>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marL="800100" indent="0">
              <a:buNone/>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Add a photo or chart</a:t>
            </a:r>
          </a:p>
          <a:p>
            <a:pPr lvl="1"/>
            <a:r>
              <a:rPr lang="en-US"/>
              <a:t>Second level</a:t>
            </a:r>
          </a:p>
          <a:p>
            <a:pPr lvl="2"/>
            <a:r>
              <a:rPr lang="en-US"/>
              <a:t>Third level</a:t>
            </a:r>
          </a:p>
          <a:p>
            <a:pPr lvl="3"/>
            <a:r>
              <a:rPr lang="en-US"/>
              <a:t>Fourth level</a:t>
            </a:r>
          </a:p>
          <a:p>
            <a:pPr lvl="4"/>
            <a:r>
              <a:rPr lang="en-US"/>
              <a:t>Fifth level</a:t>
            </a:r>
          </a:p>
        </p:txBody>
      </p:sp>
      <p:sp>
        <p:nvSpPr>
          <p:cNvPr id="22" name="Content Placeholder 21">
            <a:extLst>
              <a:ext uri="{FF2B5EF4-FFF2-40B4-BE49-F238E27FC236}">
                <a16:creationId xmlns:a16="http://schemas.microsoft.com/office/drawing/2014/main" id="{419B93D8-9F40-73DB-5A94-C874C8DAA5C6}"/>
              </a:ext>
            </a:extLst>
          </p:cNvPr>
          <p:cNvSpPr>
            <a:spLocks noGrp="1"/>
          </p:cNvSpPr>
          <p:nvPr>
            <p:ph sz="quarter" idx="48" hasCustomPrompt="1"/>
          </p:nvPr>
        </p:nvSpPr>
        <p:spPr>
          <a:xfrm>
            <a:off x="8496993" y="3747156"/>
            <a:ext cx="3320934" cy="2795912"/>
          </a:xfrm>
          <a:noFill/>
        </p:spPr>
        <p:txBody>
          <a:bodyPr lIns="548640" tIns="0" rIns="548640" bIns="0" anchor="ctr" anchorCtr="0"/>
          <a:lstStyle>
            <a:lvl1pPr>
              <a:defRPr b="1">
                <a:solidFill>
                  <a:schemeClr val="bg1"/>
                </a:solidFill>
              </a:defRPr>
            </a:lvl1pPr>
            <a:lvl2pPr>
              <a:buClrTx/>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Tx/>
              <a:defRPr>
                <a:solidFill>
                  <a:schemeClr val="bg1"/>
                </a:solidFill>
              </a:defRPr>
            </a:lvl9pPr>
          </a:lstStyle>
          <a:p>
            <a:pPr lvl="0"/>
            <a:r>
              <a:rPr lang="en-US"/>
              <a:t>Add a photo or chart</a:t>
            </a:r>
          </a:p>
          <a:p>
            <a:pPr lvl="1"/>
            <a:r>
              <a:rPr lang="en-US"/>
              <a:t>Second level</a:t>
            </a:r>
          </a:p>
          <a:p>
            <a:pPr lvl="2"/>
            <a:r>
              <a:rPr lang="en-US"/>
              <a:t>Third level</a:t>
            </a:r>
          </a:p>
          <a:p>
            <a:pPr lvl="3"/>
            <a:r>
              <a:rPr lang="en-US"/>
              <a:t>Fourth level</a:t>
            </a:r>
          </a:p>
          <a:p>
            <a:pPr lvl="4"/>
            <a:r>
              <a:rPr lang="en-US"/>
              <a:t>Fifth level</a:t>
            </a:r>
          </a:p>
        </p:txBody>
      </p:sp>
      <p:sp>
        <p:nvSpPr>
          <p:cNvPr id="25" name="Content Placeholder 24">
            <a:extLst>
              <a:ext uri="{FF2B5EF4-FFF2-40B4-BE49-F238E27FC236}">
                <a16:creationId xmlns:a16="http://schemas.microsoft.com/office/drawing/2014/main" id="{F6249455-82E8-40E3-5DFB-873B422998AB}"/>
              </a:ext>
            </a:extLst>
          </p:cNvPr>
          <p:cNvSpPr>
            <a:spLocks noGrp="1"/>
          </p:cNvSpPr>
          <p:nvPr>
            <p:ph sz="quarter" idx="49" hasCustomPrompt="1"/>
          </p:nvPr>
        </p:nvSpPr>
        <p:spPr>
          <a:xfrm>
            <a:off x="4055115" y="3429000"/>
            <a:ext cx="4069080" cy="3429000"/>
          </a:xfrm>
          <a:noFill/>
        </p:spPr>
        <p:txBody>
          <a:bodyPr vert="horz" lIns="548640" tIns="0" rIns="548640" bIns="0" rtlCol="0" anchor="ctr">
            <a:normAutofit/>
          </a:bodyPr>
          <a:lstStyle>
            <a:lvl1pPr>
              <a:defRPr lang="en-US" sz="2100" b="0" dirty="0" smtClean="0">
                <a:solidFill>
                  <a:schemeClr val="bg1"/>
                </a:solidFill>
                <a:latin typeface="+mj-lt"/>
              </a:defRPr>
            </a:lvl1pPr>
            <a:lvl2pPr>
              <a:defRPr lang="en-US" dirty="0" smtClean="0">
                <a:solidFill>
                  <a:schemeClr val="bg1"/>
                </a:solidFill>
              </a:defRPr>
            </a:lvl2pPr>
            <a:lvl3pPr>
              <a:buClrTx/>
              <a:defRPr lang="en-US" dirty="0" smtClean="0">
                <a:solidFill>
                  <a:schemeClr val="bg1"/>
                </a:solidFill>
              </a:defRPr>
            </a:lvl3pPr>
            <a:lvl4pPr>
              <a:defRPr lang="en-US" dirty="0" smtClean="0">
                <a:solidFill>
                  <a:schemeClr val="bg1"/>
                </a:solidFill>
              </a:defRPr>
            </a:lvl4pPr>
            <a:lvl5pPr>
              <a:buClrTx/>
              <a:defRPr lang="en-US" dirty="0">
                <a:solidFill>
                  <a:schemeClr val="bg1"/>
                </a:solidFill>
              </a:defRPr>
            </a:lvl5pPr>
            <a:lvl6pPr marL="800100" indent="0">
              <a:buNone/>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Quotes, text, or image</a:t>
            </a:r>
          </a:p>
          <a:p>
            <a:pPr lvl="1"/>
            <a:r>
              <a:rPr lang="en-US"/>
              <a:t>Second level</a:t>
            </a:r>
          </a:p>
          <a:p>
            <a:pPr lvl="2"/>
            <a:r>
              <a:rPr lang="en-US"/>
              <a:t>Third level</a:t>
            </a:r>
          </a:p>
          <a:p>
            <a:pPr lvl="3"/>
            <a:r>
              <a:rPr lang="en-US"/>
              <a:t>Fourth level</a:t>
            </a:r>
          </a:p>
          <a:p>
            <a:pPr lvl="4"/>
            <a:r>
              <a:rPr lang="en-US"/>
              <a:t>Fifth level</a:t>
            </a:r>
          </a:p>
        </p:txBody>
      </p:sp>
      <p:sp>
        <p:nvSpPr>
          <p:cNvPr id="27" name="Content Placeholder 26">
            <a:extLst>
              <a:ext uri="{FF2B5EF4-FFF2-40B4-BE49-F238E27FC236}">
                <a16:creationId xmlns:a16="http://schemas.microsoft.com/office/drawing/2014/main" id="{6433A83F-D9D0-E3DD-A0A1-A356E73FBFB2}"/>
              </a:ext>
            </a:extLst>
          </p:cNvPr>
          <p:cNvSpPr>
            <a:spLocks noGrp="1"/>
          </p:cNvSpPr>
          <p:nvPr>
            <p:ph sz="quarter" idx="50" hasCustomPrompt="1"/>
          </p:nvPr>
        </p:nvSpPr>
        <p:spPr>
          <a:xfrm>
            <a:off x="8122920" y="0"/>
            <a:ext cx="4069080" cy="3429000"/>
          </a:xfrm>
          <a:noFill/>
        </p:spPr>
        <p:txBody>
          <a:bodyPr vert="horz" lIns="548640" tIns="0" rIns="548640" bIns="0" rtlCol="0" anchor="ctr">
            <a:normAutofit/>
          </a:bodyPr>
          <a:lstStyle>
            <a:lvl1pPr>
              <a:defRPr lang="en-US" sz="2100" dirty="0" smtClean="0">
                <a:solidFill>
                  <a:schemeClr val="bg1"/>
                </a:solidFill>
                <a:latin typeface="+mj-lt"/>
              </a:defRPr>
            </a:lvl1pPr>
            <a:lvl2pPr>
              <a:defRPr lang="en-US" dirty="0" smtClean="0">
                <a:solidFill>
                  <a:schemeClr val="bg1"/>
                </a:solidFill>
              </a:defRPr>
            </a:lvl2pPr>
            <a:lvl3pPr>
              <a:buClrTx/>
              <a:defRPr lang="en-US" dirty="0" smtClean="0">
                <a:solidFill>
                  <a:schemeClr val="bg1"/>
                </a:solidFill>
              </a:defRPr>
            </a:lvl3pPr>
            <a:lvl4pPr>
              <a:defRPr lang="en-US" dirty="0" smtClean="0">
                <a:solidFill>
                  <a:schemeClr val="bg1"/>
                </a:solidFill>
              </a:defRPr>
            </a:lvl4pPr>
            <a:lvl5pPr>
              <a:buClrTx/>
              <a:defRPr lang="en-US" dirty="0">
                <a:solidFill>
                  <a:schemeClr val="bg1"/>
                </a:solidFill>
              </a:defRPr>
            </a:lvl5pPr>
            <a:lvl6pPr marL="800100" indent="0">
              <a:buNone/>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Quotes, text, or image</a:t>
            </a:r>
          </a:p>
          <a:p>
            <a:pPr lvl="1"/>
            <a:r>
              <a:rPr lang="en-US"/>
              <a:t>Second level</a:t>
            </a:r>
          </a:p>
          <a:p>
            <a:pPr lvl="2"/>
            <a:r>
              <a:rPr lang="en-US"/>
              <a:t>Third level</a:t>
            </a:r>
          </a:p>
          <a:p>
            <a:pPr lvl="3"/>
            <a:r>
              <a:rPr lang="en-US"/>
              <a:t>Fourth level</a:t>
            </a:r>
          </a:p>
          <a:p>
            <a:pPr lvl="4"/>
            <a:r>
              <a:rPr lang="en-US"/>
              <a:t>Fifth level</a:t>
            </a:r>
          </a:p>
        </p:txBody>
      </p:sp>
      <p:sp>
        <p:nvSpPr>
          <p:cNvPr id="7" name="Title 5">
            <a:extLst>
              <a:ext uri="{FF2B5EF4-FFF2-40B4-BE49-F238E27FC236}">
                <a16:creationId xmlns:a16="http://schemas.microsoft.com/office/drawing/2014/main" id="{48AC8EA4-0D69-7185-E21E-3A998D4C0283}"/>
              </a:ext>
            </a:extLst>
          </p:cNvPr>
          <p:cNvSpPr>
            <a:spLocks noGrp="1"/>
          </p:cNvSpPr>
          <p:nvPr>
            <p:ph type="title"/>
          </p:nvPr>
        </p:nvSpPr>
        <p:spPr>
          <a:xfrm>
            <a:off x="546099" y="552450"/>
            <a:ext cx="3513785" cy="434975"/>
          </a:xfrm>
        </p:spPr>
        <p:txBody>
          <a:bodyPr rIns="274320"/>
          <a:lstStyle/>
          <a:p>
            <a:r>
              <a:rPr lang="en-US"/>
              <a:t>Click to edit Master title style</a:t>
            </a:r>
          </a:p>
        </p:txBody>
      </p:sp>
      <p:sp>
        <p:nvSpPr>
          <p:cNvPr id="8" name="Text Placeholder 10">
            <a:extLst>
              <a:ext uri="{FF2B5EF4-FFF2-40B4-BE49-F238E27FC236}">
                <a16:creationId xmlns:a16="http://schemas.microsoft.com/office/drawing/2014/main" id="{2FE058B6-3992-C015-0C1B-CF5A092DD0C5}"/>
              </a:ext>
            </a:extLst>
          </p:cNvPr>
          <p:cNvSpPr>
            <a:spLocks noGrp="1"/>
          </p:cNvSpPr>
          <p:nvPr>
            <p:ph type="body" sz="quarter" idx="21"/>
          </p:nvPr>
        </p:nvSpPr>
        <p:spPr>
          <a:xfrm>
            <a:off x="546100" y="1127125"/>
            <a:ext cx="3310473"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9" name="Content Placeholder 22">
            <a:extLst>
              <a:ext uri="{FF2B5EF4-FFF2-40B4-BE49-F238E27FC236}">
                <a16:creationId xmlns:a16="http://schemas.microsoft.com/office/drawing/2014/main" id="{C1B56411-5CA6-9842-0E70-A429EA905CD5}"/>
              </a:ext>
            </a:extLst>
          </p:cNvPr>
          <p:cNvSpPr>
            <a:spLocks noGrp="1"/>
          </p:cNvSpPr>
          <p:nvPr>
            <p:ph sz="quarter" idx="23"/>
          </p:nvPr>
        </p:nvSpPr>
        <p:spPr>
          <a:xfrm>
            <a:off x="546099" y="1849438"/>
            <a:ext cx="3310473" cy="4017962"/>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grpSp>
        <p:nvGrpSpPr>
          <p:cNvPr id="6" name="Group 5">
            <a:extLst>
              <a:ext uri="{FF2B5EF4-FFF2-40B4-BE49-F238E27FC236}">
                <a16:creationId xmlns:a16="http://schemas.microsoft.com/office/drawing/2014/main" id="{E6C3AFED-8D2B-B51D-535E-2FC813552EB4}"/>
              </a:ext>
            </a:extLst>
          </p:cNvPr>
          <p:cNvGrpSpPr/>
          <p:nvPr userDrawn="1"/>
        </p:nvGrpSpPr>
        <p:grpSpPr>
          <a:xfrm>
            <a:off x="12356815" y="0"/>
            <a:ext cx="756834" cy="6872642"/>
            <a:chOff x="12356815" y="0"/>
            <a:chExt cx="756834" cy="6872642"/>
          </a:xfrm>
        </p:grpSpPr>
        <p:sp>
          <p:nvSpPr>
            <p:cNvPr id="10" name="Rectangle 9">
              <a:extLst>
                <a:ext uri="{FF2B5EF4-FFF2-40B4-BE49-F238E27FC236}">
                  <a16:creationId xmlns:a16="http://schemas.microsoft.com/office/drawing/2014/main" id="{70E27599-FB1C-7CDA-DA01-22AA36685C21}"/>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1" name="TextBox 10">
              <a:extLst>
                <a:ext uri="{FF2B5EF4-FFF2-40B4-BE49-F238E27FC236}">
                  <a16:creationId xmlns:a16="http://schemas.microsoft.com/office/drawing/2014/main" id="{715FABB6-D6BF-8C8A-8117-AE9037092FB5}"/>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3" name="Rectangle 12">
              <a:extLst>
                <a:ext uri="{FF2B5EF4-FFF2-40B4-BE49-F238E27FC236}">
                  <a16:creationId xmlns:a16="http://schemas.microsoft.com/office/drawing/2014/main" id="{0F42B15B-F0AB-E1AC-FF59-CF1A45C018C4}"/>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4" name="Group 13">
              <a:extLst>
                <a:ext uri="{FF2B5EF4-FFF2-40B4-BE49-F238E27FC236}">
                  <a16:creationId xmlns:a16="http://schemas.microsoft.com/office/drawing/2014/main" id="{053F27CB-47B3-0E9B-94F6-BF14F0494BA1}"/>
                </a:ext>
              </a:extLst>
            </p:cNvPr>
            <p:cNvGrpSpPr/>
            <p:nvPr userDrawn="1"/>
          </p:nvGrpSpPr>
          <p:grpSpPr>
            <a:xfrm>
              <a:off x="12442019" y="3791214"/>
              <a:ext cx="382660" cy="2882942"/>
              <a:chOff x="14001569" y="3716048"/>
              <a:chExt cx="316248" cy="3171236"/>
            </a:xfrm>
          </p:grpSpPr>
          <p:sp>
            <p:nvSpPr>
              <p:cNvPr id="31" name="Rectangle 30">
                <a:extLst>
                  <a:ext uri="{FF2B5EF4-FFF2-40B4-BE49-F238E27FC236}">
                    <a16:creationId xmlns:a16="http://schemas.microsoft.com/office/drawing/2014/main" id="{49F2AB32-A4E2-8375-A9F6-DA4D91B34969}"/>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9235B32A-02FB-0DDE-2945-F8990B7A84D6}"/>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88BF95FA-EABB-F558-0C2B-351FF43B7D6C}"/>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751A466E-D617-6127-968C-50253784DCCA}"/>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9F8E84A1-C527-5640-9A4B-8310BDDE42E3}"/>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67152CFF-2901-D243-0CD8-85BFD0804335}"/>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DFF88491-65E5-47F5-EB77-DA95EF1A1652}"/>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A2917591-03BC-D102-05A2-9A2A8BF5B8E2}"/>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FB680309-EC47-1018-1EA4-D93862E98BC3}"/>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421DFD13-B7B6-5CFF-AA0B-4F49C3B47ED2}"/>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5" name="Group 14">
              <a:extLst>
                <a:ext uri="{FF2B5EF4-FFF2-40B4-BE49-F238E27FC236}">
                  <a16:creationId xmlns:a16="http://schemas.microsoft.com/office/drawing/2014/main" id="{8EB11263-6B25-2312-A75B-8F71912D9AAC}"/>
                </a:ext>
              </a:extLst>
            </p:cNvPr>
            <p:cNvGrpSpPr/>
            <p:nvPr userDrawn="1"/>
          </p:nvGrpSpPr>
          <p:grpSpPr>
            <a:xfrm>
              <a:off x="12442019" y="198485"/>
              <a:ext cx="382660" cy="2882942"/>
              <a:chOff x="12742785" y="3716048"/>
              <a:chExt cx="316248" cy="3171236"/>
            </a:xfrm>
          </p:grpSpPr>
          <p:sp>
            <p:nvSpPr>
              <p:cNvPr id="17" name="Rectangle 16">
                <a:extLst>
                  <a:ext uri="{FF2B5EF4-FFF2-40B4-BE49-F238E27FC236}">
                    <a16:creationId xmlns:a16="http://schemas.microsoft.com/office/drawing/2014/main" id="{408B2D82-0B2B-5036-C40E-2D02987A41E4}"/>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57D9F751-B970-E733-EC26-A36FF4E8C356}"/>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6DE657F7-C593-4995-3FA6-A65F948781C4}"/>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6CE9EE49-A921-C3B3-AE0E-B7E7A5AAF7CD}"/>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7E4068AC-8509-9663-30A0-9F901C8931B0}"/>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0F7BF74A-69B0-198B-1B8C-6FCB070C4C7B}"/>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9025D49A-41AD-FAF7-A615-ADD3C2C4D382}"/>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EF516AED-8C28-A05C-0AA0-3034304BE961}"/>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7EDA72A6-D40B-5875-BE5B-6E7EA5E3086A}"/>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946CAF10-3087-3741-D5A9-7B5156F0A370}"/>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6" name="TextBox 15">
              <a:extLst>
                <a:ext uri="{FF2B5EF4-FFF2-40B4-BE49-F238E27FC236}">
                  <a16:creationId xmlns:a16="http://schemas.microsoft.com/office/drawing/2014/main" id="{F201AE5F-EAB9-1C70-E118-0F7922D1F645}"/>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1" name="TextBox 40">
            <a:extLst>
              <a:ext uri="{FF2B5EF4-FFF2-40B4-BE49-F238E27FC236}">
                <a16:creationId xmlns:a16="http://schemas.microsoft.com/office/drawing/2014/main" id="{C5222764-14A6-97D8-482C-A0A571130378}"/>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253468635"/>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5 Column - Icons">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2" name="Title 11">
            <a:extLst>
              <a:ext uri="{FF2B5EF4-FFF2-40B4-BE49-F238E27FC236}">
                <a16:creationId xmlns:a16="http://schemas.microsoft.com/office/drawing/2014/main" id="{91874068-FCB3-3E67-FD8A-888858391AF4}"/>
              </a:ext>
            </a:extLst>
          </p:cNvPr>
          <p:cNvSpPr>
            <a:spLocks noGrp="1"/>
          </p:cNvSpPr>
          <p:nvPr>
            <p:ph type="title"/>
          </p:nvPr>
        </p:nvSpPr>
        <p:spPr>
          <a:xfrm>
            <a:off x="546100" y="552450"/>
            <a:ext cx="11091861" cy="434975"/>
          </a:xfrm>
        </p:spPr>
        <p:txBody>
          <a:bodyPr/>
          <a:lstStyle>
            <a:lvl1pPr>
              <a:defRPr>
                <a:solidFill>
                  <a:schemeClr val="tx2"/>
                </a:solidFill>
              </a:defRPr>
            </a:lvl1pPr>
          </a:lstStyle>
          <a:p>
            <a:r>
              <a:rPr lang="en-US"/>
              <a:t>Click to edit Master title style</a:t>
            </a:r>
          </a:p>
        </p:txBody>
      </p:sp>
      <p:sp>
        <p:nvSpPr>
          <p:cNvPr id="3" name="Picture Placeholder 9">
            <a:extLst>
              <a:ext uri="{FF2B5EF4-FFF2-40B4-BE49-F238E27FC236}">
                <a16:creationId xmlns:a16="http://schemas.microsoft.com/office/drawing/2014/main" id="{FD134F76-7012-6EEC-A825-D898002DCBEA}"/>
              </a:ext>
            </a:extLst>
          </p:cNvPr>
          <p:cNvSpPr>
            <a:spLocks noGrp="1"/>
          </p:cNvSpPr>
          <p:nvPr>
            <p:ph type="pic" sz="quarter" idx="28" hasCustomPrompt="1"/>
          </p:nvPr>
        </p:nvSpPr>
        <p:spPr>
          <a:xfrm>
            <a:off x="545821" y="1849438"/>
            <a:ext cx="694944" cy="720725"/>
          </a:xfrm>
          <a:noFill/>
          <a:ln>
            <a:noFill/>
          </a:ln>
        </p:spPr>
        <p:txBody>
          <a:bodyPr tIns="457200" anchor="ctr">
            <a:normAutofit/>
          </a:bodyPr>
          <a:lstStyle>
            <a:lvl1pPr algn="ctr">
              <a:defRPr sz="1100">
                <a:solidFill>
                  <a:schemeClr val="tx1"/>
                </a:solidFill>
              </a:defRPr>
            </a:lvl1pPr>
          </a:lstStyle>
          <a:p>
            <a:r>
              <a:rPr lang="en-US"/>
              <a:t>Icon</a:t>
            </a:r>
          </a:p>
        </p:txBody>
      </p:sp>
      <p:sp>
        <p:nvSpPr>
          <p:cNvPr id="22" name="Picture Placeholder 9">
            <a:extLst>
              <a:ext uri="{FF2B5EF4-FFF2-40B4-BE49-F238E27FC236}">
                <a16:creationId xmlns:a16="http://schemas.microsoft.com/office/drawing/2014/main" id="{863DF09F-2802-54BC-34C2-BC92D3C8205A}"/>
              </a:ext>
            </a:extLst>
          </p:cNvPr>
          <p:cNvSpPr>
            <a:spLocks noGrp="1"/>
          </p:cNvSpPr>
          <p:nvPr>
            <p:ph type="pic" sz="quarter" idx="36" hasCustomPrompt="1"/>
          </p:nvPr>
        </p:nvSpPr>
        <p:spPr>
          <a:xfrm>
            <a:off x="2802335" y="1849438"/>
            <a:ext cx="694944" cy="720725"/>
          </a:xfrm>
          <a:noFill/>
          <a:ln>
            <a:noFill/>
          </a:ln>
        </p:spPr>
        <p:txBody>
          <a:bodyPr tIns="457200" anchor="ctr">
            <a:normAutofit/>
          </a:bodyPr>
          <a:lstStyle>
            <a:lvl1pPr algn="ctr">
              <a:defRPr sz="1100">
                <a:solidFill>
                  <a:schemeClr val="tx1"/>
                </a:solidFill>
              </a:defRPr>
            </a:lvl1pPr>
          </a:lstStyle>
          <a:p>
            <a:r>
              <a:rPr lang="en-US"/>
              <a:t>Icon</a:t>
            </a:r>
          </a:p>
        </p:txBody>
      </p:sp>
      <p:sp>
        <p:nvSpPr>
          <p:cNvPr id="23" name="Picture Placeholder 9">
            <a:extLst>
              <a:ext uri="{FF2B5EF4-FFF2-40B4-BE49-F238E27FC236}">
                <a16:creationId xmlns:a16="http://schemas.microsoft.com/office/drawing/2014/main" id="{3D2406FE-BD16-3B98-1AC4-2D5AA65FF9D9}"/>
              </a:ext>
            </a:extLst>
          </p:cNvPr>
          <p:cNvSpPr>
            <a:spLocks noGrp="1"/>
          </p:cNvSpPr>
          <p:nvPr>
            <p:ph type="pic" sz="quarter" idx="37" hasCustomPrompt="1"/>
          </p:nvPr>
        </p:nvSpPr>
        <p:spPr>
          <a:xfrm>
            <a:off x="5050633" y="1849438"/>
            <a:ext cx="694944" cy="720725"/>
          </a:xfrm>
          <a:noFill/>
          <a:ln>
            <a:noFill/>
          </a:ln>
        </p:spPr>
        <p:txBody>
          <a:bodyPr tIns="457200" anchor="ctr">
            <a:normAutofit/>
          </a:bodyPr>
          <a:lstStyle>
            <a:lvl1pPr algn="ctr">
              <a:defRPr sz="1100">
                <a:solidFill>
                  <a:schemeClr val="tx1"/>
                </a:solidFill>
              </a:defRPr>
            </a:lvl1pPr>
          </a:lstStyle>
          <a:p>
            <a:r>
              <a:rPr lang="en-US"/>
              <a:t>Icon</a:t>
            </a:r>
          </a:p>
        </p:txBody>
      </p:sp>
      <p:sp>
        <p:nvSpPr>
          <p:cNvPr id="24" name="Picture Placeholder 9">
            <a:extLst>
              <a:ext uri="{FF2B5EF4-FFF2-40B4-BE49-F238E27FC236}">
                <a16:creationId xmlns:a16="http://schemas.microsoft.com/office/drawing/2014/main" id="{18479DC6-6C65-6D06-16A5-DC26A0B633FF}"/>
              </a:ext>
            </a:extLst>
          </p:cNvPr>
          <p:cNvSpPr>
            <a:spLocks noGrp="1"/>
          </p:cNvSpPr>
          <p:nvPr>
            <p:ph type="pic" sz="quarter" idx="38" hasCustomPrompt="1"/>
          </p:nvPr>
        </p:nvSpPr>
        <p:spPr>
          <a:xfrm>
            <a:off x="7298931" y="1849438"/>
            <a:ext cx="694944" cy="720725"/>
          </a:xfrm>
          <a:noFill/>
          <a:ln>
            <a:noFill/>
          </a:ln>
        </p:spPr>
        <p:txBody>
          <a:bodyPr tIns="457200" anchor="ctr">
            <a:normAutofit/>
          </a:bodyPr>
          <a:lstStyle>
            <a:lvl1pPr algn="ctr">
              <a:defRPr sz="1100">
                <a:solidFill>
                  <a:schemeClr val="tx1"/>
                </a:solidFill>
              </a:defRPr>
            </a:lvl1pPr>
          </a:lstStyle>
          <a:p>
            <a:r>
              <a:rPr lang="en-US"/>
              <a:t>Icon</a:t>
            </a:r>
          </a:p>
        </p:txBody>
      </p:sp>
      <p:sp>
        <p:nvSpPr>
          <p:cNvPr id="25" name="Picture Placeholder 9">
            <a:extLst>
              <a:ext uri="{FF2B5EF4-FFF2-40B4-BE49-F238E27FC236}">
                <a16:creationId xmlns:a16="http://schemas.microsoft.com/office/drawing/2014/main" id="{BBAE8DFB-8DC8-374F-6F98-F8A1ADCA2C3C}"/>
              </a:ext>
            </a:extLst>
          </p:cNvPr>
          <p:cNvSpPr>
            <a:spLocks noGrp="1"/>
          </p:cNvSpPr>
          <p:nvPr>
            <p:ph type="pic" sz="quarter" idx="39" hasCustomPrompt="1"/>
          </p:nvPr>
        </p:nvSpPr>
        <p:spPr>
          <a:xfrm>
            <a:off x="9547229" y="1849438"/>
            <a:ext cx="694944" cy="720725"/>
          </a:xfrm>
          <a:noFill/>
          <a:ln>
            <a:noFill/>
          </a:ln>
        </p:spPr>
        <p:txBody>
          <a:bodyPr tIns="457200" anchor="ctr">
            <a:normAutofit/>
          </a:bodyPr>
          <a:lstStyle>
            <a:lvl1pPr algn="ctr">
              <a:defRPr sz="1100">
                <a:solidFill>
                  <a:schemeClr val="tx1"/>
                </a:solidFill>
              </a:defRPr>
            </a:lvl1pPr>
          </a:lstStyle>
          <a:p>
            <a:r>
              <a:rPr lang="en-US"/>
              <a:t>Icon</a:t>
            </a:r>
          </a:p>
        </p:txBody>
      </p:sp>
      <p:sp>
        <p:nvSpPr>
          <p:cNvPr id="2" name="Freeform 5">
            <a:extLst>
              <a:ext uri="{FF2B5EF4-FFF2-40B4-BE49-F238E27FC236}">
                <a16:creationId xmlns:a16="http://schemas.microsoft.com/office/drawing/2014/main" id="{F865BEBC-DC71-5993-E446-743B2380E9F4}"/>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1" name="Text Placeholder 10">
            <a:extLst>
              <a:ext uri="{FF2B5EF4-FFF2-40B4-BE49-F238E27FC236}">
                <a16:creationId xmlns:a16="http://schemas.microsoft.com/office/drawing/2014/main" id="{5155D0AF-DC50-1231-8C20-9614D9642834}"/>
              </a:ext>
            </a:extLst>
          </p:cNvPr>
          <p:cNvSpPr>
            <a:spLocks noGrp="1"/>
          </p:cNvSpPr>
          <p:nvPr>
            <p:ph type="body" sz="quarter" idx="45"/>
          </p:nvPr>
        </p:nvSpPr>
        <p:spPr>
          <a:xfrm>
            <a:off x="546100" y="1127125"/>
            <a:ext cx="11091861"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3" name="Text Placeholder 15">
            <a:extLst>
              <a:ext uri="{FF2B5EF4-FFF2-40B4-BE49-F238E27FC236}">
                <a16:creationId xmlns:a16="http://schemas.microsoft.com/office/drawing/2014/main" id="{23EA351B-2744-2292-EA13-ECF616B5AF66}"/>
              </a:ext>
            </a:extLst>
          </p:cNvPr>
          <p:cNvSpPr>
            <a:spLocks noGrp="1"/>
          </p:cNvSpPr>
          <p:nvPr>
            <p:ph type="body" sz="quarter" idx="46"/>
          </p:nvPr>
        </p:nvSpPr>
        <p:spPr>
          <a:xfrm>
            <a:off x="546100" y="6019800"/>
            <a:ext cx="5445125"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4" name="Content Placeholder 32">
            <a:extLst>
              <a:ext uri="{FF2B5EF4-FFF2-40B4-BE49-F238E27FC236}">
                <a16:creationId xmlns:a16="http://schemas.microsoft.com/office/drawing/2014/main" id="{739AFE11-1479-0079-CBFD-DE22CF1EF3D7}"/>
              </a:ext>
            </a:extLst>
          </p:cNvPr>
          <p:cNvSpPr>
            <a:spLocks noGrp="1"/>
          </p:cNvSpPr>
          <p:nvPr>
            <p:ph sz="quarter" idx="40"/>
          </p:nvPr>
        </p:nvSpPr>
        <p:spPr>
          <a:xfrm>
            <a:off x="546100" y="2715418"/>
            <a:ext cx="1828800" cy="315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Content Placeholder 15">
            <a:extLst>
              <a:ext uri="{FF2B5EF4-FFF2-40B4-BE49-F238E27FC236}">
                <a16:creationId xmlns:a16="http://schemas.microsoft.com/office/drawing/2014/main" id="{0A10D501-BB72-6F51-3E2C-9A5D9855D3B8}"/>
              </a:ext>
            </a:extLst>
          </p:cNvPr>
          <p:cNvSpPr>
            <a:spLocks noGrp="1"/>
          </p:cNvSpPr>
          <p:nvPr>
            <p:ph sz="quarter" idx="47"/>
          </p:nvPr>
        </p:nvSpPr>
        <p:spPr>
          <a:xfrm>
            <a:off x="2802335" y="2714624"/>
            <a:ext cx="1828800" cy="315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sp>
        <p:nvSpPr>
          <p:cNvPr id="18" name="Content Placeholder 17">
            <a:extLst>
              <a:ext uri="{FF2B5EF4-FFF2-40B4-BE49-F238E27FC236}">
                <a16:creationId xmlns:a16="http://schemas.microsoft.com/office/drawing/2014/main" id="{DDF53402-575C-C10C-7E8E-6C99DEA94988}"/>
              </a:ext>
            </a:extLst>
          </p:cNvPr>
          <p:cNvSpPr>
            <a:spLocks noGrp="1"/>
          </p:cNvSpPr>
          <p:nvPr>
            <p:ph sz="quarter" idx="48"/>
          </p:nvPr>
        </p:nvSpPr>
        <p:spPr>
          <a:xfrm>
            <a:off x="5050632" y="2715417"/>
            <a:ext cx="1828800" cy="315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sp>
        <p:nvSpPr>
          <p:cNvPr id="21" name="Content Placeholder 20">
            <a:extLst>
              <a:ext uri="{FF2B5EF4-FFF2-40B4-BE49-F238E27FC236}">
                <a16:creationId xmlns:a16="http://schemas.microsoft.com/office/drawing/2014/main" id="{B95D6E10-7BC7-5B48-5FC8-AA3FBBF31296}"/>
              </a:ext>
            </a:extLst>
          </p:cNvPr>
          <p:cNvSpPr>
            <a:spLocks noGrp="1"/>
          </p:cNvSpPr>
          <p:nvPr>
            <p:ph sz="quarter" idx="49"/>
          </p:nvPr>
        </p:nvSpPr>
        <p:spPr>
          <a:xfrm>
            <a:off x="7298927" y="2716608"/>
            <a:ext cx="1828800" cy="315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sp>
        <p:nvSpPr>
          <p:cNvPr id="34" name="Content Placeholder 33">
            <a:extLst>
              <a:ext uri="{FF2B5EF4-FFF2-40B4-BE49-F238E27FC236}">
                <a16:creationId xmlns:a16="http://schemas.microsoft.com/office/drawing/2014/main" id="{35D3FA32-E657-445D-AFF1-5F98826EF595}"/>
              </a:ext>
            </a:extLst>
          </p:cNvPr>
          <p:cNvSpPr>
            <a:spLocks noGrp="1"/>
          </p:cNvSpPr>
          <p:nvPr>
            <p:ph sz="quarter" idx="50"/>
          </p:nvPr>
        </p:nvSpPr>
        <p:spPr>
          <a:xfrm>
            <a:off x="9547222" y="2714624"/>
            <a:ext cx="1828800" cy="315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grpSp>
        <p:nvGrpSpPr>
          <p:cNvPr id="4" name="Group 3">
            <a:extLst>
              <a:ext uri="{FF2B5EF4-FFF2-40B4-BE49-F238E27FC236}">
                <a16:creationId xmlns:a16="http://schemas.microsoft.com/office/drawing/2014/main" id="{B90427AB-29B5-D8C3-553A-F255898D9147}"/>
              </a:ext>
            </a:extLst>
          </p:cNvPr>
          <p:cNvGrpSpPr/>
          <p:nvPr userDrawn="1"/>
        </p:nvGrpSpPr>
        <p:grpSpPr>
          <a:xfrm>
            <a:off x="12356815" y="0"/>
            <a:ext cx="756834" cy="6872642"/>
            <a:chOff x="12356815" y="0"/>
            <a:chExt cx="756834" cy="6872642"/>
          </a:xfrm>
        </p:grpSpPr>
        <p:sp>
          <p:nvSpPr>
            <p:cNvPr id="5" name="Rectangle 4">
              <a:extLst>
                <a:ext uri="{FF2B5EF4-FFF2-40B4-BE49-F238E27FC236}">
                  <a16:creationId xmlns:a16="http://schemas.microsoft.com/office/drawing/2014/main" id="{A7E5A6D2-8346-C7C9-5DC7-90F42423066B}"/>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9F29526F-9BBF-B7D7-E040-F76741CFBAF1}"/>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8CC6872D-D912-EDF5-404D-8C595577C3D1}"/>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E45E68FF-D3B9-213A-BDB9-75C86880C44D}"/>
                </a:ext>
              </a:extLst>
            </p:cNvPr>
            <p:cNvGrpSpPr/>
            <p:nvPr userDrawn="1"/>
          </p:nvGrpSpPr>
          <p:grpSpPr>
            <a:xfrm>
              <a:off x="12442019" y="3791214"/>
              <a:ext cx="382660" cy="2882942"/>
              <a:chOff x="14001569" y="3716048"/>
              <a:chExt cx="316248" cy="3171236"/>
            </a:xfrm>
          </p:grpSpPr>
          <p:sp>
            <p:nvSpPr>
              <p:cNvPr id="35" name="Rectangle 34">
                <a:extLst>
                  <a:ext uri="{FF2B5EF4-FFF2-40B4-BE49-F238E27FC236}">
                    <a16:creationId xmlns:a16="http://schemas.microsoft.com/office/drawing/2014/main" id="{16FDC8C1-8112-0259-2169-9FF34CF8BB33}"/>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B4E86AA0-59B1-0A56-A978-EBEFD759EEF6}"/>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617D2783-8A1D-E47C-AE82-6C2E09DF21FA}"/>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C2CC9D5C-1E15-CED3-7460-6D7AB16A15EC}"/>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2057C852-B7A6-CC32-AE68-54D8C48E3582}"/>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3BE2957B-BB9C-BB4C-54E0-7E1EBB94AB5F}"/>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2F664ACB-F59B-954C-4465-D698A691FD1F}"/>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2" name="Rectangle 41">
                <a:extLst>
                  <a:ext uri="{FF2B5EF4-FFF2-40B4-BE49-F238E27FC236}">
                    <a16:creationId xmlns:a16="http://schemas.microsoft.com/office/drawing/2014/main" id="{99C34A4D-E282-7DE3-F99D-C3276C90F60C}"/>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3" name="Rectangle 42">
                <a:extLst>
                  <a:ext uri="{FF2B5EF4-FFF2-40B4-BE49-F238E27FC236}">
                    <a16:creationId xmlns:a16="http://schemas.microsoft.com/office/drawing/2014/main" id="{6C74494D-A878-DD6F-EE20-E6E3179C2278}"/>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4" name="Rectangle 43">
                <a:extLst>
                  <a:ext uri="{FF2B5EF4-FFF2-40B4-BE49-F238E27FC236}">
                    <a16:creationId xmlns:a16="http://schemas.microsoft.com/office/drawing/2014/main" id="{89684F70-EA46-B83B-1059-957FF42DA10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5" name="Group 14">
              <a:extLst>
                <a:ext uri="{FF2B5EF4-FFF2-40B4-BE49-F238E27FC236}">
                  <a16:creationId xmlns:a16="http://schemas.microsoft.com/office/drawing/2014/main" id="{B26A8E68-FF0D-F86E-F9B1-242B7BAABDB0}"/>
                </a:ext>
              </a:extLst>
            </p:cNvPr>
            <p:cNvGrpSpPr/>
            <p:nvPr userDrawn="1"/>
          </p:nvGrpSpPr>
          <p:grpSpPr>
            <a:xfrm>
              <a:off x="12442019" y="198485"/>
              <a:ext cx="382660" cy="2882942"/>
              <a:chOff x="12742785" y="3716048"/>
              <a:chExt cx="316248" cy="3171236"/>
            </a:xfrm>
          </p:grpSpPr>
          <p:sp>
            <p:nvSpPr>
              <p:cNvPr id="19" name="Rectangle 18">
                <a:extLst>
                  <a:ext uri="{FF2B5EF4-FFF2-40B4-BE49-F238E27FC236}">
                    <a16:creationId xmlns:a16="http://schemas.microsoft.com/office/drawing/2014/main" id="{DE96B631-4826-BAA5-4808-2788D42C8329}"/>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AE9F8F1B-6271-605B-E210-A6B549F70494}"/>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CF8B4B7B-E0C5-C957-D174-09BE3DEAB6A2}"/>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E63F14B0-62C6-B88F-7B56-A203A0F29ED5}"/>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42E4BF7B-2A48-8D6C-7493-D3152F199257}"/>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59E22A53-3943-8D63-5482-0F2A16787309}"/>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D3FCABB4-54D2-518E-4134-9F254D7480C7}"/>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B7FBEC40-218E-7C23-4709-19139A097B2F}"/>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3F842FC0-DF4D-9632-FE9D-4E7D2FB776B6}"/>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698CCC57-6845-9613-4268-B5F50C22F0B3}"/>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7" name="TextBox 16">
              <a:extLst>
                <a:ext uri="{FF2B5EF4-FFF2-40B4-BE49-F238E27FC236}">
                  <a16:creationId xmlns:a16="http://schemas.microsoft.com/office/drawing/2014/main" id="{C51BFD21-4CE7-7CF8-3A6D-CC9EF3BDDEA2}"/>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5" name="TextBox 44">
            <a:extLst>
              <a:ext uri="{FF2B5EF4-FFF2-40B4-BE49-F238E27FC236}">
                <a16:creationId xmlns:a16="http://schemas.microsoft.com/office/drawing/2014/main" id="{1E5377EC-13FC-F6FE-6C36-AE959BA31713}"/>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806663364"/>
      </p:ext>
    </p:extLst>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userDrawn="1">
  <p:cSld name="3 Column - Photo Top">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noChangeAspect="1"/>
          </p:cNvSpPr>
          <p:nvPr>
            <p:ph type="pic" sz="quarter" idx="13"/>
          </p:nvPr>
        </p:nvSpPr>
        <p:spPr>
          <a:xfrm>
            <a:off x="0" y="0"/>
            <a:ext cx="12192000" cy="3429000"/>
          </a:xfrm>
          <a:solidFill>
            <a:schemeClr val="bg1">
              <a:lumMod val="65000"/>
            </a:schemeClr>
          </a:solidFill>
        </p:spPr>
        <p:txBody>
          <a:bodyPr anchor="ctr"/>
          <a:lstStyle>
            <a:lvl1pPr algn="ctr">
              <a:defRPr>
                <a:solidFill>
                  <a:schemeClr val="bg1"/>
                </a:solidFill>
              </a:defRPr>
            </a:lvl1pPr>
          </a:lstStyle>
          <a:p>
            <a:r>
              <a:rPr lang="en-US"/>
              <a:t>Click icon to add picture</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2" name="Title 11">
            <a:extLst>
              <a:ext uri="{FF2B5EF4-FFF2-40B4-BE49-F238E27FC236}">
                <a16:creationId xmlns:a16="http://schemas.microsoft.com/office/drawing/2014/main" id="{91874068-FCB3-3E67-FD8A-888858391AF4}"/>
              </a:ext>
            </a:extLst>
          </p:cNvPr>
          <p:cNvSpPr>
            <a:spLocks noGrp="1"/>
          </p:cNvSpPr>
          <p:nvPr>
            <p:ph type="title"/>
          </p:nvPr>
        </p:nvSpPr>
        <p:spPr/>
        <p:txBody>
          <a:bodyPr/>
          <a:lstStyle>
            <a:lvl1pPr>
              <a:defRPr>
                <a:solidFill>
                  <a:schemeClr val="bg1"/>
                </a:solidFill>
              </a:defRPr>
            </a:lvl1pPr>
          </a:lstStyle>
          <a:p>
            <a:r>
              <a:rPr lang="en-US"/>
              <a:t>Click to edit Master title style</a:t>
            </a:r>
          </a:p>
        </p:txBody>
      </p:sp>
      <p:sp>
        <p:nvSpPr>
          <p:cNvPr id="3" name="Freeform 5">
            <a:extLst>
              <a:ext uri="{FF2B5EF4-FFF2-40B4-BE49-F238E27FC236}">
                <a16:creationId xmlns:a16="http://schemas.microsoft.com/office/drawing/2014/main" id="{71FB9F00-A1C6-0B41-BCF5-7DBE317FE533}"/>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3" name="Text Placeholder 10">
            <a:extLst>
              <a:ext uri="{FF2B5EF4-FFF2-40B4-BE49-F238E27FC236}">
                <a16:creationId xmlns:a16="http://schemas.microsoft.com/office/drawing/2014/main" id="{89B32E50-9450-0A92-9772-59EA93C40AE7}"/>
              </a:ext>
            </a:extLst>
          </p:cNvPr>
          <p:cNvSpPr>
            <a:spLocks noGrp="1"/>
          </p:cNvSpPr>
          <p:nvPr>
            <p:ph type="body" sz="quarter" idx="45"/>
          </p:nvPr>
        </p:nvSpPr>
        <p:spPr>
          <a:xfrm>
            <a:off x="548640" y="1127125"/>
            <a:ext cx="1108932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14" name="Text Placeholder 15">
            <a:extLst>
              <a:ext uri="{FF2B5EF4-FFF2-40B4-BE49-F238E27FC236}">
                <a16:creationId xmlns:a16="http://schemas.microsoft.com/office/drawing/2014/main" id="{81B1CE43-1A7D-92BC-9BE0-98FB6FC0D573}"/>
              </a:ext>
            </a:extLst>
          </p:cNvPr>
          <p:cNvSpPr>
            <a:spLocks noGrp="1"/>
          </p:cNvSpPr>
          <p:nvPr>
            <p:ph type="body" sz="quarter" idx="46"/>
          </p:nvPr>
        </p:nvSpPr>
        <p:spPr>
          <a:xfrm>
            <a:off x="546100" y="6019800"/>
            <a:ext cx="5445125"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5" name="Content Placeholder 32">
            <a:extLst>
              <a:ext uri="{FF2B5EF4-FFF2-40B4-BE49-F238E27FC236}">
                <a16:creationId xmlns:a16="http://schemas.microsoft.com/office/drawing/2014/main" id="{BA6EB3DD-394B-9F7E-9B89-633914C3BBFB}"/>
              </a:ext>
            </a:extLst>
          </p:cNvPr>
          <p:cNvSpPr>
            <a:spLocks noGrp="1"/>
          </p:cNvSpPr>
          <p:nvPr>
            <p:ph sz="quarter" idx="40"/>
          </p:nvPr>
        </p:nvSpPr>
        <p:spPr>
          <a:xfrm>
            <a:off x="546100" y="3984625"/>
            <a:ext cx="3520440" cy="188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Content Placeholder 15">
            <a:extLst>
              <a:ext uri="{FF2B5EF4-FFF2-40B4-BE49-F238E27FC236}">
                <a16:creationId xmlns:a16="http://schemas.microsoft.com/office/drawing/2014/main" id="{5BB03F0A-D74D-D67C-7DAC-CF0BD1A2F886}"/>
              </a:ext>
            </a:extLst>
          </p:cNvPr>
          <p:cNvSpPr>
            <a:spLocks noGrp="1"/>
          </p:cNvSpPr>
          <p:nvPr>
            <p:ph sz="quarter" idx="47"/>
          </p:nvPr>
        </p:nvSpPr>
        <p:spPr>
          <a:xfrm>
            <a:off x="4328238" y="3984624"/>
            <a:ext cx="3520440" cy="188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sp>
        <p:nvSpPr>
          <p:cNvPr id="20" name="Content Placeholder 17">
            <a:extLst>
              <a:ext uri="{FF2B5EF4-FFF2-40B4-BE49-F238E27FC236}">
                <a16:creationId xmlns:a16="http://schemas.microsoft.com/office/drawing/2014/main" id="{A4CFDEF4-9A06-FDBA-C4CA-F65EF5657C9A}"/>
              </a:ext>
            </a:extLst>
          </p:cNvPr>
          <p:cNvSpPr>
            <a:spLocks noGrp="1"/>
          </p:cNvSpPr>
          <p:nvPr>
            <p:ph sz="quarter" idx="48"/>
          </p:nvPr>
        </p:nvSpPr>
        <p:spPr>
          <a:xfrm>
            <a:off x="8117522" y="3984624"/>
            <a:ext cx="3520440" cy="188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grpSp>
        <p:nvGrpSpPr>
          <p:cNvPr id="2" name="Group 1">
            <a:extLst>
              <a:ext uri="{FF2B5EF4-FFF2-40B4-BE49-F238E27FC236}">
                <a16:creationId xmlns:a16="http://schemas.microsoft.com/office/drawing/2014/main" id="{2C365AED-49EE-AA59-4E2A-FCAFCF616CF2}"/>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841F30C3-28B6-AFCE-B24B-3BDDCBDF97A3}"/>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C24BD654-63BE-D854-FEE5-C494F302EB16}"/>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438BB7AA-F074-D300-D451-3B2A1767239E}"/>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116067C9-69E2-F436-8DBC-097F8E59B29F}"/>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6EDD4E88-B53A-0DEF-FDBD-7A42D590F51C}"/>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FDF567F6-06E2-D3CC-8755-728DC12601F0}"/>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708408F5-57EC-47C9-C70E-9617D6C84949}"/>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E4145798-FA40-E2C3-80A6-C019DE4D5DF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34CE01C7-9485-0275-7348-0F21A6FE8409}"/>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AE7ECE5D-17CC-62C7-ECBD-232FDE25AFE3}"/>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3EAD9019-2BA9-2499-A856-69F2DA015692}"/>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BEB9F995-0DF4-E45D-0D1E-ED4D6067E390}"/>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51BB3C3A-A0E8-A986-9E55-7D7C941B2FFB}"/>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CB895196-3D61-3F2B-9979-A556BE90FFF1}"/>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705879C0-A32D-32A7-D5BA-4C6E07517F05}"/>
                </a:ext>
              </a:extLst>
            </p:cNvPr>
            <p:cNvGrpSpPr/>
            <p:nvPr userDrawn="1"/>
          </p:nvGrpSpPr>
          <p:grpSpPr>
            <a:xfrm>
              <a:off x="12442019" y="198485"/>
              <a:ext cx="382660" cy="2882942"/>
              <a:chOff x="12742785" y="3716048"/>
              <a:chExt cx="316248" cy="3171236"/>
            </a:xfrm>
          </p:grpSpPr>
          <p:sp>
            <p:nvSpPr>
              <p:cNvPr id="18" name="Rectangle 17">
                <a:extLst>
                  <a:ext uri="{FF2B5EF4-FFF2-40B4-BE49-F238E27FC236}">
                    <a16:creationId xmlns:a16="http://schemas.microsoft.com/office/drawing/2014/main" id="{2A5DE2B3-299D-B055-0529-C099D7DCF0AC}"/>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F2699730-3F23-4980-E0BA-3A5305A910FB}"/>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758ECAB0-7910-2A9A-A0FC-309379E1AD9F}"/>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0CCEFAF3-B229-081D-86A0-96021A766899}"/>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817C5D4C-A9D1-1269-BF96-A6774A30698C}"/>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F64CD140-8253-D429-24E9-0D97E417DB24}"/>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DF853F28-D3FF-55D2-8F29-FB132896D292}"/>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1E5CDA5E-7C1D-FA4C-DD8B-5A33A5009E62}"/>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C0CC3D7C-F655-58F8-3747-4D3BD5C787A3}"/>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BB9D4FE9-5534-6ED1-327E-A3336FD1C1B7}"/>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6" name="TextBox 15">
              <a:extLst>
                <a:ext uri="{FF2B5EF4-FFF2-40B4-BE49-F238E27FC236}">
                  <a16:creationId xmlns:a16="http://schemas.microsoft.com/office/drawing/2014/main" id="{E529C02B-282C-F0C2-B83E-A80434C173FE}"/>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BE283BCE-BA0B-BFC6-4147-A83E56AF3BF0}"/>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359927837"/>
      </p:ext>
    </p:extLst>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userDrawn="1">
  <p:cSld name="3 Column - Photo Top/Icons">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noChangeAspect="1"/>
          </p:cNvSpPr>
          <p:nvPr>
            <p:ph type="pic" sz="quarter" idx="13"/>
          </p:nvPr>
        </p:nvSpPr>
        <p:spPr>
          <a:xfrm>
            <a:off x="0" y="0"/>
            <a:ext cx="12192000" cy="2570163"/>
          </a:xfrm>
          <a:solidFill>
            <a:schemeClr val="bg1">
              <a:lumMod val="65000"/>
            </a:schemeClr>
          </a:solidFill>
        </p:spPr>
        <p:txBody>
          <a:bodyPr tIns="548640" anchor="ctr"/>
          <a:lstStyle>
            <a:lvl1pPr algn="ctr">
              <a:defRPr>
                <a:solidFill>
                  <a:schemeClr val="bg1"/>
                </a:solidFill>
              </a:defRPr>
            </a:lvl1pPr>
          </a:lstStyle>
          <a:p>
            <a:r>
              <a:rPr lang="en-US"/>
              <a:t>Click icon to add picture</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1" name="Picture Placeholder 9">
            <a:extLst>
              <a:ext uri="{FF2B5EF4-FFF2-40B4-BE49-F238E27FC236}">
                <a16:creationId xmlns:a16="http://schemas.microsoft.com/office/drawing/2014/main" id="{8C6C4B9C-0B61-5ABC-74A2-BD33D2CF5DE4}"/>
              </a:ext>
            </a:extLst>
          </p:cNvPr>
          <p:cNvSpPr>
            <a:spLocks noGrp="1"/>
          </p:cNvSpPr>
          <p:nvPr>
            <p:ph type="pic" sz="quarter" idx="28" hasCustomPrompt="1"/>
          </p:nvPr>
        </p:nvSpPr>
        <p:spPr>
          <a:xfrm>
            <a:off x="546100" y="3146426"/>
            <a:ext cx="694944" cy="692149"/>
          </a:xfrm>
          <a:noFill/>
          <a:ln>
            <a:noFill/>
          </a:ln>
        </p:spPr>
        <p:txBody>
          <a:bodyPr anchor="ctr"/>
          <a:lstStyle>
            <a:lvl1pPr algn="ctr">
              <a:defRPr>
                <a:solidFill>
                  <a:schemeClr val="tx1"/>
                </a:solidFill>
              </a:defRPr>
            </a:lvl1pPr>
          </a:lstStyle>
          <a:p>
            <a:r>
              <a:rPr lang="en-US"/>
              <a:t>Icon</a:t>
            </a:r>
          </a:p>
        </p:txBody>
      </p:sp>
      <p:sp>
        <p:nvSpPr>
          <p:cNvPr id="12" name="Picture Placeholder 9">
            <a:extLst>
              <a:ext uri="{FF2B5EF4-FFF2-40B4-BE49-F238E27FC236}">
                <a16:creationId xmlns:a16="http://schemas.microsoft.com/office/drawing/2014/main" id="{944A16B1-3C9F-C007-5BDB-4655C3395D3B}"/>
              </a:ext>
            </a:extLst>
          </p:cNvPr>
          <p:cNvSpPr>
            <a:spLocks noGrp="1"/>
          </p:cNvSpPr>
          <p:nvPr>
            <p:ph type="pic" sz="quarter" idx="29" hasCustomPrompt="1"/>
          </p:nvPr>
        </p:nvSpPr>
        <p:spPr>
          <a:xfrm>
            <a:off x="4328238" y="3146426"/>
            <a:ext cx="694944" cy="692150"/>
          </a:xfrm>
          <a:noFill/>
          <a:ln>
            <a:noFill/>
          </a:ln>
        </p:spPr>
        <p:txBody>
          <a:bodyPr anchor="ctr"/>
          <a:lstStyle>
            <a:lvl1pPr algn="ctr">
              <a:defRPr>
                <a:solidFill>
                  <a:schemeClr val="tx1"/>
                </a:solidFill>
              </a:defRPr>
            </a:lvl1pPr>
          </a:lstStyle>
          <a:p>
            <a:r>
              <a:rPr lang="en-US"/>
              <a:t>Icon</a:t>
            </a:r>
          </a:p>
        </p:txBody>
      </p:sp>
      <p:sp>
        <p:nvSpPr>
          <p:cNvPr id="13" name="Picture Placeholder 9">
            <a:extLst>
              <a:ext uri="{FF2B5EF4-FFF2-40B4-BE49-F238E27FC236}">
                <a16:creationId xmlns:a16="http://schemas.microsoft.com/office/drawing/2014/main" id="{A5A79627-D088-B1B1-9F23-A62FAFD9CC75}"/>
              </a:ext>
            </a:extLst>
          </p:cNvPr>
          <p:cNvSpPr>
            <a:spLocks noGrp="1"/>
          </p:cNvSpPr>
          <p:nvPr>
            <p:ph type="pic" sz="quarter" idx="30" hasCustomPrompt="1"/>
          </p:nvPr>
        </p:nvSpPr>
        <p:spPr>
          <a:xfrm>
            <a:off x="8117522" y="3146426"/>
            <a:ext cx="694944" cy="692150"/>
          </a:xfrm>
          <a:noFill/>
          <a:ln>
            <a:noFill/>
          </a:ln>
        </p:spPr>
        <p:txBody>
          <a:bodyPr anchor="ctr"/>
          <a:lstStyle>
            <a:lvl1pPr algn="ctr">
              <a:defRPr>
                <a:solidFill>
                  <a:schemeClr val="tx1"/>
                </a:solidFill>
              </a:defRPr>
            </a:lvl1pPr>
          </a:lstStyle>
          <a:p>
            <a:r>
              <a:rPr lang="en-US"/>
              <a:t>Icon</a:t>
            </a:r>
          </a:p>
        </p:txBody>
      </p:sp>
      <p:sp>
        <p:nvSpPr>
          <p:cNvPr id="4" name="Title 3">
            <a:extLst>
              <a:ext uri="{FF2B5EF4-FFF2-40B4-BE49-F238E27FC236}">
                <a16:creationId xmlns:a16="http://schemas.microsoft.com/office/drawing/2014/main" id="{DBDE9691-3D56-DAA7-8818-1939ACD60B6C}"/>
              </a:ext>
            </a:extLst>
          </p:cNvPr>
          <p:cNvSpPr>
            <a:spLocks noGrp="1"/>
          </p:cNvSpPr>
          <p:nvPr>
            <p:ph type="title"/>
          </p:nvPr>
        </p:nvSpPr>
        <p:spPr/>
        <p:txBody>
          <a:bodyPr/>
          <a:lstStyle>
            <a:lvl1pPr>
              <a:defRPr>
                <a:solidFill>
                  <a:schemeClr val="bg1"/>
                </a:solidFill>
              </a:defRPr>
            </a:lvl1pPr>
          </a:lstStyle>
          <a:p>
            <a:r>
              <a:rPr lang="en-US"/>
              <a:t>Click to edit Master title style</a:t>
            </a:r>
          </a:p>
        </p:txBody>
      </p:sp>
      <p:sp>
        <p:nvSpPr>
          <p:cNvPr id="3" name="Freeform 5">
            <a:extLst>
              <a:ext uri="{FF2B5EF4-FFF2-40B4-BE49-F238E27FC236}">
                <a16:creationId xmlns:a16="http://schemas.microsoft.com/office/drawing/2014/main" id="{A93EB283-34D5-EEA2-8ED6-3A751877E61B}"/>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6" name="Text Placeholder 10">
            <a:extLst>
              <a:ext uri="{FF2B5EF4-FFF2-40B4-BE49-F238E27FC236}">
                <a16:creationId xmlns:a16="http://schemas.microsoft.com/office/drawing/2014/main" id="{6805229E-B1FB-69C3-19F0-88C0E54FE8AD}"/>
              </a:ext>
            </a:extLst>
          </p:cNvPr>
          <p:cNvSpPr>
            <a:spLocks noGrp="1"/>
          </p:cNvSpPr>
          <p:nvPr>
            <p:ph type="body" sz="quarter" idx="45"/>
          </p:nvPr>
        </p:nvSpPr>
        <p:spPr>
          <a:xfrm>
            <a:off x="548640" y="1127125"/>
            <a:ext cx="1108932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17" name="Text Placeholder 15">
            <a:extLst>
              <a:ext uri="{FF2B5EF4-FFF2-40B4-BE49-F238E27FC236}">
                <a16:creationId xmlns:a16="http://schemas.microsoft.com/office/drawing/2014/main" id="{6F3F2673-21ED-7F6B-10C0-910AB986E7A3}"/>
              </a:ext>
            </a:extLst>
          </p:cNvPr>
          <p:cNvSpPr>
            <a:spLocks noGrp="1"/>
          </p:cNvSpPr>
          <p:nvPr>
            <p:ph type="body" sz="quarter" idx="46"/>
          </p:nvPr>
        </p:nvSpPr>
        <p:spPr>
          <a:xfrm>
            <a:off x="546100" y="6019800"/>
            <a:ext cx="5445125"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8" name="Content Placeholder 32">
            <a:extLst>
              <a:ext uri="{FF2B5EF4-FFF2-40B4-BE49-F238E27FC236}">
                <a16:creationId xmlns:a16="http://schemas.microsoft.com/office/drawing/2014/main" id="{A987ED96-C80E-4781-0F7F-E940B58D1115}"/>
              </a:ext>
            </a:extLst>
          </p:cNvPr>
          <p:cNvSpPr>
            <a:spLocks noGrp="1"/>
          </p:cNvSpPr>
          <p:nvPr>
            <p:ph sz="quarter" idx="40"/>
          </p:nvPr>
        </p:nvSpPr>
        <p:spPr>
          <a:xfrm>
            <a:off x="546100" y="3984625"/>
            <a:ext cx="3520440" cy="188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9" name="Content Placeholder 15">
            <a:extLst>
              <a:ext uri="{FF2B5EF4-FFF2-40B4-BE49-F238E27FC236}">
                <a16:creationId xmlns:a16="http://schemas.microsoft.com/office/drawing/2014/main" id="{8E8CFD94-7258-5E47-4E33-9E574B7B0C33}"/>
              </a:ext>
            </a:extLst>
          </p:cNvPr>
          <p:cNvSpPr>
            <a:spLocks noGrp="1"/>
          </p:cNvSpPr>
          <p:nvPr>
            <p:ph sz="quarter" idx="47"/>
          </p:nvPr>
        </p:nvSpPr>
        <p:spPr>
          <a:xfrm>
            <a:off x="4328238" y="3984624"/>
            <a:ext cx="3520440" cy="188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sp>
        <p:nvSpPr>
          <p:cNvPr id="20" name="Content Placeholder 17">
            <a:extLst>
              <a:ext uri="{FF2B5EF4-FFF2-40B4-BE49-F238E27FC236}">
                <a16:creationId xmlns:a16="http://schemas.microsoft.com/office/drawing/2014/main" id="{B9EFDEF9-B5E4-7A79-CE8B-DD409F6BDE1B}"/>
              </a:ext>
            </a:extLst>
          </p:cNvPr>
          <p:cNvSpPr>
            <a:spLocks noGrp="1"/>
          </p:cNvSpPr>
          <p:nvPr>
            <p:ph sz="quarter" idx="48"/>
          </p:nvPr>
        </p:nvSpPr>
        <p:spPr>
          <a:xfrm>
            <a:off x="8117522" y="3984624"/>
            <a:ext cx="3520440" cy="188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grpSp>
        <p:nvGrpSpPr>
          <p:cNvPr id="2" name="Group 1">
            <a:extLst>
              <a:ext uri="{FF2B5EF4-FFF2-40B4-BE49-F238E27FC236}">
                <a16:creationId xmlns:a16="http://schemas.microsoft.com/office/drawing/2014/main" id="{05523900-B6C1-B138-7D49-29CA1ECC768A}"/>
              </a:ext>
            </a:extLst>
          </p:cNvPr>
          <p:cNvGrpSpPr/>
          <p:nvPr userDrawn="1"/>
        </p:nvGrpSpPr>
        <p:grpSpPr>
          <a:xfrm>
            <a:off x="12356815" y="0"/>
            <a:ext cx="756834" cy="6872642"/>
            <a:chOff x="12356815" y="0"/>
            <a:chExt cx="756834" cy="6872642"/>
          </a:xfrm>
        </p:grpSpPr>
        <p:sp>
          <p:nvSpPr>
            <p:cNvPr id="5" name="Rectangle 4">
              <a:extLst>
                <a:ext uri="{FF2B5EF4-FFF2-40B4-BE49-F238E27FC236}">
                  <a16:creationId xmlns:a16="http://schemas.microsoft.com/office/drawing/2014/main" id="{18FD2C69-0D49-31DB-5DBE-7776E429D48A}"/>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A18E9B3C-F5E2-7785-3FE2-CD8A6205E69B}"/>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35BC0A84-A0F5-5EA8-BD9B-94EE101742D2}"/>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4" name="Group 13">
              <a:extLst>
                <a:ext uri="{FF2B5EF4-FFF2-40B4-BE49-F238E27FC236}">
                  <a16:creationId xmlns:a16="http://schemas.microsoft.com/office/drawing/2014/main" id="{8F541EDB-C236-65A5-ECE4-5ACCC57459B4}"/>
                </a:ext>
              </a:extLst>
            </p:cNvPr>
            <p:cNvGrpSpPr/>
            <p:nvPr userDrawn="1"/>
          </p:nvGrpSpPr>
          <p:grpSpPr>
            <a:xfrm>
              <a:off x="12442019" y="3791214"/>
              <a:ext cx="382660" cy="2882942"/>
              <a:chOff x="14001569" y="3716048"/>
              <a:chExt cx="316248" cy="3171236"/>
            </a:xfrm>
          </p:grpSpPr>
          <p:sp>
            <p:nvSpPr>
              <p:cNvPr id="32" name="Rectangle 31">
                <a:extLst>
                  <a:ext uri="{FF2B5EF4-FFF2-40B4-BE49-F238E27FC236}">
                    <a16:creationId xmlns:a16="http://schemas.microsoft.com/office/drawing/2014/main" id="{E14BE022-AD1C-282D-148E-199537BA9B2F}"/>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907BEB51-933D-BA91-BEFB-B5FBBE761C85}"/>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F63DF5D4-CE5E-7452-DA0E-1AA315B29A04}"/>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24DC8893-BCC1-915B-8C68-C99DBA247621}"/>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83A9D11D-A17B-E5EB-E3FB-8891E725AB6B}"/>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240361DA-93A3-3521-C1CB-FD511D973268}"/>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C991C083-D6DE-BB88-337E-BF251C812D7D}"/>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B4CFD476-032E-81F3-0296-6D041BAC973D}"/>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FEB0B929-8BEB-E617-E8BE-CEF857989707}"/>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B679381C-67C3-DFF2-2DC3-CACE01E52EEA}"/>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5" name="Group 14">
              <a:extLst>
                <a:ext uri="{FF2B5EF4-FFF2-40B4-BE49-F238E27FC236}">
                  <a16:creationId xmlns:a16="http://schemas.microsoft.com/office/drawing/2014/main" id="{AE0B6A5D-2411-2C9B-2AAF-ABEE511731C6}"/>
                </a:ext>
              </a:extLst>
            </p:cNvPr>
            <p:cNvGrpSpPr/>
            <p:nvPr userDrawn="1"/>
          </p:nvGrpSpPr>
          <p:grpSpPr>
            <a:xfrm>
              <a:off x="12442019" y="198485"/>
              <a:ext cx="382660" cy="2882942"/>
              <a:chOff x="12742785" y="3716048"/>
              <a:chExt cx="316248" cy="3171236"/>
            </a:xfrm>
          </p:grpSpPr>
          <p:sp>
            <p:nvSpPr>
              <p:cNvPr id="22" name="Rectangle 21">
                <a:extLst>
                  <a:ext uri="{FF2B5EF4-FFF2-40B4-BE49-F238E27FC236}">
                    <a16:creationId xmlns:a16="http://schemas.microsoft.com/office/drawing/2014/main" id="{DA4C0434-0F4A-6E0A-E06B-2D27EA50EB78}"/>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47B146DD-9C34-06DF-9FE2-4E2A1A1C6B7E}"/>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A56571D6-473D-F327-5CDB-69D48EBB3E2A}"/>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099826DE-D7BB-EB5C-39B9-CE8D2EF22B5D}"/>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3713BC80-FFA1-78C9-FE27-547A1E6C72C0}"/>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6CF4A443-CFCA-E5E7-48FA-46CB4809375A}"/>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448B1162-7D6C-27A4-48B2-D1EEBE9E2D3C}"/>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0AE3DC69-91C3-4D2F-D138-0252D44DEA03}"/>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9ACD119C-2FA3-FE38-B9EA-D53597CD3CBD}"/>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263D27CB-5474-6145-56D7-7BD328CF5CD0}"/>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21" name="TextBox 20">
              <a:extLst>
                <a:ext uri="{FF2B5EF4-FFF2-40B4-BE49-F238E27FC236}">
                  <a16:creationId xmlns:a16="http://schemas.microsoft.com/office/drawing/2014/main" id="{761F77DC-3995-8B8D-CBB1-6E3ACA77BA68}"/>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2" name="TextBox 41">
            <a:extLst>
              <a:ext uri="{FF2B5EF4-FFF2-40B4-BE49-F238E27FC236}">
                <a16:creationId xmlns:a16="http://schemas.microsoft.com/office/drawing/2014/main" id="{F589DE97-81C9-5BA6-9D08-077E4E809C48}"/>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409456380"/>
      </p:ext>
    </p:extLst>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preserve="1" userDrawn="1">
  <p:cSld name="3x3 - Photo Top">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noChangeAspect="1"/>
          </p:cNvSpPr>
          <p:nvPr>
            <p:ph type="pic" sz="quarter" idx="13"/>
          </p:nvPr>
        </p:nvSpPr>
        <p:spPr>
          <a:xfrm>
            <a:off x="0" y="1"/>
            <a:ext cx="12192000" cy="1700212"/>
          </a:xfrm>
          <a:solidFill>
            <a:schemeClr val="bg1">
              <a:lumMod val="65000"/>
            </a:schemeClr>
          </a:solidFill>
        </p:spPr>
        <p:txBody>
          <a:bodyPr lIns="2560320" anchor="ctr"/>
          <a:lstStyle>
            <a:lvl1pPr algn="ctr">
              <a:defRPr>
                <a:solidFill>
                  <a:schemeClr val="bg1"/>
                </a:solidFill>
              </a:defRPr>
            </a:lvl1pPr>
          </a:lstStyle>
          <a:p>
            <a:r>
              <a:rPr lang="en-US"/>
              <a:t>Click icon to add picture</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39" name="Picture Placeholder 9">
            <a:extLst>
              <a:ext uri="{FF2B5EF4-FFF2-40B4-BE49-F238E27FC236}">
                <a16:creationId xmlns:a16="http://schemas.microsoft.com/office/drawing/2014/main" id="{DEE24B91-16DE-DAB3-3069-2978764EB319}"/>
              </a:ext>
            </a:extLst>
          </p:cNvPr>
          <p:cNvSpPr>
            <a:spLocks noGrp="1"/>
          </p:cNvSpPr>
          <p:nvPr>
            <p:ph type="pic" sz="quarter" idx="37" hasCustomPrompt="1"/>
          </p:nvPr>
        </p:nvSpPr>
        <p:spPr>
          <a:xfrm>
            <a:off x="546100" y="2006963"/>
            <a:ext cx="731520" cy="707662"/>
          </a:xfrm>
          <a:noFill/>
          <a:ln>
            <a:noFill/>
          </a:ln>
        </p:spPr>
        <p:txBody>
          <a:bodyPr tIns="411480" anchor="ctr">
            <a:normAutofit/>
          </a:bodyPr>
          <a:lstStyle>
            <a:lvl1pPr algn="ctr">
              <a:defRPr sz="1100">
                <a:solidFill>
                  <a:schemeClr val="tx1"/>
                </a:solidFill>
              </a:defRPr>
            </a:lvl1pPr>
          </a:lstStyle>
          <a:p>
            <a:r>
              <a:rPr lang="en-US"/>
              <a:t>Icon</a:t>
            </a:r>
          </a:p>
        </p:txBody>
      </p:sp>
      <p:sp>
        <p:nvSpPr>
          <p:cNvPr id="40" name="Picture Placeholder 9">
            <a:extLst>
              <a:ext uri="{FF2B5EF4-FFF2-40B4-BE49-F238E27FC236}">
                <a16:creationId xmlns:a16="http://schemas.microsoft.com/office/drawing/2014/main" id="{F003E950-C9D0-0278-0715-C906BEF230C3}"/>
              </a:ext>
            </a:extLst>
          </p:cNvPr>
          <p:cNvSpPr>
            <a:spLocks noGrp="1"/>
          </p:cNvSpPr>
          <p:nvPr>
            <p:ph type="pic" sz="quarter" idx="38" hasCustomPrompt="1"/>
          </p:nvPr>
        </p:nvSpPr>
        <p:spPr>
          <a:xfrm>
            <a:off x="4335779" y="2006963"/>
            <a:ext cx="731520" cy="707662"/>
          </a:xfrm>
          <a:noFill/>
          <a:ln>
            <a:noFill/>
          </a:ln>
        </p:spPr>
        <p:txBody>
          <a:bodyPr tIns="411480" anchor="ctr">
            <a:normAutofit/>
          </a:bodyPr>
          <a:lstStyle>
            <a:lvl1pPr algn="ctr">
              <a:defRPr sz="1100">
                <a:solidFill>
                  <a:schemeClr val="tx1"/>
                </a:solidFill>
              </a:defRPr>
            </a:lvl1pPr>
          </a:lstStyle>
          <a:p>
            <a:r>
              <a:rPr lang="en-US"/>
              <a:t>Icon</a:t>
            </a:r>
          </a:p>
        </p:txBody>
      </p:sp>
      <p:sp>
        <p:nvSpPr>
          <p:cNvPr id="41" name="Picture Placeholder 9">
            <a:extLst>
              <a:ext uri="{FF2B5EF4-FFF2-40B4-BE49-F238E27FC236}">
                <a16:creationId xmlns:a16="http://schemas.microsoft.com/office/drawing/2014/main" id="{773CBB8A-601B-B68F-970A-8D6534F2D520}"/>
              </a:ext>
            </a:extLst>
          </p:cNvPr>
          <p:cNvSpPr>
            <a:spLocks noGrp="1"/>
          </p:cNvSpPr>
          <p:nvPr>
            <p:ph type="pic" sz="quarter" idx="39" hasCustomPrompt="1"/>
          </p:nvPr>
        </p:nvSpPr>
        <p:spPr>
          <a:xfrm>
            <a:off x="8131809" y="2006963"/>
            <a:ext cx="731520" cy="707662"/>
          </a:xfrm>
          <a:noFill/>
          <a:ln>
            <a:noFill/>
          </a:ln>
        </p:spPr>
        <p:txBody>
          <a:bodyPr tIns="411480" anchor="ctr">
            <a:normAutofit/>
          </a:bodyPr>
          <a:lstStyle>
            <a:lvl1pPr algn="ctr">
              <a:defRPr sz="1100">
                <a:solidFill>
                  <a:schemeClr val="tx1"/>
                </a:solidFill>
              </a:defRPr>
            </a:lvl1pPr>
          </a:lstStyle>
          <a:p>
            <a:r>
              <a:rPr lang="en-US"/>
              <a:t>Icon</a:t>
            </a:r>
          </a:p>
        </p:txBody>
      </p:sp>
      <p:sp>
        <p:nvSpPr>
          <p:cNvPr id="42" name="Picture Placeholder 9">
            <a:extLst>
              <a:ext uri="{FF2B5EF4-FFF2-40B4-BE49-F238E27FC236}">
                <a16:creationId xmlns:a16="http://schemas.microsoft.com/office/drawing/2014/main" id="{CDAB1DAD-1044-2753-ED1B-2F53ADC1F076}"/>
              </a:ext>
            </a:extLst>
          </p:cNvPr>
          <p:cNvSpPr>
            <a:spLocks noGrp="1"/>
          </p:cNvSpPr>
          <p:nvPr>
            <p:ph type="pic" sz="quarter" idx="40" hasCustomPrompt="1"/>
          </p:nvPr>
        </p:nvSpPr>
        <p:spPr>
          <a:xfrm>
            <a:off x="546100" y="4124325"/>
            <a:ext cx="731520" cy="730250"/>
          </a:xfrm>
          <a:noFill/>
          <a:ln>
            <a:noFill/>
          </a:ln>
        </p:spPr>
        <p:txBody>
          <a:bodyPr tIns="411480" anchor="ctr">
            <a:normAutofit/>
          </a:bodyPr>
          <a:lstStyle>
            <a:lvl1pPr algn="ctr">
              <a:defRPr sz="1100">
                <a:solidFill>
                  <a:schemeClr val="tx1"/>
                </a:solidFill>
              </a:defRPr>
            </a:lvl1pPr>
          </a:lstStyle>
          <a:p>
            <a:r>
              <a:rPr lang="en-US"/>
              <a:t>Icon</a:t>
            </a:r>
          </a:p>
        </p:txBody>
      </p:sp>
      <p:sp>
        <p:nvSpPr>
          <p:cNvPr id="43" name="Picture Placeholder 9">
            <a:extLst>
              <a:ext uri="{FF2B5EF4-FFF2-40B4-BE49-F238E27FC236}">
                <a16:creationId xmlns:a16="http://schemas.microsoft.com/office/drawing/2014/main" id="{8E533476-771C-C1A8-684B-5F369B8AD702}"/>
              </a:ext>
            </a:extLst>
          </p:cNvPr>
          <p:cNvSpPr>
            <a:spLocks noGrp="1"/>
          </p:cNvSpPr>
          <p:nvPr>
            <p:ph type="pic" sz="quarter" idx="41" hasCustomPrompt="1"/>
          </p:nvPr>
        </p:nvSpPr>
        <p:spPr>
          <a:xfrm>
            <a:off x="4335779" y="4124325"/>
            <a:ext cx="731520" cy="730250"/>
          </a:xfrm>
          <a:noFill/>
          <a:ln>
            <a:noFill/>
          </a:ln>
        </p:spPr>
        <p:txBody>
          <a:bodyPr tIns="411480" anchor="ctr">
            <a:normAutofit/>
          </a:bodyPr>
          <a:lstStyle>
            <a:lvl1pPr algn="ctr">
              <a:defRPr sz="1100">
                <a:solidFill>
                  <a:schemeClr val="tx1"/>
                </a:solidFill>
              </a:defRPr>
            </a:lvl1pPr>
          </a:lstStyle>
          <a:p>
            <a:r>
              <a:rPr lang="en-US"/>
              <a:t>Icon</a:t>
            </a:r>
          </a:p>
        </p:txBody>
      </p:sp>
      <p:sp>
        <p:nvSpPr>
          <p:cNvPr id="44" name="Picture Placeholder 9">
            <a:extLst>
              <a:ext uri="{FF2B5EF4-FFF2-40B4-BE49-F238E27FC236}">
                <a16:creationId xmlns:a16="http://schemas.microsoft.com/office/drawing/2014/main" id="{8229F8E0-54EB-CC61-EDE5-D49015E07E9D}"/>
              </a:ext>
            </a:extLst>
          </p:cNvPr>
          <p:cNvSpPr>
            <a:spLocks noGrp="1"/>
          </p:cNvSpPr>
          <p:nvPr>
            <p:ph type="pic" sz="quarter" idx="42" hasCustomPrompt="1"/>
          </p:nvPr>
        </p:nvSpPr>
        <p:spPr>
          <a:xfrm>
            <a:off x="8131809" y="4124325"/>
            <a:ext cx="731520" cy="730250"/>
          </a:xfrm>
          <a:noFill/>
          <a:ln>
            <a:noFill/>
          </a:ln>
        </p:spPr>
        <p:txBody>
          <a:bodyPr tIns="411480" anchor="ctr">
            <a:normAutofit/>
          </a:bodyPr>
          <a:lstStyle>
            <a:lvl1pPr algn="ctr">
              <a:defRPr sz="1100">
                <a:solidFill>
                  <a:schemeClr val="tx1"/>
                </a:solidFill>
              </a:defRPr>
            </a:lvl1pPr>
          </a:lstStyle>
          <a:p>
            <a:r>
              <a:rPr lang="en-US"/>
              <a:t>Icon</a:t>
            </a:r>
          </a:p>
        </p:txBody>
      </p:sp>
      <p:sp>
        <p:nvSpPr>
          <p:cNvPr id="4" name="Title 3">
            <a:extLst>
              <a:ext uri="{FF2B5EF4-FFF2-40B4-BE49-F238E27FC236}">
                <a16:creationId xmlns:a16="http://schemas.microsoft.com/office/drawing/2014/main" id="{38E069FA-BCFF-0525-82A8-9D43A0F7FFAD}"/>
              </a:ext>
            </a:extLst>
          </p:cNvPr>
          <p:cNvSpPr>
            <a:spLocks noGrp="1"/>
          </p:cNvSpPr>
          <p:nvPr>
            <p:ph type="title"/>
          </p:nvPr>
        </p:nvSpPr>
        <p:spPr/>
        <p:txBody>
          <a:bodyPr/>
          <a:lstStyle>
            <a:lvl1pPr>
              <a:defRPr>
                <a:solidFill>
                  <a:schemeClr val="bg1"/>
                </a:solidFill>
              </a:defRPr>
            </a:lvl1pPr>
          </a:lstStyle>
          <a:p>
            <a:r>
              <a:rPr lang="en-US"/>
              <a:t>Click to edit Master title style</a:t>
            </a:r>
          </a:p>
        </p:txBody>
      </p:sp>
      <p:sp>
        <p:nvSpPr>
          <p:cNvPr id="3" name="Freeform 5">
            <a:extLst>
              <a:ext uri="{FF2B5EF4-FFF2-40B4-BE49-F238E27FC236}">
                <a16:creationId xmlns:a16="http://schemas.microsoft.com/office/drawing/2014/main" id="{9770A17F-69E1-3883-06E4-BFC90C571285}"/>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3" name="Text Placeholder 10">
            <a:extLst>
              <a:ext uri="{FF2B5EF4-FFF2-40B4-BE49-F238E27FC236}">
                <a16:creationId xmlns:a16="http://schemas.microsoft.com/office/drawing/2014/main" id="{310489FA-6FE3-5196-57BA-4C39CF6D97C9}"/>
              </a:ext>
            </a:extLst>
          </p:cNvPr>
          <p:cNvSpPr>
            <a:spLocks noGrp="1"/>
          </p:cNvSpPr>
          <p:nvPr>
            <p:ph type="body" sz="quarter" idx="45"/>
          </p:nvPr>
        </p:nvSpPr>
        <p:spPr>
          <a:xfrm>
            <a:off x="548640" y="1127125"/>
            <a:ext cx="5442585"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15" name="Text Placeholder 15">
            <a:extLst>
              <a:ext uri="{FF2B5EF4-FFF2-40B4-BE49-F238E27FC236}">
                <a16:creationId xmlns:a16="http://schemas.microsoft.com/office/drawing/2014/main" id="{9BA8EFE1-927F-55D6-A4B0-B8DDF6AF954B}"/>
              </a:ext>
            </a:extLst>
          </p:cNvPr>
          <p:cNvSpPr>
            <a:spLocks noGrp="1"/>
          </p:cNvSpPr>
          <p:nvPr>
            <p:ph type="body" sz="quarter" idx="46"/>
          </p:nvPr>
        </p:nvSpPr>
        <p:spPr>
          <a:xfrm>
            <a:off x="546100" y="6019800"/>
            <a:ext cx="5445125"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20" name="Content Placeholder 32">
            <a:extLst>
              <a:ext uri="{FF2B5EF4-FFF2-40B4-BE49-F238E27FC236}">
                <a16:creationId xmlns:a16="http://schemas.microsoft.com/office/drawing/2014/main" id="{0C04A2DB-44E7-1779-7153-66AE7C17B9DA}"/>
              </a:ext>
            </a:extLst>
          </p:cNvPr>
          <p:cNvSpPr>
            <a:spLocks noGrp="1"/>
          </p:cNvSpPr>
          <p:nvPr>
            <p:ph sz="quarter" idx="49"/>
          </p:nvPr>
        </p:nvSpPr>
        <p:spPr>
          <a:xfrm>
            <a:off x="546100" y="2847975"/>
            <a:ext cx="3520440" cy="990598"/>
          </a:xfrm>
        </p:spPr>
        <p:txBody>
          <a:bodyPr/>
          <a:lstStyle>
            <a:lvl1pPr>
              <a:defRPr lang="en-US" sz="2000" b="0" i="0" kern="1200" dirty="0" smtClean="0">
                <a:solidFill>
                  <a:schemeClr val="tx2"/>
                </a:solidFill>
                <a:latin typeface="+mj-lt"/>
                <a:ea typeface="GT America Regular" charset="0"/>
                <a:cs typeface="GT America Regular" charset="0"/>
              </a:defRPr>
            </a:lvl1pPr>
          </a:lstStyle>
          <a:p>
            <a:pPr lvl="0"/>
            <a:r>
              <a:rPr lang="en-US"/>
              <a:t>Click to edit Master text styles</a:t>
            </a:r>
          </a:p>
          <a:p>
            <a:pPr lvl="1"/>
            <a:r>
              <a:rPr lang="en-US"/>
              <a:t>Second level</a:t>
            </a:r>
          </a:p>
          <a:p>
            <a:pPr lvl="2"/>
            <a:r>
              <a:rPr lang="en-US"/>
              <a:t>Third level</a:t>
            </a:r>
          </a:p>
        </p:txBody>
      </p:sp>
      <p:sp>
        <p:nvSpPr>
          <p:cNvPr id="24" name="Content Placeholder 15">
            <a:extLst>
              <a:ext uri="{FF2B5EF4-FFF2-40B4-BE49-F238E27FC236}">
                <a16:creationId xmlns:a16="http://schemas.microsoft.com/office/drawing/2014/main" id="{CF9DFE53-830B-1A4C-F472-E0E7B9624139}"/>
              </a:ext>
            </a:extLst>
          </p:cNvPr>
          <p:cNvSpPr>
            <a:spLocks noGrp="1"/>
          </p:cNvSpPr>
          <p:nvPr>
            <p:ph sz="quarter" idx="50"/>
          </p:nvPr>
        </p:nvSpPr>
        <p:spPr>
          <a:xfrm>
            <a:off x="4335779" y="2847975"/>
            <a:ext cx="3520440" cy="990598"/>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25" name="Content Placeholder 17">
            <a:extLst>
              <a:ext uri="{FF2B5EF4-FFF2-40B4-BE49-F238E27FC236}">
                <a16:creationId xmlns:a16="http://schemas.microsoft.com/office/drawing/2014/main" id="{9C6C9551-6B74-0885-811D-B5B985D52982}"/>
              </a:ext>
            </a:extLst>
          </p:cNvPr>
          <p:cNvSpPr>
            <a:spLocks noGrp="1"/>
          </p:cNvSpPr>
          <p:nvPr>
            <p:ph sz="quarter" idx="51"/>
          </p:nvPr>
        </p:nvSpPr>
        <p:spPr>
          <a:xfrm>
            <a:off x="8125460" y="2847975"/>
            <a:ext cx="3520440" cy="990600"/>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26" name="Content Placeholder 20">
            <a:extLst>
              <a:ext uri="{FF2B5EF4-FFF2-40B4-BE49-F238E27FC236}">
                <a16:creationId xmlns:a16="http://schemas.microsoft.com/office/drawing/2014/main" id="{2A0BC643-D0E4-E606-F236-457295E113C5}"/>
              </a:ext>
            </a:extLst>
          </p:cNvPr>
          <p:cNvSpPr>
            <a:spLocks noGrp="1"/>
          </p:cNvSpPr>
          <p:nvPr>
            <p:ph sz="quarter" idx="52"/>
          </p:nvPr>
        </p:nvSpPr>
        <p:spPr>
          <a:xfrm>
            <a:off x="546100" y="5003800"/>
            <a:ext cx="3529172" cy="1016000"/>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27" name="Content Placeholder 33">
            <a:extLst>
              <a:ext uri="{FF2B5EF4-FFF2-40B4-BE49-F238E27FC236}">
                <a16:creationId xmlns:a16="http://schemas.microsoft.com/office/drawing/2014/main" id="{A2615C15-0FEC-C591-F37F-CCD2AAD8F80C}"/>
              </a:ext>
            </a:extLst>
          </p:cNvPr>
          <p:cNvSpPr>
            <a:spLocks noGrp="1"/>
          </p:cNvSpPr>
          <p:nvPr>
            <p:ph sz="quarter" idx="53"/>
          </p:nvPr>
        </p:nvSpPr>
        <p:spPr>
          <a:xfrm>
            <a:off x="4335779" y="5003800"/>
            <a:ext cx="3520440" cy="1015999"/>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29" name="Content Placeholder 28">
            <a:extLst>
              <a:ext uri="{FF2B5EF4-FFF2-40B4-BE49-F238E27FC236}">
                <a16:creationId xmlns:a16="http://schemas.microsoft.com/office/drawing/2014/main" id="{9C9DFC81-DE9E-FF0E-B59B-9F9419556889}"/>
              </a:ext>
            </a:extLst>
          </p:cNvPr>
          <p:cNvSpPr>
            <a:spLocks noGrp="1"/>
          </p:cNvSpPr>
          <p:nvPr>
            <p:ph sz="quarter" idx="54"/>
          </p:nvPr>
        </p:nvSpPr>
        <p:spPr>
          <a:xfrm>
            <a:off x="8116726" y="5003800"/>
            <a:ext cx="3521237" cy="1016000"/>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grpSp>
        <p:nvGrpSpPr>
          <p:cNvPr id="2" name="Group 1">
            <a:extLst>
              <a:ext uri="{FF2B5EF4-FFF2-40B4-BE49-F238E27FC236}">
                <a16:creationId xmlns:a16="http://schemas.microsoft.com/office/drawing/2014/main" id="{BF855D37-451A-A814-0C17-369445433AE6}"/>
              </a:ext>
            </a:extLst>
          </p:cNvPr>
          <p:cNvGrpSpPr/>
          <p:nvPr userDrawn="1"/>
        </p:nvGrpSpPr>
        <p:grpSpPr>
          <a:xfrm>
            <a:off x="12356815" y="0"/>
            <a:ext cx="756834" cy="6872642"/>
            <a:chOff x="12356815" y="0"/>
            <a:chExt cx="756834" cy="6872642"/>
          </a:xfrm>
        </p:grpSpPr>
        <p:sp>
          <p:nvSpPr>
            <p:cNvPr id="5" name="Rectangle 4">
              <a:extLst>
                <a:ext uri="{FF2B5EF4-FFF2-40B4-BE49-F238E27FC236}">
                  <a16:creationId xmlns:a16="http://schemas.microsoft.com/office/drawing/2014/main" id="{CD4F1F01-8454-38F6-8D3B-0C98F3E75E1F}"/>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F7274A4C-30E1-574C-4667-3644372E721F}"/>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4E028A50-7B29-2422-1DD0-A2A9C6765FAE}"/>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1" name="Group 10">
              <a:extLst>
                <a:ext uri="{FF2B5EF4-FFF2-40B4-BE49-F238E27FC236}">
                  <a16:creationId xmlns:a16="http://schemas.microsoft.com/office/drawing/2014/main" id="{87BFE31F-D5EC-1F0A-E734-DADB3E34A852}"/>
                </a:ext>
              </a:extLst>
            </p:cNvPr>
            <p:cNvGrpSpPr/>
            <p:nvPr userDrawn="1"/>
          </p:nvGrpSpPr>
          <p:grpSpPr>
            <a:xfrm>
              <a:off x="12442019" y="3791214"/>
              <a:ext cx="382660" cy="2882942"/>
              <a:chOff x="14001569" y="3716048"/>
              <a:chExt cx="316248" cy="3171236"/>
            </a:xfrm>
          </p:grpSpPr>
          <p:sp>
            <p:nvSpPr>
              <p:cNvPr id="32" name="Rectangle 31">
                <a:extLst>
                  <a:ext uri="{FF2B5EF4-FFF2-40B4-BE49-F238E27FC236}">
                    <a16:creationId xmlns:a16="http://schemas.microsoft.com/office/drawing/2014/main" id="{FE981A5D-03A8-1F7C-888D-0D4DC2C0996D}"/>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542C99CC-C576-DC49-FA69-63B4DAEE2591}"/>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B39C9A65-54D7-DA44-D427-9552B7D16D7E}"/>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C530584C-0DB3-75AD-FAE7-2A4ECCE9BDA3}"/>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83E37567-B5C9-7260-C390-30D2BC44E48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3DA5FE33-8ACF-BFFB-000F-57BAE039C215}"/>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8B6774CB-9DAC-256A-A4CE-10B86752452F}"/>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5" name="Rectangle 44">
                <a:extLst>
                  <a:ext uri="{FF2B5EF4-FFF2-40B4-BE49-F238E27FC236}">
                    <a16:creationId xmlns:a16="http://schemas.microsoft.com/office/drawing/2014/main" id="{5E3A9168-4EEE-8EFB-C335-27A91C2EAA7F}"/>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6" name="Rectangle 45">
                <a:extLst>
                  <a:ext uri="{FF2B5EF4-FFF2-40B4-BE49-F238E27FC236}">
                    <a16:creationId xmlns:a16="http://schemas.microsoft.com/office/drawing/2014/main" id="{BDC26274-1E92-0A54-C79D-398EF7474DB2}"/>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7" name="Rectangle 46">
                <a:extLst>
                  <a:ext uri="{FF2B5EF4-FFF2-40B4-BE49-F238E27FC236}">
                    <a16:creationId xmlns:a16="http://schemas.microsoft.com/office/drawing/2014/main" id="{661C926A-A43D-DC3E-CFDF-42CA29BAA8A5}"/>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A5999CEE-F22B-94B1-2021-3CAD0C4AF1AB}"/>
                </a:ext>
              </a:extLst>
            </p:cNvPr>
            <p:cNvGrpSpPr/>
            <p:nvPr userDrawn="1"/>
          </p:nvGrpSpPr>
          <p:grpSpPr>
            <a:xfrm>
              <a:off x="12442019" y="198485"/>
              <a:ext cx="382660" cy="2882942"/>
              <a:chOff x="12742785" y="3716048"/>
              <a:chExt cx="316248" cy="3171236"/>
            </a:xfrm>
          </p:grpSpPr>
          <p:sp>
            <p:nvSpPr>
              <p:cNvPr id="16" name="Rectangle 15">
                <a:extLst>
                  <a:ext uri="{FF2B5EF4-FFF2-40B4-BE49-F238E27FC236}">
                    <a16:creationId xmlns:a16="http://schemas.microsoft.com/office/drawing/2014/main" id="{CF13E9EA-7D14-5837-D411-AF3C43CC7BED}"/>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499A4BF8-C20F-98C2-D623-75321F992F46}"/>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F4EE941A-BDE9-0AB3-85FF-81AA98FBC756}"/>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1B019714-7667-5459-2047-BD6973BDFB23}"/>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99A3C890-FB93-44DA-57B4-CDCE0DC60798}"/>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856A0FFC-FEFD-EF18-8CAC-33DB683C325E}"/>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D93F4400-D0A7-E6BA-5643-8382A9842558}"/>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EAE0CFD4-A0B3-D4EA-CF77-0CF4D14961EB}"/>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398CB572-5B48-5691-2E32-D330BCCCF06E}"/>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A56F8E14-F166-4A02-DB87-204EC52C6358}"/>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3BB27052-B9D8-01BF-B702-E7CC60692E97}"/>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8" name="TextBox 47">
            <a:extLst>
              <a:ext uri="{FF2B5EF4-FFF2-40B4-BE49-F238E27FC236}">
                <a16:creationId xmlns:a16="http://schemas.microsoft.com/office/drawing/2014/main" id="{B2091325-8528-E4F9-EA3E-71E7FF99B24D}"/>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820837820"/>
      </p:ext>
    </p:extLst>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F5D45E11-31A5-E3FC-391B-2853581FD0C8}"/>
              </a:ext>
            </a:extLst>
          </p:cNvPr>
          <p:cNvSpPr>
            <a:spLocks noGrp="1"/>
          </p:cNvSpPr>
          <p:nvPr>
            <p:ph type="ftr" sz="quarter" idx="11"/>
          </p:nvPr>
        </p:nvSpPr>
        <p:spPr/>
        <p:txBody>
          <a:bodyPr/>
          <a:lstStyle/>
          <a:p>
            <a:r>
              <a:rPr lang="en-US" dirty="0"/>
              <a:t>User Training - May 2025</a:t>
            </a:r>
          </a:p>
        </p:txBody>
      </p:sp>
      <p:sp>
        <p:nvSpPr>
          <p:cNvPr id="5" name="Slide Number Placeholder 4">
            <a:extLst>
              <a:ext uri="{FF2B5EF4-FFF2-40B4-BE49-F238E27FC236}">
                <a16:creationId xmlns:a16="http://schemas.microsoft.com/office/drawing/2014/main" id="{3601F7DF-30E1-D713-9FFA-757E3563DACB}"/>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9" name="Title 8">
            <a:extLst>
              <a:ext uri="{FF2B5EF4-FFF2-40B4-BE49-F238E27FC236}">
                <a16:creationId xmlns:a16="http://schemas.microsoft.com/office/drawing/2014/main" id="{32664483-5AC8-0F16-9C46-37836889B6E9}"/>
              </a:ext>
            </a:extLst>
          </p:cNvPr>
          <p:cNvSpPr>
            <a:spLocks noGrp="1"/>
          </p:cNvSpPr>
          <p:nvPr>
            <p:ph type="title"/>
          </p:nvPr>
        </p:nvSpPr>
        <p:spPr>
          <a:xfrm>
            <a:off x="546100" y="552450"/>
            <a:ext cx="11091861" cy="434975"/>
          </a:xfrm>
        </p:spPr>
        <p:txBody>
          <a:bodyPr/>
          <a:lstStyle/>
          <a:p>
            <a:r>
              <a:rPr lang="en-US"/>
              <a:t>Click to edit Master title style</a:t>
            </a:r>
          </a:p>
        </p:txBody>
      </p:sp>
      <p:sp>
        <p:nvSpPr>
          <p:cNvPr id="3" name="Freeform 5">
            <a:extLst>
              <a:ext uri="{FF2B5EF4-FFF2-40B4-BE49-F238E27FC236}">
                <a16:creationId xmlns:a16="http://schemas.microsoft.com/office/drawing/2014/main" id="{7FE8C2D7-70E3-CC7C-8803-9B39088A71F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4" name="Text Placeholder 10">
            <a:extLst>
              <a:ext uri="{FF2B5EF4-FFF2-40B4-BE49-F238E27FC236}">
                <a16:creationId xmlns:a16="http://schemas.microsoft.com/office/drawing/2014/main" id="{8D27C407-E192-03E9-638A-6586423552D1}"/>
              </a:ext>
            </a:extLst>
          </p:cNvPr>
          <p:cNvSpPr>
            <a:spLocks noGrp="1"/>
          </p:cNvSpPr>
          <p:nvPr>
            <p:ph type="body" sz="quarter" idx="45"/>
          </p:nvPr>
        </p:nvSpPr>
        <p:spPr>
          <a:xfrm>
            <a:off x="546100" y="1127125"/>
            <a:ext cx="1109186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5" name="Text Placeholder 15">
            <a:extLst>
              <a:ext uri="{FF2B5EF4-FFF2-40B4-BE49-F238E27FC236}">
                <a16:creationId xmlns:a16="http://schemas.microsoft.com/office/drawing/2014/main" id="{00C9B1A6-9BEE-5CDA-ABBB-81C99443866D}"/>
              </a:ext>
            </a:extLst>
          </p:cNvPr>
          <p:cNvSpPr>
            <a:spLocks noGrp="1"/>
          </p:cNvSpPr>
          <p:nvPr>
            <p:ph type="body" sz="quarter" idx="46"/>
          </p:nvPr>
        </p:nvSpPr>
        <p:spPr>
          <a:xfrm>
            <a:off x="546100" y="6019800"/>
            <a:ext cx="5445125"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grpSp>
        <p:nvGrpSpPr>
          <p:cNvPr id="92" name="Group 91">
            <a:extLst>
              <a:ext uri="{FF2B5EF4-FFF2-40B4-BE49-F238E27FC236}">
                <a16:creationId xmlns:a16="http://schemas.microsoft.com/office/drawing/2014/main" id="{0798617E-247E-2737-1739-69175F72DF00}"/>
              </a:ext>
            </a:extLst>
          </p:cNvPr>
          <p:cNvGrpSpPr/>
          <p:nvPr userDrawn="1"/>
        </p:nvGrpSpPr>
        <p:grpSpPr>
          <a:xfrm>
            <a:off x="12356815" y="0"/>
            <a:ext cx="756834" cy="6872642"/>
            <a:chOff x="12356815" y="0"/>
            <a:chExt cx="756834" cy="6872642"/>
          </a:xfrm>
        </p:grpSpPr>
        <p:sp>
          <p:nvSpPr>
            <p:cNvPr id="2" name="Rectangle 1">
              <a:extLst>
                <a:ext uri="{FF2B5EF4-FFF2-40B4-BE49-F238E27FC236}">
                  <a16:creationId xmlns:a16="http://schemas.microsoft.com/office/drawing/2014/main" id="{A8D8143E-0BF4-CD52-C859-DEEB4D250714}"/>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2" name="TextBox 51">
              <a:extLst>
                <a:ext uri="{FF2B5EF4-FFF2-40B4-BE49-F238E27FC236}">
                  <a16:creationId xmlns:a16="http://schemas.microsoft.com/office/drawing/2014/main" id="{BA12C94B-1B42-D761-2F94-3AE3FA3D0E4A}"/>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3" name="Rectangle 62">
              <a:extLst>
                <a:ext uri="{FF2B5EF4-FFF2-40B4-BE49-F238E27FC236}">
                  <a16:creationId xmlns:a16="http://schemas.microsoft.com/office/drawing/2014/main" id="{498A5541-0A28-FFA7-355E-523ACAA049C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69" name="Group 68">
              <a:extLst>
                <a:ext uri="{FF2B5EF4-FFF2-40B4-BE49-F238E27FC236}">
                  <a16:creationId xmlns:a16="http://schemas.microsoft.com/office/drawing/2014/main" id="{50161755-2B78-00C9-A75B-71F84182FE40}"/>
                </a:ext>
              </a:extLst>
            </p:cNvPr>
            <p:cNvGrpSpPr/>
            <p:nvPr userDrawn="1"/>
          </p:nvGrpSpPr>
          <p:grpSpPr>
            <a:xfrm>
              <a:off x="12442019" y="3791214"/>
              <a:ext cx="382660" cy="2882942"/>
              <a:chOff x="14001569" y="3716048"/>
              <a:chExt cx="316248" cy="3171236"/>
            </a:xfrm>
          </p:grpSpPr>
          <p:sp>
            <p:nvSpPr>
              <p:cNvPr id="70" name="Rectangle 69">
                <a:extLst>
                  <a:ext uri="{FF2B5EF4-FFF2-40B4-BE49-F238E27FC236}">
                    <a16:creationId xmlns:a16="http://schemas.microsoft.com/office/drawing/2014/main" id="{D1D05B16-0692-674D-48F8-AD7BBDD9B293}"/>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1" name="Rectangle 70">
                <a:extLst>
                  <a:ext uri="{FF2B5EF4-FFF2-40B4-BE49-F238E27FC236}">
                    <a16:creationId xmlns:a16="http://schemas.microsoft.com/office/drawing/2014/main" id="{1A9D4841-7275-B41A-4187-0A664F3AA979}"/>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2" name="Rectangle 71">
                <a:extLst>
                  <a:ext uri="{FF2B5EF4-FFF2-40B4-BE49-F238E27FC236}">
                    <a16:creationId xmlns:a16="http://schemas.microsoft.com/office/drawing/2014/main" id="{0E1B8A8B-4CC8-7EFB-4533-5C24C8463212}"/>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3" name="Rectangle 72">
                <a:extLst>
                  <a:ext uri="{FF2B5EF4-FFF2-40B4-BE49-F238E27FC236}">
                    <a16:creationId xmlns:a16="http://schemas.microsoft.com/office/drawing/2014/main" id="{81F22297-2327-1EDD-3468-BE9F9A29D15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4" name="Rectangle 73">
                <a:extLst>
                  <a:ext uri="{FF2B5EF4-FFF2-40B4-BE49-F238E27FC236}">
                    <a16:creationId xmlns:a16="http://schemas.microsoft.com/office/drawing/2014/main" id="{B93BF0BB-47B9-DE28-B1E2-8EEA2154770D}"/>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5" name="Rectangle 74">
                <a:extLst>
                  <a:ext uri="{FF2B5EF4-FFF2-40B4-BE49-F238E27FC236}">
                    <a16:creationId xmlns:a16="http://schemas.microsoft.com/office/drawing/2014/main" id="{E6568330-DF08-4678-3BE8-5BCE081D0716}"/>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6" name="Rectangle 75">
                <a:extLst>
                  <a:ext uri="{FF2B5EF4-FFF2-40B4-BE49-F238E27FC236}">
                    <a16:creationId xmlns:a16="http://schemas.microsoft.com/office/drawing/2014/main" id="{3EE71149-E1B3-38BE-6723-9A8827447536}"/>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7" name="Rectangle 76">
                <a:extLst>
                  <a:ext uri="{FF2B5EF4-FFF2-40B4-BE49-F238E27FC236}">
                    <a16:creationId xmlns:a16="http://schemas.microsoft.com/office/drawing/2014/main" id="{CE1A5062-78FB-0249-0CB3-520B18CF9784}"/>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8" name="Rectangle 77">
                <a:extLst>
                  <a:ext uri="{FF2B5EF4-FFF2-40B4-BE49-F238E27FC236}">
                    <a16:creationId xmlns:a16="http://schemas.microsoft.com/office/drawing/2014/main" id="{5223E46D-913A-A332-D764-8586F2A87AB4}"/>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9" name="Rectangle 78">
                <a:extLst>
                  <a:ext uri="{FF2B5EF4-FFF2-40B4-BE49-F238E27FC236}">
                    <a16:creationId xmlns:a16="http://schemas.microsoft.com/office/drawing/2014/main" id="{8678326D-3C78-1ABA-EBEC-B9421DFBFD4C}"/>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80" name="Group 79">
              <a:extLst>
                <a:ext uri="{FF2B5EF4-FFF2-40B4-BE49-F238E27FC236}">
                  <a16:creationId xmlns:a16="http://schemas.microsoft.com/office/drawing/2014/main" id="{7DB46327-FEE7-18F9-8FD7-AEC19B997B21}"/>
                </a:ext>
              </a:extLst>
            </p:cNvPr>
            <p:cNvGrpSpPr/>
            <p:nvPr userDrawn="1"/>
          </p:nvGrpSpPr>
          <p:grpSpPr>
            <a:xfrm>
              <a:off x="12442019" y="198485"/>
              <a:ext cx="382660" cy="2882942"/>
              <a:chOff x="12742785" y="3716048"/>
              <a:chExt cx="316248" cy="3171236"/>
            </a:xfrm>
          </p:grpSpPr>
          <p:sp>
            <p:nvSpPr>
              <p:cNvPr id="81" name="Rectangle 80">
                <a:extLst>
                  <a:ext uri="{FF2B5EF4-FFF2-40B4-BE49-F238E27FC236}">
                    <a16:creationId xmlns:a16="http://schemas.microsoft.com/office/drawing/2014/main" id="{6CAA87FF-3BB2-967F-E898-BBC4F9AA9420}"/>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2" name="Rectangle 81">
                <a:extLst>
                  <a:ext uri="{FF2B5EF4-FFF2-40B4-BE49-F238E27FC236}">
                    <a16:creationId xmlns:a16="http://schemas.microsoft.com/office/drawing/2014/main" id="{829950E0-9E32-A623-6377-1984A86CDBF3}"/>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3" name="Rectangle 82">
                <a:extLst>
                  <a:ext uri="{FF2B5EF4-FFF2-40B4-BE49-F238E27FC236}">
                    <a16:creationId xmlns:a16="http://schemas.microsoft.com/office/drawing/2014/main" id="{C111E6D3-A976-FCC9-AC3D-53A6EB9EC123}"/>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4" name="Rectangle 83">
                <a:extLst>
                  <a:ext uri="{FF2B5EF4-FFF2-40B4-BE49-F238E27FC236}">
                    <a16:creationId xmlns:a16="http://schemas.microsoft.com/office/drawing/2014/main" id="{95E39AE0-5FBF-4BBB-D0B7-B23C3E2455E7}"/>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5" name="Rectangle 84">
                <a:extLst>
                  <a:ext uri="{FF2B5EF4-FFF2-40B4-BE49-F238E27FC236}">
                    <a16:creationId xmlns:a16="http://schemas.microsoft.com/office/drawing/2014/main" id="{48E227D5-94D4-A7B8-6F39-12A9F21F3F2A}"/>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6" name="Rectangle 85">
                <a:extLst>
                  <a:ext uri="{FF2B5EF4-FFF2-40B4-BE49-F238E27FC236}">
                    <a16:creationId xmlns:a16="http://schemas.microsoft.com/office/drawing/2014/main" id="{600ACCB4-2A91-F351-642E-091D959D8464}"/>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7" name="Rectangle 86">
                <a:extLst>
                  <a:ext uri="{FF2B5EF4-FFF2-40B4-BE49-F238E27FC236}">
                    <a16:creationId xmlns:a16="http://schemas.microsoft.com/office/drawing/2014/main" id="{A99970AD-31CA-2616-FF28-2D85AAA1ABC7}"/>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8" name="Rectangle 87">
                <a:extLst>
                  <a:ext uri="{FF2B5EF4-FFF2-40B4-BE49-F238E27FC236}">
                    <a16:creationId xmlns:a16="http://schemas.microsoft.com/office/drawing/2014/main" id="{215D475B-6249-D0E4-65BC-263409A02A19}"/>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9" name="Rectangle 88">
                <a:extLst>
                  <a:ext uri="{FF2B5EF4-FFF2-40B4-BE49-F238E27FC236}">
                    <a16:creationId xmlns:a16="http://schemas.microsoft.com/office/drawing/2014/main" id="{BB424193-F5EB-A39E-341D-C3FB693413E4}"/>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90" name="Rectangle 89">
                <a:extLst>
                  <a:ext uri="{FF2B5EF4-FFF2-40B4-BE49-F238E27FC236}">
                    <a16:creationId xmlns:a16="http://schemas.microsoft.com/office/drawing/2014/main" id="{B49D944C-BABD-9DE1-EE74-B55D21E2F0E1}"/>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91" name="TextBox 90">
              <a:extLst>
                <a:ext uri="{FF2B5EF4-FFF2-40B4-BE49-F238E27FC236}">
                  <a16:creationId xmlns:a16="http://schemas.microsoft.com/office/drawing/2014/main" id="{D4AC6DEF-4491-37A4-C6BB-02578725D591}"/>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128" name="TextBox 127">
            <a:extLst>
              <a:ext uri="{FF2B5EF4-FFF2-40B4-BE49-F238E27FC236}">
                <a16:creationId xmlns:a16="http://schemas.microsoft.com/office/drawing/2014/main" id="{D2DB175A-FFD0-4856-7479-6B34D879AE38}"/>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01549033"/>
      </p:ext>
    </p:extLst>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preserve="1" userDrawn="1">
  <p:cSld name="Title Only - 3/4 slide">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F5D45E11-31A5-E3FC-391B-2853581FD0C8}"/>
              </a:ext>
            </a:extLst>
          </p:cNvPr>
          <p:cNvSpPr>
            <a:spLocks noGrp="1"/>
          </p:cNvSpPr>
          <p:nvPr>
            <p:ph type="ftr" sz="quarter" idx="11"/>
          </p:nvPr>
        </p:nvSpPr>
        <p:spPr/>
        <p:txBody>
          <a:bodyPr/>
          <a:lstStyle/>
          <a:p>
            <a:r>
              <a:rPr lang="en-US" dirty="0"/>
              <a:t>User Training - May 2025</a:t>
            </a:r>
          </a:p>
        </p:txBody>
      </p:sp>
      <p:sp>
        <p:nvSpPr>
          <p:cNvPr id="5" name="Slide Number Placeholder 4">
            <a:extLst>
              <a:ext uri="{FF2B5EF4-FFF2-40B4-BE49-F238E27FC236}">
                <a16:creationId xmlns:a16="http://schemas.microsoft.com/office/drawing/2014/main" id="{3601F7DF-30E1-D713-9FFA-757E3563DACB}"/>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9" name="Title 8">
            <a:extLst>
              <a:ext uri="{FF2B5EF4-FFF2-40B4-BE49-F238E27FC236}">
                <a16:creationId xmlns:a16="http://schemas.microsoft.com/office/drawing/2014/main" id="{32664483-5AC8-0F16-9C46-37836889B6E9}"/>
              </a:ext>
            </a:extLst>
          </p:cNvPr>
          <p:cNvSpPr>
            <a:spLocks noGrp="1"/>
          </p:cNvSpPr>
          <p:nvPr>
            <p:ph type="title"/>
          </p:nvPr>
        </p:nvSpPr>
        <p:spPr>
          <a:xfrm>
            <a:off x="546101" y="552450"/>
            <a:ext cx="3346704" cy="928909"/>
          </a:xfrm>
        </p:spPr>
        <p:txBody>
          <a:bodyPr>
            <a:spAutoFit/>
          </a:bodyPr>
          <a:lstStyle>
            <a:lvl1pPr algn="l">
              <a:defRPr/>
            </a:lvl1pPr>
          </a:lstStyle>
          <a:p>
            <a:r>
              <a:rPr lang="en-US"/>
              <a:t>Click to edit Master title style</a:t>
            </a:r>
          </a:p>
        </p:txBody>
      </p:sp>
      <p:sp>
        <p:nvSpPr>
          <p:cNvPr id="3" name="Freeform 5">
            <a:extLst>
              <a:ext uri="{FF2B5EF4-FFF2-40B4-BE49-F238E27FC236}">
                <a16:creationId xmlns:a16="http://schemas.microsoft.com/office/drawing/2014/main" id="{7FE8C2D7-70E3-CC7C-8803-9B39088A71F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4" name="Text Placeholder 10">
            <a:extLst>
              <a:ext uri="{FF2B5EF4-FFF2-40B4-BE49-F238E27FC236}">
                <a16:creationId xmlns:a16="http://schemas.microsoft.com/office/drawing/2014/main" id="{8D27C407-E192-03E9-638A-6586423552D1}"/>
              </a:ext>
            </a:extLst>
          </p:cNvPr>
          <p:cNvSpPr>
            <a:spLocks noGrp="1"/>
          </p:cNvSpPr>
          <p:nvPr>
            <p:ph type="body" sz="quarter" idx="45" hasCustomPrompt="1"/>
          </p:nvPr>
        </p:nvSpPr>
        <p:spPr>
          <a:xfrm>
            <a:off x="546100" y="1621059"/>
            <a:ext cx="3346704" cy="597792"/>
          </a:xfrm>
        </p:spPr>
        <p:txBody>
          <a:bodyPr>
            <a:sp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a:t>
            </a:r>
            <a:br>
              <a:rPr lang="en-US"/>
            </a:br>
            <a:r>
              <a:rPr lang="en-US"/>
              <a:t>text styles</a:t>
            </a:r>
          </a:p>
        </p:txBody>
      </p:sp>
      <p:sp>
        <p:nvSpPr>
          <p:cNvPr id="15" name="Text Placeholder 15">
            <a:extLst>
              <a:ext uri="{FF2B5EF4-FFF2-40B4-BE49-F238E27FC236}">
                <a16:creationId xmlns:a16="http://schemas.microsoft.com/office/drawing/2014/main" id="{00C9B1A6-9BEE-5CDA-ABBB-81C99443866D}"/>
              </a:ext>
            </a:extLst>
          </p:cNvPr>
          <p:cNvSpPr>
            <a:spLocks noGrp="1"/>
          </p:cNvSpPr>
          <p:nvPr>
            <p:ph type="body" sz="quarter" idx="46"/>
          </p:nvPr>
        </p:nvSpPr>
        <p:spPr>
          <a:xfrm>
            <a:off x="546100" y="6019800"/>
            <a:ext cx="3346704"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179EF073-F30A-9C8F-5885-C3E0BCA23D6B}"/>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F4593785-AB52-FED6-4A7C-F10B60A5189D}"/>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D782C837-C3D6-0514-1BE1-34AECF96DAD4}"/>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8" name="Rectangle 7">
              <a:extLst>
                <a:ext uri="{FF2B5EF4-FFF2-40B4-BE49-F238E27FC236}">
                  <a16:creationId xmlns:a16="http://schemas.microsoft.com/office/drawing/2014/main" id="{ADF6BEDF-685C-96E3-B22D-B301BE775EDC}"/>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C8BFED95-E0E2-E70A-DC69-8D0E19890D7B}"/>
                </a:ext>
              </a:extLst>
            </p:cNvPr>
            <p:cNvGrpSpPr/>
            <p:nvPr userDrawn="1"/>
          </p:nvGrpSpPr>
          <p:grpSpPr>
            <a:xfrm>
              <a:off x="12442019" y="3791214"/>
              <a:ext cx="382660" cy="2882942"/>
              <a:chOff x="14001569" y="3716048"/>
              <a:chExt cx="316248" cy="3171236"/>
            </a:xfrm>
          </p:grpSpPr>
          <p:sp>
            <p:nvSpPr>
              <p:cNvPr id="25" name="Rectangle 24">
                <a:extLst>
                  <a:ext uri="{FF2B5EF4-FFF2-40B4-BE49-F238E27FC236}">
                    <a16:creationId xmlns:a16="http://schemas.microsoft.com/office/drawing/2014/main" id="{7606F56F-E00E-6CB7-93AA-39538C1FEA76}"/>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3739E0FC-366E-5200-C7F2-84F01BC32A1D}"/>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C0C04604-4A22-677B-898A-C64499544372}"/>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2BADAD44-F3D6-110E-6F03-3E9F36DDA347}"/>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376F7867-2655-2173-978E-5EE95AC9CBB2}"/>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BCE8A9B9-4A7B-ED8B-434A-20BE2C23934D}"/>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20EC7DB6-A803-BD4A-CCFA-B89C8F0ED93D}"/>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749ACE2E-E026-4EF1-9634-A73CC6753FA7}"/>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5825CE83-09EB-476B-6CAA-766FED4541AD}"/>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5A0697B3-F35A-2618-9E9E-7CC1D4A77EAA}"/>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DFE72C55-7F1E-D45E-D3AC-A727A77E2F26}"/>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0BD777A6-CFB3-33E4-357D-1C19A004F3BA}"/>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800286F1-B298-E007-EEB9-344B51F2CB4E}"/>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767937A0-C0CA-07B9-908A-2063D139630F}"/>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719A7A41-0709-282D-E2B2-57641C73D2A9}"/>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5CE74D6E-E698-80A5-65F1-55DEA16ADB09}"/>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1B595925-EA4A-6F50-B3C2-08093106234E}"/>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607A1B97-0EBA-47D8-3C33-0B2F536A22A9}"/>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FA7C4531-F8F7-250A-B84A-561891596FC7}"/>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C66C4893-C9D2-65BF-F751-F8BD258CF3AE}"/>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6B686FC3-A23D-35CA-7E70-19D29FF861C1}"/>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F92E1793-18EC-0533-30BD-B982BAD6C556}"/>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5" name="TextBox 34">
            <a:extLst>
              <a:ext uri="{FF2B5EF4-FFF2-40B4-BE49-F238E27FC236}">
                <a16:creationId xmlns:a16="http://schemas.microsoft.com/office/drawing/2014/main" id="{290ADA57-1592-61D1-9588-23D6777C6AD6}"/>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052374959"/>
      </p:ext>
    </p:extLst>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preserve="1" userDrawn="1">
  <p:cSld name="Freeform">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dirty="0"/>
              <a:t>User Training - May 2025</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2" name="Freeform 5">
            <a:extLst>
              <a:ext uri="{FF2B5EF4-FFF2-40B4-BE49-F238E27FC236}">
                <a16:creationId xmlns:a16="http://schemas.microsoft.com/office/drawing/2014/main" id="{5C2DD425-99D8-608C-64B9-B0C461E35CD7}"/>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grpSp>
        <p:nvGrpSpPr>
          <p:cNvPr id="5" name="Group 4">
            <a:extLst>
              <a:ext uri="{FF2B5EF4-FFF2-40B4-BE49-F238E27FC236}">
                <a16:creationId xmlns:a16="http://schemas.microsoft.com/office/drawing/2014/main" id="{E0E059D5-9842-D8F8-4B5E-16257DAFF637}"/>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0004D94E-9634-1193-E33D-A93E2452780D}"/>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8C2FA471-48D6-EE18-426C-62B2BF75A1C7}"/>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8" name="Rectangle 7">
              <a:extLst>
                <a:ext uri="{FF2B5EF4-FFF2-40B4-BE49-F238E27FC236}">
                  <a16:creationId xmlns:a16="http://schemas.microsoft.com/office/drawing/2014/main" id="{92C2D621-1268-67B0-589C-51154EBAC79D}"/>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9" name="Group 8">
              <a:extLst>
                <a:ext uri="{FF2B5EF4-FFF2-40B4-BE49-F238E27FC236}">
                  <a16:creationId xmlns:a16="http://schemas.microsoft.com/office/drawing/2014/main" id="{24D8EA81-7EDD-6AB7-BAA1-0E5116436E61}"/>
                </a:ext>
              </a:extLst>
            </p:cNvPr>
            <p:cNvGrpSpPr/>
            <p:nvPr userDrawn="1"/>
          </p:nvGrpSpPr>
          <p:grpSpPr>
            <a:xfrm>
              <a:off x="12442019" y="3791214"/>
              <a:ext cx="382660" cy="2882942"/>
              <a:chOff x="14001569" y="3716048"/>
              <a:chExt cx="316248" cy="3171236"/>
            </a:xfrm>
          </p:grpSpPr>
          <p:sp>
            <p:nvSpPr>
              <p:cNvPr id="22" name="Rectangle 21">
                <a:extLst>
                  <a:ext uri="{FF2B5EF4-FFF2-40B4-BE49-F238E27FC236}">
                    <a16:creationId xmlns:a16="http://schemas.microsoft.com/office/drawing/2014/main" id="{7B3234D2-DF07-AD2C-2089-0E804A559524}"/>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9730EBEA-AA71-FC4A-9D32-21564C473F87}"/>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0471013E-1BD7-C62C-1A04-E71CAB0E8DC5}"/>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C5DA7F1F-9BB9-A8CA-52B9-DAFFAC457201}"/>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1C0F0A46-936A-E41C-F8BF-5C05A13AA08A}"/>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2A63B6BC-4410-D011-4637-E4AF6A45EAB2}"/>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9FB55402-E789-FC1B-8DD7-B39F3BD009F4}"/>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601304AE-A058-43FE-5EF6-3E4A6B2694BB}"/>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F6DF08AA-0A90-363E-D52D-94DDF14380B7}"/>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4348A43A-F3C7-1691-C155-BCD9743E3040}"/>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42713AC3-C9AD-27CC-9249-0CE084D0133F}"/>
                </a:ext>
              </a:extLst>
            </p:cNvPr>
            <p:cNvGrpSpPr/>
            <p:nvPr userDrawn="1"/>
          </p:nvGrpSpPr>
          <p:grpSpPr>
            <a:xfrm>
              <a:off x="12442019" y="198485"/>
              <a:ext cx="382660" cy="2882942"/>
              <a:chOff x="12742785" y="3716048"/>
              <a:chExt cx="316248" cy="3171236"/>
            </a:xfrm>
          </p:grpSpPr>
          <p:sp>
            <p:nvSpPr>
              <p:cNvPr id="12" name="Rectangle 11">
                <a:extLst>
                  <a:ext uri="{FF2B5EF4-FFF2-40B4-BE49-F238E27FC236}">
                    <a16:creationId xmlns:a16="http://schemas.microsoft.com/office/drawing/2014/main" id="{47414A1D-D891-8C43-B067-1BA0B30F1C62}"/>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3" name="Rectangle 12">
                <a:extLst>
                  <a:ext uri="{FF2B5EF4-FFF2-40B4-BE49-F238E27FC236}">
                    <a16:creationId xmlns:a16="http://schemas.microsoft.com/office/drawing/2014/main" id="{B4500B04-7F55-FF0A-E74A-40DC40E171DB}"/>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4" name="Rectangle 13">
                <a:extLst>
                  <a:ext uri="{FF2B5EF4-FFF2-40B4-BE49-F238E27FC236}">
                    <a16:creationId xmlns:a16="http://schemas.microsoft.com/office/drawing/2014/main" id="{53198B73-CA05-1A74-34B0-C27A9A546E2A}"/>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1CB0027A-3733-D831-6A48-A56B2D94DFEB}"/>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354B3406-AF84-6F41-B046-2BF5BA812A18}"/>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D6DBCBC1-AC8E-4F09-6448-9D2119D58A84}"/>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F4693D3D-5D61-C2A4-D0A4-F8BBC79FFEF9}"/>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853F8DB4-1BEB-C5CE-2C9B-91760C755811}"/>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D146C499-5327-9198-0B93-0C14CA64AC60}"/>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273C23AD-8852-F8A2-4725-A8AC29F098B8}"/>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1" name="TextBox 10">
              <a:extLst>
                <a:ext uri="{FF2B5EF4-FFF2-40B4-BE49-F238E27FC236}">
                  <a16:creationId xmlns:a16="http://schemas.microsoft.com/office/drawing/2014/main" id="{2390719E-B512-BFA7-D4FF-4E6C00CDB5F3}"/>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2" name="TextBox 31">
            <a:extLst>
              <a:ext uri="{FF2B5EF4-FFF2-40B4-BE49-F238E27FC236}">
                <a16:creationId xmlns:a16="http://schemas.microsoft.com/office/drawing/2014/main" id="{D797A2FC-6DF3-E117-D563-1F4F5A9F18B9}"/>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009235209"/>
      </p:ext>
    </p:extLst>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preserve="1" userDrawn="1">
  <p:cSld name="Contact Sheet 4-up">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DDC42E88-6CA5-D615-F095-E179BC98BD17}"/>
              </a:ext>
            </a:extLst>
          </p:cNvPr>
          <p:cNvSpPr/>
          <p:nvPr userDrawn="1"/>
        </p:nvSpPr>
        <p:spPr bwMode="ltGray">
          <a:xfrm>
            <a:off x="2029968" y="987425"/>
            <a:ext cx="2029968" cy="58705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2" name="Rectangle 11">
            <a:extLst>
              <a:ext uri="{FF2B5EF4-FFF2-40B4-BE49-F238E27FC236}">
                <a16:creationId xmlns:a16="http://schemas.microsoft.com/office/drawing/2014/main" id="{34E1A2AF-0ED4-BF22-E0B5-072609F36CD0}"/>
              </a:ext>
            </a:extLst>
          </p:cNvPr>
          <p:cNvSpPr/>
          <p:nvPr userDrawn="1"/>
        </p:nvSpPr>
        <p:spPr bwMode="ltGray">
          <a:xfrm>
            <a:off x="0" y="0"/>
            <a:ext cx="2030571" cy="5586413"/>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Picture Placeholder 9">
            <a:extLst>
              <a:ext uri="{FF2B5EF4-FFF2-40B4-BE49-F238E27FC236}">
                <a16:creationId xmlns:a16="http://schemas.microsoft.com/office/drawing/2014/main" id="{9E00C7D1-33B8-8C13-3170-53723F9DC775}"/>
              </a:ext>
            </a:extLst>
          </p:cNvPr>
          <p:cNvSpPr>
            <a:spLocks noGrp="1"/>
          </p:cNvSpPr>
          <p:nvPr>
            <p:ph type="pic" sz="quarter" idx="29" hasCustomPrompt="1"/>
          </p:nvPr>
        </p:nvSpPr>
        <p:spPr>
          <a:xfrm>
            <a:off x="-1" y="3984625"/>
            <a:ext cx="2025945" cy="1601788"/>
          </a:xfrm>
          <a:noFill/>
          <a:ln>
            <a:noFill/>
          </a:ln>
        </p:spPr>
        <p:txBody>
          <a:bodyPr bIns="731520" anchor="ctr"/>
          <a:lstStyle>
            <a:lvl1pPr algn="ctr">
              <a:defRPr>
                <a:solidFill>
                  <a:schemeClr val="bg1"/>
                </a:solidFill>
                <a:latin typeface="+mn-lt"/>
              </a:defRPr>
            </a:lvl1pPr>
          </a:lstStyle>
          <a:p>
            <a:r>
              <a:rPr lang="en-US"/>
              <a:t>Silhouette</a:t>
            </a:r>
            <a:br>
              <a:rPr lang="en-US"/>
            </a:br>
            <a:r>
              <a:rPr lang="en-US"/>
              <a:t>portrait</a:t>
            </a:r>
          </a:p>
        </p:txBody>
      </p:sp>
      <p:sp>
        <p:nvSpPr>
          <p:cNvPr id="6" name="Rectangle 5">
            <a:extLst>
              <a:ext uri="{FF2B5EF4-FFF2-40B4-BE49-F238E27FC236}">
                <a16:creationId xmlns:a16="http://schemas.microsoft.com/office/drawing/2014/main" id="{DB4AF1C6-2110-AD3D-E932-BB93094FDE3E}"/>
              </a:ext>
            </a:extLst>
          </p:cNvPr>
          <p:cNvSpPr/>
          <p:nvPr userDrawn="1"/>
        </p:nvSpPr>
        <p:spPr bwMode="ltGray">
          <a:xfrm>
            <a:off x="4059936" y="1"/>
            <a:ext cx="2030571" cy="4419599"/>
          </a:xfrm>
          <a:prstGeom prst="rect">
            <a:avLst/>
          </a:prstGeom>
          <a:solidFill>
            <a:srgbClr val="F0F0F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EFC37276-E616-FBAF-DF1A-61E3D82969B3}"/>
              </a:ext>
            </a:extLst>
          </p:cNvPr>
          <p:cNvSpPr/>
          <p:nvPr userDrawn="1"/>
        </p:nvSpPr>
        <p:spPr bwMode="ltGray">
          <a:xfrm>
            <a:off x="6089904" y="2146300"/>
            <a:ext cx="2030571" cy="4711700"/>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Picture Placeholder 9">
            <a:extLst>
              <a:ext uri="{FF2B5EF4-FFF2-40B4-BE49-F238E27FC236}">
                <a16:creationId xmlns:a16="http://schemas.microsoft.com/office/drawing/2014/main" id="{6D983F6C-257C-6C67-6EC3-EBCA44E1E447}"/>
              </a:ext>
            </a:extLst>
          </p:cNvPr>
          <p:cNvSpPr>
            <a:spLocks noGrp="1"/>
          </p:cNvSpPr>
          <p:nvPr>
            <p:ph type="pic" sz="quarter" idx="34" hasCustomPrompt="1"/>
          </p:nvPr>
        </p:nvSpPr>
        <p:spPr>
          <a:xfrm>
            <a:off x="2029968" y="5256211"/>
            <a:ext cx="2029968" cy="1601788"/>
          </a:xfrm>
          <a:noFill/>
          <a:ln>
            <a:noFill/>
          </a:ln>
        </p:spPr>
        <p:txBody>
          <a:bodyPr bIns="731520" anchor="ctr"/>
          <a:lstStyle>
            <a:lvl1pPr algn="ctr">
              <a:defRPr>
                <a:solidFill>
                  <a:schemeClr val="bg1"/>
                </a:solidFill>
                <a:latin typeface="+mn-lt"/>
              </a:defRPr>
            </a:lvl1pPr>
          </a:lstStyle>
          <a:p>
            <a:r>
              <a:rPr lang="en-US"/>
              <a:t>Silhouette</a:t>
            </a:r>
            <a:br>
              <a:rPr lang="en-US"/>
            </a:br>
            <a:r>
              <a:rPr lang="en-US"/>
              <a:t>portrait</a:t>
            </a:r>
          </a:p>
        </p:txBody>
      </p:sp>
      <p:sp>
        <p:nvSpPr>
          <p:cNvPr id="26" name="Picture Placeholder 9">
            <a:extLst>
              <a:ext uri="{FF2B5EF4-FFF2-40B4-BE49-F238E27FC236}">
                <a16:creationId xmlns:a16="http://schemas.microsoft.com/office/drawing/2014/main" id="{B30A2EA1-9831-326D-A8C1-2D549EB4933B}"/>
              </a:ext>
            </a:extLst>
          </p:cNvPr>
          <p:cNvSpPr>
            <a:spLocks noGrp="1"/>
          </p:cNvSpPr>
          <p:nvPr>
            <p:ph type="pic" sz="quarter" idx="35" hasCustomPrompt="1"/>
          </p:nvPr>
        </p:nvSpPr>
        <p:spPr>
          <a:xfrm>
            <a:off x="4059936" y="2817812"/>
            <a:ext cx="2029968" cy="1601788"/>
          </a:xfrm>
          <a:noFill/>
          <a:ln>
            <a:noFill/>
          </a:ln>
        </p:spPr>
        <p:txBody>
          <a:bodyPr bIns="731520" anchor="ctr"/>
          <a:lstStyle>
            <a:lvl1pPr algn="ctr">
              <a:defRPr>
                <a:solidFill>
                  <a:schemeClr val="tx1"/>
                </a:solidFill>
                <a:latin typeface="+mn-lt"/>
              </a:defRPr>
            </a:lvl1pPr>
          </a:lstStyle>
          <a:p>
            <a:r>
              <a:rPr lang="en-US"/>
              <a:t>Silhouette</a:t>
            </a:r>
            <a:br>
              <a:rPr lang="en-US"/>
            </a:br>
            <a:r>
              <a:rPr lang="en-US"/>
              <a:t>portrait</a:t>
            </a:r>
          </a:p>
        </p:txBody>
      </p:sp>
      <p:sp>
        <p:nvSpPr>
          <p:cNvPr id="27" name="Picture Placeholder 9">
            <a:extLst>
              <a:ext uri="{FF2B5EF4-FFF2-40B4-BE49-F238E27FC236}">
                <a16:creationId xmlns:a16="http://schemas.microsoft.com/office/drawing/2014/main" id="{788C71B0-0D1B-0F88-EE68-676FD8926F88}"/>
              </a:ext>
            </a:extLst>
          </p:cNvPr>
          <p:cNvSpPr>
            <a:spLocks noGrp="1"/>
          </p:cNvSpPr>
          <p:nvPr>
            <p:ph type="pic" sz="quarter" idx="36" hasCustomPrompt="1"/>
          </p:nvPr>
        </p:nvSpPr>
        <p:spPr>
          <a:xfrm>
            <a:off x="6089904" y="5225465"/>
            <a:ext cx="2029968" cy="1601788"/>
          </a:xfrm>
          <a:noFill/>
          <a:ln>
            <a:noFill/>
          </a:ln>
        </p:spPr>
        <p:txBody>
          <a:bodyPr bIns="731520" anchor="ctr"/>
          <a:lstStyle>
            <a:lvl1pPr algn="ctr">
              <a:defRPr>
                <a:solidFill>
                  <a:schemeClr val="bg1"/>
                </a:solidFill>
                <a:latin typeface="+mn-lt"/>
              </a:defRPr>
            </a:lvl1pPr>
          </a:lstStyle>
          <a:p>
            <a:r>
              <a:rPr lang="en-US"/>
              <a:t>Silhouette</a:t>
            </a:r>
            <a:br>
              <a:rPr lang="en-US"/>
            </a:br>
            <a:r>
              <a:rPr lang="en-US"/>
              <a:t>portrait</a:t>
            </a:r>
          </a:p>
        </p:txBody>
      </p:sp>
      <p:sp>
        <p:nvSpPr>
          <p:cNvPr id="7" name="Title 6">
            <a:extLst>
              <a:ext uri="{FF2B5EF4-FFF2-40B4-BE49-F238E27FC236}">
                <a16:creationId xmlns:a16="http://schemas.microsoft.com/office/drawing/2014/main" id="{4E7DFA94-D58E-B043-9748-F5C033A80605}"/>
              </a:ext>
            </a:extLst>
          </p:cNvPr>
          <p:cNvSpPr>
            <a:spLocks noGrp="1"/>
          </p:cNvSpPr>
          <p:nvPr>
            <p:ph type="title"/>
          </p:nvPr>
        </p:nvSpPr>
        <p:spPr>
          <a:xfrm>
            <a:off x="7600950" y="548640"/>
            <a:ext cx="4044155" cy="873760"/>
          </a:xfrm>
        </p:spPr>
        <p:txBody>
          <a:bodyPr/>
          <a:lstStyle/>
          <a:p>
            <a:r>
              <a:rPr lang="en-US"/>
              <a:t>Click to edit Master title style</a:t>
            </a:r>
          </a:p>
        </p:txBody>
      </p:sp>
      <p:sp>
        <p:nvSpPr>
          <p:cNvPr id="5" name="Freeform 5">
            <a:extLst>
              <a:ext uri="{FF2B5EF4-FFF2-40B4-BE49-F238E27FC236}">
                <a16:creationId xmlns:a16="http://schemas.microsoft.com/office/drawing/2014/main" id="{39611C4F-B45F-3A80-F10C-1FE235F3B7E0}"/>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20" name="Text Placeholder 19">
            <a:extLst>
              <a:ext uri="{FF2B5EF4-FFF2-40B4-BE49-F238E27FC236}">
                <a16:creationId xmlns:a16="http://schemas.microsoft.com/office/drawing/2014/main" id="{FA57E2A5-07A4-7598-0417-7BDD1699473D}"/>
              </a:ext>
            </a:extLst>
          </p:cNvPr>
          <p:cNvSpPr>
            <a:spLocks noGrp="1"/>
          </p:cNvSpPr>
          <p:nvPr>
            <p:ph type="body" sz="quarter" idx="49" hasCustomPrompt="1"/>
          </p:nvPr>
        </p:nvSpPr>
        <p:spPr>
          <a:xfrm>
            <a:off x="274474" y="552452"/>
            <a:ext cx="1469626" cy="1014412"/>
          </a:xfrm>
        </p:spPr>
        <p:txBody>
          <a:bodyPr>
            <a:normAutofit/>
          </a:bodyPr>
          <a:lstStyle>
            <a:lvl1pPr>
              <a:spcAft>
                <a:spcPts val="200"/>
              </a:spcAft>
              <a:defRPr sz="1200" b="1">
                <a:solidFill>
                  <a:schemeClr val="bg1"/>
                </a:solidFill>
              </a:defRPr>
            </a:lvl1pPr>
            <a:lvl2pPr marL="0" indent="0">
              <a:spcAft>
                <a:spcPts val="0"/>
              </a:spcAft>
              <a:buNone/>
              <a:defRPr sz="1200">
                <a:solidFill>
                  <a:schemeClr val="bg1"/>
                </a:solidFill>
              </a:defRPr>
            </a:lvl2pPr>
            <a:lvl3pPr marL="0" indent="0">
              <a:spcAft>
                <a:spcPts val="0"/>
              </a:spcAft>
              <a:buNone/>
              <a:defRPr sz="1200">
                <a:solidFill>
                  <a:schemeClr val="bg1"/>
                </a:solidFill>
              </a:defRPr>
            </a:lvl3pPr>
            <a:lvl4pPr marL="0" indent="0">
              <a:spcAft>
                <a:spcPts val="0"/>
              </a:spcAft>
              <a:buNone/>
              <a:defRPr sz="1200">
                <a:solidFill>
                  <a:schemeClr val="bg1"/>
                </a:solidFill>
              </a:defRPr>
            </a:lvl4pPr>
            <a:lvl5pPr marL="0" indent="0">
              <a:spcAft>
                <a:spcPts val="0"/>
              </a:spcAft>
              <a:buNone/>
              <a:defRPr sz="1200">
                <a:solidFill>
                  <a:schemeClr val="bg1"/>
                </a:solidFill>
              </a:defRPr>
            </a:lvl5pPr>
            <a:lvl6pPr marL="0" indent="0">
              <a:spcAft>
                <a:spcPts val="0"/>
              </a:spcAft>
              <a:buNone/>
              <a:defRPr>
                <a:solidFill>
                  <a:schemeClr val="bg1"/>
                </a:solidFill>
              </a:defRPr>
            </a:lvl6pPr>
            <a:lvl7pPr marL="0" indent="0">
              <a:spcAft>
                <a:spcPts val="0"/>
              </a:spcAft>
              <a:buNone/>
              <a:defRPr>
                <a:solidFill>
                  <a:schemeClr val="bg1"/>
                </a:solidFill>
              </a:defRPr>
            </a:lvl7pPr>
            <a:lvl8pPr marL="0" indent="0">
              <a:spcAft>
                <a:spcPts val="0"/>
              </a:spcAft>
              <a:buNone/>
              <a:defRPr>
                <a:solidFill>
                  <a:schemeClr val="bg1"/>
                </a:solidFill>
              </a:defRPr>
            </a:lvl8pPr>
            <a:lvl9pPr marL="0" indent="0">
              <a:spcAft>
                <a:spcPts val="0"/>
              </a:spcAft>
              <a:buNone/>
              <a:defRPr>
                <a:solidFill>
                  <a:schemeClr val="bg1"/>
                </a:solidFill>
              </a:defRPr>
            </a:lvl9pPr>
          </a:lstStyle>
          <a:p>
            <a:pPr lvl="0"/>
            <a:r>
              <a:rPr lang="en-US" err="1"/>
              <a:t>Firstname</a:t>
            </a:r>
            <a:r>
              <a:rPr lang="en-US"/>
              <a:t> </a:t>
            </a:r>
            <a:r>
              <a:rPr lang="en-US" err="1"/>
              <a:t>Lastname</a:t>
            </a:r>
            <a:r>
              <a:rPr lang="en-US"/>
              <a:t>, L1</a:t>
            </a:r>
          </a:p>
          <a:p>
            <a:pPr lvl="1"/>
            <a:r>
              <a:rPr lang="en-US"/>
              <a:t>Title/department, L2</a:t>
            </a:r>
          </a:p>
        </p:txBody>
      </p:sp>
      <p:sp>
        <p:nvSpPr>
          <p:cNvPr id="33" name="Text Placeholder 32">
            <a:extLst>
              <a:ext uri="{FF2B5EF4-FFF2-40B4-BE49-F238E27FC236}">
                <a16:creationId xmlns:a16="http://schemas.microsoft.com/office/drawing/2014/main" id="{E601086B-49DB-91F4-74B7-19EC53EE3BBE}"/>
              </a:ext>
            </a:extLst>
          </p:cNvPr>
          <p:cNvSpPr>
            <a:spLocks noGrp="1"/>
          </p:cNvSpPr>
          <p:nvPr>
            <p:ph type="body" sz="quarter" idx="50"/>
          </p:nvPr>
        </p:nvSpPr>
        <p:spPr>
          <a:xfrm>
            <a:off x="2305451" y="1273175"/>
            <a:ext cx="1472184" cy="2416175"/>
          </a:xfrm>
        </p:spPr>
        <p:txBody>
          <a:bodyPr>
            <a:normAutofit/>
          </a:bodyPr>
          <a:lstStyle>
            <a:lvl1pPr marL="0" indent="0">
              <a:buFont typeface="Arial" panose="020B0604020202020204" pitchFamily="34" charset="0"/>
              <a:buNone/>
              <a:defRPr sz="1200" b="1">
                <a:solidFill>
                  <a:schemeClr val="bg1"/>
                </a:solidFill>
              </a:defRPr>
            </a:lvl1pPr>
            <a:lvl2pPr marL="0" indent="0">
              <a:spcAft>
                <a:spcPts val="0"/>
              </a:spcAft>
              <a:buFont typeface="Arial" panose="020B0604020202020204" pitchFamily="34" charset="0"/>
              <a:buNone/>
              <a:defRPr sz="1200">
                <a:solidFill>
                  <a:schemeClr val="bg1"/>
                </a:solidFill>
              </a:defRPr>
            </a:lvl2pPr>
            <a:lvl3pPr marL="0" indent="0">
              <a:spcAft>
                <a:spcPts val="0"/>
              </a:spcAft>
              <a:buFont typeface="Arial" panose="020B0604020202020204" pitchFamily="34" charset="0"/>
              <a:buNone/>
              <a:defRPr sz="1200">
                <a:solidFill>
                  <a:schemeClr val="bg1"/>
                </a:solidFill>
              </a:defRPr>
            </a:lvl3pPr>
            <a:lvl4pPr marL="0" indent="0">
              <a:spcAft>
                <a:spcPts val="0"/>
              </a:spcAft>
              <a:buFont typeface="Arial" panose="020B0604020202020204" pitchFamily="34" charset="0"/>
              <a:buNone/>
              <a:defRPr sz="1200">
                <a:solidFill>
                  <a:schemeClr val="bg1"/>
                </a:solidFill>
              </a:defRPr>
            </a:lvl4pPr>
            <a:lvl5pPr marL="0" indent="0">
              <a:spcAft>
                <a:spcPts val="0"/>
              </a:spcAft>
              <a:buFont typeface="Arial" panose="020B0604020202020204" pitchFamily="34" charset="0"/>
              <a:buNone/>
              <a:defRPr sz="1200">
                <a:solidFill>
                  <a:schemeClr val="bg1"/>
                </a:solidFill>
              </a:defRPr>
            </a:lvl5pPr>
            <a:lvl6pPr marL="0" indent="0">
              <a:spcAft>
                <a:spcPts val="0"/>
              </a:spcAft>
              <a:buNone/>
              <a:defRPr>
                <a:solidFill>
                  <a:schemeClr val="bg1"/>
                </a:solidFill>
              </a:defRPr>
            </a:lvl6pPr>
            <a:lvl7pPr marL="0" indent="0">
              <a:spcAft>
                <a:spcPts val="0"/>
              </a:spcAft>
              <a:buNone/>
              <a:defRPr>
                <a:solidFill>
                  <a:schemeClr val="bg1"/>
                </a:solidFill>
              </a:defRPr>
            </a:lvl7pPr>
            <a:lvl8pPr marL="0" indent="0">
              <a:spcAft>
                <a:spcPts val="0"/>
              </a:spcAft>
              <a:buNone/>
              <a:defRPr>
                <a:solidFill>
                  <a:schemeClr val="bg1"/>
                </a:solidFill>
              </a:defRPr>
            </a:lvl8pPr>
            <a:lvl9pPr marL="0" indent="0">
              <a:spcAft>
                <a:spcPts val="0"/>
              </a:spcAft>
              <a:buNone/>
              <a:defRPr>
                <a:solidFill>
                  <a:schemeClr val="bg1"/>
                </a:solidFill>
              </a:defRPr>
            </a:lvl9pPr>
          </a:lstStyle>
          <a:p>
            <a:pPr lvl="0"/>
            <a:r>
              <a:rPr lang="en-US"/>
              <a:t>Click to edit Master text styles</a:t>
            </a:r>
          </a:p>
          <a:p>
            <a:pPr lvl="1"/>
            <a:r>
              <a:rPr lang="en-US"/>
              <a:t>Second level</a:t>
            </a:r>
          </a:p>
        </p:txBody>
      </p:sp>
      <p:sp>
        <p:nvSpPr>
          <p:cNvPr id="35" name="Text Placeholder 34">
            <a:extLst>
              <a:ext uri="{FF2B5EF4-FFF2-40B4-BE49-F238E27FC236}">
                <a16:creationId xmlns:a16="http://schemas.microsoft.com/office/drawing/2014/main" id="{91795EEA-E69F-C144-C1F3-C2414990FBA1}"/>
              </a:ext>
            </a:extLst>
          </p:cNvPr>
          <p:cNvSpPr>
            <a:spLocks noGrp="1"/>
          </p:cNvSpPr>
          <p:nvPr>
            <p:ph type="body" sz="quarter" idx="51"/>
          </p:nvPr>
        </p:nvSpPr>
        <p:spPr>
          <a:xfrm>
            <a:off x="4339080" y="548641"/>
            <a:ext cx="1472184" cy="1731010"/>
          </a:xfrm>
        </p:spPr>
        <p:txBody>
          <a:bodyPr>
            <a:noAutofit/>
          </a:bodyPr>
          <a:lstStyle>
            <a:lvl1pPr marL="0" indent="0">
              <a:buFont typeface="Arial" panose="020B0604020202020204" pitchFamily="34" charset="0"/>
              <a:buNone/>
              <a:defRPr sz="1200" b="1">
                <a:solidFill>
                  <a:schemeClr val="tx2"/>
                </a:solidFill>
              </a:defRPr>
            </a:lvl1pPr>
            <a:lvl2pPr marL="0" indent="0">
              <a:spcAft>
                <a:spcPts val="0"/>
              </a:spcAft>
              <a:buFont typeface="Arial" panose="020B0604020202020204" pitchFamily="34" charset="0"/>
              <a:buNone/>
              <a:defRPr sz="1200">
                <a:solidFill>
                  <a:schemeClr val="tx1"/>
                </a:solidFill>
              </a:defRPr>
            </a:lvl2pPr>
            <a:lvl3pPr marL="0" indent="0">
              <a:spcAft>
                <a:spcPts val="0"/>
              </a:spcAft>
              <a:buFont typeface="Arial" panose="020B0604020202020204" pitchFamily="34" charset="0"/>
              <a:buNone/>
              <a:defRPr sz="1200">
                <a:solidFill>
                  <a:schemeClr val="tx1"/>
                </a:solidFill>
              </a:defRPr>
            </a:lvl3pPr>
            <a:lvl4pPr marL="0" indent="0">
              <a:spcAft>
                <a:spcPts val="0"/>
              </a:spcAft>
              <a:buFont typeface="Arial" panose="020B0604020202020204" pitchFamily="34" charset="0"/>
              <a:buNone/>
              <a:defRPr sz="1200">
                <a:solidFill>
                  <a:schemeClr val="tx1"/>
                </a:solidFill>
              </a:defRPr>
            </a:lvl4pPr>
            <a:lvl5pPr marL="0" indent="0">
              <a:spcAft>
                <a:spcPts val="0"/>
              </a:spcAft>
              <a:buFont typeface="Arial" panose="020B0604020202020204" pitchFamily="34" charset="0"/>
              <a:buNone/>
              <a:defRPr sz="1200">
                <a:solidFill>
                  <a:schemeClr val="tx1"/>
                </a:solidFill>
              </a:defRPr>
            </a:lvl5pPr>
            <a:lvl6pPr marL="0" indent="0">
              <a:spcAft>
                <a:spcPts val="0"/>
              </a:spcAft>
              <a:buNone/>
              <a:defRPr/>
            </a:lvl6pPr>
            <a:lvl7pPr marL="0" indent="0">
              <a:spcAft>
                <a:spcPts val="0"/>
              </a:spcAft>
              <a:buNone/>
              <a:defRPr/>
            </a:lvl7pPr>
            <a:lvl8pPr marL="0" indent="0">
              <a:spcAft>
                <a:spcPts val="0"/>
              </a:spcAft>
              <a:buNone/>
              <a:defRPr/>
            </a:lvl8pPr>
            <a:lvl9pPr marL="0" indent="0">
              <a:spcAft>
                <a:spcPts val="0"/>
              </a:spcAft>
              <a:buNone/>
              <a:defRPr/>
            </a:lvl9pPr>
          </a:lstStyle>
          <a:p>
            <a:pPr lvl="0"/>
            <a:r>
              <a:rPr lang="en-US"/>
              <a:t>Click to edit Master text styles</a:t>
            </a:r>
          </a:p>
          <a:p>
            <a:pPr lvl="1"/>
            <a:r>
              <a:rPr lang="en-US"/>
              <a:t>Second level</a:t>
            </a:r>
          </a:p>
        </p:txBody>
      </p:sp>
      <p:sp>
        <p:nvSpPr>
          <p:cNvPr id="37" name="Text Placeholder 36">
            <a:extLst>
              <a:ext uri="{FF2B5EF4-FFF2-40B4-BE49-F238E27FC236}">
                <a16:creationId xmlns:a16="http://schemas.microsoft.com/office/drawing/2014/main" id="{2C46E456-167D-6954-BAD6-1AF9A45D1383}"/>
              </a:ext>
            </a:extLst>
          </p:cNvPr>
          <p:cNvSpPr>
            <a:spLocks noGrp="1"/>
          </p:cNvSpPr>
          <p:nvPr>
            <p:ph type="body" sz="quarter" idx="52"/>
          </p:nvPr>
        </p:nvSpPr>
        <p:spPr>
          <a:xfrm>
            <a:off x="6361123" y="2425701"/>
            <a:ext cx="1472184" cy="2141538"/>
          </a:xfrm>
        </p:spPr>
        <p:txBody>
          <a:bodyPr>
            <a:normAutofit/>
          </a:bodyPr>
          <a:lstStyle>
            <a:lvl1pPr marL="0" indent="0">
              <a:buFont typeface="Arial" panose="020B0604020202020204" pitchFamily="34" charset="0"/>
              <a:buNone/>
              <a:defRPr sz="1200" b="1">
                <a:solidFill>
                  <a:schemeClr val="bg1"/>
                </a:solidFill>
              </a:defRPr>
            </a:lvl1pPr>
            <a:lvl2pPr marL="0" indent="0">
              <a:spcAft>
                <a:spcPts val="0"/>
              </a:spcAft>
              <a:buFont typeface="Arial" panose="020B0604020202020204" pitchFamily="34" charset="0"/>
              <a:buNone/>
              <a:defRPr sz="1200">
                <a:solidFill>
                  <a:schemeClr val="bg1"/>
                </a:solidFill>
              </a:defRPr>
            </a:lvl2pPr>
            <a:lvl3pPr marL="0" indent="0">
              <a:spcAft>
                <a:spcPts val="0"/>
              </a:spcAft>
              <a:buFont typeface="Arial" panose="020B0604020202020204" pitchFamily="34" charset="0"/>
              <a:buNone/>
              <a:defRPr sz="1200">
                <a:solidFill>
                  <a:schemeClr val="bg1"/>
                </a:solidFill>
              </a:defRPr>
            </a:lvl3pPr>
            <a:lvl4pPr marL="0" indent="0">
              <a:spcAft>
                <a:spcPts val="0"/>
              </a:spcAft>
              <a:buFont typeface="Arial" panose="020B0604020202020204" pitchFamily="34" charset="0"/>
              <a:buNone/>
              <a:defRPr sz="1200">
                <a:solidFill>
                  <a:schemeClr val="bg1"/>
                </a:solidFill>
              </a:defRPr>
            </a:lvl4pPr>
            <a:lvl5pPr marL="0" indent="0">
              <a:spcAft>
                <a:spcPts val="0"/>
              </a:spcAft>
              <a:buFont typeface="Arial" panose="020B0604020202020204" pitchFamily="34" charset="0"/>
              <a:buNone/>
              <a:defRPr sz="1200">
                <a:solidFill>
                  <a:schemeClr val="bg1"/>
                </a:solidFill>
              </a:defRPr>
            </a:lvl5pPr>
            <a:lvl6pPr marL="0" indent="0">
              <a:spcAft>
                <a:spcPts val="0"/>
              </a:spcAft>
              <a:buNone/>
              <a:defRPr>
                <a:solidFill>
                  <a:schemeClr val="bg1"/>
                </a:solidFill>
              </a:defRPr>
            </a:lvl6pPr>
            <a:lvl7pPr marL="0" indent="0">
              <a:spcAft>
                <a:spcPts val="0"/>
              </a:spcAft>
              <a:buNone/>
              <a:defRPr>
                <a:solidFill>
                  <a:schemeClr val="bg1"/>
                </a:solidFill>
              </a:defRPr>
            </a:lvl7pPr>
            <a:lvl8pPr marL="0" indent="0">
              <a:spcAft>
                <a:spcPts val="0"/>
              </a:spcAft>
              <a:buNone/>
              <a:defRPr>
                <a:solidFill>
                  <a:schemeClr val="bg1"/>
                </a:solidFill>
              </a:defRPr>
            </a:lvl8pPr>
            <a:lvl9pPr marL="0" indent="0">
              <a:spcAft>
                <a:spcPts val="0"/>
              </a:spcAft>
              <a:buNone/>
              <a:defRPr>
                <a:solidFill>
                  <a:schemeClr val="bg1"/>
                </a:solidFill>
              </a:defRPr>
            </a:lvl9pPr>
          </a:lstStyle>
          <a:p>
            <a:pPr lvl="0"/>
            <a:r>
              <a:rPr lang="en-US"/>
              <a:t>Click to edit Master text styles</a:t>
            </a:r>
          </a:p>
          <a:p>
            <a:pPr lvl="1"/>
            <a:r>
              <a:rPr lang="en-US"/>
              <a:t>Second level</a:t>
            </a:r>
          </a:p>
        </p:txBody>
      </p:sp>
      <p:grpSp>
        <p:nvGrpSpPr>
          <p:cNvPr id="2" name="Group 1">
            <a:extLst>
              <a:ext uri="{FF2B5EF4-FFF2-40B4-BE49-F238E27FC236}">
                <a16:creationId xmlns:a16="http://schemas.microsoft.com/office/drawing/2014/main" id="{6D3D5632-646F-61D7-4AE6-BF02FD68B5F5}"/>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CF6E991D-BA97-2E7A-350A-757E3B6809F1}"/>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8" name="TextBox 7">
              <a:extLst>
                <a:ext uri="{FF2B5EF4-FFF2-40B4-BE49-F238E27FC236}">
                  <a16:creationId xmlns:a16="http://schemas.microsoft.com/office/drawing/2014/main" id="{DF10D0AA-C868-4255-6C18-FB7B99C476A7}"/>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1" name="Rectangle 10">
              <a:extLst>
                <a:ext uri="{FF2B5EF4-FFF2-40B4-BE49-F238E27FC236}">
                  <a16:creationId xmlns:a16="http://schemas.microsoft.com/office/drawing/2014/main" id="{CDFB9467-E34A-6CC4-7D6F-0F6859E3CD9F}"/>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3" name="Group 12">
              <a:extLst>
                <a:ext uri="{FF2B5EF4-FFF2-40B4-BE49-F238E27FC236}">
                  <a16:creationId xmlns:a16="http://schemas.microsoft.com/office/drawing/2014/main" id="{04F0E233-43D9-F8E9-74B4-5B4ACA013EAB}"/>
                </a:ext>
              </a:extLst>
            </p:cNvPr>
            <p:cNvGrpSpPr/>
            <p:nvPr userDrawn="1"/>
          </p:nvGrpSpPr>
          <p:grpSpPr>
            <a:xfrm>
              <a:off x="12442019" y="3791214"/>
              <a:ext cx="382660" cy="2882942"/>
              <a:chOff x="14001569" y="3716048"/>
              <a:chExt cx="316248" cy="3171236"/>
            </a:xfrm>
          </p:grpSpPr>
          <p:sp>
            <p:nvSpPr>
              <p:cNvPr id="31" name="Rectangle 30">
                <a:extLst>
                  <a:ext uri="{FF2B5EF4-FFF2-40B4-BE49-F238E27FC236}">
                    <a16:creationId xmlns:a16="http://schemas.microsoft.com/office/drawing/2014/main" id="{582CEAD4-908C-79D2-478B-45E3BB38AC8A}"/>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0F29B89A-CB4E-E848-6D48-46868DA23DBF}"/>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51B61DB6-3676-03AC-77A2-61C592C92B56}"/>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077D612B-3D1E-84B2-636E-E963A68E3C89}"/>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2D3C5B98-6057-FB8A-9CFC-560908C1BC1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83173415-4649-4B55-C2A9-37BD1207407E}"/>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8906B5F4-3F6B-6DE8-937A-0614236CE90A}"/>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3A4C49E8-57C7-8EE8-5B8F-FCA241800E1A}"/>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2" name="Rectangle 41">
                <a:extLst>
                  <a:ext uri="{FF2B5EF4-FFF2-40B4-BE49-F238E27FC236}">
                    <a16:creationId xmlns:a16="http://schemas.microsoft.com/office/drawing/2014/main" id="{5B85209B-AE9E-DFB6-868C-FAEAC50B243A}"/>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3" name="Rectangle 42">
                <a:extLst>
                  <a:ext uri="{FF2B5EF4-FFF2-40B4-BE49-F238E27FC236}">
                    <a16:creationId xmlns:a16="http://schemas.microsoft.com/office/drawing/2014/main" id="{2606DE1F-2D5F-F2A5-E0A3-9E439B2EFBC9}"/>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4" name="Group 13">
              <a:extLst>
                <a:ext uri="{FF2B5EF4-FFF2-40B4-BE49-F238E27FC236}">
                  <a16:creationId xmlns:a16="http://schemas.microsoft.com/office/drawing/2014/main" id="{0F02FA5A-DF41-200A-A03F-E12A5730E243}"/>
                </a:ext>
              </a:extLst>
            </p:cNvPr>
            <p:cNvGrpSpPr/>
            <p:nvPr userDrawn="1"/>
          </p:nvGrpSpPr>
          <p:grpSpPr>
            <a:xfrm>
              <a:off x="12442019" y="198485"/>
              <a:ext cx="382660" cy="2882942"/>
              <a:chOff x="12742785" y="3716048"/>
              <a:chExt cx="316248" cy="3171236"/>
            </a:xfrm>
          </p:grpSpPr>
          <p:sp>
            <p:nvSpPr>
              <p:cNvPr id="16" name="Rectangle 15">
                <a:extLst>
                  <a:ext uri="{FF2B5EF4-FFF2-40B4-BE49-F238E27FC236}">
                    <a16:creationId xmlns:a16="http://schemas.microsoft.com/office/drawing/2014/main" id="{4EA64973-B8DD-14F8-40D8-698BE1F890A5}"/>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4D96F32A-B97D-DA6C-1048-793932E52175}"/>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61FD10D4-9A67-0FBC-9EDA-CBF93C2526EB}"/>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3840499D-3073-9753-BA85-56FF27D606E7}"/>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7BFE54A1-7DD0-BDDA-C492-A90961A4408C}"/>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2A630A88-A124-101D-3DD5-EEE8976462EE}"/>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94D40C7C-5660-E50D-0ACA-D1C9FF9C6721}"/>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C8047313-DD44-CF53-2DA0-090768DE3E34}"/>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3875CB01-77B3-713C-9F33-8D315E597B3D}"/>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5A3927E5-6433-5356-247A-8FE12D23C212}"/>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5" name="TextBox 14">
              <a:extLst>
                <a:ext uri="{FF2B5EF4-FFF2-40B4-BE49-F238E27FC236}">
                  <a16:creationId xmlns:a16="http://schemas.microsoft.com/office/drawing/2014/main" id="{E6F62A93-FE33-3752-002F-E5539899041E}"/>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4" name="TextBox 43">
            <a:extLst>
              <a:ext uri="{FF2B5EF4-FFF2-40B4-BE49-F238E27FC236}">
                <a16:creationId xmlns:a16="http://schemas.microsoft.com/office/drawing/2014/main" id="{5886AEF5-BCDF-42D6-89A2-A7D86403B360}"/>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164767137"/>
      </p:ext>
    </p:extLst>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preserve="1" userDrawn="1">
  <p:cSld name="Contact Sheet 5-up">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1" name="Picture Placeholder 9">
            <a:extLst>
              <a:ext uri="{FF2B5EF4-FFF2-40B4-BE49-F238E27FC236}">
                <a16:creationId xmlns:a16="http://schemas.microsoft.com/office/drawing/2014/main" id="{E5C7C011-127A-0143-3287-56B2493616F3}"/>
              </a:ext>
            </a:extLst>
          </p:cNvPr>
          <p:cNvSpPr>
            <a:spLocks noGrp="1"/>
          </p:cNvSpPr>
          <p:nvPr>
            <p:ph type="pic" sz="quarter" idx="29" hasCustomPrompt="1"/>
          </p:nvPr>
        </p:nvSpPr>
        <p:spPr>
          <a:xfrm>
            <a:off x="539751" y="2146298"/>
            <a:ext cx="1970120" cy="1975104"/>
          </a:xfrm>
          <a:solidFill>
            <a:schemeClr val="accent1"/>
          </a:solidFill>
          <a:ln>
            <a:noFill/>
          </a:ln>
        </p:spPr>
        <p:txBody>
          <a:bodyPr bIns="822960" anchor="ctr"/>
          <a:lstStyle>
            <a:lvl1pPr algn="ctr">
              <a:defRPr>
                <a:solidFill>
                  <a:schemeClr val="bg1"/>
                </a:solidFill>
                <a:latin typeface="+mn-lt"/>
              </a:defRPr>
            </a:lvl1pPr>
          </a:lstStyle>
          <a:p>
            <a:r>
              <a:rPr lang="en-US"/>
              <a:t>Silhouette</a:t>
            </a:r>
            <a:br>
              <a:rPr lang="en-US"/>
            </a:br>
            <a:r>
              <a:rPr lang="en-US"/>
              <a:t>portrait</a:t>
            </a:r>
          </a:p>
        </p:txBody>
      </p:sp>
      <p:sp>
        <p:nvSpPr>
          <p:cNvPr id="25" name="Picture Placeholder 9">
            <a:extLst>
              <a:ext uri="{FF2B5EF4-FFF2-40B4-BE49-F238E27FC236}">
                <a16:creationId xmlns:a16="http://schemas.microsoft.com/office/drawing/2014/main" id="{319024EE-ED5D-FFF1-5239-5C9EE26262F8}"/>
              </a:ext>
            </a:extLst>
          </p:cNvPr>
          <p:cNvSpPr>
            <a:spLocks noGrp="1"/>
          </p:cNvSpPr>
          <p:nvPr>
            <p:ph type="pic" sz="quarter" idx="35" hasCustomPrompt="1"/>
          </p:nvPr>
        </p:nvSpPr>
        <p:spPr>
          <a:xfrm>
            <a:off x="2605055" y="2146299"/>
            <a:ext cx="1970120" cy="1978025"/>
          </a:xfrm>
          <a:solidFill>
            <a:schemeClr val="tx2"/>
          </a:solidFill>
          <a:ln>
            <a:noFill/>
          </a:ln>
        </p:spPr>
        <p:txBody>
          <a:bodyPr bIns="822960" anchor="ctr"/>
          <a:lstStyle>
            <a:lvl1pPr algn="ctr">
              <a:defRPr>
                <a:solidFill>
                  <a:schemeClr val="bg1"/>
                </a:solidFill>
                <a:latin typeface="+mn-lt"/>
              </a:defRPr>
            </a:lvl1pPr>
          </a:lstStyle>
          <a:p>
            <a:r>
              <a:rPr lang="en-US"/>
              <a:t>Silhouette</a:t>
            </a:r>
            <a:br>
              <a:rPr lang="en-US"/>
            </a:br>
            <a:r>
              <a:rPr lang="en-US"/>
              <a:t>portrait</a:t>
            </a:r>
          </a:p>
        </p:txBody>
      </p:sp>
      <p:sp>
        <p:nvSpPr>
          <p:cNvPr id="35" name="Picture Placeholder 9">
            <a:extLst>
              <a:ext uri="{FF2B5EF4-FFF2-40B4-BE49-F238E27FC236}">
                <a16:creationId xmlns:a16="http://schemas.microsoft.com/office/drawing/2014/main" id="{B9B029C9-1EA7-2BAF-AD5E-CED9490ECA94}"/>
              </a:ext>
            </a:extLst>
          </p:cNvPr>
          <p:cNvSpPr>
            <a:spLocks noGrp="1"/>
          </p:cNvSpPr>
          <p:nvPr>
            <p:ph type="pic" sz="quarter" idx="37" hasCustomPrompt="1"/>
          </p:nvPr>
        </p:nvSpPr>
        <p:spPr>
          <a:xfrm>
            <a:off x="4671913" y="2146299"/>
            <a:ext cx="1970120" cy="1978025"/>
          </a:xfrm>
          <a:solidFill>
            <a:srgbClr val="F0F0F1"/>
          </a:solidFill>
          <a:ln>
            <a:noFill/>
          </a:ln>
        </p:spPr>
        <p:txBody>
          <a:bodyPr bIns="822960" anchor="ctr"/>
          <a:lstStyle>
            <a:lvl1pPr algn="ctr">
              <a:defRPr>
                <a:solidFill>
                  <a:srgbClr val="010101"/>
                </a:solidFill>
                <a:latin typeface="+mn-lt"/>
              </a:defRPr>
            </a:lvl1pPr>
          </a:lstStyle>
          <a:p>
            <a:r>
              <a:rPr lang="en-US"/>
              <a:t>Silhouette</a:t>
            </a:r>
            <a:br>
              <a:rPr lang="en-US"/>
            </a:br>
            <a:r>
              <a:rPr lang="en-US"/>
              <a:t>portrait</a:t>
            </a:r>
          </a:p>
        </p:txBody>
      </p:sp>
      <p:sp>
        <p:nvSpPr>
          <p:cNvPr id="37" name="Picture Placeholder 9">
            <a:extLst>
              <a:ext uri="{FF2B5EF4-FFF2-40B4-BE49-F238E27FC236}">
                <a16:creationId xmlns:a16="http://schemas.microsoft.com/office/drawing/2014/main" id="{F673B5EA-D718-4722-DEAB-0821FF57B30E}"/>
              </a:ext>
            </a:extLst>
          </p:cNvPr>
          <p:cNvSpPr>
            <a:spLocks noGrp="1"/>
          </p:cNvSpPr>
          <p:nvPr>
            <p:ph type="pic" sz="quarter" idx="39" hasCustomPrompt="1"/>
          </p:nvPr>
        </p:nvSpPr>
        <p:spPr>
          <a:xfrm>
            <a:off x="6737217" y="2146299"/>
            <a:ext cx="1970120" cy="1978025"/>
          </a:xfrm>
          <a:solidFill>
            <a:schemeClr val="accent1"/>
          </a:solidFill>
          <a:ln>
            <a:noFill/>
          </a:ln>
        </p:spPr>
        <p:txBody>
          <a:bodyPr bIns="822960" anchor="ctr"/>
          <a:lstStyle>
            <a:lvl1pPr algn="ctr">
              <a:defRPr>
                <a:solidFill>
                  <a:schemeClr val="bg1"/>
                </a:solidFill>
                <a:latin typeface="+mn-lt"/>
              </a:defRPr>
            </a:lvl1pPr>
          </a:lstStyle>
          <a:p>
            <a:r>
              <a:rPr lang="en-US"/>
              <a:t>Silhouette</a:t>
            </a:r>
            <a:br>
              <a:rPr lang="en-US"/>
            </a:br>
            <a:r>
              <a:rPr lang="en-US"/>
              <a:t>portrait</a:t>
            </a:r>
          </a:p>
        </p:txBody>
      </p:sp>
      <p:sp>
        <p:nvSpPr>
          <p:cNvPr id="39" name="Picture Placeholder 9">
            <a:extLst>
              <a:ext uri="{FF2B5EF4-FFF2-40B4-BE49-F238E27FC236}">
                <a16:creationId xmlns:a16="http://schemas.microsoft.com/office/drawing/2014/main" id="{E23557D9-4DEB-2508-E9FF-6F918636B4A4}"/>
              </a:ext>
            </a:extLst>
          </p:cNvPr>
          <p:cNvSpPr>
            <a:spLocks noGrp="1"/>
          </p:cNvSpPr>
          <p:nvPr>
            <p:ph type="pic" sz="quarter" idx="41" hasCustomPrompt="1"/>
          </p:nvPr>
        </p:nvSpPr>
        <p:spPr>
          <a:xfrm>
            <a:off x="8804075" y="2146299"/>
            <a:ext cx="1970120" cy="1978025"/>
          </a:xfrm>
          <a:solidFill>
            <a:srgbClr val="F0F0F1"/>
          </a:solidFill>
          <a:ln>
            <a:noFill/>
          </a:ln>
        </p:spPr>
        <p:txBody>
          <a:bodyPr bIns="822960" anchor="ctr"/>
          <a:lstStyle>
            <a:lvl1pPr algn="ctr">
              <a:defRPr>
                <a:solidFill>
                  <a:srgbClr val="010101"/>
                </a:solidFill>
                <a:latin typeface="+mn-lt"/>
              </a:defRPr>
            </a:lvl1pPr>
          </a:lstStyle>
          <a:p>
            <a:r>
              <a:rPr lang="en-US"/>
              <a:t>Silhouette</a:t>
            </a:r>
            <a:br>
              <a:rPr lang="en-US"/>
            </a:br>
            <a:r>
              <a:rPr lang="en-US"/>
              <a:t>portrait</a:t>
            </a:r>
          </a:p>
        </p:txBody>
      </p:sp>
      <p:sp>
        <p:nvSpPr>
          <p:cNvPr id="5" name="Title 4">
            <a:extLst>
              <a:ext uri="{FF2B5EF4-FFF2-40B4-BE49-F238E27FC236}">
                <a16:creationId xmlns:a16="http://schemas.microsoft.com/office/drawing/2014/main" id="{BD67EC75-3424-7B25-247E-1C6B770541DE}"/>
              </a:ext>
            </a:extLst>
          </p:cNvPr>
          <p:cNvSpPr>
            <a:spLocks noGrp="1"/>
          </p:cNvSpPr>
          <p:nvPr>
            <p:ph type="title"/>
          </p:nvPr>
        </p:nvSpPr>
        <p:spPr/>
        <p:txBody>
          <a:bodyPr/>
          <a:lstStyle/>
          <a:p>
            <a:r>
              <a:rPr lang="en-US"/>
              <a:t>Click to edit Master title style</a:t>
            </a:r>
          </a:p>
        </p:txBody>
      </p:sp>
      <p:sp>
        <p:nvSpPr>
          <p:cNvPr id="4" name="Freeform 5">
            <a:extLst>
              <a:ext uri="{FF2B5EF4-FFF2-40B4-BE49-F238E27FC236}">
                <a16:creationId xmlns:a16="http://schemas.microsoft.com/office/drawing/2014/main" id="{9717D698-1CD5-3DBB-E6F0-6A666FC002C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9" name="Text Placeholder 10">
            <a:extLst>
              <a:ext uri="{FF2B5EF4-FFF2-40B4-BE49-F238E27FC236}">
                <a16:creationId xmlns:a16="http://schemas.microsoft.com/office/drawing/2014/main" id="{34072C05-AED5-2EFC-938E-482980433E09}"/>
              </a:ext>
            </a:extLst>
          </p:cNvPr>
          <p:cNvSpPr>
            <a:spLocks noGrp="1"/>
          </p:cNvSpPr>
          <p:nvPr>
            <p:ph type="body" sz="quarter" idx="45"/>
          </p:nvPr>
        </p:nvSpPr>
        <p:spPr>
          <a:xfrm>
            <a:off x="548640" y="1127125"/>
            <a:ext cx="1108932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31" name="Text Placeholder 30">
            <a:extLst>
              <a:ext uri="{FF2B5EF4-FFF2-40B4-BE49-F238E27FC236}">
                <a16:creationId xmlns:a16="http://schemas.microsoft.com/office/drawing/2014/main" id="{903611B5-888A-47D0-AF1C-FE9A83D8B5B5}"/>
              </a:ext>
            </a:extLst>
          </p:cNvPr>
          <p:cNvSpPr>
            <a:spLocks noGrp="1"/>
          </p:cNvSpPr>
          <p:nvPr>
            <p:ph type="body" sz="quarter" idx="46"/>
          </p:nvPr>
        </p:nvSpPr>
        <p:spPr>
          <a:xfrm>
            <a:off x="549274" y="4273549"/>
            <a:ext cx="1975104" cy="1457325"/>
          </a:xfrm>
        </p:spPr>
        <p:txBody>
          <a:bodyPr>
            <a:normAutofit/>
          </a:bodyPr>
          <a:lstStyle>
            <a:lvl1pPr marL="0" indent="0">
              <a:spcAft>
                <a:spcPts val="200"/>
              </a:spcAft>
              <a:buFont typeface="Arial" panose="020B0604020202020204" pitchFamily="34" charset="0"/>
              <a:buNone/>
              <a:defRPr sz="1200" b="1"/>
            </a:lvl1pPr>
            <a:lvl2pPr marL="0" indent="0">
              <a:buNone/>
              <a:defRPr sz="1200"/>
            </a:lvl2pPr>
            <a:lvl3pPr marL="285750" indent="-285750">
              <a:buClrTx/>
              <a:buFont typeface="GT America" charset="0"/>
              <a:buChar char="→"/>
              <a:defRPr sz="1200"/>
            </a:lvl3pPr>
            <a:lvl4pPr marL="285750" indent="-285750">
              <a:buClrTx/>
              <a:buFont typeface="GT America" charset="0"/>
              <a:buChar char="→"/>
              <a:defRPr sz="1200"/>
            </a:lvl4pPr>
            <a:lvl5pPr marL="285750" indent="-285750">
              <a:buClrTx/>
              <a:buFont typeface="GT America" charset="0"/>
              <a:buChar char="→"/>
              <a:defRPr sz="1200"/>
            </a:lvl5pPr>
            <a:lvl6pPr marL="285750" indent="-285750">
              <a:buClrTx/>
              <a:buFont typeface="GT America" charset="0"/>
              <a:buChar char="→"/>
              <a:defRPr sz="1200"/>
            </a:lvl6pPr>
            <a:lvl7pPr marL="285750" indent="-285750">
              <a:buClrTx/>
              <a:buFont typeface="GT America" charset="0"/>
              <a:buChar char="→"/>
              <a:defRPr sz="1200"/>
            </a:lvl7pPr>
            <a:lvl8pPr marL="285750" indent="-285750">
              <a:buClrTx/>
              <a:buFont typeface="GT America" charset="0"/>
              <a:buChar char="→"/>
              <a:defRPr sz="1200"/>
            </a:lvl8pPr>
            <a:lvl9pPr marL="285750" indent="-285750">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33" name="Text Placeholder 32">
            <a:extLst>
              <a:ext uri="{FF2B5EF4-FFF2-40B4-BE49-F238E27FC236}">
                <a16:creationId xmlns:a16="http://schemas.microsoft.com/office/drawing/2014/main" id="{BC98379C-7F1B-56B1-A3CE-AC2464AC4CCA}"/>
              </a:ext>
            </a:extLst>
          </p:cNvPr>
          <p:cNvSpPr>
            <a:spLocks noGrp="1"/>
          </p:cNvSpPr>
          <p:nvPr>
            <p:ph type="body" sz="quarter" idx="47"/>
          </p:nvPr>
        </p:nvSpPr>
        <p:spPr>
          <a:xfrm>
            <a:off x="2625857" y="4273549"/>
            <a:ext cx="1975104" cy="1457325"/>
          </a:xfrm>
        </p:spPr>
        <p:txBody>
          <a:bodyPr>
            <a:normAutofit/>
          </a:bodyPr>
          <a:lstStyle>
            <a:lvl1pPr marL="0" indent="0">
              <a:spcAft>
                <a:spcPts val="200"/>
              </a:spcAft>
              <a:buFont typeface="Arial" panose="020B0604020202020204" pitchFamily="34" charset="0"/>
              <a:buNone/>
              <a:defRPr sz="1200" b="1"/>
            </a:lvl1pPr>
            <a:lvl2pPr marL="0" indent="0">
              <a:buNone/>
              <a:defRPr sz="1200"/>
            </a:lvl2pPr>
            <a:lvl3pPr marL="285750" indent="-285750">
              <a:buClrTx/>
              <a:buFont typeface="GT America" charset="0"/>
              <a:buChar char="→"/>
              <a:defRPr sz="1200"/>
            </a:lvl3pPr>
            <a:lvl4pPr marL="285750" indent="-285750">
              <a:buClrTx/>
              <a:buFont typeface="GT America" charset="0"/>
              <a:buChar char="→"/>
              <a:defRPr sz="1200"/>
            </a:lvl4pPr>
            <a:lvl5pPr marL="285750" indent="-285750">
              <a:buClrTx/>
              <a:buFont typeface="GT America" charset="0"/>
              <a:buChar char="→"/>
              <a:defRPr sz="1200"/>
            </a:lvl5pPr>
            <a:lvl6pPr marL="285750" indent="-285750">
              <a:buClrTx/>
              <a:buFont typeface="GT America" charset="0"/>
              <a:buChar char="→"/>
              <a:defRPr sz="1200"/>
            </a:lvl6pPr>
            <a:lvl7pPr marL="285750" indent="-285750">
              <a:buClrTx/>
              <a:buFont typeface="GT America" charset="0"/>
              <a:buChar char="→"/>
              <a:defRPr sz="1200"/>
            </a:lvl7pPr>
            <a:lvl8pPr marL="285750" indent="-285750">
              <a:buClrTx/>
              <a:buFont typeface="GT America" charset="0"/>
              <a:buChar char="→"/>
              <a:defRPr sz="1200"/>
            </a:lvl8pPr>
            <a:lvl9pPr marL="285750" indent="-285750">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36" name="Text Placeholder 35">
            <a:extLst>
              <a:ext uri="{FF2B5EF4-FFF2-40B4-BE49-F238E27FC236}">
                <a16:creationId xmlns:a16="http://schemas.microsoft.com/office/drawing/2014/main" id="{84EC1E92-0954-710F-591A-C03311440651}"/>
              </a:ext>
            </a:extLst>
          </p:cNvPr>
          <p:cNvSpPr>
            <a:spLocks noGrp="1"/>
          </p:cNvSpPr>
          <p:nvPr>
            <p:ph type="body" sz="quarter" idx="48"/>
          </p:nvPr>
        </p:nvSpPr>
        <p:spPr>
          <a:xfrm>
            <a:off x="4671913" y="4273550"/>
            <a:ext cx="1975104" cy="1457325"/>
          </a:xfrm>
        </p:spPr>
        <p:txBody>
          <a:bodyPr>
            <a:normAutofit/>
          </a:bodyPr>
          <a:lstStyle>
            <a:lvl1pPr marL="0" indent="0">
              <a:spcAft>
                <a:spcPts val="200"/>
              </a:spcAft>
              <a:buFont typeface="Arial" panose="020B0604020202020204" pitchFamily="34" charset="0"/>
              <a:buNone/>
              <a:defRPr sz="1200" b="1"/>
            </a:lvl1pPr>
            <a:lvl2pPr marL="0" indent="0">
              <a:buNone/>
              <a:defRPr sz="1200"/>
            </a:lvl2pPr>
            <a:lvl3pPr marL="285750" indent="-285750">
              <a:buClrTx/>
              <a:buFont typeface="GT America" charset="0"/>
              <a:buChar char="→"/>
              <a:defRPr sz="1200"/>
            </a:lvl3pPr>
            <a:lvl4pPr marL="285750" indent="-285750">
              <a:buClrTx/>
              <a:buFont typeface="GT America" charset="0"/>
              <a:buChar char="→"/>
              <a:defRPr sz="1200"/>
            </a:lvl4pPr>
            <a:lvl5pPr marL="285750" indent="-285750">
              <a:buClrTx/>
              <a:buFont typeface="GT America" charset="0"/>
              <a:buChar char="→"/>
              <a:defRPr sz="1200"/>
            </a:lvl5pPr>
            <a:lvl6pPr marL="285750" indent="-285750">
              <a:buClrTx/>
              <a:buFont typeface="GT America" charset="0"/>
              <a:buChar char="→"/>
              <a:defRPr sz="1200"/>
            </a:lvl6pPr>
            <a:lvl7pPr marL="285750" indent="-285750">
              <a:buClrTx/>
              <a:buFont typeface="GT America" charset="0"/>
              <a:buChar char="→"/>
              <a:defRPr sz="1200"/>
            </a:lvl7pPr>
            <a:lvl8pPr marL="285750" indent="-285750">
              <a:buClrTx/>
              <a:buFont typeface="GT America" charset="0"/>
              <a:buChar char="→"/>
              <a:defRPr sz="1200"/>
            </a:lvl8pPr>
            <a:lvl9pPr marL="285750" indent="-285750">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0" name="Text Placeholder 39">
            <a:extLst>
              <a:ext uri="{FF2B5EF4-FFF2-40B4-BE49-F238E27FC236}">
                <a16:creationId xmlns:a16="http://schemas.microsoft.com/office/drawing/2014/main" id="{FCBF4A80-B697-CED7-AF3C-C632A2E25B53}"/>
              </a:ext>
            </a:extLst>
          </p:cNvPr>
          <p:cNvSpPr>
            <a:spLocks noGrp="1"/>
          </p:cNvSpPr>
          <p:nvPr>
            <p:ph type="body" sz="quarter" idx="49"/>
          </p:nvPr>
        </p:nvSpPr>
        <p:spPr>
          <a:xfrm>
            <a:off x="6737217" y="4273550"/>
            <a:ext cx="1975104" cy="1457325"/>
          </a:xfrm>
        </p:spPr>
        <p:txBody>
          <a:bodyPr>
            <a:normAutofit/>
          </a:bodyPr>
          <a:lstStyle>
            <a:lvl1pPr marL="0" indent="0">
              <a:spcAft>
                <a:spcPts val="200"/>
              </a:spcAft>
              <a:buFont typeface="Arial" panose="020B0604020202020204" pitchFamily="34" charset="0"/>
              <a:buNone/>
              <a:defRPr sz="1200" b="1"/>
            </a:lvl1pPr>
            <a:lvl2pPr marL="0" indent="0">
              <a:buNone/>
              <a:defRPr sz="1200"/>
            </a:lvl2pPr>
            <a:lvl3pPr marL="285750" indent="-285750">
              <a:buClrTx/>
              <a:buFont typeface="GT America" charset="0"/>
              <a:buChar char="→"/>
              <a:defRPr sz="1200"/>
            </a:lvl3pPr>
            <a:lvl4pPr marL="285750" indent="-285750">
              <a:buClrTx/>
              <a:buFont typeface="GT America" charset="0"/>
              <a:buChar char="→"/>
              <a:defRPr sz="1200"/>
            </a:lvl4pPr>
            <a:lvl5pPr marL="285750" indent="-285750">
              <a:buClrTx/>
              <a:buFont typeface="GT America" charset="0"/>
              <a:buChar char="→"/>
              <a:defRPr sz="1200"/>
            </a:lvl5pPr>
            <a:lvl6pPr marL="285750" indent="-285750">
              <a:buClrTx/>
              <a:buFont typeface="GT America" charset="0"/>
              <a:buChar char="→"/>
              <a:defRPr sz="1200"/>
            </a:lvl6pPr>
            <a:lvl7pPr marL="285750" indent="-285750">
              <a:buClrTx/>
              <a:buFont typeface="GT America" charset="0"/>
              <a:buChar char="→"/>
              <a:defRPr sz="1200"/>
            </a:lvl7pPr>
            <a:lvl8pPr marL="285750" indent="-285750">
              <a:buClrTx/>
              <a:buFont typeface="GT America" charset="0"/>
              <a:buChar char="→"/>
              <a:defRPr sz="1200"/>
            </a:lvl8pPr>
            <a:lvl9pPr marL="285750" indent="-285750">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2" name="Text Placeholder 41">
            <a:extLst>
              <a:ext uri="{FF2B5EF4-FFF2-40B4-BE49-F238E27FC236}">
                <a16:creationId xmlns:a16="http://schemas.microsoft.com/office/drawing/2014/main" id="{447A49B2-21EC-9A60-A49A-B88D32D6BCEA}"/>
              </a:ext>
            </a:extLst>
          </p:cNvPr>
          <p:cNvSpPr>
            <a:spLocks noGrp="1"/>
          </p:cNvSpPr>
          <p:nvPr>
            <p:ph type="body" sz="quarter" idx="50"/>
          </p:nvPr>
        </p:nvSpPr>
        <p:spPr>
          <a:xfrm>
            <a:off x="8813800" y="4281487"/>
            <a:ext cx="1975104" cy="1457325"/>
          </a:xfrm>
        </p:spPr>
        <p:txBody>
          <a:bodyPr>
            <a:normAutofit/>
          </a:bodyPr>
          <a:lstStyle>
            <a:lvl1pPr marL="0" indent="0">
              <a:spcAft>
                <a:spcPts val="200"/>
              </a:spcAft>
              <a:buFont typeface="Arial" panose="020B0604020202020204" pitchFamily="34" charset="0"/>
              <a:buNone/>
              <a:defRPr sz="1200" b="1"/>
            </a:lvl1pPr>
            <a:lvl2pPr marL="0" indent="0">
              <a:buNone/>
              <a:defRPr sz="1200"/>
            </a:lvl2pPr>
            <a:lvl3pPr marL="285750" indent="-285750">
              <a:buClrTx/>
              <a:buFont typeface="GT America" charset="0"/>
              <a:buChar char="→"/>
              <a:defRPr sz="1200"/>
            </a:lvl3pPr>
            <a:lvl4pPr marL="0" indent="0">
              <a:buClrTx/>
              <a:buFont typeface="GT America" charset="0"/>
              <a:buNone/>
              <a:defRPr sz="1200"/>
            </a:lvl4pPr>
            <a:lvl5pPr marL="285750" indent="-285750">
              <a:buClrTx/>
              <a:buFont typeface="GT America" charset="0"/>
              <a:buChar char="→"/>
              <a:defRPr sz="1200"/>
            </a:lvl5pPr>
            <a:lvl6pPr marL="285750" indent="-285750">
              <a:buClrTx/>
              <a:buFont typeface="GT America" charset="0"/>
              <a:buChar char="→"/>
              <a:defRPr sz="1200"/>
            </a:lvl6pPr>
            <a:lvl7pPr marL="285750" indent="-285750">
              <a:buClrTx/>
              <a:buFont typeface="GT America" charset="0"/>
              <a:buChar char="→"/>
              <a:defRPr sz="1200"/>
            </a:lvl7pPr>
            <a:lvl8pPr marL="285750" indent="-285750">
              <a:buClrTx/>
              <a:buFont typeface="GT America" charset="0"/>
              <a:buChar char="→"/>
              <a:defRPr sz="1200"/>
            </a:lvl8pPr>
            <a:lvl9pPr marL="285750" indent="-285750">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grpSp>
        <p:nvGrpSpPr>
          <p:cNvPr id="2" name="Group 1">
            <a:extLst>
              <a:ext uri="{FF2B5EF4-FFF2-40B4-BE49-F238E27FC236}">
                <a16:creationId xmlns:a16="http://schemas.microsoft.com/office/drawing/2014/main" id="{3AFD6D26-3DCD-CE96-B5FD-30F3CC02F1AB}"/>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C78B4C26-D64B-7B78-CB4C-6802016EC0C0}"/>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96CE7389-AD19-68AC-ECA0-9A17684EC0B4}"/>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10314AC8-0978-3095-855D-D5D77C062F65}"/>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7D0FD2B2-5E79-0601-1AB5-E0CB1876B698}"/>
                </a:ext>
              </a:extLst>
            </p:cNvPr>
            <p:cNvGrpSpPr/>
            <p:nvPr userDrawn="1"/>
          </p:nvGrpSpPr>
          <p:grpSpPr>
            <a:xfrm>
              <a:off x="12442019" y="3791214"/>
              <a:ext cx="382660" cy="2882942"/>
              <a:chOff x="14001569" y="3716048"/>
              <a:chExt cx="316248" cy="3171236"/>
            </a:xfrm>
          </p:grpSpPr>
          <p:sp>
            <p:nvSpPr>
              <p:cNvPr id="26" name="Rectangle 25">
                <a:extLst>
                  <a:ext uri="{FF2B5EF4-FFF2-40B4-BE49-F238E27FC236}">
                    <a16:creationId xmlns:a16="http://schemas.microsoft.com/office/drawing/2014/main" id="{CB86F89B-F840-A7F0-80F3-53AE1C0FB634}"/>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32CA05E3-8F43-F504-411F-8B9AFCB1C73C}"/>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E39138DF-41AE-96E5-E311-9B03044EAD7D}"/>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A57F3BFE-2C9A-1087-85AD-13BADAA718AA}"/>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BF16A5EA-3C0A-3DDB-968C-1BF332D75F0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FF1BE60D-180B-E3B3-C78E-EC0596784FBE}"/>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334DA9A2-690D-E5AD-3319-3F6DA626A085}"/>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B5D16448-E8FB-1CE5-6B0A-0DC05D027DD6}"/>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47B23071-A580-F566-7CAD-C6192BC75DD5}"/>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3" name="Rectangle 42">
                <a:extLst>
                  <a:ext uri="{FF2B5EF4-FFF2-40B4-BE49-F238E27FC236}">
                    <a16:creationId xmlns:a16="http://schemas.microsoft.com/office/drawing/2014/main" id="{98889C44-94D3-A112-B4DA-DD25CA580F66}"/>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33D3DB2C-6443-33A8-04D7-265FC24206B2}"/>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6E345A6D-1AF6-259A-C96B-1E6DDD6854C3}"/>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983CAEBE-0403-95A9-DCFB-2397DF8927D3}"/>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3CE5E1DF-17D6-2B12-7F32-053CE4E00476}"/>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05120014-27C2-0AB6-D133-E0A4EB9102CA}"/>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DB3A6DCA-9E15-FEFE-A54D-5E1878E86561}"/>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819F524F-D20E-E40F-37B3-960FF49E284C}"/>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525CE540-035C-64D5-6138-5D0EBB605599}"/>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CDCFF4E6-66CA-E598-A86F-5703783307F0}"/>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9F1406D7-9B99-83C6-B88F-9658CDEFC57C}"/>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F3108D09-5C1C-BD3A-298E-C37C7A8D5265}"/>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CCD93950-0A59-53FC-7D96-5CCAD0F38941}"/>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4" name="TextBox 43">
            <a:extLst>
              <a:ext uri="{FF2B5EF4-FFF2-40B4-BE49-F238E27FC236}">
                <a16:creationId xmlns:a16="http://schemas.microsoft.com/office/drawing/2014/main" id="{0DEEA438-F045-8312-895F-E6C49CDCBC96}"/>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744491168"/>
      </p:ext>
    </p:extLst>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preserve="1" userDrawn="1">
  <p:cSld name="Contact sheet 9-up">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1" name="Picture Placeholder 9">
            <a:extLst>
              <a:ext uri="{FF2B5EF4-FFF2-40B4-BE49-F238E27FC236}">
                <a16:creationId xmlns:a16="http://schemas.microsoft.com/office/drawing/2014/main" id="{E5C7C011-127A-0143-3287-56B2493616F3}"/>
              </a:ext>
            </a:extLst>
          </p:cNvPr>
          <p:cNvSpPr>
            <a:spLocks noGrp="1"/>
          </p:cNvSpPr>
          <p:nvPr>
            <p:ph type="pic" sz="quarter" idx="29" hasCustomPrompt="1"/>
          </p:nvPr>
        </p:nvSpPr>
        <p:spPr>
          <a:xfrm>
            <a:off x="548640" y="1849438"/>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28" name="Picture Placeholder 9">
            <a:extLst>
              <a:ext uri="{FF2B5EF4-FFF2-40B4-BE49-F238E27FC236}">
                <a16:creationId xmlns:a16="http://schemas.microsoft.com/office/drawing/2014/main" id="{17A4289C-7601-5CA4-4C3A-5F28EB369581}"/>
              </a:ext>
            </a:extLst>
          </p:cNvPr>
          <p:cNvSpPr>
            <a:spLocks noGrp="1"/>
          </p:cNvSpPr>
          <p:nvPr>
            <p:ph type="pic" sz="quarter" idx="43" hasCustomPrompt="1"/>
          </p:nvPr>
        </p:nvSpPr>
        <p:spPr>
          <a:xfrm>
            <a:off x="548640" y="3295650"/>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31" name="Picture Placeholder 9">
            <a:extLst>
              <a:ext uri="{FF2B5EF4-FFF2-40B4-BE49-F238E27FC236}">
                <a16:creationId xmlns:a16="http://schemas.microsoft.com/office/drawing/2014/main" id="{A0C2F317-7D2F-8DB5-8348-18AA8221AAE9}"/>
              </a:ext>
            </a:extLst>
          </p:cNvPr>
          <p:cNvSpPr>
            <a:spLocks noGrp="1"/>
          </p:cNvSpPr>
          <p:nvPr>
            <p:ph type="pic" sz="quarter" idx="45" hasCustomPrompt="1"/>
          </p:nvPr>
        </p:nvSpPr>
        <p:spPr>
          <a:xfrm>
            <a:off x="548640" y="4743563"/>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55" name="Picture Placeholder 9">
            <a:extLst>
              <a:ext uri="{FF2B5EF4-FFF2-40B4-BE49-F238E27FC236}">
                <a16:creationId xmlns:a16="http://schemas.microsoft.com/office/drawing/2014/main" id="{4471B4C7-4613-EEB3-9308-87F186645DFC}"/>
              </a:ext>
            </a:extLst>
          </p:cNvPr>
          <p:cNvSpPr>
            <a:spLocks noGrp="1"/>
          </p:cNvSpPr>
          <p:nvPr>
            <p:ph type="pic" sz="quarter" idx="47" hasCustomPrompt="1"/>
          </p:nvPr>
        </p:nvSpPr>
        <p:spPr>
          <a:xfrm>
            <a:off x="4407408" y="1844676"/>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58" name="Picture Placeholder 9">
            <a:extLst>
              <a:ext uri="{FF2B5EF4-FFF2-40B4-BE49-F238E27FC236}">
                <a16:creationId xmlns:a16="http://schemas.microsoft.com/office/drawing/2014/main" id="{B81A6CC2-3FF5-E358-9361-9AA641684178}"/>
              </a:ext>
            </a:extLst>
          </p:cNvPr>
          <p:cNvSpPr>
            <a:spLocks noGrp="1"/>
          </p:cNvSpPr>
          <p:nvPr>
            <p:ph type="pic" sz="quarter" idx="49" hasCustomPrompt="1"/>
          </p:nvPr>
        </p:nvSpPr>
        <p:spPr>
          <a:xfrm>
            <a:off x="4404520" y="3290888"/>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61" name="Picture Placeholder 9">
            <a:extLst>
              <a:ext uri="{FF2B5EF4-FFF2-40B4-BE49-F238E27FC236}">
                <a16:creationId xmlns:a16="http://schemas.microsoft.com/office/drawing/2014/main" id="{3936CF0E-0A97-CA96-5F67-097CDDE826A2}"/>
              </a:ext>
            </a:extLst>
          </p:cNvPr>
          <p:cNvSpPr>
            <a:spLocks noGrp="1"/>
          </p:cNvSpPr>
          <p:nvPr>
            <p:ph type="pic" sz="quarter" idx="51" hasCustomPrompt="1"/>
          </p:nvPr>
        </p:nvSpPr>
        <p:spPr>
          <a:xfrm>
            <a:off x="4407408" y="4737100"/>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64" name="Picture Placeholder 9">
            <a:extLst>
              <a:ext uri="{FF2B5EF4-FFF2-40B4-BE49-F238E27FC236}">
                <a16:creationId xmlns:a16="http://schemas.microsoft.com/office/drawing/2014/main" id="{C1D5E855-FA17-F4D0-646B-35CD59AAC6A0}"/>
              </a:ext>
            </a:extLst>
          </p:cNvPr>
          <p:cNvSpPr>
            <a:spLocks noGrp="1"/>
          </p:cNvSpPr>
          <p:nvPr>
            <p:ph type="pic" sz="quarter" idx="53" hasCustomPrompt="1"/>
          </p:nvPr>
        </p:nvSpPr>
        <p:spPr>
          <a:xfrm>
            <a:off x="8211312" y="1849438"/>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67" name="Picture Placeholder 9">
            <a:extLst>
              <a:ext uri="{FF2B5EF4-FFF2-40B4-BE49-F238E27FC236}">
                <a16:creationId xmlns:a16="http://schemas.microsoft.com/office/drawing/2014/main" id="{D5751559-8E90-53E9-D2C3-6C9A57296D6D}"/>
              </a:ext>
            </a:extLst>
          </p:cNvPr>
          <p:cNvSpPr>
            <a:spLocks noGrp="1"/>
          </p:cNvSpPr>
          <p:nvPr>
            <p:ph type="pic" sz="quarter" idx="55" hasCustomPrompt="1"/>
          </p:nvPr>
        </p:nvSpPr>
        <p:spPr>
          <a:xfrm>
            <a:off x="8212138" y="3295650"/>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70" name="Picture Placeholder 9">
            <a:extLst>
              <a:ext uri="{FF2B5EF4-FFF2-40B4-BE49-F238E27FC236}">
                <a16:creationId xmlns:a16="http://schemas.microsoft.com/office/drawing/2014/main" id="{769EC156-0E51-CE48-5482-055D256909C5}"/>
              </a:ext>
            </a:extLst>
          </p:cNvPr>
          <p:cNvSpPr>
            <a:spLocks noGrp="1"/>
          </p:cNvSpPr>
          <p:nvPr>
            <p:ph type="pic" sz="quarter" idx="57" hasCustomPrompt="1"/>
          </p:nvPr>
        </p:nvSpPr>
        <p:spPr>
          <a:xfrm>
            <a:off x="8211312" y="4741862"/>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3" name="Title 2">
            <a:extLst>
              <a:ext uri="{FF2B5EF4-FFF2-40B4-BE49-F238E27FC236}">
                <a16:creationId xmlns:a16="http://schemas.microsoft.com/office/drawing/2014/main" id="{D69619C9-5DB2-E39E-74FF-9877E61A97AB}"/>
              </a:ext>
            </a:extLst>
          </p:cNvPr>
          <p:cNvSpPr>
            <a:spLocks noGrp="1"/>
          </p:cNvSpPr>
          <p:nvPr>
            <p:ph type="title"/>
          </p:nvPr>
        </p:nvSpPr>
        <p:spPr/>
        <p:txBody>
          <a:bodyPr/>
          <a:lstStyle/>
          <a:p>
            <a:r>
              <a:rPr lang="en-US"/>
              <a:t>Click to edit Master title style</a:t>
            </a:r>
          </a:p>
        </p:txBody>
      </p:sp>
      <p:sp>
        <p:nvSpPr>
          <p:cNvPr id="6" name="Freeform 5">
            <a:extLst>
              <a:ext uri="{FF2B5EF4-FFF2-40B4-BE49-F238E27FC236}">
                <a16:creationId xmlns:a16="http://schemas.microsoft.com/office/drawing/2014/main" id="{60E20A95-EEA0-4571-C3C8-4DFEEFF15173}"/>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20" name="Text Placeholder 10">
            <a:extLst>
              <a:ext uri="{FF2B5EF4-FFF2-40B4-BE49-F238E27FC236}">
                <a16:creationId xmlns:a16="http://schemas.microsoft.com/office/drawing/2014/main" id="{1A8F5A52-2BB1-6E01-1280-D7B8E1530E75}"/>
              </a:ext>
            </a:extLst>
          </p:cNvPr>
          <p:cNvSpPr>
            <a:spLocks noGrp="1"/>
          </p:cNvSpPr>
          <p:nvPr>
            <p:ph type="body" sz="quarter" idx="58"/>
          </p:nvPr>
        </p:nvSpPr>
        <p:spPr>
          <a:xfrm>
            <a:off x="548640" y="1127125"/>
            <a:ext cx="1108932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47" name="Text Placeholder 28">
            <a:extLst>
              <a:ext uri="{FF2B5EF4-FFF2-40B4-BE49-F238E27FC236}">
                <a16:creationId xmlns:a16="http://schemas.microsoft.com/office/drawing/2014/main" id="{B33B65D6-52E4-77AB-4814-DB4CF93D6165}"/>
              </a:ext>
            </a:extLst>
          </p:cNvPr>
          <p:cNvSpPr>
            <a:spLocks noGrp="1"/>
          </p:cNvSpPr>
          <p:nvPr>
            <p:ph type="body" sz="quarter" idx="94"/>
          </p:nvPr>
        </p:nvSpPr>
        <p:spPr>
          <a:xfrm>
            <a:off x="1491371" y="1848982"/>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8" name="Text Placeholder 31">
            <a:extLst>
              <a:ext uri="{FF2B5EF4-FFF2-40B4-BE49-F238E27FC236}">
                <a16:creationId xmlns:a16="http://schemas.microsoft.com/office/drawing/2014/main" id="{EB65456B-8D08-C9BF-224B-B9C64A7F7CAA}"/>
              </a:ext>
            </a:extLst>
          </p:cNvPr>
          <p:cNvSpPr>
            <a:spLocks noGrp="1"/>
          </p:cNvSpPr>
          <p:nvPr>
            <p:ph type="body" sz="quarter" idx="60"/>
          </p:nvPr>
        </p:nvSpPr>
        <p:spPr>
          <a:xfrm>
            <a:off x="5347251" y="1851364"/>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9" name="Text Placeholder 33">
            <a:extLst>
              <a:ext uri="{FF2B5EF4-FFF2-40B4-BE49-F238E27FC236}">
                <a16:creationId xmlns:a16="http://schemas.microsoft.com/office/drawing/2014/main" id="{BBD5A27C-9B64-5396-B2F2-8BC953E60E1E}"/>
              </a:ext>
            </a:extLst>
          </p:cNvPr>
          <p:cNvSpPr>
            <a:spLocks noGrp="1"/>
          </p:cNvSpPr>
          <p:nvPr>
            <p:ph type="body" sz="quarter" idx="95"/>
          </p:nvPr>
        </p:nvSpPr>
        <p:spPr>
          <a:xfrm>
            <a:off x="9154043" y="1853745"/>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0" name="Text Placeholder 35">
            <a:extLst>
              <a:ext uri="{FF2B5EF4-FFF2-40B4-BE49-F238E27FC236}">
                <a16:creationId xmlns:a16="http://schemas.microsoft.com/office/drawing/2014/main" id="{4E24BE1D-A414-0921-6B24-228F418599DC}"/>
              </a:ext>
            </a:extLst>
          </p:cNvPr>
          <p:cNvSpPr>
            <a:spLocks noGrp="1"/>
          </p:cNvSpPr>
          <p:nvPr>
            <p:ph type="body" sz="quarter" idx="62"/>
          </p:nvPr>
        </p:nvSpPr>
        <p:spPr>
          <a:xfrm>
            <a:off x="1491371" y="3297351"/>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1" name="Text Placeholder 37">
            <a:extLst>
              <a:ext uri="{FF2B5EF4-FFF2-40B4-BE49-F238E27FC236}">
                <a16:creationId xmlns:a16="http://schemas.microsoft.com/office/drawing/2014/main" id="{C7229E1F-B221-29A9-4121-9AB7571172C8}"/>
              </a:ext>
            </a:extLst>
          </p:cNvPr>
          <p:cNvSpPr>
            <a:spLocks noGrp="1"/>
          </p:cNvSpPr>
          <p:nvPr>
            <p:ph type="body" sz="quarter" idx="96"/>
          </p:nvPr>
        </p:nvSpPr>
        <p:spPr>
          <a:xfrm>
            <a:off x="5347251" y="3297351"/>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2" name="Text Placeholder 39">
            <a:extLst>
              <a:ext uri="{FF2B5EF4-FFF2-40B4-BE49-F238E27FC236}">
                <a16:creationId xmlns:a16="http://schemas.microsoft.com/office/drawing/2014/main" id="{C9D12808-4957-032F-A845-94EEC2925E89}"/>
              </a:ext>
            </a:extLst>
          </p:cNvPr>
          <p:cNvSpPr>
            <a:spLocks noGrp="1"/>
          </p:cNvSpPr>
          <p:nvPr>
            <p:ph type="body" sz="quarter" idx="64"/>
          </p:nvPr>
        </p:nvSpPr>
        <p:spPr>
          <a:xfrm>
            <a:off x="9154043" y="3297351"/>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3" name="Text Placeholder 41">
            <a:extLst>
              <a:ext uri="{FF2B5EF4-FFF2-40B4-BE49-F238E27FC236}">
                <a16:creationId xmlns:a16="http://schemas.microsoft.com/office/drawing/2014/main" id="{B12AD652-87BB-53BF-14D1-7CADF3402526}"/>
              </a:ext>
            </a:extLst>
          </p:cNvPr>
          <p:cNvSpPr>
            <a:spLocks noGrp="1"/>
          </p:cNvSpPr>
          <p:nvPr>
            <p:ph type="body" sz="quarter" idx="97"/>
          </p:nvPr>
        </p:nvSpPr>
        <p:spPr>
          <a:xfrm>
            <a:off x="1491371" y="4748325"/>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4" name="Text Placeholder 43">
            <a:extLst>
              <a:ext uri="{FF2B5EF4-FFF2-40B4-BE49-F238E27FC236}">
                <a16:creationId xmlns:a16="http://schemas.microsoft.com/office/drawing/2014/main" id="{2F5D586D-E682-4214-BDFC-2381008A2DAD}"/>
              </a:ext>
            </a:extLst>
          </p:cNvPr>
          <p:cNvSpPr>
            <a:spLocks noGrp="1"/>
          </p:cNvSpPr>
          <p:nvPr>
            <p:ph type="body" sz="quarter" idx="66"/>
          </p:nvPr>
        </p:nvSpPr>
        <p:spPr>
          <a:xfrm>
            <a:off x="5347251" y="4748325"/>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6" name="Text Placeholder 45">
            <a:extLst>
              <a:ext uri="{FF2B5EF4-FFF2-40B4-BE49-F238E27FC236}">
                <a16:creationId xmlns:a16="http://schemas.microsoft.com/office/drawing/2014/main" id="{CED54B08-20E7-A541-B8ED-9C32BBF3A87B}"/>
              </a:ext>
            </a:extLst>
          </p:cNvPr>
          <p:cNvSpPr>
            <a:spLocks noGrp="1"/>
          </p:cNvSpPr>
          <p:nvPr>
            <p:ph type="body" sz="quarter" idx="98"/>
          </p:nvPr>
        </p:nvSpPr>
        <p:spPr>
          <a:xfrm>
            <a:off x="9154043" y="4732794"/>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grpSp>
        <p:nvGrpSpPr>
          <p:cNvPr id="2" name="Group 1">
            <a:extLst>
              <a:ext uri="{FF2B5EF4-FFF2-40B4-BE49-F238E27FC236}">
                <a16:creationId xmlns:a16="http://schemas.microsoft.com/office/drawing/2014/main" id="{17B0F2C0-925C-7BBB-CF3D-3EFA3023619E}"/>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C5455081-1828-7904-0001-BC934A660606}"/>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3E3D09F2-AB33-1AC4-0D3A-280025571747}"/>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4C9DAD0D-F2A3-3E01-93E0-7707C0D45AE5}"/>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4E58AC6A-2C7D-7015-9DE8-17FFA28EA20C}"/>
                </a:ext>
              </a:extLst>
            </p:cNvPr>
            <p:cNvGrpSpPr/>
            <p:nvPr userDrawn="1"/>
          </p:nvGrpSpPr>
          <p:grpSpPr>
            <a:xfrm>
              <a:off x="12442019" y="3791214"/>
              <a:ext cx="382660" cy="2882942"/>
              <a:chOff x="14001569" y="3716048"/>
              <a:chExt cx="316248" cy="3171236"/>
            </a:xfrm>
          </p:grpSpPr>
          <p:sp>
            <p:nvSpPr>
              <p:cNvPr id="25" name="Rectangle 24">
                <a:extLst>
                  <a:ext uri="{FF2B5EF4-FFF2-40B4-BE49-F238E27FC236}">
                    <a16:creationId xmlns:a16="http://schemas.microsoft.com/office/drawing/2014/main" id="{891E5E40-38FB-1F37-4BD1-9C50B3FC18D0}"/>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C7413532-B27C-76FE-5F2A-E588EC2AA6C7}"/>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2F4DCF72-1B59-0D30-C8E3-5FE91F4601E0}"/>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A3E4DDB1-0EB7-5BAD-1A1B-9ED96B5E1BA1}"/>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2216EACE-097A-1395-53DE-B123BCDF821E}"/>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8E091C54-3F02-74D5-0E35-13526A0BECB5}"/>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1DB032B1-4252-C5EB-CB50-AD40ECFD7F25}"/>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9B51F9E8-8EBF-0DEF-BFD3-947430099245}"/>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57E59CED-015E-B28D-7016-42C6B9733CAB}"/>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BDADD0FF-95DD-40BF-7E4E-087AFA2B038E}"/>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11E61447-0977-329B-6995-18D8B8367957}"/>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23182D1F-8898-AE26-7E5C-BE932F71CCB0}"/>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96A5FAC9-A053-1A4E-4C40-BEAC35EDDEEA}"/>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9C9E7C00-061A-EE94-6C8F-74EE33F50D6F}"/>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DFACD0BF-A135-7E7C-DFB5-7C021BC187F3}"/>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2A1A4C91-A440-142C-FC4E-98884885C19A}"/>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617EB3C2-5272-9EC3-5426-5312EABD7266}"/>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5C844397-3F82-2B40-0393-2B0F1525B5C0}"/>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BF5405CF-E9AD-FBDE-A2E0-E4910238790E}"/>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5DB1EFFC-C24B-75EF-3670-ACB50DF1A3D4}"/>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F657652B-97E6-09ED-E6BA-54D7C70ABB73}"/>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6FE089F0-77C8-7031-39D3-2D3CCCDA73BD}"/>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6D981FC1-C3CE-CE58-C0DB-306D7B61F373}"/>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071348387"/>
      </p:ext>
    </p:extLst>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preserve="1" userDrawn="1">
  <p:cSld name="Contact Sheet 12-up">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1" name="Picture Placeholder 9">
            <a:extLst>
              <a:ext uri="{FF2B5EF4-FFF2-40B4-BE49-F238E27FC236}">
                <a16:creationId xmlns:a16="http://schemas.microsoft.com/office/drawing/2014/main" id="{E5C7C011-127A-0143-3287-56B2493616F3}"/>
              </a:ext>
            </a:extLst>
          </p:cNvPr>
          <p:cNvSpPr>
            <a:spLocks noGrp="1"/>
          </p:cNvSpPr>
          <p:nvPr>
            <p:ph type="pic" sz="quarter" idx="29" hasCustomPrompt="1"/>
          </p:nvPr>
        </p:nvSpPr>
        <p:spPr>
          <a:xfrm>
            <a:off x="546200" y="156240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3" name="Picture Placeholder 9">
            <a:extLst>
              <a:ext uri="{FF2B5EF4-FFF2-40B4-BE49-F238E27FC236}">
                <a16:creationId xmlns:a16="http://schemas.microsoft.com/office/drawing/2014/main" id="{25876E2B-22D5-E023-0774-0D2E4727B88F}"/>
              </a:ext>
            </a:extLst>
          </p:cNvPr>
          <p:cNvSpPr>
            <a:spLocks noGrp="1"/>
          </p:cNvSpPr>
          <p:nvPr>
            <p:ph type="pic" sz="quarter" idx="59" hasCustomPrompt="1"/>
          </p:nvPr>
        </p:nvSpPr>
        <p:spPr>
          <a:xfrm>
            <a:off x="547356" y="313958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6" name="Picture Placeholder 9">
            <a:extLst>
              <a:ext uri="{FF2B5EF4-FFF2-40B4-BE49-F238E27FC236}">
                <a16:creationId xmlns:a16="http://schemas.microsoft.com/office/drawing/2014/main" id="{D6976165-15B0-50D3-48A1-3EEF58B092C0}"/>
              </a:ext>
            </a:extLst>
          </p:cNvPr>
          <p:cNvSpPr>
            <a:spLocks noGrp="1"/>
          </p:cNvSpPr>
          <p:nvPr>
            <p:ph type="pic" sz="quarter" idx="61" hasCustomPrompt="1"/>
          </p:nvPr>
        </p:nvSpPr>
        <p:spPr>
          <a:xfrm>
            <a:off x="554788" y="4705350"/>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12" name="Picture Placeholder 9">
            <a:extLst>
              <a:ext uri="{FF2B5EF4-FFF2-40B4-BE49-F238E27FC236}">
                <a16:creationId xmlns:a16="http://schemas.microsoft.com/office/drawing/2014/main" id="{0CE498C5-374E-D8FE-F156-A53931D853E7}"/>
              </a:ext>
            </a:extLst>
          </p:cNvPr>
          <p:cNvSpPr>
            <a:spLocks noGrp="1"/>
          </p:cNvSpPr>
          <p:nvPr>
            <p:ph type="pic" sz="quarter" idx="63" hasCustomPrompt="1"/>
          </p:nvPr>
        </p:nvSpPr>
        <p:spPr>
          <a:xfrm>
            <a:off x="3365932" y="156240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15" name="Picture Placeholder 9">
            <a:extLst>
              <a:ext uri="{FF2B5EF4-FFF2-40B4-BE49-F238E27FC236}">
                <a16:creationId xmlns:a16="http://schemas.microsoft.com/office/drawing/2014/main" id="{1FCBF2C0-C112-B81E-0578-54F91D1D965D}"/>
              </a:ext>
            </a:extLst>
          </p:cNvPr>
          <p:cNvSpPr>
            <a:spLocks noGrp="1"/>
          </p:cNvSpPr>
          <p:nvPr>
            <p:ph type="pic" sz="quarter" idx="65" hasCustomPrompt="1"/>
          </p:nvPr>
        </p:nvSpPr>
        <p:spPr>
          <a:xfrm>
            <a:off x="3367088" y="313958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17" name="Picture Placeholder 9">
            <a:extLst>
              <a:ext uri="{FF2B5EF4-FFF2-40B4-BE49-F238E27FC236}">
                <a16:creationId xmlns:a16="http://schemas.microsoft.com/office/drawing/2014/main" id="{4C09C1F9-ECED-C5BA-42C5-0EE10E589CC6}"/>
              </a:ext>
            </a:extLst>
          </p:cNvPr>
          <p:cNvSpPr>
            <a:spLocks noGrp="1"/>
          </p:cNvSpPr>
          <p:nvPr>
            <p:ph type="pic" sz="quarter" idx="67" hasCustomPrompt="1"/>
          </p:nvPr>
        </p:nvSpPr>
        <p:spPr>
          <a:xfrm>
            <a:off x="3374520" y="4705350"/>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19" name="Picture Placeholder 9">
            <a:extLst>
              <a:ext uri="{FF2B5EF4-FFF2-40B4-BE49-F238E27FC236}">
                <a16:creationId xmlns:a16="http://schemas.microsoft.com/office/drawing/2014/main" id="{0042FFDF-513A-EC10-98FD-B9C57D062AE0}"/>
              </a:ext>
            </a:extLst>
          </p:cNvPr>
          <p:cNvSpPr>
            <a:spLocks noGrp="1"/>
          </p:cNvSpPr>
          <p:nvPr>
            <p:ph type="pic" sz="quarter" idx="69" hasCustomPrompt="1"/>
          </p:nvPr>
        </p:nvSpPr>
        <p:spPr>
          <a:xfrm>
            <a:off x="6185664" y="156240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22" name="Picture Placeholder 9">
            <a:extLst>
              <a:ext uri="{FF2B5EF4-FFF2-40B4-BE49-F238E27FC236}">
                <a16:creationId xmlns:a16="http://schemas.microsoft.com/office/drawing/2014/main" id="{8BC36A4B-DA0D-6BF1-C4D6-33880787409E}"/>
              </a:ext>
            </a:extLst>
          </p:cNvPr>
          <p:cNvSpPr>
            <a:spLocks noGrp="1"/>
          </p:cNvSpPr>
          <p:nvPr>
            <p:ph type="pic" sz="quarter" idx="71" hasCustomPrompt="1"/>
          </p:nvPr>
        </p:nvSpPr>
        <p:spPr>
          <a:xfrm>
            <a:off x="6186820" y="313958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24" name="Picture Placeholder 9">
            <a:extLst>
              <a:ext uri="{FF2B5EF4-FFF2-40B4-BE49-F238E27FC236}">
                <a16:creationId xmlns:a16="http://schemas.microsoft.com/office/drawing/2014/main" id="{76E7E740-2280-24BA-7A1B-AB4C8412EB3C}"/>
              </a:ext>
            </a:extLst>
          </p:cNvPr>
          <p:cNvSpPr>
            <a:spLocks noGrp="1"/>
          </p:cNvSpPr>
          <p:nvPr>
            <p:ph type="pic" sz="quarter" idx="73" hasCustomPrompt="1"/>
          </p:nvPr>
        </p:nvSpPr>
        <p:spPr>
          <a:xfrm>
            <a:off x="6194252" y="4705350"/>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26" name="Picture Placeholder 9">
            <a:extLst>
              <a:ext uri="{FF2B5EF4-FFF2-40B4-BE49-F238E27FC236}">
                <a16:creationId xmlns:a16="http://schemas.microsoft.com/office/drawing/2014/main" id="{CADD27F9-84C7-1DB2-249A-964A088830A2}"/>
              </a:ext>
            </a:extLst>
          </p:cNvPr>
          <p:cNvSpPr>
            <a:spLocks noGrp="1"/>
          </p:cNvSpPr>
          <p:nvPr>
            <p:ph type="pic" sz="quarter" idx="75" hasCustomPrompt="1"/>
          </p:nvPr>
        </p:nvSpPr>
        <p:spPr>
          <a:xfrm>
            <a:off x="9005396" y="156240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34" name="Picture Placeholder 9">
            <a:extLst>
              <a:ext uri="{FF2B5EF4-FFF2-40B4-BE49-F238E27FC236}">
                <a16:creationId xmlns:a16="http://schemas.microsoft.com/office/drawing/2014/main" id="{FF1E356A-47B8-BFE3-D4E2-B4F8BF65D253}"/>
              </a:ext>
            </a:extLst>
          </p:cNvPr>
          <p:cNvSpPr>
            <a:spLocks noGrp="1"/>
          </p:cNvSpPr>
          <p:nvPr>
            <p:ph type="pic" sz="quarter" idx="77" hasCustomPrompt="1"/>
          </p:nvPr>
        </p:nvSpPr>
        <p:spPr>
          <a:xfrm>
            <a:off x="9006552" y="313958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36" name="Picture Placeholder 9">
            <a:extLst>
              <a:ext uri="{FF2B5EF4-FFF2-40B4-BE49-F238E27FC236}">
                <a16:creationId xmlns:a16="http://schemas.microsoft.com/office/drawing/2014/main" id="{D13123F8-5707-1836-E32B-577B73747D46}"/>
              </a:ext>
            </a:extLst>
          </p:cNvPr>
          <p:cNvSpPr>
            <a:spLocks noGrp="1"/>
          </p:cNvSpPr>
          <p:nvPr>
            <p:ph type="pic" sz="quarter" idx="79" hasCustomPrompt="1"/>
          </p:nvPr>
        </p:nvSpPr>
        <p:spPr>
          <a:xfrm>
            <a:off x="9013984" y="4705350"/>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13" name="Title 12">
            <a:extLst>
              <a:ext uri="{FF2B5EF4-FFF2-40B4-BE49-F238E27FC236}">
                <a16:creationId xmlns:a16="http://schemas.microsoft.com/office/drawing/2014/main" id="{E6ED4069-4F51-A36D-255A-CF77628C85CE}"/>
              </a:ext>
            </a:extLst>
          </p:cNvPr>
          <p:cNvSpPr>
            <a:spLocks noGrp="1"/>
          </p:cNvSpPr>
          <p:nvPr>
            <p:ph type="title"/>
          </p:nvPr>
        </p:nvSpPr>
        <p:spPr/>
        <p:txBody>
          <a:bodyPr/>
          <a:lstStyle/>
          <a:p>
            <a:r>
              <a:rPr lang="en-US"/>
              <a:t>Click to edit Master title style</a:t>
            </a:r>
          </a:p>
        </p:txBody>
      </p:sp>
      <p:sp>
        <p:nvSpPr>
          <p:cNvPr id="7" name="Freeform 5">
            <a:extLst>
              <a:ext uri="{FF2B5EF4-FFF2-40B4-BE49-F238E27FC236}">
                <a16:creationId xmlns:a16="http://schemas.microsoft.com/office/drawing/2014/main" id="{71A8BD57-464A-7786-334E-596380BA0688}"/>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37" name="Text Placeholder 28">
            <a:extLst>
              <a:ext uri="{FF2B5EF4-FFF2-40B4-BE49-F238E27FC236}">
                <a16:creationId xmlns:a16="http://schemas.microsoft.com/office/drawing/2014/main" id="{20725060-FB97-FB2A-839C-88058950AD03}"/>
              </a:ext>
            </a:extLst>
          </p:cNvPr>
          <p:cNvSpPr>
            <a:spLocks noGrp="1"/>
          </p:cNvSpPr>
          <p:nvPr>
            <p:ph type="body" sz="quarter" idx="94"/>
          </p:nvPr>
        </p:nvSpPr>
        <p:spPr>
          <a:xfrm>
            <a:off x="545350" y="2421426"/>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38" name="Text Placeholder 31">
            <a:extLst>
              <a:ext uri="{FF2B5EF4-FFF2-40B4-BE49-F238E27FC236}">
                <a16:creationId xmlns:a16="http://schemas.microsoft.com/office/drawing/2014/main" id="{53AEDA35-ADD6-FCE3-846B-BF1E0A6CA883}"/>
              </a:ext>
            </a:extLst>
          </p:cNvPr>
          <p:cNvSpPr>
            <a:spLocks noGrp="1"/>
          </p:cNvSpPr>
          <p:nvPr>
            <p:ph type="body" sz="quarter" idx="60"/>
          </p:nvPr>
        </p:nvSpPr>
        <p:spPr>
          <a:xfrm>
            <a:off x="3357144" y="2426187"/>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39" name="Text Placeholder 33">
            <a:extLst>
              <a:ext uri="{FF2B5EF4-FFF2-40B4-BE49-F238E27FC236}">
                <a16:creationId xmlns:a16="http://schemas.microsoft.com/office/drawing/2014/main" id="{2C1C50A9-AF10-C8FA-22B4-FD7A9720D11F}"/>
              </a:ext>
            </a:extLst>
          </p:cNvPr>
          <p:cNvSpPr>
            <a:spLocks noGrp="1"/>
          </p:cNvSpPr>
          <p:nvPr>
            <p:ph type="body" sz="quarter" idx="95"/>
          </p:nvPr>
        </p:nvSpPr>
        <p:spPr>
          <a:xfrm>
            <a:off x="6174687" y="2426187"/>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0" name="Text Placeholder 35">
            <a:extLst>
              <a:ext uri="{FF2B5EF4-FFF2-40B4-BE49-F238E27FC236}">
                <a16:creationId xmlns:a16="http://schemas.microsoft.com/office/drawing/2014/main" id="{92186842-A495-47CB-E895-A3B746F32C1C}"/>
              </a:ext>
            </a:extLst>
          </p:cNvPr>
          <p:cNvSpPr>
            <a:spLocks noGrp="1"/>
          </p:cNvSpPr>
          <p:nvPr>
            <p:ph type="body" sz="quarter" idx="62"/>
          </p:nvPr>
        </p:nvSpPr>
        <p:spPr>
          <a:xfrm>
            <a:off x="9005296" y="2429974"/>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1" name="Text Placeholder 37">
            <a:extLst>
              <a:ext uri="{FF2B5EF4-FFF2-40B4-BE49-F238E27FC236}">
                <a16:creationId xmlns:a16="http://schemas.microsoft.com/office/drawing/2014/main" id="{6CA7FDF1-8EA1-3647-617E-68BBEC83B933}"/>
              </a:ext>
            </a:extLst>
          </p:cNvPr>
          <p:cNvSpPr>
            <a:spLocks noGrp="1"/>
          </p:cNvSpPr>
          <p:nvPr>
            <p:ph type="body" sz="quarter" idx="96"/>
          </p:nvPr>
        </p:nvSpPr>
        <p:spPr>
          <a:xfrm>
            <a:off x="543911" y="3997820"/>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2" name="Text Placeholder 39">
            <a:extLst>
              <a:ext uri="{FF2B5EF4-FFF2-40B4-BE49-F238E27FC236}">
                <a16:creationId xmlns:a16="http://schemas.microsoft.com/office/drawing/2014/main" id="{B0B8D82A-323A-DAD8-2FFF-306B1BD8A7B7}"/>
              </a:ext>
            </a:extLst>
          </p:cNvPr>
          <p:cNvSpPr>
            <a:spLocks noGrp="1"/>
          </p:cNvSpPr>
          <p:nvPr>
            <p:ph type="body" sz="quarter" idx="64"/>
          </p:nvPr>
        </p:nvSpPr>
        <p:spPr>
          <a:xfrm>
            <a:off x="3369875" y="3997820"/>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3" name="Text Placeholder 41">
            <a:extLst>
              <a:ext uri="{FF2B5EF4-FFF2-40B4-BE49-F238E27FC236}">
                <a16:creationId xmlns:a16="http://schemas.microsoft.com/office/drawing/2014/main" id="{7F998DD8-A4C0-EDC9-3264-47EC9ABA7F7E}"/>
              </a:ext>
            </a:extLst>
          </p:cNvPr>
          <p:cNvSpPr>
            <a:spLocks noGrp="1"/>
          </p:cNvSpPr>
          <p:nvPr>
            <p:ph type="body" sz="quarter" idx="97"/>
          </p:nvPr>
        </p:nvSpPr>
        <p:spPr>
          <a:xfrm>
            <a:off x="6185564" y="3988842"/>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4" name="Text Placeholder 43">
            <a:extLst>
              <a:ext uri="{FF2B5EF4-FFF2-40B4-BE49-F238E27FC236}">
                <a16:creationId xmlns:a16="http://schemas.microsoft.com/office/drawing/2014/main" id="{D6080B64-327A-4888-7E45-D37CB06BD006}"/>
              </a:ext>
            </a:extLst>
          </p:cNvPr>
          <p:cNvSpPr>
            <a:spLocks noGrp="1"/>
          </p:cNvSpPr>
          <p:nvPr>
            <p:ph type="body" sz="quarter" idx="66"/>
          </p:nvPr>
        </p:nvSpPr>
        <p:spPr>
          <a:xfrm>
            <a:off x="9013984" y="3997820"/>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5" name="Text Placeholder 45">
            <a:extLst>
              <a:ext uri="{FF2B5EF4-FFF2-40B4-BE49-F238E27FC236}">
                <a16:creationId xmlns:a16="http://schemas.microsoft.com/office/drawing/2014/main" id="{A553D40B-8982-89FD-71EF-AFB57D02AF77}"/>
              </a:ext>
            </a:extLst>
          </p:cNvPr>
          <p:cNvSpPr>
            <a:spLocks noGrp="1"/>
          </p:cNvSpPr>
          <p:nvPr>
            <p:ph type="body" sz="quarter" idx="98"/>
          </p:nvPr>
        </p:nvSpPr>
        <p:spPr>
          <a:xfrm>
            <a:off x="554038" y="5572433"/>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7" name="Text Placeholder 46">
            <a:extLst>
              <a:ext uri="{FF2B5EF4-FFF2-40B4-BE49-F238E27FC236}">
                <a16:creationId xmlns:a16="http://schemas.microsoft.com/office/drawing/2014/main" id="{CC20C2B1-E5AA-66A6-3529-09EBEC5AD9E7}"/>
              </a:ext>
            </a:extLst>
          </p:cNvPr>
          <p:cNvSpPr>
            <a:spLocks noGrp="1"/>
          </p:cNvSpPr>
          <p:nvPr>
            <p:ph type="body" sz="quarter" idx="99"/>
          </p:nvPr>
        </p:nvSpPr>
        <p:spPr>
          <a:xfrm>
            <a:off x="3375025" y="5572853"/>
            <a:ext cx="2616775" cy="588235"/>
          </a:xfrm>
        </p:spPr>
        <p:txBody>
          <a:bodyPr>
            <a:noAutofit/>
          </a:bodyPr>
          <a:lstStyle>
            <a:lvl1pPr marL="0" indent="0">
              <a:spcAft>
                <a:spcPts val="200"/>
              </a:spcAft>
              <a:buFont typeface="Arial" panose="020B0604020202020204" pitchFamily="34" charset="0"/>
              <a:buNone/>
              <a:defRPr sz="1200" b="1"/>
            </a:lvl1pPr>
            <a:lvl2pPr marL="0" indent="0">
              <a:spcAft>
                <a:spcPts val="600"/>
              </a:spcAft>
              <a:buFont typeface="Arial" panose="020B0604020202020204" pitchFamily="34" charset="0"/>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9" name="Text Placeholder 48">
            <a:extLst>
              <a:ext uri="{FF2B5EF4-FFF2-40B4-BE49-F238E27FC236}">
                <a16:creationId xmlns:a16="http://schemas.microsoft.com/office/drawing/2014/main" id="{FAD7CA57-DD70-B459-15AA-F71085154014}"/>
              </a:ext>
            </a:extLst>
          </p:cNvPr>
          <p:cNvSpPr>
            <a:spLocks noGrp="1"/>
          </p:cNvSpPr>
          <p:nvPr>
            <p:ph type="body" sz="quarter" idx="100"/>
          </p:nvPr>
        </p:nvSpPr>
        <p:spPr>
          <a:xfrm>
            <a:off x="6194425" y="5588367"/>
            <a:ext cx="2623130" cy="572721"/>
          </a:xfrm>
        </p:spPr>
        <p:txBody>
          <a:bodyPr>
            <a:noAutofit/>
          </a:bodyPr>
          <a:lstStyle>
            <a:lvl1pPr marL="0" indent="0">
              <a:spcAft>
                <a:spcPts val="200"/>
              </a:spcAft>
              <a:buFont typeface="Arial" panose="020B0604020202020204" pitchFamily="34" charset="0"/>
              <a:buNone/>
              <a:defRPr sz="1200" b="1"/>
            </a:lvl1pPr>
            <a:lvl2pPr marL="0" indent="0">
              <a:spcAft>
                <a:spcPts val="600"/>
              </a:spcAft>
              <a:buFont typeface="Arial" panose="020B0604020202020204" pitchFamily="34" charset="0"/>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1" name="Text Placeholder 50">
            <a:extLst>
              <a:ext uri="{FF2B5EF4-FFF2-40B4-BE49-F238E27FC236}">
                <a16:creationId xmlns:a16="http://schemas.microsoft.com/office/drawing/2014/main" id="{EC42BD93-D831-2404-6CB8-8837AFC980E9}"/>
              </a:ext>
            </a:extLst>
          </p:cNvPr>
          <p:cNvSpPr>
            <a:spLocks noGrp="1"/>
          </p:cNvSpPr>
          <p:nvPr>
            <p:ph type="body" sz="quarter" idx="101"/>
          </p:nvPr>
        </p:nvSpPr>
        <p:spPr>
          <a:xfrm>
            <a:off x="9013824" y="5572853"/>
            <a:ext cx="2612537" cy="588235"/>
          </a:xfrm>
        </p:spPr>
        <p:txBody>
          <a:bodyPr>
            <a:noAutofit/>
          </a:bodyPr>
          <a:lstStyle>
            <a:lvl1pPr marL="0" indent="0">
              <a:spcAft>
                <a:spcPts val="200"/>
              </a:spcAft>
              <a:buFont typeface="Arial" panose="020B0604020202020204" pitchFamily="34" charset="0"/>
              <a:buNone/>
              <a:defRPr sz="1200" b="1"/>
            </a:lvl1pPr>
            <a:lvl2pPr marL="0" indent="0">
              <a:spcAft>
                <a:spcPts val="600"/>
              </a:spcAft>
              <a:buFont typeface="Arial" panose="020B0604020202020204" pitchFamily="34" charset="0"/>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2" name="Text Placeholder 10">
            <a:extLst>
              <a:ext uri="{FF2B5EF4-FFF2-40B4-BE49-F238E27FC236}">
                <a16:creationId xmlns:a16="http://schemas.microsoft.com/office/drawing/2014/main" id="{4094CC63-82FC-2C3B-297C-E0DA8033B303}"/>
              </a:ext>
            </a:extLst>
          </p:cNvPr>
          <p:cNvSpPr>
            <a:spLocks noGrp="1"/>
          </p:cNvSpPr>
          <p:nvPr>
            <p:ph type="body" sz="quarter" idx="58"/>
          </p:nvPr>
        </p:nvSpPr>
        <p:spPr>
          <a:xfrm>
            <a:off x="548640" y="1127125"/>
            <a:ext cx="1108932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EFE9299A-5C9A-09B2-F721-7CF1ED381F77}"/>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741AE0C0-D8D9-CD74-63B0-3D53AFEEE23B}"/>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EE8ACD7C-A4DC-8403-6903-36AB5C4836F4}"/>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0" name="Rectangle 9">
              <a:extLst>
                <a:ext uri="{FF2B5EF4-FFF2-40B4-BE49-F238E27FC236}">
                  <a16:creationId xmlns:a16="http://schemas.microsoft.com/office/drawing/2014/main" id="{B7D2A448-BC80-0096-EE5D-464DD000533E}"/>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4" name="Group 13">
              <a:extLst>
                <a:ext uri="{FF2B5EF4-FFF2-40B4-BE49-F238E27FC236}">
                  <a16:creationId xmlns:a16="http://schemas.microsoft.com/office/drawing/2014/main" id="{33EA4EBC-26D6-8344-CFB6-7DF82D0E4C64}"/>
                </a:ext>
              </a:extLst>
            </p:cNvPr>
            <p:cNvGrpSpPr/>
            <p:nvPr userDrawn="1"/>
          </p:nvGrpSpPr>
          <p:grpSpPr>
            <a:xfrm>
              <a:off x="12442019" y="3791214"/>
              <a:ext cx="382660" cy="2882942"/>
              <a:chOff x="14001569" y="3716048"/>
              <a:chExt cx="316248" cy="3171236"/>
            </a:xfrm>
          </p:grpSpPr>
          <p:sp>
            <p:nvSpPr>
              <p:cNvPr id="33" name="Rectangle 32">
                <a:extLst>
                  <a:ext uri="{FF2B5EF4-FFF2-40B4-BE49-F238E27FC236}">
                    <a16:creationId xmlns:a16="http://schemas.microsoft.com/office/drawing/2014/main" id="{3F098FD1-74B6-E7F1-13E9-2631CD73267C}"/>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C187D2EA-780E-1ACF-0B92-4B43F02C0D40}"/>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6" name="Rectangle 45">
                <a:extLst>
                  <a:ext uri="{FF2B5EF4-FFF2-40B4-BE49-F238E27FC236}">
                    <a16:creationId xmlns:a16="http://schemas.microsoft.com/office/drawing/2014/main" id="{1DCB9CA0-605B-EA69-17BE-B6B8526E4B40}"/>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8" name="Rectangle 47">
                <a:extLst>
                  <a:ext uri="{FF2B5EF4-FFF2-40B4-BE49-F238E27FC236}">
                    <a16:creationId xmlns:a16="http://schemas.microsoft.com/office/drawing/2014/main" id="{A030B274-E17D-2EAD-F41F-545A701A0731}"/>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0" name="Rectangle 49">
                <a:extLst>
                  <a:ext uri="{FF2B5EF4-FFF2-40B4-BE49-F238E27FC236}">
                    <a16:creationId xmlns:a16="http://schemas.microsoft.com/office/drawing/2014/main" id="{515A657F-FAC1-540E-431B-4D460D6BD35B}"/>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3" name="Rectangle 52">
                <a:extLst>
                  <a:ext uri="{FF2B5EF4-FFF2-40B4-BE49-F238E27FC236}">
                    <a16:creationId xmlns:a16="http://schemas.microsoft.com/office/drawing/2014/main" id="{E886949A-EBEF-E2B3-6ED0-2841543EA6DA}"/>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4" name="Rectangle 53">
                <a:extLst>
                  <a:ext uri="{FF2B5EF4-FFF2-40B4-BE49-F238E27FC236}">
                    <a16:creationId xmlns:a16="http://schemas.microsoft.com/office/drawing/2014/main" id="{945717C8-1220-29BF-8598-252127384881}"/>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5" name="Rectangle 54">
                <a:extLst>
                  <a:ext uri="{FF2B5EF4-FFF2-40B4-BE49-F238E27FC236}">
                    <a16:creationId xmlns:a16="http://schemas.microsoft.com/office/drawing/2014/main" id="{7CDB89AE-84E2-5380-74D2-C9E21F540C64}"/>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6" name="Rectangle 55">
                <a:extLst>
                  <a:ext uri="{FF2B5EF4-FFF2-40B4-BE49-F238E27FC236}">
                    <a16:creationId xmlns:a16="http://schemas.microsoft.com/office/drawing/2014/main" id="{6652264D-5BC3-C992-B5DD-CAA900052770}"/>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7" name="Rectangle 56">
                <a:extLst>
                  <a:ext uri="{FF2B5EF4-FFF2-40B4-BE49-F238E27FC236}">
                    <a16:creationId xmlns:a16="http://schemas.microsoft.com/office/drawing/2014/main" id="{A172EBD8-F1E6-EB89-4E79-BEFB56479AB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6" name="Group 15">
              <a:extLst>
                <a:ext uri="{FF2B5EF4-FFF2-40B4-BE49-F238E27FC236}">
                  <a16:creationId xmlns:a16="http://schemas.microsoft.com/office/drawing/2014/main" id="{8BC9D47D-AEDF-9E5C-BC2C-71ED7A717880}"/>
                </a:ext>
              </a:extLst>
            </p:cNvPr>
            <p:cNvGrpSpPr/>
            <p:nvPr userDrawn="1"/>
          </p:nvGrpSpPr>
          <p:grpSpPr>
            <a:xfrm>
              <a:off x="12442019" y="198485"/>
              <a:ext cx="382660" cy="2882942"/>
              <a:chOff x="12742785" y="3716048"/>
              <a:chExt cx="316248" cy="3171236"/>
            </a:xfrm>
          </p:grpSpPr>
          <p:sp>
            <p:nvSpPr>
              <p:cNvPr id="20" name="Rectangle 19">
                <a:extLst>
                  <a:ext uri="{FF2B5EF4-FFF2-40B4-BE49-F238E27FC236}">
                    <a16:creationId xmlns:a16="http://schemas.microsoft.com/office/drawing/2014/main" id="{083E2B3D-1201-8777-C5DC-C9FDB51B8C5B}"/>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157D097B-5245-4DF6-1F40-2DF289DEE1F8}"/>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C9411994-708B-2791-E885-A48C13425F77}"/>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B86A457C-E6B6-96DC-05F1-5AAC01B91419}"/>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033EC6BE-C034-93C7-CF9E-BCDA9BEB9E4B}"/>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066FB86E-E885-95C3-814D-3C53B621EC6C}"/>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3AE478E4-4AAD-2E1C-8AEC-3592A5936DEA}"/>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CCD3CF47-5576-EF32-3C3A-3E7F1DD7B084}"/>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E65C9479-A001-C2A4-6CEC-FFE7FFED5212}"/>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C29E4F62-457D-E2B6-E13F-D023E25582D3}"/>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8" name="TextBox 17">
              <a:extLst>
                <a:ext uri="{FF2B5EF4-FFF2-40B4-BE49-F238E27FC236}">
                  <a16:creationId xmlns:a16="http://schemas.microsoft.com/office/drawing/2014/main" id="{62B86A28-473C-AC96-E652-4E694135126B}"/>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58" name="TextBox 57">
            <a:extLst>
              <a:ext uri="{FF2B5EF4-FFF2-40B4-BE49-F238E27FC236}">
                <a16:creationId xmlns:a16="http://schemas.microsoft.com/office/drawing/2014/main" id="{6CF6E76E-05C0-3014-04CC-0075EC938831}"/>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528461508"/>
      </p:ext>
    </p:extLst>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preserve="1" userDrawn="1">
  <p:cSld name="Biography Spotlight 1">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1" name="Picture Placeholder 9">
            <a:extLst>
              <a:ext uri="{FF2B5EF4-FFF2-40B4-BE49-F238E27FC236}">
                <a16:creationId xmlns:a16="http://schemas.microsoft.com/office/drawing/2014/main" id="{E5C7C011-127A-0143-3287-56B2493616F3}"/>
              </a:ext>
            </a:extLst>
          </p:cNvPr>
          <p:cNvSpPr>
            <a:spLocks noGrp="1"/>
          </p:cNvSpPr>
          <p:nvPr>
            <p:ph type="pic" sz="quarter" idx="29" hasCustomPrompt="1"/>
          </p:nvPr>
        </p:nvSpPr>
        <p:spPr>
          <a:xfrm>
            <a:off x="539751" y="2146298"/>
            <a:ext cx="1970120" cy="1975104"/>
          </a:xfrm>
          <a:solidFill>
            <a:schemeClr val="accent1"/>
          </a:solidFill>
          <a:ln>
            <a:noFill/>
          </a:ln>
        </p:spPr>
        <p:txBody>
          <a:bodyPr anchor="ctr"/>
          <a:lstStyle>
            <a:lvl1pPr algn="ctr">
              <a:defRPr>
                <a:solidFill>
                  <a:schemeClr val="bg1"/>
                </a:solidFill>
                <a:latin typeface="+mn-lt"/>
              </a:defRPr>
            </a:lvl1pPr>
          </a:lstStyle>
          <a:p>
            <a:r>
              <a:rPr lang="en-US"/>
              <a:t>Silhouette</a:t>
            </a:r>
            <a:br>
              <a:rPr lang="en-US"/>
            </a:br>
            <a:r>
              <a:rPr lang="en-US"/>
              <a:t>portrait</a:t>
            </a:r>
          </a:p>
        </p:txBody>
      </p:sp>
      <p:sp>
        <p:nvSpPr>
          <p:cNvPr id="3" name="Title 2">
            <a:extLst>
              <a:ext uri="{FF2B5EF4-FFF2-40B4-BE49-F238E27FC236}">
                <a16:creationId xmlns:a16="http://schemas.microsoft.com/office/drawing/2014/main" id="{1DC8F894-857C-8F07-E60C-2FD30A700DD0}"/>
              </a:ext>
            </a:extLst>
          </p:cNvPr>
          <p:cNvSpPr>
            <a:spLocks noGrp="1"/>
          </p:cNvSpPr>
          <p:nvPr>
            <p:ph type="title"/>
          </p:nvPr>
        </p:nvSpPr>
        <p:spPr/>
        <p:txBody>
          <a:bodyPr/>
          <a:lstStyle/>
          <a:p>
            <a:r>
              <a:rPr lang="en-US"/>
              <a:t>Click to edit Master title style</a:t>
            </a:r>
          </a:p>
        </p:txBody>
      </p:sp>
      <p:sp>
        <p:nvSpPr>
          <p:cNvPr id="2" name="Freeform 5">
            <a:extLst>
              <a:ext uri="{FF2B5EF4-FFF2-40B4-BE49-F238E27FC236}">
                <a16:creationId xmlns:a16="http://schemas.microsoft.com/office/drawing/2014/main" id="{A43186F8-0EA6-5198-1B39-E155A2FB6C3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9" name="Text Placeholder 10">
            <a:extLst>
              <a:ext uri="{FF2B5EF4-FFF2-40B4-BE49-F238E27FC236}">
                <a16:creationId xmlns:a16="http://schemas.microsoft.com/office/drawing/2014/main" id="{59895743-E13E-B246-5F15-74FE000A889A}"/>
              </a:ext>
            </a:extLst>
          </p:cNvPr>
          <p:cNvSpPr>
            <a:spLocks noGrp="1"/>
          </p:cNvSpPr>
          <p:nvPr>
            <p:ph type="body" sz="quarter" idx="58"/>
          </p:nvPr>
        </p:nvSpPr>
        <p:spPr>
          <a:xfrm>
            <a:off x="548640" y="1127125"/>
            <a:ext cx="1108932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21" name="Text Placeholder 28">
            <a:extLst>
              <a:ext uri="{FF2B5EF4-FFF2-40B4-BE49-F238E27FC236}">
                <a16:creationId xmlns:a16="http://schemas.microsoft.com/office/drawing/2014/main" id="{8797249A-0895-640A-3C86-1480F09097A3}"/>
              </a:ext>
            </a:extLst>
          </p:cNvPr>
          <p:cNvSpPr>
            <a:spLocks noGrp="1"/>
          </p:cNvSpPr>
          <p:nvPr>
            <p:ph type="body" sz="quarter" idx="94"/>
          </p:nvPr>
        </p:nvSpPr>
        <p:spPr>
          <a:xfrm>
            <a:off x="539751" y="4273550"/>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23" name="Text Placeholder 22">
            <a:extLst>
              <a:ext uri="{FF2B5EF4-FFF2-40B4-BE49-F238E27FC236}">
                <a16:creationId xmlns:a16="http://schemas.microsoft.com/office/drawing/2014/main" id="{35D47A3C-8E02-4C70-4FB9-43DAB1B59A70}"/>
              </a:ext>
            </a:extLst>
          </p:cNvPr>
          <p:cNvSpPr>
            <a:spLocks noGrp="1"/>
          </p:cNvSpPr>
          <p:nvPr>
            <p:ph type="body" sz="quarter" idx="95"/>
          </p:nvPr>
        </p:nvSpPr>
        <p:spPr>
          <a:xfrm>
            <a:off x="3367088" y="2146298"/>
            <a:ext cx="5448301" cy="3440115"/>
          </a:xfrm>
        </p:spPr>
        <p:txBody>
          <a:bodyPr/>
          <a:lstStyle>
            <a:lvl1pPr>
              <a:defRPr b="1">
                <a:solidFill>
                  <a:schemeClr val="tx2"/>
                </a:solidFill>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4" name="Group 3">
            <a:extLst>
              <a:ext uri="{FF2B5EF4-FFF2-40B4-BE49-F238E27FC236}">
                <a16:creationId xmlns:a16="http://schemas.microsoft.com/office/drawing/2014/main" id="{4B096868-BA0A-19E3-6095-2C9B1E84CB29}"/>
              </a:ext>
            </a:extLst>
          </p:cNvPr>
          <p:cNvGrpSpPr/>
          <p:nvPr userDrawn="1"/>
        </p:nvGrpSpPr>
        <p:grpSpPr>
          <a:xfrm>
            <a:off x="12356815" y="0"/>
            <a:ext cx="756834" cy="6872642"/>
            <a:chOff x="12356815" y="0"/>
            <a:chExt cx="756834" cy="6872642"/>
          </a:xfrm>
        </p:grpSpPr>
        <p:sp>
          <p:nvSpPr>
            <p:cNvPr id="5" name="Rectangle 4">
              <a:extLst>
                <a:ext uri="{FF2B5EF4-FFF2-40B4-BE49-F238E27FC236}">
                  <a16:creationId xmlns:a16="http://schemas.microsoft.com/office/drawing/2014/main" id="{C9C1D8F0-59D2-E858-15B2-D1FB9BCB1CE6}"/>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7224B461-2D03-6167-AF53-4E263CD4930C}"/>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8BD25625-7514-B918-4526-B2E56706101F}"/>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CA687ED7-CB62-1629-8655-810FBD4A50B9}"/>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C424EE67-75D5-F9C8-9B97-1B4C68C75B27}"/>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6AE92E92-F48B-7B5A-934D-806584003B7A}"/>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81E7F1AD-E725-2ADF-E5FF-54112A4CBC1B}"/>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A632694B-767A-0469-5E56-5E57E008EDD8}"/>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D8DB2341-6D52-A4E3-47E5-D9AB88A6870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55061E93-EC8A-F06D-2D6B-515275C03608}"/>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6E2506CC-3084-6ED8-3AC8-1B63E8C427B8}"/>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66F2766D-6B96-AA7C-D007-E8167B1106DE}"/>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078CDE7B-E453-FE52-3AAA-D3AA3D9144C6}"/>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388A9555-5638-665A-95C5-34CF2BC2B900}"/>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C9CF3F3F-6A6A-E913-7C27-07A403363196}"/>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A9D3C849-E0A5-C615-5EC2-8A1FBE113606}"/>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9CADC600-035B-E4DB-86A2-72DB9638B3C8}"/>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C01D5A60-3BEE-5369-1400-D3DFB3FD34C8}"/>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42642D9E-C78C-4A87-C729-437F328065E1}"/>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339CC31C-9948-E24D-D89E-20E53BDA3037}"/>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F2BF1DBD-2CF1-1918-4D00-64CB046EE094}"/>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EC0FB318-8C15-C75D-36F5-D763F1A22D69}"/>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6DC7EF4B-8CCA-7A0C-3CA9-95BBE69D2EB1}"/>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5C4C2CD6-3D8F-F6C7-8BB6-5DDC4416D979}"/>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4CF844C6-1603-E952-9F67-44130A169077}"/>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B4E6CB00-693E-D109-50DD-915A8410581A}"/>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2F214F50-064B-E410-8A6F-5EF67D6E5F4B}"/>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137649428"/>
      </p:ext>
    </p:extLst>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preserve="1" userDrawn="1">
  <p:cSld name="Biography Spotlight 2">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56927C77-4BA5-963C-77AB-D1E17369A031}"/>
              </a:ext>
            </a:extLst>
          </p:cNvPr>
          <p:cNvSpPr/>
          <p:nvPr userDrawn="1"/>
        </p:nvSpPr>
        <p:spPr bwMode="ltGray">
          <a:xfrm>
            <a:off x="0" y="0"/>
            <a:ext cx="4057650" cy="6858000"/>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1" name="Picture Placeholder 9">
            <a:extLst>
              <a:ext uri="{FF2B5EF4-FFF2-40B4-BE49-F238E27FC236}">
                <a16:creationId xmlns:a16="http://schemas.microsoft.com/office/drawing/2014/main" id="{E5C7C011-127A-0143-3287-56B2493616F3}"/>
              </a:ext>
            </a:extLst>
          </p:cNvPr>
          <p:cNvSpPr>
            <a:spLocks noGrp="1"/>
          </p:cNvSpPr>
          <p:nvPr>
            <p:ph type="pic" sz="quarter" idx="29" hasCustomPrompt="1"/>
          </p:nvPr>
        </p:nvSpPr>
        <p:spPr>
          <a:xfrm>
            <a:off x="0" y="2146298"/>
            <a:ext cx="4057649" cy="4711702"/>
          </a:xfrm>
          <a:noFill/>
          <a:ln>
            <a:noFill/>
          </a:ln>
        </p:spPr>
        <p:txBody>
          <a:bodyPr anchor="ctr"/>
          <a:lstStyle>
            <a:lvl1pPr algn="ctr">
              <a:defRPr>
                <a:solidFill>
                  <a:schemeClr val="bg1"/>
                </a:solidFill>
                <a:latin typeface="+mn-lt"/>
              </a:defRPr>
            </a:lvl1pPr>
          </a:lstStyle>
          <a:p>
            <a:r>
              <a:rPr lang="en-US"/>
              <a:t>Silhouette</a:t>
            </a:r>
            <a:br>
              <a:rPr lang="en-US"/>
            </a:br>
            <a:r>
              <a:rPr lang="en-US"/>
              <a:t>portrait</a:t>
            </a:r>
          </a:p>
        </p:txBody>
      </p:sp>
      <p:sp>
        <p:nvSpPr>
          <p:cNvPr id="5" name="Title 4">
            <a:extLst>
              <a:ext uri="{FF2B5EF4-FFF2-40B4-BE49-F238E27FC236}">
                <a16:creationId xmlns:a16="http://schemas.microsoft.com/office/drawing/2014/main" id="{EF9EC52F-C370-604D-C528-F596723637C4}"/>
              </a:ext>
            </a:extLst>
          </p:cNvPr>
          <p:cNvSpPr>
            <a:spLocks noGrp="1"/>
          </p:cNvSpPr>
          <p:nvPr>
            <p:ph type="title"/>
          </p:nvPr>
        </p:nvSpPr>
        <p:spPr>
          <a:xfrm>
            <a:off x="539520" y="552450"/>
            <a:ext cx="3421699" cy="434976"/>
          </a:xfrm>
        </p:spPr>
        <p:txBody>
          <a:bodyPr rIns="274320"/>
          <a:lstStyle>
            <a:lvl1pPr>
              <a:defRPr>
                <a:solidFill>
                  <a:schemeClr val="bg1"/>
                </a:solidFill>
              </a:defRPr>
            </a:lvl1pPr>
          </a:lstStyle>
          <a:p>
            <a:r>
              <a:rPr lang="en-US"/>
              <a:t>Click to edit Master title style</a:t>
            </a:r>
          </a:p>
        </p:txBody>
      </p:sp>
      <p:sp>
        <p:nvSpPr>
          <p:cNvPr id="15" name="Text Placeholder 10">
            <a:extLst>
              <a:ext uri="{FF2B5EF4-FFF2-40B4-BE49-F238E27FC236}">
                <a16:creationId xmlns:a16="http://schemas.microsoft.com/office/drawing/2014/main" id="{C04BF789-84A7-0CA2-9DF8-1B3053E5048C}"/>
              </a:ext>
            </a:extLst>
          </p:cNvPr>
          <p:cNvSpPr>
            <a:spLocks noGrp="1"/>
          </p:cNvSpPr>
          <p:nvPr>
            <p:ph type="body" sz="quarter" idx="58"/>
          </p:nvPr>
        </p:nvSpPr>
        <p:spPr>
          <a:xfrm>
            <a:off x="548640" y="1127125"/>
            <a:ext cx="3421698"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17" name="Text Placeholder 28">
            <a:extLst>
              <a:ext uri="{FF2B5EF4-FFF2-40B4-BE49-F238E27FC236}">
                <a16:creationId xmlns:a16="http://schemas.microsoft.com/office/drawing/2014/main" id="{C3433E12-13DE-2F76-CD91-AD464AFB9124}"/>
              </a:ext>
            </a:extLst>
          </p:cNvPr>
          <p:cNvSpPr>
            <a:spLocks noGrp="1"/>
          </p:cNvSpPr>
          <p:nvPr>
            <p:ph type="body" sz="quarter" idx="94"/>
          </p:nvPr>
        </p:nvSpPr>
        <p:spPr>
          <a:xfrm>
            <a:off x="4784011" y="697706"/>
            <a:ext cx="2623978" cy="1448594"/>
          </a:xfrm>
        </p:spPr>
        <p:txBody>
          <a:bodyPr>
            <a:noAutofit/>
          </a:bodyPr>
          <a:lstStyle>
            <a:lvl1pPr marL="0" indent="0">
              <a:spcAft>
                <a:spcPts val="200"/>
              </a:spcAft>
              <a:buFont typeface="Arial" panose="020B0604020202020204" pitchFamily="34" charset="0"/>
              <a:buNone/>
              <a:defRPr sz="1800" b="1"/>
            </a:lvl1pPr>
            <a:lvl2pPr marL="0" indent="0">
              <a:spcAft>
                <a:spcPts val="600"/>
              </a:spcAft>
              <a:buNone/>
              <a:defRPr sz="1800"/>
            </a:lvl2pPr>
            <a:lvl3pPr marL="228600" indent="-228600">
              <a:spcAft>
                <a:spcPts val="600"/>
              </a:spcAft>
              <a:buClrTx/>
              <a:buFont typeface="GT America" charset="0"/>
              <a:buChar char="→"/>
              <a:defRPr sz="1800"/>
            </a:lvl3pPr>
            <a:lvl4pPr marL="228600" indent="-228600">
              <a:spcAft>
                <a:spcPts val="600"/>
              </a:spcAft>
              <a:buClrTx/>
              <a:buFont typeface="GT America" charset="0"/>
              <a:buChar char="→"/>
              <a:defRPr sz="1800"/>
            </a:lvl4pPr>
            <a:lvl5pPr marL="228600" indent="-228600">
              <a:spcAft>
                <a:spcPts val="600"/>
              </a:spcAft>
              <a:buClrTx/>
              <a:buFont typeface="GT America" charset="0"/>
              <a:buChar char="→"/>
              <a:defRPr sz="1800"/>
            </a:lvl5pPr>
            <a:lvl6pPr marL="228600" indent="-228600">
              <a:spcAft>
                <a:spcPts val="600"/>
              </a:spcAft>
              <a:buClrTx/>
              <a:buFont typeface="GT America" charset="0"/>
              <a:buChar char="→"/>
              <a:defRPr sz="1800"/>
            </a:lvl6pPr>
            <a:lvl7pPr marL="228600" indent="-228600">
              <a:spcAft>
                <a:spcPts val="600"/>
              </a:spcAft>
              <a:buClrTx/>
              <a:buFont typeface="GT America" charset="0"/>
              <a:buChar char="→"/>
              <a:defRPr sz="1800"/>
            </a:lvl7pPr>
            <a:lvl8pPr marL="228600" indent="-228600">
              <a:spcAft>
                <a:spcPts val="600"/>
              </a:spcAft>
              <a:buClrTx/>
              <a:buFont typeface="GT America" charset="0"/>
              <a:buChar char="→"/>
              <a:defRPr sz="1800"/>
            </a:lvl8pPr>
            <a:lvl9pPr marL="228600" indent="-228600">
              <a:spcAft>
                <a:spcPts val="600"/>
              </a:spcAft>
              <a:buClrTx/>
              <a:buFont typeface="GT America" charset="0"/>
              <a:buChar char="→"/>
              <a:defRPr sz="1800"/>
            </a:lvl9pPr>
          </a:lstStyle>
          <a:p>
            <a:pPr lvl="0"/>
            <a:r>
              <a:rPr lang="en-US"/>
              <a:t>Click to edit Master text styles</a:t>
            </a:r>
          </a:p>
          <a:p>
            <a:pPr lvl="1"/>
            <a:r>
              <a:rPr lang="en-US"/>
              <a:t>Second level</a:t>
            </a:r>
          </a:p>
          <a:p>
            <a:pPr lvl="2"/>
            <a:r>
              <a:rPr lang="en-US"/>
              <a:t>Third level</a:t>
            </a:r>
          </a:p>
        </p:txBody>
      </p:sp>
      <p:sp>
        <p:nvSpPr>
          <p:cNvPr id="19" name="Text Placeholder 18">
            <a:extLst>
              <a:ext uri="{FF2B5EF4-FFF2-40B4-BE49-F238E27FC236}">
                <a16:creationId xmlns:a16="http://schemas.microsoft.com/office/drawing/2014/main" id="{A5CC0331-67E4-97F1-FFCC-045A5FC24A40}"/>
              </a:ext>
            </a:extLst>
          </p:cNvPr>
          <p:cNvSpPr>
            <a:spLocks noGrp="1"/>
          </p:cNvSpPr>
          <p:nvPr>
            <p:ph type="body" sz="quarter" idx="95"/>
          </p:nvPr>
        </p:nvSpPr>
        <p:spPr>
          <a:xfrm>
            <a:off x="7600950" y="697706"/>
            <a:ext cx="4037013" cy="4744244"/>
          </a:xfrm>
        </p:spPr>
        <p:txBody>
          <a:bodyPr/>
          <a:lstStyle>
            <a:lvl1pPr>
              <a:defRPr b="1">
                <a:solidFill>
                  <a:schemeClr val="tx2"/>
                </a:solidFill>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DD5AD6E9-FF62-497A-11AF-CB9415BD114A}"/>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1874186D-33FD-6903-B191-D6384A28F713}"/>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B73FE468-76DA-5D69-29E2-B0FF244EAAE3}"/>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AD8F1EE9-265B-39CA-62EA-9BD2295C3F62}"/>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8558D7F8-372B-E957-03D9-F9A7959CC110}"/>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5C57448D-DF93-183A-A7D0-6121BCB5B757}"/>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4D1F3EF1-391C-10E2-C9E4-72E76303A10E}"/>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985CDF30-3E6F-63A3-0FA6-B032C0655F1D}"/>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6F751410-712C-650D-155E-02F2E4967D69}"/>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EF1B59EB-B1A7-7A35-AD72-6876E8BCC825}"/>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DA06A621-B472-E3BC-0400-D63601C0D689}"/>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142BB3B6-659D-A884-6DAF-A14353440EFF}"/>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B5DA8676-F1C0-FD37-81FA-EBB870335304}"/>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BC41173F-E011-1B44-0B7E-829A8CD65185}"/>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94CD6486-30E5-F003-4D63-5E504F81B5BD}"/>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E535541F-F140-B938-7624-73C01A85F44C}"/>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9C490BDB-6FAA-150F-6BD5-AB14C944F191}"/>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074E35F3-9822-16AE-CDC1-F21C118C3F2A}"/>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345A5FDC-CCBA-70C6-8CA3-32A09FF4BF85}"/>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3D4315B3-AF77-33CA-5393-E034780703EB}"/>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B9078D06-2B99-FEE0-6D49-331B0F98B799}"/>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CEAF2C1F-C4AF-4CF4-C250-36B938EDC008}"/>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0FA60219-0C09-9081-58E8-B324A94CCFF4}"/>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CDB51201-CB70-4B1B-1599-4305D009F4EB}"/>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AF208894-6B2A-3DAA-D6A3-68B85B641215}"/>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ED94428B-1049-DC6B-4240-4BC8211B77EB}"/>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5545CEBC-FBFC-FA6E-DED4-EAA4241A8314}"/>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C6B46BA1-C6D2-E918-48C2-BC139423DF7E}"/>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510178264"/>
      </p:ext>
    </p:extLst>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preserve="1" userDrawn="1">
  <p:cSld name="Biography Spotlight 3">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56927C77-4BA5-963C-77AB-D1E17369A031}"/>
              </a:ext>
            </a:extLst>
          </p:cNvPr>
          <p:cNvSpPr/>
          <p:nvPr userDrawn="1"/>
        </p:nvSpPr>
        <p:spPr bwMode="ltGray">
          <a:xfrm>
            <a:off x="0" y="0"/>
            <a:ext cx="4057650" cy="6858000"/>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1" name="Picture Placeholder 9">
            <a:extLst>
              <a:ext uri="{FF2B5EF4-FFF2-40B4-BE49-F238E27FC236}">
                <a16:creationId xmlns:a16="http://schemas.microsoft.com/office/drawing/2014/main" id="{E5C7C011-127A-0143-3287-56B2493616F3}"/>
              </a:ext>
            </a:extLst>
          </p:cNvPr>
          <p:cNvSpPr>
            <a:spLocks noGrp="1"/>
          </p:cNvSpPr>
          <p:nvPr>
            <p:ph type="pic" sz="quarter" idx="29" hasCustomPrompt="1"/>
          </p:nvPr>
        </p:nvSpPr>
        <p:spPr>
          <a:xfrm>
            <a:off x="0" y="2146298"/>
            <a:ext cx="4057649" cy="4711702"/>
          </a:xfrm>
          <a:noFill/>
          <a:ln>
            <a:noFill/>
          </a:ln>
        </p:spPr>
        <p:txBody>
          <a:bodyPr anchor="ctr"/>
          <a:lstStyle>
            <a:lvl1pPr algn="ctr">
              <a:defRPr>
                <a:solidFill>
                  <a:schemeClr val="bg1"/>
                </a:solidFill>
                <a:latin typeface="+mn-lt"/>
              </a:defRPr>
            </a:lvl1pPr>
          </a:lstStyle>
          <a:p>
            <a:r>
              <a:rPr lang="en-US"/>
              <a:t>Silhouette</a:t>
            </a:r>
            <a:br>
              <a:rPr lang="en-US"/>
            </a:br>
            <a:r>
              <a:rPr lang="en-US"/>
              <a:t>portrait</a:t>
            </a:r>
          </a:p>
        </p:txBody>
      </p:sp>
      <p:sp>
        <p:nvSpPr>
          <p:cNvPr id="5" name="Title 4">
            <a:extLst>
              <a:ext uri="{FF2B5EF4-FFF2-40B4-BE49-F238E27FC236}">
                <a16:creationId xmlns:a16="http://schemas.microsoft.com/office/drawing/2014/main" id="{EF9EC52F-C370-604D-C528-F596723637C4}"/>
              </a:ext>
            </a:extLst>
          </p:cNvPr>
          <p:cNvSpPr>
            <a:spLocks noGrp="1"/>
          </p:cNvSpPr>
          <p:nvPr>
            <p:ph type="title"/>
          </p:nvPr>
        </p:nvSpPr>
        <p:spPr>
          <a:xfrm>
            <a:off x="539520" y="552450"/>
            <a:ext cx="3518129" cy="434975"/>
          </a:xfrm>
        </p:spPr>
        <p:txBody>
          <a:bodyPr rIns="274320"/>
          <a:lstStyle>
            <a:lvl1pPr>
              <a:defRPr>
                <a:solidFill>
                  <a:schemeClr val="bg1"/>
                </a:solidFill>
              </a:defRPr>
            </a:lvl1pPr>
          </a:lstStyle>
          <a:p>
            <a:r>
              <a:rPr lang="en-US"/>
              <a:t>Click to edit Master title style</a:t>
            </a:r>
          </a:p>
        </p:txBody>
      </p:sp>
      <p:sp>
        <p:nvSpPr>
          <p:cNvPr id="4" name="Content Placeholder 14">
            <a:extLst>
              <a:ext uri="{FF2B5EF4-FFF2-40B4-BE49-F238E27FC236}">
                <a16:creationId xmlns:a16="http://schemas.microsoft.com/office/drawing/2014/main" id="{0F4207BC-188D-C830-B83A-98B60C773C10}"/>
              </a:ext>
            </a:extLst>
          </p:cNvPr>
          <p:cNvSpPr>
            <a:spLocks noGrp="1"/>
          </p:cNvSpPr>
          <p:nvPr>
            <p:ph sz="quarter" idx="18" hasCustomPrompt="1"/>
          </p:nvPr>
        </p:nvSpPr>
        <p:spPr>
          <a:xfrm>
            <a:off x="4781551" y="697706"/>
            <a:ext cx="6856412" cy="5469732"/>
          </a:xfrm>
        </p:spPr>
        <p:txBody>
          <a:bodyPr numCol="1" spcCol="219456"/>
          <a:lstStyle>
            <a:lvl1pPr>
              <a:spcAft>
                <a:spcPts val="0"/>
              </a:spcAft>
              <a:defRPr sz="1800" b="1">
                <a:solidFill>
                  <a:schemeClr val="tx1"/>
                </a:solidFill>
                <a:latin typeface="+mn-lt"/>
              </a:defRPr>
            </a:lvl1pPr>
            <a:lvl2pPr marL="0" indent="0">
              <a:buNone/>
              <a:defRPr sz="1800" b="0">
                <a:solidFill>
                  <a:schemeClr val="tx1"/>
                </a:solidFill>
              </a:defRPr>
            </a:lvl2pPr>
            <a:lvl3pPr marL="3175" indent="0">
              <a:buFont typeface="GT America Regular" charset="0"/>
              <a:buNone/>
              <a:defRPr sz="1400" b="1">
                <a:solidFill>
                  <a:schemeClr val="tx2"/>
                </a:solidFill>
              </a:defRPr>
            </a:lvl3pPr>
            <a:lvl4pPr marL="0" indent="0">
              <a:buClrTx/>
              <a:buFont typeface="GT America Regular" charset="0"/>
              <a:buNone/>
              <a:defRPr sz="1400"/>
            </a:lvl4pPr>
            <a:lvl5pPr marL="287338" indent="-287338">
              <a:buClrTx/>
              <a:buFont typeface="GT America Regular" charset="0"/>
              <a:buChar char="→"/>
              <a:defRPr sz="1400"/>
            </a:lvl5pPr>
            <a:lvl6pPr marL="458788" indent="-171450">
              <a:buClr>
                <a:schemeClr val="accent1"/>
              </a:buClr>
              <a:buFont typeface="Arial" panose="020B0604020202020204" pitchFamily="34" charset="0"/>
              <a:buChar char="•"/>
              <a:defRPr sz="1300"/>
            </a:lvl6pPr>
            <a:lvl7pPr marL="627063" indent="-174625">
              <a:buClrTx/>
              <a:buFont typeface="GT America Regular" pitchFamily="50" charset="0"/>
              <a:buChar char="–"/>
              <a:defRPr sz="1300"/>
            </a:lvl7pPr>
            <a:lvl8pPr marL="800100" indent="-174625">
              <a:buClr>
                <a:schemeClr val="accent1"/>
              </a:buClr>
              <a:buFont typeface="GT America Regular" charset="0"/>
              <a:buChar char="–"/>
              <a:defRPr sz="1200"/>
            </a:lvl8pPr>
            <a:lvl9pPr marL="973138" indent="-171450">
              <a:buClrTx/>
              <a:buFont typeface="GT America Regular" pitchFamily="50" charset="0"/>
              <a:buChar char="»"/>
              <a:defRPr sz="1200"/>
            </a:lvl9pPr>
          </a:lstStyle>
          <a:p>
            <a:pPr lvl="0"/>
            <a:r>
              <a:rPr lang="en-US" err="1"/>
              <a:t>Firstname</a:t>
            </a:r>
            <a:r>
              <a:rPr lang="en-US"/>
              <a:t> </a:t>
            </a:r>
            <a:r>
              <a:rPr lang="en-US" err="1"/>
              <a:t>Lastname</a:t>
            </a:r>
            <a:r>
              <a:rPr lang="en-US"/>
              <a:t>, first level</a:t>
            </a:r>
          </a:p>
          <a:p>
            <a:pPr lvl="1"/>
            <a:r>
              <a:rPr lang="en-US"/>
              <a:t>Title/department, second level</a:t>
            </a:r>
          </a:p>
          <a:p>
            <a:pPr lvl="2"/>
            <a:r>
              <a:rPr lang="en-US"/>
              <a:t>Introduction or highlighted passage, third level</a:t>
            </a:r>
          </a:p>
          <a:p>
            <a:pPr lvl="3"/>
            <a:r>
              <a:rPr lang="en-US"/>
              <a:t>Fourth level</a:t>
            </a:r>
          </a:p>
          <a:p>
            <a:pPr lvl="4"/>
            <a:r>
              <a:rPr lang="en-US"/>
              <a:t>Fifth level</a:t>
            </a:r>
          </a:p>
          <a:p>
            <a:pPr lvl="5"/>
            <a:r>
              <a:rPr lang="en-US"/>
              <a:t>Sixth level</a:t>
            </a:r>
          </a:p>
          <a:p>
            <a:pPr lvl="6"/>
            <a:r>
              <a:rPr lang="en-US"/>
              <a:t>Seventh level</a:t>
            </a:r>
          </a:p>
          <a:p>
            <a:pPr lvl="7"/>
            <a:r>
              <a:rPr lang="en-US"/>
              <a:t>Eighth level</a:t>
            </a:r>
          </a:p>
          <a:p>
            <a:pPr lvl="8"/>
            <a:r>
              <a:rPr lang="en-US"/>
              <a:t>Ninth level</a:t>
            </a:r>
          </a:p>
        </p:txBody>
      </p:sp>
      <p:sp>
        <p:nvSpPr>
          <p:cNvPr id="16" name="Text Placeholder 10">
            <a:extLst>
              <a:ext uri="{FF2B5EF4-FFF2-40B4-BE49-F238E27FC236}">
                <a16:creationId xmlns:a16="http://schemas.microsoft.com/office/drawing/2014/main" id="{13CB873E-451B-AD74-97A9-A588E4BAB870}"/>
              </a:ext>
            </a:extLst>
          </p:cNvPr>
          <p:cNvSpPr>
            <a:spLocks noGrp="1"/>
          </p:cNvSpPr>
          <p:nvPr>
            <p:ph type="body" sz="quarter" idx="58"/>
          </p:nvPr>
        </p:nvSpPr>
        <p:spPr>
          <a:xfrm>
            <a:off x="548640" y="1127125"/>
            <a:ext cx="3421698"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6CB3DC87-6BC2-6891-C466-17978D1EFFE1}"/>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65D286FD-88A9-580D-3E98-A572911BAF71}"/>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3F8DF8F9-76EF-9000-443C-A55EC4CED06B}"/>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0" name="Rectangle 9">
              <a:extLst>
                <a:ext uri="{FF2B5EF4-FFF2-40B4-BE49-F238E27FC236}">
                  <a16:creationId xmlns:a16="http://schemas.microsoft.com/office/drawing/2014/main" id="{CA4C934D-1931-7BCD-C27C-CEBA215BE65C}"/>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2" name="Group 11">
              <a:extLst>
                <a:ext uri="{FF2B5EF4-FFF2-40B4-BE49-F238E27FC236}">
                  <a16:creationId xmlns:a16="http://schemas.microsoft.com/office/drawing/2014/main" id="{2D408877-B694-3CBC-39C0-E3BB7936EC47}"/>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C5172F9E-B758-6C83-512C-60DDC21D23A2}"/>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D3A74CE5-6DF0-112C-98A1-0BFAEA188D2A}"/>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F5158A55-96F1-4BBD-AED6-20E54C655070}"/>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A0D6069B-E983-6A89-408A-F8640EEF5925}"/>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1C33F830-44E8-5369-F04E-9C9914AD2E36}"/>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798878AC-8BA6-FF4A-5336-193C35421356}"/>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6F9FDA89-7C1E-9F87-6FEA-61188138F046}"/>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F4AD6D11-010E-DADF-2437-38050ED03D5C}"/>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0D103E4A-2145-B62C-156A-4350867335A7}"/>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18E1A2E3-19F0-FA35-5D90-8DB9FCB9A29C}"/>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3" name="Group 12">
              <a:extLst>
                <a:ext uri="{FF2B5EF4-FFF2-40B4-BE49-F238E27FC236}">
                  <a16:creationId xmlns:a16="http://schemas.microsoft.com/office/drawing/2014/main" id="{35C174CD-6B21-FD14-FEA8-F2A05F91BDCA}"/>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430712A2-38DF-2711-03A2-6843141FB050}"/>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527CB448-9982-A5A3-6678-EA6D9B045161}"/>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06ED0848-1008-AF6E-0A7F-AB104ED2BBB8}"/>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D37693EB-EBE2-3BE0-11A6-3514CBCFD0F7}"/>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D514B642-84EF-6CD3-40DC-8C8A0B5CF9A1}"/>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68ED6433-C579-427C-E9B9-C01AD8ECED6D}"/>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B4A51136-78E0-2A73-31C2-D53A486D81E2}"/>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47A8C12C-D490-D3B3-07FF-215B5FC0336E}"/>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958B5853-AF64-14E2-19F4-B6E73B1B0C5A}"/>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28A0BD78-DA46-E3C5-4D9B-2AD41691AA50}"/>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F8C1B507-8BBE-924C-C910-E040F1018AF0}"/>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BBD51D12-CC84-9788-7B13-83BA98DC377D}"/>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048673369"/>
      </p:ext>
    </p:extLst>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preserve="1" userDrawn="1">
  <p:cSld name="Back Cover 1">
    <p:bg>
      <p:bgPr>
        <a:solidFill>
          <a:schemeClr val="bg2"/>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78834B98-F94F-BBE0-213C-85AFCDC4764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t="8922" b="11853"/>
          <a:stretch/>
        </p:blipFill>
        <p:spPr bwMode="hidden">
          <a:xfrm>
            <a:off x="-5621" y="0"/>
            <a:ext cx="12188952" cy="6858000"/>
          </a:xfrm>
          <a:prstGeom prst="rect">
            <a:avLst/>
          </a:prstGeom>
        </p:spPr>
      </p:pic>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4567237"/>
            <a:ext cx="5441950" cy="1165225"/>
          </a:xfrm>
          <a:prstGeom prst="rect">
            <a:avLst/>
          </a:prstGeom>
        </p:spPr>
        <p:txBody>
          <a:bodyPr anchor="b"/>
          <a:lstStyle>
            <a:lvl1pPr>
              <a:defRPr>
                <a:solidFill>
                  <a:schemeClr val="tx1"/>
                </a:solidFill>
              </a:defRPr>
            </a:lvl1pPr>
          </a:lstStyle>
          <a:p>
            <a:r>
              <a:rPr lang="en-US"/>
              <a:t>Click to edit Master title style</a:t>
            </a:r>
          </a:p>
        </p:txBody>
      </p:sp>
      <p:sp>
        <p:nvSpPr>
          <p:cNvPr id="3" name="Freeform 5">
            <a:extLst>
              <a:ext uri="{FF2B5EF4-FFF2-40B4-BE49-F238E27FC236}">
                <a16:creationId xmlns:a16="http://schemas.microsoft.com/office/drawing/2014/main" id="{DBEF819D-FDFF-C217-9B0B-68E353B7B355}"/>
              </a:ext>
            </a:extLst>
          </p:cNvPr>
          <p:cNvSpPr/>
          <p:nvPr userDrawn="1"/>
        </p:nvSpPr>
        <p:spPr bwMode="black">
          <a:xfrm>
            <a:off x="539749" y="502825"/>
            <a:ext cx="11098213" cy="1839149"/>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solidFill>
                <a:schemeClr val="tx1"/>
              </a:solidFill>
            </a:endParaRPr>
          </a:p>
        </p:txBody>
      </p:sp>
      <p:sp>
        <p:nvSpPr>
          <p:cNvPr id="5" name="Text Placeholder 9">
            <a:extLst>
              <a:ext uri="{FF2B5EF4-FFF2-40B4-BE49-F238E27FC236}">
                <a16:creationId xmlns:a16="http://schemas.microsoft.com/office/drawing/2014/main" id="{5FB2903F-88A1-83A6-3840-2C6F40ADA372}"/>
              </a:ext>
            </a:extLst>
          </p:cNvPr>
          <p:cNvSpPr>
            <a:spLocks noGrp="1"/>
          </p:cNvSpPr>
          <p:nvPr>
            <p:ph type="body" sz="quarter" idx="15" hasCustomPrompt="1"/>
          </p:nvPr>
        </p:nvSpPr>
        <p:spPr>
          <a:xfrm>
            <a:off x="10417175" y="6308725"/>
            <a:ext cx="1227138" cy="282575"/>
          </a:xfrm>
        </p:spPr>
        <p:txBody>
          <a:bodyPr anchor="b">
            <a:noAutofit/>
          </a:bodyPr>
          <a:lstStyle>
            <a:lvl1pPr marL="4763" indent="0" algn="r">
              <a:buFont typeface="Arial" panose="020B0604020202020204" pitchFamily="34" charset="0"/>
              <a:buNone/>
              <a:tabLst/>
              <a:defRPr sz="1000">
                <a:solidFill>
                  <a:schemeClr val="tx1"/>
                </a:solidFill>
              </a:defRPr>
            </a:lvl1pPr>
            <a:lvl2pPr marL="4763" indent="0" algn="r">
              <a:buNone/>
              <a:tabLst/>
              <a:defRPr sz="1000">
                <a:solidFill>
                  <a:schemeClr val="tx1"/>
                </a:solidFill>
              </a:defRPr>
            </a:lvl2pPr>
            <a:lvl3pPr marL="4763" indent="0" algn="r">
              <a:buNone/>
              <a:tabLst/>
              <a:defRPr sz="1000">
                <a:solidFill>
                  <a:schemeClr val="tx1"/>
                </a:solidFill>
              </a:defRPr>
            </a:lvl3pPr>
            <a:lvl4pPr marL="4763" indent="0" algn="r">
              <a:buNone/>
              <a:tabLst/>
              <a:defRPr sz="1000">
                <a:solidFill>
                  <a:schemeClr val="tx1"/>
                </a:solidFill>
              </a:defRPr>
            </a:lvl4pPr>
            <a:lvl5pPr marL="4763" indent="0" algn="r">
              <a:buNone/>
              <a:tabLst/>
              <a:defRPr sz="1000">
                <a:solidFill>
                  <a:schemeClr val="tx1"/>
                </a:solidFill>
              </a:defRPr>
            </a:lvl5pPr>
            <a:lvl6pPr marL="4763" indent="0" algn="r">
              <a:buNone/>
              <a:tabLst/>
              <a:defRPr sz="1000">
                <a:solidFill>
                  <a:schemeClr val="tx1"/>
                </a:solidFill>
              </a:defRPr>
            </a:lvl6pPr>
            <a:lvl7pPr marL="4763" indent="0" algn="r">
              <a:buNone/>
              <a:tabLst/>
              <a:defRPr sz="1000">
                <a:solidFill>
                  <a:schemeClr val="tx1"/>
                </a:solidFill>
              </a:defRPr>
            </a:lvl7pPr>
            <a:lvl8pPr marL="4763" indent="0" algn="r">
              <a:buNone/>
              <a:tabLst/>
              <a:defRPr sz="1000">
                <a:solidFill>
                  <a:schemeClr val="tx1"/>
                </a:solidFill>
              </a:defRPr>
            </a:lvl8pPr>
            <a:lvl9pPr marL="4763" indent="0" algn="r">
              <a:buNone/>
              <a:tabLst/>
              <a:defRPr sz="1000">
                <a:solidFill>
                  <a:schemeClr val="tx1"/>
                </a:solidFill>
              </a:defRPr>
            </a:lvl9pPr>
          </a:lstStyle>
          <a:p>
            <a:pPr lvl="0"/>
            <a:r>
              <a:rPr lang="en-US"/>
              <a:t>BX Number</a:t>
            </a:r>
          </a:p>
        </p:txBody>
      </p:sp>
      <p:sp>
        <p:nvSpPr>
          <p:cNvPr id="14" name="Text Placeholder 28">
            <a:extLst>
              <a:ext uri="{FF2B5EF4-FFF2-40B4-BE49-F238E27FC236}">
                <a16:creationId xmlns:a16="http://schemas.microsoft.com/office/drawing/2014/main" id="{E9355155-D34A-C8FB-FD7F-D8F2AFB05465}"/>
              </a:ext>
            </a:extLst>
          </p:cNvPr>
          <p:cNvSpPr>
            <a:spLocks noGrp="1"/>
          </p:cNvSpPr>
          <p:nvPr>
            <p:ph type="body" sz="quarter" idx="94"/>
          </p:nvPr>
        </p:nvSpPr>
        <p:spPr>
          <a:xfrm>
            <a:off x="534487" y="5993489"/>
            <a:ext cx="2623978" cy="588286"/>
          </a:xfrm>
        </p:spPr>
        <p:txBody>
          <a:bodyPr anchor="b">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15" name="Text Placeholder 31">
            <a:extLst>
              <a:ext uri="{FF2B5EF4-FFF2-40B4-BE49-F238E27FC236}">
                <a16:creationId xmlns:a16="http://schemas.microsoft.com/office/drawing/2014/main" id="{C7ABDCD6-3B21-724A-2B90-283DF93F2DD4}"/>
              </a:ext>
            </a:extLst>
          </p:cNvPr>
          <p:cNvSpPr>
            <a:spLocks noGrp="1"/>
          </p:cNvSpPr>
          <p:nvPr>
            <p:ph type="body" sz="quarter" idx="95"/>
          </p:nvPr>
        </p:nvSpPr>
        <p:spPr>
          <a:xfrm>
            <a:off x="3373598" y="6001088"/>
            <a:ext cx="2623978" cy="588286"/>
          </a:xfrm>
        </p:spPr>
        <p:txBody>
          <a:bodyPr anchor="b">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16" name="Text Placeholder 33">
            <a:extLst>
              <a:ext uri="{FF2B5EF4-FFF2-40B4-BE49-F238E27FC236}">
                <a16:creationId xmlns:a16="http://schemas.microsoft.com/office/drawing/2014/main" id="{9B2F4F16-C191-1C55-93DF-40C406D4E32E}"/>
              </a:ext>
            </a:extLst>
          </p:cNvPr>
          <p:cNvSpPr>
            <a:spLocks noGrp="1"/>
          </p:cNvSpPr>
          <p:nvPr>
            <p:ph type="body" sz="quarter" idx="96"/>
          </p:nvPr>
        </p:nvSpPr>
        <p:spPr>
          <a:xfrm>
            <a:off x="6194425" y="5993489"/>
            <a:ext cx="2623978" cy="588286"/>
          </a:xfrm>
        </p:spPr>
        <p:txBody>
          <a:bodyPr anchor="b">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Tree>
    <p:extLst>
      <p:ext uri="{BB962C8B-B14F-4D97-AF65-F5344CB8AC3E}">
        <p14:creationId xmlns:p14="http://schemas.microsoft.com/office/powerpoint/2010/main" val="4007317902"/>
      </p:ext>
    </p:extLst>
  </p:cSld>
  <p:clrMapOvr>
    <a:overrideClrMapping bg1="dk1" tx1="lt1" bg2="dk2" tx2="lt2" accent1="accent1" accent2="accent2" accent3="accent3" accent4="accent4" accent5="accent5" accent6="accent6" hlink="hlink" folHlink="folHlink"/>
  </p:clrMapOvr>
</p:sldLayout>
</file>

<file path=ppt/slideLayouts/slideLayout75.xml><?xml version="1.0" encoding="utf-8"?>
<p:sldLayout xmlns:a="http://schemas.openxmlformats.org/drawingml/2006/main" xmlns:r="http://schemas.openxmlformats.org/officeDocument/2006/relationships" xmlns:p="http://schemas.openxmlformats.org/presentationml/2006/main" preserve="1" userDrawn="1">
  <p:cSld name="Back Cover 2">
    <p:bg>
      <p:bgPr>
        <a:solidFill>
          <a:schemeClr val="bg2"/>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78834B98-F94F-BBE0-213C-85AFCDC4764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t="8922" b="11853"/>
          <a:stretch/>
        </p:blipFill>
        <p:spPr bwMode="hidden">
          <a:xfrm>
            <a:off x="-5621" y="0"/>
            <a:ext cx="12188952" cy="6858000"/>
          </a:xfrm>
          <a:prstGeom prst="rect">
            <a:avLst/>
          </a:prstGeom>
        </p:spPr>
      </p:pic>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4567237"/>
            <a:ext cx="5441950" cy="1165225"/>
          </a:xfrm>
          <a:prstGeom prst="rect">
            <a:avLst/>
          </a:prstGeom>
        </p:spPr>
        <p:txBody>
          <a:bodyPr anchor="b"/>
          <a:lstStyle>
            <a:lvl1pPr>
              <a:defRPr>
                <a:solidFill>
                  <a:schemeClr val="tx1"/>
                </a:solidFill>
              </a:defRPr>
            </a:lvl1pPr>
          </a:lstStyle>
          <a:p>
            <a:r>
              <a:rPr lang="en-US"/>
              <a:t>Click to edit Master title style</a:t>
            </a:r>
          </a:p>
        </p:txBody>
      </p:sp>
      <p:sp>
        <p:nvSpPr>
          <p:cNvPr id="4" name="Freeform 19">
            <a:extLst>
              <a:ext uri="{FF2B5EF4-FFF2-40B4-BE49-F238E27FC236}">
                <a16:creationId xmlns:a16="http://schemas.microsoft.com/office/drawing/2014/main" id="{D3B5462B-E2B3-7CAB-8405-4B77B98FFBAE}"/>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p>
        </p:txBody>
      </p:sp>
      <p:sp>
        <p:nvSpPr>
          <p:cNvPr id="5" name="Text Placeholder 9">
            <a:extLst>
              <a:ext uri="{FF2B5EF4-FFF2-40B4-BE49-F238E27FC236}">
                <a16:creationId xmlns:a16="http://schemas.microsoft.com/office/drawing/2014/main" id="{925BD05B-4745-E7F4-97A1-5C222CC090F5}"/>
              </a:ext>
            </a:extLst>
          </p:cNvPr>
          <p:cNvSpPr>
            <a:spLocks noGrp="1"/>
          </p:cNvSpPr>
          <p:nvPr>
            <p:ph type="body" sz="quarter" idx="15" hasCustomPrompt="1"/>
          </p:nvPr>
        </p:nvSpPr>
        <p:spPr>
          <a:xfrm>
            <a:off x="10417175" y="6308725"/>
            <a:ext cx="1227138" cy="282575"/>
          </a:xfrm>
        </p:spPr>
        <p:txBody>
          <a:bodyPr anchor="b">
            <a:noAutofit/>
          </a:bodyPr>
          <a:lstStyle>
            <a:lvl1pPr marL="4763" indent="0" algn="r">
              <a:buFont typeface="Arial" panose="020B0604020202020204" pitchFamily="34" charset="0"/>
              <a:buNone/>
              <a:tabLst/>
              <a:defRPr sz="1000">
                <a:solidFill>
                  <a:schemeClr val="tx1"/>
                </a:solidFill>
              </a:defRPr>
            </a:lvl1pPr>
            <a:lvl2pPr marL="4763" indent="0" algn="r">
              <a:buNone/>
              <a:tabLst/>
              <a:defRPr sz="1000">
                <a:solidFill>
                  <a:schemeClr val="tx1"/>
                </a:solidFill>
              </a:defRPr>
            </a:lvl2pPr>
            <a:lvl3pPr marL="4763" indent="0" algn="r">
              <a:buNone/>
              <a:tabLst/>
              <a:defRPr sz="1000">
                <a:solidFill>
                  <a:schemeClr val="tx1"/>
                </a:solidFill>
              </a:defRPr>
            </a:lvl3pPr>
            <a:lvl4pPr marL="4763" indent="0" algn="r">
              <a:buNone/>
              <a:tabLst/>
              <a:defRPr sz="1000">
                <a:solidFill>
                  <a:schemeClr val="tx1"/>
                </a:solidFill>
              </a:defRPr>
            </a:lvl4pPr>
            <a:lvl5pPr marL="4763" indent="0" algn="r">
              <a:buNone/>
              <a:tabLst/>
              <a:defRPr sz="1000">
                <a:solidFill>
                  <a:schemeClr val="tx1"/>
                </a:solidFill>
              </a:defRPr>
            </a:lvl5pPr>
            <a:lvl6pPr marL="4763" indent="0" algn="r">
              <a:buNone/>
              <a:tabLst/>
              <a:defRPr sz="1000">
                <a:solidFill>
                  <a:schemeClr val="tx1"/>
                </a:solidFill>
              </a:defRPr>
            </a:lvl6pPr>
            <a:lvl7pPr marL="4763" indent="0" algn="r">
              <a:buNone/>
              <a:tabLst/>
              <a:defRPr sz="1000">
                <a:solidFill>
                  <a:schemeClr val="tx1"/>
                </a:solidFill>
              </a:defRPr>
            </a:lvl7pPr>
            <a:lvl8pPr marL="4763" indent="0" algn="r">
              <a:buNone/>
              <a:tabLst/>
              <a:defRPr sz="1000">
                <a:solidFill>
                  <a:schemeClr val="tx1"/>
                </a:solidFill>
              </a:defRPr>
            </a:lvl8pPr>
            <a:lvl9pPr marL="4763" indent="0" algn="r">
              <a:buNone/>
              <a:tabLst/>
              <a:defRPr sz="1000">
                <a:solidFill>
                  <a:schemeClr val="tx1"/>
                </a:solidFill>
              </a:defRPr>
            </a:lvl9pPr>
          </a:lstStyle>
          <a:p>
            <a:pPr lvl="0"/>
            <a:r>
              <a:rPr lang="en-US"/>
              <a:t>BX Number</a:t>
            </a:r>
          </a:p>
        </p:txBody>
      </p:sp>
    </p:spTree>
    <p:extLst>
      <p:ext uri="{BB962C8B-B14F-4D97-AF65-F5344CB8AC3E}">
        <p14:creationId xmlns:p14="http://schemas.microsoft.com/office/powerpoint/2010/main" val="1364025283"/>
      </p:ext>
    </p:extLst>
  </p:cSld>
  <p:clrMapOvr>
    <a:overrideClrMapping bg1="dk1" tx1="lt1" bg2="dk2" tx2="lt2" accent1="accent1" accent2="accent2" accent3="accent3" accent4="accent4" accent5="accent5" accent6="accent6" hlink="hlink" folHlink="folHlink"/>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preserve="1" userDrawn="1">
  <p:cSld name="Back Cover 3">
    <p:bg>
      <p:bgPr>
        <a:solidFill>
          <a:schemeClr val="bg2"/>
        </a:solidFill>
        <a:effectLst/>
      </p:bgPr>
    </p:bg>
    <p:spTree>
      <p:nvGrpSpPr>
        <p:cNvPr id="1" name=""/>
        <p:cNvGrpSpPr/>
        <p:nvPr/>
      </p:nvGrpSpPr>
      <p:grpSpPr>
        <a:xfrm>
          <a:off x="0" y="0"/>
          <a:ext cx="0" cy="0"/>
          <a:chOff x="0" y="0"/>
          <a:chExt cx="0" cy="0"/>
        </a:xfrm>
      </p:grpSpPr>
      <p:sp>
        <p:nvSpPr>
          <p:cNvPr id="20" name="Freeform 19">
            <a:extLst>
              <a:ext uri="{FF2B5EF4-FFF2-40B4-BE49-F238E27FC236}">
                <a16:creationId xmlns:a16="http://schemas.microsoft.com/office/drawing/2014/main" id="{6732315D-1057-6521-C359-22C1DAF4964C}"/>
              </a:ext>
            </a:extLst>
          </p:cNvPr>
          <p:cNvSpPr/>
          <p:nvPr/>
        </p:nvSpPr>
        <p:spPr>
          <a:xfrm>
            <a:off x="3367088" y="552449"/>
            <a:ext cx="8267463" cy="5677842"/>
          </a:xfrm>
          <a:custGeom>
            <a:avLst/>
            <a:gdLst>
              <a:gd name="connsiteX0" fmla="*/ 6722902 w 8267463"/>
              <a:gd name="connsiteY0" fmla="*/ 0 h 5677842"/>
              <a:gd name="connsiteX1" fmla="*/ 8267463 w 8267463"/>
              <a:gd name="connsiteY1" fmla="*/ 0 h 5677842"/>
              <a:gd name="connsiteX2" fmla="*/ 8267463 w 8267463"/>
              <a:gd name="connsiteY2" fmla="*/ 1419448 h 5677842"/>
              <a:gd name="connsiteX3" fmla="*/ 7275694 w 8267463"/>
              <a:gd name="connsiteY3" fmla="*/ 2749701 h 5677842"/>
              <a:gd name="connsiteX4" fmla="*/ 6942385 w 8267463"/>
              <a:gd name="connsiteY4" fmla="*/ 2749701 h 5677842"/>
              <a:gd name="connsiteX5" fmla="*/ 7381363 w 8267463"/>
              <a:gd name="connsiteY5" fmla="*/ 1541121 h 5677842"/>
              <a:gd name="connsiteX6" fmla="*/ 6722902 w 8267463"/>
              <a:gd name="connsiteY6" fmla="*/ 1541121 h 5677842"/>
              <a:gd name="connsiteX7" fmla="*/ 0 w 8267463"/>
              <a:gd name="connsiteY7" fmla="*/ 0 h 5677842"/>
              <a:gd name="connsiteX8" fmla="*/ 2268085 w 8267463"/>
              <a:gd name="connsiteY8" fmla="*/ 0 h 5677842"/>
              <a:gd name="connsiteX9" fmla="*/ 2975321 w 8267463"/>
              <a:gd name="connsiteY9" fmla="*/ 2920028 h 5677842"/>
              <a:gd name="connsiteX10" fmla="*/ 3146041 w 8267463"/>
              <a:gd name="connsiteY10" fmla="*/ 3731148 h 5677842"/>
              <a:gd name="connsiteX11" fmla="*/ 3316761 w 8267463"/>
              <a:gd name="connsiteY11" fmla="*/ 2920028 h 5677842"/>
              <a:gd name="connsiteX12" fmla="*/ 4024010 w 8267463"/>
              <a:gd name="connsiteY12" fmla="*/ 0 h 5677842"/>
              <a:gd name="connsiteX13" fmla="*/ 6292082 w 8267463"/>
              <a:gd name="connsiteY13" fmla="*/ 0 h 5677842"/>
              <a:gd name="connsiteX14" fmla="*/ 6292082 w 8267463"/>
              <a:gd name="connsiteY14" fmla="*/ 5677842 h 5677842"/>
              <a:gd name="connsiteX15" fmla="*/ 4836940 w 8267463"/>
              <a:gd name="connsiteY15" fmla="*/ 5677842 h 5677842"/>
              <a:gd name="connsiteX16" fmla="*/ 4836940 w 8267463"/>
              <a:gd name="connsiteY16" fmla="*/ 1995360 h 5677842"/>
              <a:gd name="connsiteX17" fmla="*/ 4633708 w 8267463"/>
              <a:gd name="connsiteY17" fmla="*/ 2838921 h 5677842"/>
              <a:gd name="connsiteX18" fmla="*/ 3877684 w 8267463"/>
              <a:gd name="connsiteY18" fmla="*/ 5677842 h 5677842"/>
              <a:gd name="connsiteX19" fmla="*/ 2381886 w 8267463"/>
              <a:gd name="connsiteY19" fmla="*/ 5677842 h 5677842"/>
              <a:gd name="connsiteX20" fmla="*/ 1625861 w 8267463"/>
              <a:gd name="connsiteY20" fmla="*/ 2838921 h 5677842"/>
              <a:gd name="connsiteX21" fmla="*/ 1422629 w 8267463"/>
              <a:gd name="connsiteY21" fmla="*/ 1995360 h 5677842"/>
              <a:gd name="connsiteX22" fmla="*/ 1422629 w 8267463"/>
              <a:gd name="connsiteY22" fmla="*/ 5677842 h 5677842"/>
              <a:gd name="connsiteX23" fmla="*/ 0 w 8267463"/>
              <a:gd name="connsiteY23" fmla="*/ 5677842 h 56778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8267463" h="5677842">
                <a:moveTo>
                  <a:pt x="6722902" y="0"/>
                </a:moveTo>
                <a:lnTo>
                  <a:pt x="8267463" y="0"/>
                </a:lnTo>
                <a:lnTo>
                  <a:pt x="8267463" y="1419448"/>
                </a:lnTo>
                <a:lnTo>
                  <a:pt x="7275694" y="2749701"/>
                </a:lnTo>
                <a:lnTo>
                  <a:pt x="6942385" y="2749701"/>
                </a:lnTo>
                <a:lnTo>
                  <a:pt x="7381363" y="1541121"/>
                </a:lnTo>
                <a:lnTo>
                  <a:pt x="6722902" y="1541121"/>
                </a:lnTo>
                <a:close/>
                <a:moveTo>
                  <a:pt x="0" y="0"/>
                </a:moveTo>
                <a:lnTo>
                  <a:pt x="2268085" y="0"/>
                </a:lnTo>
                <a:lnTo>
                  <a:pt x="2975321" y="2920028"/>
                </a:lnTo>
                <a:lnTo>
                  <a:pt x="3146041" y="3731148"/>
                </a:lnTo>
                <a:lnTo>
                  <a:pt x="3316761" y="2920028"/>
                </a:lnTo>
                <a:lnTo>
                  <a:pt x="4024010" y="0"/>
                </a:lnTo>
                <a:lnTo>
                  <a:pt x="6292082" y="0"/>
                </a:lnTo>
                <a:lnTo>
                  <a:pt x="6292082" y="5677842"/>
                </a:lnTo>
                <a:lnTo>
                  <a:pt x="4836940" y="5677842"/>
                </a:lnTo>
                <a:lnTo>
                  <a:pt x="4836940" y="1995360"/>
                </a:lnTo>
                <a:lnTo>
                  <a:pt x="4633708" y="2838921"/>
                </a:lnTo>
                <a:lnTo>
                  <a:pt x="3877684" y="5677842"/>
                </a:lnTo>
                <a:lnTo>
                  <a:pt x="2381886" y="5677842"/>
                </a:lnTo>
                <a:lnTo>
                  <a:pt x="1625861" y="2838921"/>
                </a:lnTo>
                <a:lnTo>
                  <a:pt x="1422629" y="1995360"/>
                </a:lnTo>
                <a:lnTo>
                  <a:pt x="1422629" y="5677842"/>
                </a:lnTo>
                <a:lnTo>
                  <a:pt x="0" y="5677842"/>
                </a:lnTo>
                <a:close/>
              </a:path>
            </a:pathLst>
          </a:custGeom>
          <a:solidFill>
            <a:schemeClr val="accent1">
              <a:alpha val="25000"/>
            </a:schemeClr>
          </a:solidFill>
          <a:ln w="0" cap="flat">
            <a:noFill/>
            <a:prstDash val="solid"/>
            <a:miter/>
          </a:ln>
        </p:spPr>
        <p:txBody>
          <a:bodyPr rtlCol="0" anchor="ctr"/>
          <a:lstStyle/>
          <a:p>
            <a:endParaRPr lang="en-US"/>
          </a:p>
        </p:txBody>
      </p:sp>
      <p:sp>
        <p:nvSpPr>
          <p:cNvPr id="5" name="Title 1">
            <a:extLst>
              <a:ext uri="{FF2B5EF4-FFF2-40B4-BE49-F238E27FC236}">
                <a16:creationId xmlns:a16="http://schemas.microsoft.com/office/drawing/2014/main" id="{F22CA864-4C06-0E60-3B00-A1D84FC28322}"/>
              </a:ext>
            </a:extLst>
          </p:cNvPr>
          <p:cNvSpPr>
            <a:spLocks noGrp="1"/>
          </p:cNvSpPr>
          <p:nvPr>
            <p:ph type="title"/>
          </p:nvPr>
        </p:nvSpPr>
        <p:spPr>
          <a:xfrm>
            <a:off x="539751" y="4567237"/>
            <a:ext cx="5441950" cy="1165225"/>
          </a:xfrm>
          <a:prstGeom prst="rect">
            <a:avLst/>
          </a:prstGeom>
        </p:spPr>
        <p:txBody>
          <a:bodyPr anchor="b"/>
          <a:lstStyle>
            <a:lvl1pPr>
              <a:defRPr>
                <a:solidFill>
                  <a:schemeClr val="tx1"/>
                </a:solidFill>
              </a:defRPr>
            </a:lvl1pPr>
          </a:lstStyle>
          <a:p>
            <a:r>
              <a:rPr lang="en-US"/>
              <a:t>Click to edit Master title style</a:t>
            </a:r>
          </a:p>
        </p:txBody>
      </p:sp>
      <p:sp>
        <p:nvSpPr>
          <p:cNvPr id="6" name="Freeform 19">
            <a:extLst>
              <a:ext uri="{FF2B5EF4-FFF2-40B4-BE49-F238E27FC236}">
                <a16:creationId xmlns:a16="http://schemas.microsoft.com/office/drawing/2014/main" id="{3EF01857-B116-6C78-4866-FF4DDE73D961}"/>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p>
        </p:txBody>
      </p:sp>
      <p:sp>
        <p:nvSpPr>
          <p:cNvPr id="3" name="Text Placeholder 9">
            <a:extLst>
              <a:ext uri="{FF2B5EF4-FFF2-40B4-BE49-F238E27FC236}">
                <a16:creationId xmlns:a16="http://schemas.microsoft.com/office/drawing/2014/main" id="{2C4DFBF5-AF25-74B3-E64C-151E88405CCD}"/>
              </a:ext>
            </a:extLst>
          </p:cNvPr>
          <p:cNvSpPr>
            <a:spLocks noGrp="1"/>
          </p:cNvSpPr>
          <p:nvPr>
            <p:ph type="body" sz="quarter" idx="15" hasCustomPrompt="1"/>
          </p:nvPr>
        </p:nvSpPr>
        <p:spPr>
          <a:xfrm>
            <a:off x="10417175" y="6308725"/>
            <a:ext cx="1227138" cy="282575"/>
          </a:xfrm>
        </p:spPr>
        <p:txBody>
          <a:bodyPr anchor="b">
            <a:noAutofit/>
          </a:bodyPr>
          <a:lstStyle>
            <a:lvl1pPr marL="4763" indent="0" algn="r">
              <a:buFont typeface="Arial" panose="020B0604020202020204" pitchFamily="34" charset="0"/>
              <a:buNone/>
              <a:tabLst/>
              <a:defRPr sz="1000">
                <a:solidFill>
                  <a:schemeClr val="tx1"/>
                </a:solidFill>
              </a:defRPr>
            </a:lvl1pPr>
            <a:lvl2pPr marL="4763" indent="0" algn="r">
              <a:buNone/>
              <a:tabLst/>
              <a:defRPr sz="1000">
                <a:solidFill>
                  <a:schemeClr val="tx1"/>
                </a:solidFill>
              </a:defRPr>
            </a:lvl2pPr>
            <a:lvl3pPr marL="4763" indent="0" algn="r">
              <a:buNone/>
              <a:tabLst/>
              <a:defRPr sz="1000">
                <a:solidFill>
                  <a:schemeClr val="tx1"/>
                </a:solidFill>
              </a:defRPr>
            </a:lvl3pPr>
            <a:lvl4pPr marL="4763" indent="0" algn="r">
              <a:buNone/>
              <a:tabLst/>
              <a:defRPr sz="1000">
                <a:solidFill>
                  <a:schemeClr val="tx1"/>
                </a:solidFill>
              </a:defRPr>
            </a:lvl4pPr>
            <a:lvl5pPr marL="4763" indent="0" algn="r">
              <a:buNone/>
              <a:tabLst/>
              <a:defRPr sz="1000">
                <a:solidFill>
                  <a:schemeClr val="tx1"/>
                </a:solidFill>
              </a:defRPr>
            </a:lvl5pPr>
            <a:lvl6pPr marL="4763" indent="0" algn="r">
              <a:buNone/>
              <a:tabLst/>
              <a:defRPr sz="1000">
                <a:solidFill>
                  <a:schemeClr val="tx1"/>
                </a:solidFill>
              </a:defRPr>
            </a:lvl6pPr>
            <a:lvl7pPr marL="4763" indent="0" algn="r">
              <a:buNone/>
              <a:tabLst/>
              <a:defRPr sz="1000">
                <a:solidFill>
                  <a:schemeClr val="tx1"/>
                </a:solidFill>
              </a:defRPr>
            </a:lvl7pPr>
            <a:lvl8pPr marL="4763" indent="0" algn="r">
              <a:buNone/>
              <a:tabLst/>
              <a:defRPr sz="1000">
                <a:solidFill>
                  <a:schemeClr val="tx1"/>
                </a:solidFill>
              </a:defRPr>
            </a:lvl8pPr>
            <a:lvl9pPr marL="4763" indent="0" algn="r">
              <a:buNone/>
              <a:tabLst/>
              <a:defRPr sz="1000">
                <a:solidFill>
                  <a:schemeClr val="tx1"/>
                </a:solidFill>
              </a:defRPr>
            </a:lvl9pPr>
          </a:lstStyle>
          <a:p>
            <a:pPr lvl="0"/>
            <a:r>
              <a:rPr lang="en-US"/>
              <a:t>BX Number</a:t>
            </a:r>
          </a:p>
        </p:txBody>
      </p:sp>
    </p:spTree>
    <p:extLst>
      <p:ext uri="{BB962C8B-B14F-4D97-AF65-F5344CB8AC3E}">
        <p14:creationId xmlns:p14="http://schemas.microsoft.com/office/powerpoint/2010/main" val="275608707"/>
      </p:ext>
    </p:extLst>
  </p:cSld>
  <p:clrMapOvr>
    <a:overrideClrMapping bg1="dk1" tx1="lt1" bg2="dk2" tx2="lt2" accent1="accent1" accent2="accent2" accent3="accent3" accent4="accent4" accent5="accent5" accent6="accent6" hlink="hlink" folHlink="folHlink"/>
  </p:clrMapOvr>
</p:sldLayout>
</file>

<file path=ppt/slideLayouts/slideLayout77.xml><?xml version="1.0" encoding="utf-8"?>
<p:sldLayout xmlns:a="http://schemas.openxmlformats.org/drawingml/2006/main" xmlns:r="http://schemas.openxmlformats.org/officeDocument/2006/relationships" xmlns:p="http://schemas.openxmlformats.org/presentationml/2006/main" preserve="1" userDrawn="1">
  <p:cSld name="Back Cover 4">
    <p:bg>
      <p:bgPr>
        <a:solidFill>
          <a:schemeClr val="bg2"/>
        </a:solidFill>
        <a:effectLst/>
      </p:bgPr>
    </p:bg>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F22CA864-4C06-0E60-3B00-A1D84FC28322}"/>
              </a:ext>
            </a:extLst>
          </p:cNvPr>
          <p:cNvSpPr>
            <a:spLocks noGrp="1"/>
          </p:cNvSpPr>
          <p:nvPr>
            <p:ph type="title"/>
          </p:nvPr>
        </p:nvSpPr>
        <p:spPr>
          <a:xfrm>
            <a:off x="539751" y="4567237"/>
            <a:ext cx="5441950" cy="1165225"/>
          </a:xfrm>
          <a:prstGeom prst="rect">
            <a:avLst/>
          </a:prstGeom>
        </p:spPr>
        <p:txBody>
          <a:bodyPr anchor="b"/>
          <a:lstStyle>
            <a:lvl1pPr>
              <a:defRPr>
                <a:solidFill>
                  <a:schemeClr val="tx1"/>
                </a:solidFill>
              </a:defRPr>
            </a:lvl1pPr>
          </a:lstStyle>
          <a:p>
            <a:r>
              <a:rPr lang="en-US"/>
              <a:t>Click to edit Master title style</a:t>
            </a:r>
          </a:p>
        </p:txBody>
      </p:sp>
      <p:sp>
        <p:nvSpPr>
          <p:cNvPr id="6" name="Freeform 19">
            <a:extLst>
              <a:ext uri="{FF2B5EF4-FFF2-40B4-BE49-F238E27FC236}">
                <a16:creationId xmlns:a16="http://schemas.microsoft.com/office/drawing/2014/main" id="{3EF01857-B116-6C78-4866-FF4DDE73D961}"/>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p>
        </p:txBody>
      </p:sp>
      <p:sp>
        <p:nvSpPr>
          <p:cNvPr id="2" name="Picture Placeholder 9">
            <a:extLst>
              <a:ext uri="{FF2B5EF4-FFF2-40B4-BE49-F238E27FC236}">
                <a16:creationId xmlns:a16="http://schemas.microsoft.com/office/drawing/2014/main" id="{65CBF573-59E2-9C93-0DC3-78AAB8C05C25}"/>
              </a:ext>
            </a:extLst>
          </p:cNvPr>
          <p:cNvSpPr>
            <a:spLocks noGrp="1"/>
          </p:cNvSpPr>
          <p:nvPr>
            <p:ph type="pic" sz="quarter" idx="13" hasCustomPrompt="1"/>
          </p:nvPr>
        </p:nvSpPr>
        <p:spPr>
          <a:xfrm>
            <a:off x="8142973" y="0"/>
            <a:ext cx="2029968" cy="6167438"/>
          </a:xfrm>
          <a:solidFill>
            <a:srgbClr val="A6A9AA"/>
          </a:solidFill>
        </p:spPr>
        <p:txBody>
          <a:bodyPr tIns="548640" anchor="ctr"/>
          <a:lstStyle>
            <a:lvl1pPr algn="ctr">
              <a:defRPr b="0">
                <a:solidFill>
                  <a:schemeClr val="tx2"/>
                </a:solidFill>
                <a:latin typeface="+mn-lt"/>
              </a:defRPr>
            </a:lvl1pPr>
          </a:lstStyle>
          <a:p>
            <a:r>
              <a:rPr lang="en-US"/>
              <a:t>Dynamic slice crop 1</a:t>
            </a:r>
          </a:p>
        </p:txBody>
      </p:sp>
      <p:sp>
        <p:nvSpPr>
          <p:cNvPr id="3" name="Picture Placeholder 9">
            <a:extLst>
              <a:ext uri="{FF2B5EF4-FFF2-40B4-BE49-F238E27FC236}">
                <a16:creationId xmlns:a16="http://schemas.microsoft.com/office/drawing/2014/main" id="{611BAA65-5556-8A7C-F1DA-A7D11150A35C}"/>
              </a:ext>
            </a:extLst>
          </p:cNvPr>
          <p:cNvSpPr>
            <a:spLocks noGrp="1"/>
          </p:cNvSpPr>
          <p:nvPr>
            <p:ph type="pic" sz="quarter" idx="14" hasCustomPrompt="1"/>
          </p:nvPr>
        </p:nvSpPr>
        <p:spPr>
          <a:xfrm>
            <a:off x="10162032" y="0"/>
            <a:ext cx="2029968" cy="3984625"/>
          </a:xfrm>
          <a:solidFill>
            <a:srgbClr val="A6A9AA"/>
          </a:solidFill>
        </p:spPr>
        <p:txBody>
          <a:bodyPr tIns="548640" anchor="ctr"/>
          <a:lstStyle>
            <a:lvl1pPr algn="ctr">
              <a:defRPr b="0">
                <a:solidFill>
                  <a:schemeClr val="tx2"/>
                </a:solidFill>
                <a:latin typeface="+mn-lt"/>
              </a:defRPr>
            </a:lvl1pPr>
          </a:lstStyle>
          <a:p>
            <a:pPr marL="0" marR="0" lvl="0" indent="0" algn="ctr" defTabSz="914400" rtl="0" eaLnBrk="1" fontAlgn="auto" latinLnBrk="0" hangingPunct="1">
              <a:lnSpc>
                <a:spcPct val="101000"/>
              </a:lnSpc>
              <a:spcBef>
                <a:spcPts val="0"/>
              </a:spcBef>
              <a:spcAft>
                <a:spcPts val="600"/>
              </a:spcAft>
              <a:buClrTx/>
              <a:buSzTx/>
              <a:buFont typeface="GT America Regular"/>
              <a:buNone/>
              <a:tabLst/>
              <a:defRPr/>
            </a:pPr>
            <a:r>
              <a:rPr lang="en-US"/>
              <a:t>Dynamic slice crop 2</a:t>
            </a:r>
          </a:p>
        </p:txBody>
      </p:sp>
      <p:sp>
        <p:nvSpPr>
          <p:cNvPr id="7" name="Text Placeholder 9">
            <a:extLst>
              <a:ext uri="{FF2B5EF4-FFF2-40B4-BE49-F238E27FC236}">
                <a16:creationId xmlns:a16="http://schemas.microsoft.com/office/drawing/2014/main" id="{E60D21F8-DDF8-0ABD-B77A-99A1823A2B21}"/>
              </a:ext>
            </a:extLst>
          </p:cNvPr>
          <p:cNvSpPr>
            <a:spLocks noGrp="1"/>
          </p:cNvSpPr>
          <p:nvPr>
            <p:ph type="body" sz="quarter" idx="15" hasCustomPrompt="1"/>
          </p:nvPr>
        </p:nvSpPr>
        <p:spPr>
          <a:xfrm>
            <a:off x="10417175" y="6308725"/>
            <a:ext cx="1227138" cy="282575"/>
          </a:xfrm>
        </p:spPr>
        <p:txBody>
          <a:bodyPr anchor="b">
            <a:noAutofit/>
          </a:bodyPr>
          <a:lstStyle>
            <a:lvl1pPr marL="4763" indent="0" algn="r">
              <a:buFont typeface="Arial" panose="020B0604020202020204" pitchFamily="34" charset="0"/>
              <a:buNone/>
              <a:tabLst/>
              <a:defRPr sz="1000">
                <a:solidFill>
                  <a:schemeClr val="tx1"/>
                </a:solidFill>
              </a:defRPr>
            </a:lvl1pPr>
            <a:lvl2pPr marL="4763" indent="0" algn="r">
              <a:buNone/>
              <a:tabLst/>
              <a:defRPr sz="1000">
                <a:solidFill>
                  <a:schemeClr val="tx1"/>
                </a:solidFill>
              </a:defRPr>
            </a:lvl2pPr>
            <a:lvl3pPr marL="4763" indent="0" algn="r">
              <a:buNone/>
              <a:tabLst/>
              <a:defRPr sz="1000">
                <a:solidFill>
                  <a:schemeClr val="tx1"/>
                </a:solidFill>
              </a:defRPr>
            </a:lvl3pPr>
            <a:lvl4pPr marL="4763" indent="0" algn="r">
              <a:buNone/>
              <a:tabLst/>
              <a:defRPr sz="1000">
                <a:solidFill>
                  <a:schemeClr val="tx1"/>
                </a:solidFill>
              </a:defRPr>
            </a:lvl4pPr>
            <a:lvl5pPr marL="4763" indent="0" algn="r">
              <a:buNone/>
              <a:tabLst/>
              <a:defRPr sz="1000">
                <a:solidFill>
                  <a:schemeClr val="tx1"/>
                </a:solidFill>
              </a:defRPr>
            </a:lvl5pPr>
            <a:lvl6pPr marL="4763" indent="0" algn="r">
              <a:buNone/>
              <a:tabLst/>
              <a:defRPr sz="1000">
                <a:solidFill>
                  <a:schemeClr val="tx1"/>
                </a:solidFill>
              </a:defRPr>
            </a:lvl6pPr>
            <a:lvl7pPr marL="4763" indent="0" algn="r">
              <a:buNone/>
              <a:tabLst/>
              <a:defRPr sz="1000">
                <a:solidFill>
                  <a:schemeClr val="tx1"/>
                </a:solidFill>
              </a:defRPr>
            </a:lvl7pPr>
            <a:lvl8pPr marL="4763" indent="0" algn="r">
              <a:buNone/>
              <a:tabLst/>
              <a:defRPr sz="1000">
                <a:solidFill>
                  <a:schemeClr val="tx1"/>
                </a:solidFill>
              </a:defRPr>
            </a:lvl8pPr>
            <a:lvl9pPr marL="4763" indent="0" algn="r">
              <a:buNone/>
              <a:tabLst/>
              <a:defRPr sz="1000">
                <a:solidFill>
                  <a:schemeClr val="tx1"/>
                </a:solidFill>
              </a:defRPr>
            </a:lvl9pPr>
          </a:lstStyle>
          <a:p>
            <a:pPr lvl="0"/>
            <a:r>
              <a:rPr lang="en-US"/>
              <a:t>BX Number</a:t>
            </a:r>
          </a:p>
        </p:txBody>
      </p:sp>
    </p:spTree>
    <p:extLst>
      <p:ext uri="{BB962C8B-B14F-4D97-AF65-F5344CB8AC3E}">
        <p14:creationId xmlns:p14="http://schemas.microsoft.com/office/powerpoint/2010/main" val="1800438458"/>
      </p:ext>
    </p:extLst>
  </p:cSld>
  <p:clrMapOvr>
    <a:overrideClrMapping bg1="dk1" tx1="lt1" bg2="dk2" tx2="lt2" accent1="accent1" accent2="accent2" accent3="accent3" accent4="accent4" accent5="accent5" accent6="accent6" hlink="hlink" folHlink="folHlink"/>
  </p:clrMapOvr>
</p:sldLayout>
</file>

<file path=ppt/slideLayouts/slideLayout78.xml><?xml version="1.0" encoding="utf-8"?>
<p:sldLayout xmlns:a="http://schemas.openxmlformats.org/drawingml/2006/main" xmlns:r="http://schemas.openxmlformats.org/officeDocument/2006/relationships" xmlns:p="http://schemas.openxmlformats.org/presentationml/2006/main" preserve="1" userDrawn="1">
  <p:cSld name="Back Cover 5">
    <p:bg>
      <p:bgPr>
        <a:solidFill>
          <a:schemeClr val="bg2"/>
        </a:solidFill>
        <a:effectLst/>
      </p:bgPr>
    </p:bg>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F22CA864-4C06-0E60-3B00-A1D84FC28322}"/>
              </a:ext>
            </a:extLst>
          </p:cNvPr>
          <p:cNvSpPr>
            <a:spLocks noGrp="1"/>
          </p:cNvSpPr>
          <p:nvPr>
            <p:ph type="title"/>
          </p:nvPr>
        </p:nvSpPr>
        <p:spPr>
          <a:xfrm>
            <a:off x="539751" y="4567237"/>
            <a:ext cx="5441950" cy="1165225"/>
          </a:xfrm>
          <a:prstGeom prst="rect">
            <a:avLst/>
          </a:prstGeom>
        </p:spPr>
        <p:txBody>
          <a:bodyPr anchor="b"/>
          <a:lstStyle>
            <a:lvl1pPr>
              <a:defRPr>
                <a:solidFill>
                  <a:schemeClr val="tx1"/>
                </a:solidFill>
              </a:defRPr>
            </a:lvl1pPr>
          </a:lstStyle>
          <a:p>
            <a:r>
              <a:rPr lang="en-US"/>
              <a:t>Click to edit Master title style</a:t>
            </a:r>
          </a:p>
        </p:txBody>
      </p:sp>
      <p:sp>
        <p:nvSpPr>
          <p:cNvPr id="6" name="Freeform 19">
            <a:extLst>
              <a:ext uri="{FF2B5EF4-FFF2-40B4-BE49-F238E27FC236}">
                <a16:creationId xmlns:a16="http://schemas.microsoft.com/office/drawing/2014/main" id="{3EF01857-B116-6C78-4866-FF4DDE73D961}"/>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p>
        </p:txBody>
      </p:sp>
      <p:sp>
        <p:nvSpPr>
          <p:cNvPr id="2" name="Picture Placeholder 9">
            <a:extLst>
              <a:ext uri="{FF2B5EF4-FFF2-40B4-BE49-F238E27FC236}">
                <a16:creationId xmlns:a16="http://schemas.microsoft.com/office/drawing/2014/main" id="{65CBF573-59E2-9C93-0DC3-78AAB8C05C25}"/>
              </a:ext>
            </a:extLst>
          </p:cNvPr>
          <p:cNvSpPr>
            <a:spLocks noGrp="1"/>
          </p:cNvSpPr>
          <p:nvPr>
            <p:ph type="pic" sz="quarter" idx="13" hasCustomPrompt="1"/>
          </p:nvPr>
        </p:nvSpPr>
        <p:spPr>
          <a:xfrm>
            <a:off x="6096000" y="2425700"/>
            <a:ext cx="2029968" cy="4432300"/>
          </a:xfrm>
          <a:solidFill>
            <a:srgbClr val="A6A9AA"/>
          </a:solidFill>
        </p:spPr>
        <p:txBody>
          <a:bodyPr tIns="548640" anchor="ctr"/>
          <a:lstStyle>
            <a:lvl1pPr algn="ctr">
              <a:defRPr b="0">
                <a:solidFill>
                  <a:schemeClr val="tx2"/>
                </a:solidFill>
                <a:latin typeface="+mn-lt"/>
              </a:defRPr>
            </a:lvl1pPr>
          </a:lstStyle>
          <a:p>
            <a:r>
              <a:rPr lang="en-US"/>
              <a:t>Dynamic slice crop 1</a:t>
            </a:r>
          </a:p>
        </p:txBody>
      </p:sp>
      <p:sp>
        <p:nvSpPr>
          <p:cNvPr id="3" name="Picture Placeholder 9">
            <a:extLst>
              <a:ext uri="{FF2B5EF4-FFF2-40B4-BE49-F238E27FC236}">
                <a16:creationId xmlns:a16="http://schemas.microsoft.com/office/drawing/2014/main" id="{611BAA65-5556-8A7C-F1DA-A7D11150A35C}"/>
              </a:ext>
            </a:extLst>
          </p:cNvPr>
          <p:cNvSpPr>
            <a:spLocks noGrp="1"/>
          </p:cNvSpPr>
          <p:nvPr>
            <p:ph type="pic" sz="quarter" idx="14" hasCustomPrompt="1"/>
          </p:nvPr>
        </p:nvSpPr>
        <p:spPr>
          <a:xfrm>
            <a:off x="8125968" y="0"/>
            <a:ext cx="4066032" cy="4567237"/>
          </a:xfrm>
          <a:solidFill>
            <a:srgbClr val="A6A9AA"/>
          </a:solidFill>
        </p:spPr>
        <p:txBody>
          <a:bodyPr tIns="548640" anchor="ctr"/>
          <a:lstStyle>
            <a:lvl1pPr algn="ctr">
              <a:defRPr b="0">
                <a:solidFill>
                  <a:schemeClr val="tx2"/>
                </a:solidFill>
                <a:latin typeface="+mn-lt"/>
              </a:defRPr>
            </a:lvl1pPr>
          </a:lstStyle>
          <a:p>
            <a:pPr marL="0" marR="0" lvl="0" indent="0" algn="ctr" defTabSz="914400" rtl="0" eaLnBrk="1" fontAlgn="auto" latinLnBrk="0" hangingPunct="1">
              <a:lnSpc>
                <a:spcPct val="101000"/>
              </a:lnSpc>
              <a:spcBef>
                <a:spcPts val="0"/>
              </a:spcBef>
              <a:spcAft>
                <a:spcPts val="600"/>
              </a:spcAft>
              <a:buClrTx/>
              <a:buSzTx/>
              <a:buFont typeface="GT America Regular"/>
              <a:buNone/>
              <a:tabLst/>
              <a:defRPr/>
            </a:pPr>
            <a:r>
              <a:rPr lang="en-US"/>
              <a:t>Dynamic slice crop 2</a:t>
            </a:r>
          </a:p>
        </p:txBody>
      </p:sp>
      <p:sp>
        <p:nvSpPr>
          <p:cNvPr id="4" name="Text Placeholder 9">
            <a:extLst>
              <a:ext uri="{FF2B5EF4-FFF2-40B4-BE49-F238E27FC236}">
                <a16:creationId xmlns:a16="http://schemas.microsoft.com/office/drawing/2014/main" id="{0A81BF85-E531-3686-907C-CABBA5BF2785}"/>
              </a:ext>
            </a:extLst>
          </p:cNvPr>
          <p:cNvSpPr>
            <a:spLocks noGrp="1"/>
          </p:cNvSpPr>
          <p:nvPr>
            <p:ph type="body" sz="quarter" idx="15" hasCustomPrompt="1"/>
          </p:nvPr>
        </p:nvSpPr>
        <p:spPr>
          <a:xfrm>
            <a:off x="10417175" y="6308725"/>
            <a:ext cx="1227138" cy="282575"/>
          </a:xfrm>
        </p:spPr>
        <p:txBody>
          <a:bodyPr anchor="b">
            <a:noAutofit/>
          </a:bodyPr>
          <a:lstStyle>
            <a:lvl1pPr marL="4763" indent="0" algn="r">
              <a:buFont typeface="Arial" panose="020B0604020202020204" pitchFamily="34" charset="0"/>
              <a:buNone/>
              <a:tabLst/>
              <a:defRPr sz="1000">
                <a:solidFill>
                  <a:schemeClr val="tx1"/>
                </a:solidFill>
              </a:defRPr>
            </a:lvl1pPr>
            <a:lvl2pPr marL="4763" indent="0" algn="r">
              <a:buNone/>
              <a:tabLst/>
              <a:defRPr sz="1000">
                <a:solidFill>
                  <a:schemeClr val="tx1"/>
                </a:solidFill>
              </a:defRPr>
            </a:lvl2pPr>
            <a:lvl3pPr marL="4763" indent="0" algn="r">
              <a:buNone/>
              <a:tabLst/>
              <a:defRPr sz="1000">
                <a:solidFill>
                  <a:schemeClr val="tx1"/>
                </a:solidFill>
              </a:defRPr>
            </a:lvl3pPr>
            <a:lvl4pPr marL="4763" indent="0" algn="r">
              <a:buNone/>
              <a:tabLst/>
              <a:defRPr sz="1000">
                <a:solidFill>
                  <a:schemeClr val="tx1"/>
                </a:solidFill>
              </a:defRPr>
            </a:lvl4pPr>
            <a:lvl5pPr marL="4763" indent="0" algn="r">
              <a:buNone/>
              <a:tabLst/>
              <a:defRPr sz="1000">
                <a:solidFill>
                  <a:schemeClr val="tx1"/>
                </a:solidFill>
              </a:defRPr>
            </a:lvl5pPr>
            <a:lvl6pPr marL="4763" indent="0" algn="r">
              <a:buNone/>
              <a:tabLst/>
              <a:defRPr sz="1000">
                <a:solidFill>
                  <a:schemeClr val="tx1"/>
                </a:solidFill>
              </a:defRPr>
            </a:lvl6pPr>
            <a:lvl7pPr marL="4763" indent="0" algn="r">
              <a:buNone/>
              <a:tabLst/>
              <a:defRPr sz="1000">
                <a:solidFill>
                  <a:schemeClr val="tx1"/>
                </a:solidFill>
              </a:defRPr>
            </a:lvl7pPr>
            <a:lvl8pPr marL="4763" indent="0" algn="r">
              <a:buNone/>
              <a:tabLst/>
              <a:defRPr sz="1000">
                <a:solidFill>
                  <a:schemeClr val="tx1"/>
                </a:solidFill>
              </a:defRPr>
            </a:lvl8pPr>
            <a:lvl9pPr marL="4763" indent="0" algn="r">
              <a:buNone/>
              <a:tabLst/>
              <a:defRPr sz="1000">
                <a:solidFill>
                  <a:schemeClr val="tx1"/>
                </a:solidFill>
              </a:defRPr>
            </a:lvl9pPr>
          </a:lstStyle>
          <a:p>
            <a:pPr lvl="0"/>
            <a:r>
              <a:rPr lang="en-US"/>
              <a:t>BX Number</a:t>
            </a:r>
          </a:p>
        </p:txBody>
      </p:sp>
    </p:spTree>
    <p:extLst>
      <p:ext uri="{BB962C8B-B14F-4D97-AF65-F5344CB8AC3E}">
        <p14:creationId xmlns:p14="http://schemas.microsoft.com/office/powerpoint/2010/main" val="36412824"/>
      </p:ext>
    </p:extLst>
  </p:cSld>
  <p:clrMapOvr>
    <a:overrideClrMapping bg1="dk1" tx1="lt1" bg2="dk2" tx2="lt2" accent1="accent1" accent2="accent2" accent3="accent3" accent4="accent4" accent5="accent5" accent6="accent6" hlink="hlink" folHlink="folHlink"/>
  </p:clrMapOvr>
</p:sldLayout>
</file>

<file path=ppt/slideLayouts/slideLayout79.xml><?xml version="1.0" encoding="utf-8"?>
<p:sldLayout xmlns:a="http://schemas.openxmlformats.org/drawingml/2006/main" xmlns:r="http://schemas.openxmlformats.org/officeDocument/2006/relationships" xmlns:p="http://schemas.openxmlformats.org/presentationml/2006/main" preserve="1" userDrawn="1">
  <p:cSld name="Disclaimer">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CE376998-4040-9761-674E-D9535BFB68B1}"/>
              </a:ext>
            </a:extLst>
          </p:cNvPr>
          <p:cNvSpPr>
            <a:spLocks noGrp="1"/>
          </p:cNvSpPr>
          <p:nvPr>
            <p:ph type="ftr" sz="quarter" idx="11"/>
          </p:nvPr>
        </p:nvSpPr>
        <p:spPr/>
        <p:txBody>
          <a:bodyPr/>
          <a:lstStyle/>
          <a:p>
            <a:r>
              <a:rPr lang="en-US" dirty="0"/>
              <a:t>User Training - May 2025</a:t>
            </a:r>
          </a:p>
        </p:txBody>
      </p:sp>
      <p:sp>
        <p:nvSpPr>
          <p:cNvPr id="5" name="Slide Number Placeholder 4">
            <a:extLst>
              <a:ext uri="{FF2B5EF4-FFF2-40B4-BE49-F238E27FC236}">
                <a16:creationId xmlns:a16="http://schemas.microsoft.com/office/drawing/2014/main" id="{BB98ADA5-8554-9765-F77A-EDEF8AC9DCA3}"/>
              </a:ext>
            </a:extLst>
          </p:cNvPr>
          <p:cNvSpPr>
            <a:spLocks noGrp="1"/>
          </p:cNvSpPr>
          <p:nvPr>
            <p:ph type="sldNum" sz="quarter" idx="12"/>
          </p:nvPr>
        </p:nvSpPr>
        <p:spPr/>
        <p:txBody>
          <a:bodyPr/>
          <a:lstStyle/>
          <a:p>
            <a:fld id="{862A5111-985B-C14D-9115-5787026182A8}" type="slidenum">
              <a:rPr lang="en-US" smtClean="0"/>
              <a:pPr/>
              <a:t>‹#›</a:t>
            </a:fld>
            <a:endParaRPr lang="en-US"/>
          </a:p>
        </p:txBody>
      </p:sp>
      <p:sp>
        <p:nvSpPr>
          <p:cNvPr id="12" name="TextBox 11">
            <a:extLst>
              <a:ext uri="{FF2B5EF4-FFF2-40B4-BE49-F238E27FC236}">
                <a16:creationId xmlns:a16="http://schemas.microsoft.com/office/drawing/2014/main" id="{3E8F0C73-A398-6456-DB05-CBC41E2EBB3E}"/>
              </a:ext>
            </a:extLst>
          </p:cNvPr>
          <p:cNvSpPr txBox="1"/>
          <p:nvPr userDrawn="1"/>
        </p:nvSpPr>
        <p:spPr>
          <a:xfrm>
            <a:off x="548639" y="269875"/>
            <a:ext cx="11089323" cy="5597525"/>
          </a:xfrm>
          <a:prstGeom prst="rect">
            <a:avLst/>
          </a:prstGeom>
          <a:noFill/>
        </p:spPr>
        <p:txBody>
          <a:bodyPr wrap="square" lIns="0" tIns="0" rIns="0" bIns="0" numCol="2">
            <a:noAutofit/>
          </a:bodyPr>
          <a:lstStyle/>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2024 Moody’s Corporation, Moody’s Investors Service, Inc., Moody’s Analytics, Inc. and/or their licensors and affiliates (collectively, “MOODY’S”). All rights reserved.</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a:t>
            </a:r>
          </a:p>
          <a:p>
            <a:pPr marL="0" marR="142240">
              <a:spcBef>
                <a:spcPts val="0"/>
              </a:spcBef>
              <a:spcAft>
                <a:spcPts val="0"/>
              </a:spcAft>
            </a:pPr>
            <a:r>
              <a:rPr lang="en-US" sz="700" u="none" strike="noStrike">
                <a:solidFill>
                  <a:schemeClr val="tx1"/>
                </a:solidFill>
                <a:effectLst/>
                <a:latin typeface="+mn-lt"/>
                <a:ea typeface="GT America Regular" pitchFamily="2" charset="77"/>
                <a:cs typeface="GT America Regular" pitchFamily="2" charset="77"/>
              </a:rPr>
              <a:t>CREDIT RATINGS ISSUED BY MOODY'S CREDIT RATINGS AFFILIATES ARE THEIR CURRENT OPINIONS OF THE RELATIVE FUTURE CREDIT RISK OF ENTITIES, CREDIT COMMITMENTS, OR DEBT OR DEBT-LIKE SECURITIES, AND MATERIALS, PRODUCTS, SERVICES AND INFORMATION PUBLISHED OR OTHERWISE MADE AVAILABLE BY MOODY’S (COLLECTIVELY, “MATERIALS”) MAY INCLUDE SUCH CURRENT OPINIONS. MOODY’S DEFINES CREDIT RISK AS THE RISK THAT AN ENTITY MAY NOT MEET ITS CONTRACTUAL FINANCIAL OBLIGATIONS AS THEY COME DUE AND ANY ESTIMATED FINANCIAL LOSS IN THE EVENT OF DEFAULT OR IMPAIRMENT. SEE APPLICABLE MOODY’S RATING SYMBOLS AND DEFINITIONS PUBLICATION FOR INFORMATION ON THE TYPES OF CONTRACTUAL FINANCIAL OBLIGATIONS ADDRESSED BY MOODY’S CREDIT RATINGS. CREDIT RATINGS DO NOT ADDRESS ANY OTHER RISK, INCLUDING BUT NOT LIMITED TO: LIQUIDITY RISK, MARKET VALUE RISK, OR PRICE VOLATILITY. CREDIT RATINGS, NON-CREDIT ASSESSMENTS (“ASSESSMENTS”), AND OTHER OPINIONS INCLUDED IN MOODY’S MATERIALS ARE NOT STATEMENTS OF CURRENT OR HISTORICAL FACT. MOODY’S MATERIALS MAY ALSO INCLUDE QUANTITATIVE MODEL-BASED ESTIMATES OF CREDIT RISK AND RELATED OPINIONS OR COMMENTARY PUBLISHED BY MOODY’S ANALYTICS, INC. AND/OR ITS AFFILIATES. MOODY’S CREDIT RATINGS, ASSESSMENTS, OTHER OPINIONS AND MATERIALS DO NOT CONSTITUTE OR PROVIDE INVESTMENT OR FINANCIAL ADVICE, AND MOODY’S CREDIT RATINGS, ASSESSMENTS, OTHER OPINIONS AND MATERIALS ARE NOT AND DO NOT PROVIDE RECOMMENDATIONS TO PURCHASE, SELL, OR HOLD PARTICULAR SECURITIES. MOODY’S CREDIT RATINGS, ASSESSMENTS, OTHER OPINIONS AND MATERIALS DO NOT COMMENT ON THE SUITABILITY OF AN INVESTMENT FOR ANY PARTICULAR INVESTOR. MOODY’S ISSUES ITS CREDIT RATINGS, ASSESSMENTS AND OTHER OPINIONS AND PUBLISHES OR OTHERWISE MAKES AVAILABLE ITS MATERIALS WITH THE EXPECTATION AND UNDERSTANDING THAT EACH INVESTOR WILL, WITH DUE CARE, MAKE ITS OWN STUDY AND EVALUATION OF EACH SECURITY THAT IS UNDER CONSIDERATION FOR PURCHASE, HOLDING, OR SALE. </a:t>
            </a:r>
            <a:endParaRPr lang="en-US" sz="700" u="sng">
              <a:solidFill>
                <a:schemeClr val="tx1"/>
              </a:solidFill>
              <a:effectLst/>
              <a:latin typeface="+mn-lt"/>
              <a:ea typeface="GT America Regular" pitchFamily="2" charset="77"/>
              <a:cs typeface="GT America Regular" pitchFamily="2" charset="77"/>
            </a:endParaRP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MOODY’S CREDIT RATINGS</a:t>
            </a:r>
            <a:r>
              <a:rPr lang="en-US" sz="700" b="1">
                <a:solidFill>
                  <a:schemeClr val="tx1"/>
                </a:solidFill>
                <a:effectLst/>
                <a:latin typeface="+mn-lt"/>
                <a:ea typeface="GT America Regular" pitchFamily="2" charset="77"/>
                <a:cs typeface="GT America Regular" pitchFamily="2" charset="77"/>
              </a:rPr>
              <a:t>, </a:t>
            </a:r>
            <a:r>
              <a:rPr lang="en-US" sz="700">
                <a:solidFill>
                  <a:schemeClr val="tx1"/>
                </a:solidFill>
                <a:effectLst/>
                <a:latin typeface="+mn-lt"/>
                <a:ea typeface="GT America Regular" pitchFamily="2" charset="77"/>
                <a:cs typeface="GT America Regular" pitchFamily="2" charset="77"/>
              </a:rPr>
              <a:t>ASSESSMENTS, OTHER OPINIONS, AND MATERIALS ARE NOT INTENDED FOR USE BY RETAIL INVESTORS AND IT WOULD BE RECKLESS AND INAPPROPRIATE FOR RETAIL INVESTORS TO USE MOODY’S CREDIT RATINGS, ASSESSMENTS, OTHER OPINIONS OR MATERIALS WHEN MAKING AN INVESTMENT DECISION. IF IN DOUBT YOU SHOULD CONTACT YOUR FINANCIAL OR OTHER PROFESSIONAL ADVISER.</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ALL INFORMATION CONTAINED HEREIN IS PROTECTED BY LAW, INCLUDING BUT NOT LIMITED TO, COPYRIGHT LAW, AND NONE OF SUCH INFORMATION MAY BE COPIED OR OTHERWISE REPRODUCED, REPACKAGED, FURTHER TRANSMITTED, TRANSFERRED, DISSEMINATED, REDISTRIBUTED OR RESOLD, OR STORED FOR SUBSEQUENT USE FOR ANY SUCH PURPOSE, IN WHOLE OR IN PART, IN ANY FORM OR MANNER OR BY ANY MEANS WHATSOEVER, BY ANY PERSON WITHOUT MOODY’S PRIOR WRITTEN CONSENT.  FOR CLARITY, NO INFORMATION CONTAINED HEREIN MAY BE USED TO DEVELOP, IMPROVE, TRAIN OR RETRAIN ANY SOFTWARE PROGRAM OR DATABASE, INCLUDING, BUT NOT LIMITED TO, FOR ANY ARTIFICIAL INTELLIGENCE, MACHINE LEARNING OR NATURAL LANGUAGE PROCESSING SOFTWARE, ALGORITHM, METHODOLOGY AND/OR MODEL.  </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MOODY’S CREDIT RATINGS</a:t>
            </a:r>
            <a:r>
              <a:rPr lang="en-US" sz="700" b="1">
                <a:solidFill>
                  <a:schemeClr val="tx1"/>
                </a:solidFill>
                <a:effectLst/>
                <a:latin typeface="+mn-lt"/>
                <a:ea typeface="GT America Regular" pitchFamily="2" charset="77"/>
                <a:cs typeface="GT America Regular" pitchFamily="2" charset="77"/>
              </a:rPr>
              <a:t>, </a:t>
            </a:r>
            <a:r>
              <a:rPr lang="en-US" sz="700">
                <a:solidFill>
                  <a:schemeClr val="tx1"/>
                </a:solidFill>
                <a:effectLst/>
                <a:latin typeface="+mn-lt"/>
                <a:ea typeface="GT America Regular" pitchFamily="2" charset="77"/>
                <a:cs typeface="GT America Regular" pitchFamily="2" charset="77"/>
              </a:rPr>
              <a:t>ASSESSMENTS, OTHER OPINIONS AND MATERIALS ARE NOT INTENDED FOR USE BY ANY PERSON AS A BENCHMARK AS THAT TERM IS DEFINED FOR REGULATORY PURPOSES AND MUST NOT BE USED IN ANY WAY THAT COULD RESULT IN THEM BEING CONSIDERED A BENCHMARK.</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All information contained herein is obtained by MOODY’S from sources believed by it to be accurate and reliable. Because of the possibility of human or mechanical error as well as other factors, however, all information contained herein is provided “AS IS” without warranty of any kind. MOODY'S adopts all necessary measures so that the information it uses in assigning a credit rating is of sufficient quality and from sources MOODY'S considers to be reliable including, when appropriate, independent third-party sources. However, MOODY’S is not an auditor and cannot in every instance independently verify or validate information received in the credit rating process or in preparing its Materials. </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To the extent permitted by law, MOODY’S and its directors, officers, employees, agents, representatives, licensors and suppliers disclaim liability to any person or entity for any indirect, special, consequential, or incidental losses or damages whatsoever arising from or in connection with the information contained herein or the use of or inability to use any such information, even if MOODY’S or any of its directors, officers, employees, agents, representatives, licensors or suppliers is advised in advance of the possibility of such losses or damages, including but not limited to: (a) any loss of present or prospective profits or (b) any loss or damage arising where the relevant financial instrument is not the subject of a particular credit rating assigned by MOODY’S.</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To the extent permitted by law, MOODY’S and its directors, officers, employees, agents, representatives, licensors and suppliers disclaim liability for any direct or compensatory losses or damages caused to any person or entity, including but not limited to by any negligence (but excluding fraud, willful misconduct or any other type of liability that, for the avoidance of doubt, by law cannot be excluded) on the part of, or any contingency within or beyond the control of, MOODY’S or any of its directors, officers, employees, agents, representatives, licensors or suppliers, arising from or in connection with the information contained herein or the use of or inability to use any such information.</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 </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NO WARRANTY, EXPRESS OR IMPLIED, AS TO THE ACCURACY, TIMELINESS, COMPLETENESS, MERCHANTABILITY OR FITNESS FOR ANY PARTICULAR PURPOSE OF ANY CREDIT RATING, ASSESSMENT, OTHER OPINION OR INFORMATION IS GIVEN OR MADE BY MOODY’S IN ANY FORM OR MANNER WHATSOEVER.</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 </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Moody’s Investors Service, Inc., a wholly-owned credit rating agency subsidiary of Moody’s Corporation (“MCO”), hereby discloses that most issuers of debt securities (including corporate and municipal bonds, debentures, notes and commercial paper) and preferred stock rated by Moody’s Investors Service, Inc. have, prior to assignment of any credit rating, agreed to pay to Moody’s Investors Service, Inc. for credit ratings opinions and services rendered by it. MCO and Moody’s Investors Service also maintain policies and procedures to address the independence of Moody’s Investors Service credit ratings and credit rating processes. Information regarding certain affiliations that may exist between directors of MCO and rated entities, and between entities who hold credit ratings from Moody’s Investors Service, Inc. and have also publicly reported to the SEC an ownership interest in MCO of more than 5%, is posted annually at </a:t>
            </a:r>
            <a:r>
              <a:rPr lang="en-US" sz="700" u="sng">
                <a:solidFill>
                  <a:schemeClr val="accent1"/>
                </a:solidFill>
                <a:effectLst/>
                <a:latin typeface="+mn-lt"/>
                <a:ea typeface="GT America Regular" pitchFamily="2" charset="77"/>
                <a:cs typeface="GT America Regular" pitchFamily="2" charset="77"/>
                <a:hlinkClick r:id="rId2">
                  <a:extLst>
                    <a:ext uri="{A12FA001-AC4F-418D-AE19-62706E023703}">
                      <ahyp:hlinkClr xmlns:ahyp="http://schemas.microsoft.com/office/drawing/2018/hyperlinkcolor" val="tx"/>
                    </a:ext>
                  </a:extLst>
                </a:hlinkClick>
              </a:rPr>
              <a:t>www.moodys.com</a:t>
            </a:r>
            <a:r>
              <a:rPr lang="en-US" sz="700">
                <a:solidFill>
                  <a:schemeClr val="accent1"/>
                </a:solidFill>
                <a:effectLst/>
                <a:latin typeface="+mn-lt"/>
                <a:ea typeface="GT America Regular" pitchFamily="2" charset="77"/>
                <a:cs typeface="GT America Regular" pitchFamily="2" charset="77"/>
              </a:rPr>
              <a:t> </a:t>
            </a:r>
            <a:r>
              <a:rPr lang="en-US" sz="700">
                <a:solidFill>
                  <a:schemeClr val="tx1"/>
                </a:solidFill>
                <a:effectLst/>
                <a:latin typeface="+mn-lt"/>
                <a:ea typeface="GT America Regular" pitchFamily="2" charset="77"/>
                <a:cs typeface="GT America Regular" pitchFamily="2" charset="77"/>
              </a:rPr>
              <a:t>under the heading “Investor Relations — Corporate Governance — Charter Documents - Director and Shareholder Affiliation Policy.”  </a:t>
            </a:r>
          </a:p>
          <a:p>
            <a:pPr marL="114300" marR="0" indent="0">
              <a:spcBef>
                <a:spcPts val="0"/>
              </a:spcBef>
              <a:spcAft>
                <a:spcPts val="0"/>
              </a:spcAft>
              <a:tabLst/>
            </a:pPr>
            <a:r>
              <a:rPr lang="en-US" sz="700" b="1" i="1">
                <a:solidFill>
                  <a:schemeClr val="tx1"/>
                </a:solidFill>
                <a:effectLst/>
                <a:latin typeface="+mn-lt"/>
                <a:ea typeface="GT America Regular" pitchFamily="2" charset="77"/>
                <a:cs typeface="GT America Regular" pitchFamily="2" charset="77"/>
              </a:rPr>
              <a:t> </a:t>
            </a:r>
            <a:endParaRPr lang="en-US" sz="700">
              <a:solidFill>
                <a:schemeClr val="tx1"/>
              </a:solidFill>
              <a:effectLst/>
              <a:latin typeface="+mn-lt"/>
              <a:ea typeface="GT America Regular" pitchFamily="2" charset="77"/>
              <a:cs typeface="GT America Regular" pitchFamily="2" charset="77"/>
            </a:endParaRPr>
          </a:p>
          <a:p>
            <a:pPr marL="114300" marR="0" indent="0">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Moody's SF Japan K.K., Moody's Local AR </a:t>
            </a:r>
            <a:r>
              <a:rPr lang="en-US" sz="700" err="1">
                <a:solidFill>
                  <a:schemeClr val="tx1"/>
                </a:solidFill>
                <a:effectLst/>
                <a:latin typeface="+mn-lt"/>
                <a:ea typeface="GT America Regular" pitchFamily="2" charset="77"/>
                <a:cs typeface="GT America Regular" pitchFamily="2" charset="77"/>
              </a:rPr>
              <a:t>Agente</a:t>
            </a:r>
            <a:r>
              <a:rPr lang="en-US" sz="700">
                <a:solidFill>
                  <a:schemeClr val="tx1"/>
                </a:solidFill>
                <a:effectLst/>
                <a:latin typeface="+mn-lt"/>
                <a:ea typeface="GT America Regular" pitchFamily="2" charset="77"/>
                <a:cs typeface="GT America Regular" pitchFamily="2" charset="77"/>
              </a:rPr>
              <a:t> de </a:t>
            </a:r>
            <a:r>
              <a:rPr lang="en-US" sz="700" err="1">
                <a:solidFill>
                  <a:schemeClr val="tx1"/>
                </a:solidFill>
                <a:effectLst/>
                <a:latin typeface="+mn-lt"/>
                <a:ea typeface="GT America Regular" pitchFamily="2" charset="77"/>
                <a:cs typeface="GT America Regular" pitchFamily="2" charset="77"/>
              </a:rPr>
              <a:t>Calificación</a:t>
            </a:r>
            <a:r>
              <a:rPr lang="en-US" sz="700">
                <a:solidFill>
                  <a:schemeClr val="tx1"/>
                </a:solidFill>
                <a:effectLst/>
                <a:latin typeface="+mn-lt"/>
                <a:ea typeface="GT America Regular" pitchFamily="2" charset="77"/>
                <a:cs typeface="GT America Regular" pitchFamily="2" charset="77"/>
              </a:rPr>
              <a:t> de </a:t>
            </a:r>
            <a:r>
              <a:rPr lang="en-US" sz="700" err="1">
                <a:solidFill>
                  <a:schemeClr val="tx1"/>
                </a:solidFill>
                <a:effectLst/>
                <a:latin typeface="+mn-lt"/>
                <a:ea typeface="GT America Regular" pitchFamily="2" charset="77"/>
                <a:cs typeface="GT America Regular" pitchFamily="2" charset="77"/>
              </a:rPr>
              <a:t>Riesgo</a:t>
            </a:r>
            <a:r>
              <a:rPr lang="en-US" sz="700">
                <a:solidFill>
                  <a:schemeClr val="tx1"/>
                </a:solidFill>
                <a:effectLst/>
                <a:latin typeface="+mn-lt"/>
                <a:ea typeface="GT America Regular" pitchFamily="2" charset="77"/>
                <a:cs typeface="GT America Regular" pitchFamily="2" charset="77"/>
              </a:rPr>
              <a:t> S.A., Moody’s Local BR </a:t>
            </a:r>
            <a:r>
              <a:rPr lang="en-US" sz="700" err="1">
                <a:solidFill>
                  <a:schemeClr val="tx1"/>
                </a:solidFill>
                <a:effectLst/>
                <a:latin typeface="+mn-lt"/>
                <a:ea typeface="GT America Regular" pitchFamily="2" charset="77"/>
                <a:cs typeface="GT America Regular" pitchFamily="2" charset="77"/>
              </a:rPr>
              <a:t>Agência</a:t>
            </a:r>
            <a:r>
              <a:rPr lang="en-US" sz="700">
                <a:solidFill>
                  <a:schemeClr val="tx1"/>
                </a:solidFill>
                <a:effectLst/>
                <a:latin typeface="+mn-lt"/>
                <a:ea typeface="GT America Regular" pitchFamily="2" charset="77"/>
                <a:cs typeface="GT America Regular" pitchFamily="2" charset="77"/>
              </a:rPr>
              <a:t> de </a:t>
            </a:r>
            <a:r>
              <a:rPr lang="en-US" sz="700" err="1">
                <a:solidFill>
                  <a:schemeClr val="tx1"/>
                </a:solidFill>
                <a:effectLst/>
                <a:latin typeface="+mn-lt"/>
                <a:ea typeface="GT America Regular" pitchFamily="2" charset="77"/>
                <a:cs typeface="GT America Regular" pitchFamily="2" charset="77"/>
              </a:rPr>
              <a:t>Classificação</a:t>
            </a:r>
            <a:r>
              <a:rPr lang="en-US" sz="700">
                <a:solidFill>
                  <a:schemeClr val="tx1"/>
                </a:solidFill>
                <a:effectLst/>
                <a:latin typeface="+mn-lt"/>
                <a:ea typeface="GT America Regular" pitchFamily="2" charset="77"/>
                <a:cs typeface="GT America Regular" pitchFamily="2" charset="77"/>
              </a:rPr>
              <a:t> de </a:t>
            </a:r>
            <a:r>
              <a:rPr lang="en-US" sz="700" err="1">
                <a:solidFill>
                  <a:schemeClr val="tx1"/>
                </a:solidFill>
                <a:effectLst/>
                <a:latin typeface="+mn-lt"/>
                <a:ea typeface="GT America Regular" pitchFamily="2" charset="77"/>
                <a:cs typeface="GT America Regular" pitchFamily="2" charset="77"/>
              </a:rPr>
              <a:t>Risco</a:t>
            </a:r>
            <a:r>
              <a:rPr lang="en-US" sz="700">
                <a:solidFill>
                  <a:schemeClr val="tx1"/>
                </a:solidFill>
                <a:effectLst/>
                <a:latin typeface="+mn-lt"/>
                <a:ea typeface="GT America Regular" pitchFamily="2" charset="77"/>
                <a:cs typeface="GT America Regular" pitchFamily="2" charset="77"/>
              </a:rPr>
              <a:t> LTDA, Moody’s Local MX S.A. de C.V, I.C.V., Moody's Local PE </a:t>
            </a:r>
            <a:r>
              <a:rPr lang="en-US" sz="700" err="1">
                <a:solidFill>
                  <a:schemeClr val="tx1"/>
                </a:solidFill>
                <a:effectLst/>
                <a:latin typeface="+mn-lt"/>
                <a:ea typeface="GT America Regular" pitchFamily="2" charset="77"/>
                <a:cs typeface="GT America Regular" pitchFamily="2" charset="77"/>
              </a:rPr>
              <a:t>Clasificadora</a:t>
            </a:r>
            <a:r>
              <a:rPr lang="en-US" sz="700">
                <a:solidFill>
                  <a:schemeClr val="tx1"/>
                </a:solidFill>
                <a:effectLst/>
                <a:latin typeface="+mn-lt"/>
                <a:ea typeface="GT America Regular" pitchFamily="2" charset="77"/>
                <a:cs typeface="GT America Regular" pitchFamily="2" charset="77"/>
              </a:rPr>
              <a:t> de </a:t>
            </a:r>
            <a:r>
              <a:rPr lang="en-US" sz="700" err="1">
                <a:solidFill>
                  <a:schemeClr val="tx1"/>
                </a:solidFill>
                <a:effectLst/>
                <a:latin typeface="+mn-lt"/>
                <a:ea typeface="GT America Regular" pitchFamily="2" charset="77"/>
                <a:cs typeface="GT America Regular" pitchFamily="2" charset="77"/>
              </a:rPr>
              <a:t>Riesgo</a:t>
            </a:r>
            <a:r>
              <a:rPr lang="en-US" sz="700">
                <a:solidFill>
                  <a:schemeClr val="tx1"/>
                </a:solidFill>
                <a:effectLst/>
                <a:latin typeface="+mn-lt"/>
                <a:ea typeface="GT America Regular" pitchFamily="2" charset="77"/>
                <a:cs typeface="GT America Regular" pitchFamily="2" charset="77"/>
              </a:rPr>
              <a:t> S.A., and Moody's Local PA </a:t>
            </a:r>
            <a:r>
              <a:rPr lang="en-US" sz="700" err="1">
                <a:solidFill>
                  <a:schemeClr val="tx1"/>
                </a:solidFill>
                <a:effectLst/>
                <a:latin typeface="+mn-lt"/>
                <a:ea typeface="GT America Regular" pitchFamily="2" charset="77"/>
                <a:cs typeface="GT America Regular" pitchFamily="2" charset="77"/>
              </a:rPr>
              <a:t>Calificadora</a:t>
            </a:r>
            <a:r>
              <a:rPr lang="en-US" sz="700">
                <a:solidFill>
                  <a:schemeClr val="tx1"/>
                </a:solidFill>
                <a:effectLst/>
                <a:latin typeface="+mn-lt"/>
                <a:ea typeface="GT America Regular" pitchFamily="2" charset="77"/>
                <a:cs typeface="GT America Regular" pitchFamily="2" charset="77"/>
              </a:rPr>
              <a:t> de </a:t>
            </a:r>
            <a:r>
              <a:rPr lang="en-US" sz="700" err="1">
                <a:solidFill>
                  <a:schemeClr val="tx1"/>
                </a:solidFill>
                <a:effectLst/>
                <a:latin typeface="+mn-lt"/>
                <a:ea typeface="GT America Regular" pitchFamily="2" charset="77"/>
                <a:cs typeface="GT America Regular" pitchFamily="2" charset="77"/>
              </a:rPr>
              <a:t>Riesgo</a:t>
            </a:r>
            <a:r>
              <a:rPr lang="en-US" sz="700">
                <a:solidFill>
                  <a:schemeClr val="tx1"/>
                </a:solidFill>
                <a:effectLst/>
                <a:latin typeface="+mn-lt"/>
                <a:ea typeface="GT America Regular" pitchFamily="2" charset="77"/>
                <a:cs typeface="GT America Regular" pitchFamily="2" charset="77"/>
              </a:rPr>
              <a:t> S.A. (collectively, the “Moody’s Non-NRSRO CRAs”) are all indirectly wholly-owned credit rating agency subsidiaries of MCO. None of the Moody’s Non-NRSRO CRAs is a Nationally Recognized Statistical Rating Organization.</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 </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Additional terms for Australia only: Any publication into Australia of this document is pursuant to the Australian Financial Services License of MOODY’S affiliate, Moody’s Investors Service Pty Limited ABN 61 003 399 657AFSL 336969 and/or Moody’s Analytics Australia Pty Ltd ABN 94 105 136 972 AFSL 383569 (as applicable). This document is intended to be provided only to “wholesale clients” within the meaning of section 761G of the Corporations Act 2001. By continuing to access this document from within Australia, you represent to MOODY’S that you are, or are accessing the document as a representative of, a “wholesale client” and that neither you nor the entity you represent will directly or indirectly disseminate this document or its contents to “retail clients” within the meaning of section 761G of the Corporations Act 2001. MOODY’S credit rating is an opinion as to the creditworthiness of a debt obligation of the issuer, not on the equity securities of the issuer or any form of security that is available to retail investors.</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 </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Additional terms for India only:  Moody’s credit ratings, Assessments, other opinions and Materials are not intended to be and shall not be relied upon or used by any users located in India in relation to securities listed or proposed to be listed on Indian stock exchanges. </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 </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Additional terms with respect to Second Party Opinions (as defined in Moody’s Investors Service Rating Symbols and Definitions): Please note that a Second Party Opinion (“SPO”) is not a “credit rating”. The issuance of SPOs is not a regulated activity in many jurisdictions, including Singapore. JAPAN: In Japan, development and provision of SPOs fall under the category of “Ancillary Businesses”, not “Credit Rating Business”, and are not subject to the regulations applicable to “Credit Rating Business” under the Financial Instruments and Exchange Act of Japan and its relevant regulation. PRC: Any SPO: (1) does not constitute a PRC Green Bond Assessment as defined under any relevant PRC laws or regulations; (2) cannot be included in any registration statement, offering circular, prospectus or any other documents submitted to the PRC regulatory authorities or otherwise used to satisfy any PRC regulatory disclosure requirement; and (3) cannot be used within the PRC for any regulatory purpose or for any other purpose which is not permitted under relevant PRC laws or regulations.  For the purposes of this disclaimer, “PRC” refers to the mainland of the People’s Republic of China, excluding Hong Kong, Macau and Taiwan.</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 </a:t>
            </a:r>
          </a:p>
        </p:txBody>
      </p:sp>
      <p:sp>
        <p:nvSpPr>
          <p:cNvPr id="2" name="Freeform 5">
            <a:extLst>
              <a:ext uri="{FF2B5EF4-FFF2-40B4-BE49-F238E27FC236}">
                <a16:creationId xmlns:a16="http://schemas.microsoft.com/office/drawing/2014/main" id="{EAE22505-FA70-8D9E-D41B-D2C783AC430B}"/>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Tree>
    <p:extLst>
      <p:ext uri="{BB962C8B-B14F-4D97-AF65-F5344CB8AC3E}">
        <p14:creationId xmlns:p14="http://schemas.microsoft.com/office/powerpoint/2010/main" val="315811948"/>
      </p:ext>
    </p:extLst>
  </p:cSld>
  <p:clrMapOvr>
    <a:masterClrMapping/>
  </p:clrMapOvr>
</p:sldLayout>
</file>

<file path=ppt/slideLayouts/slideLayout80.xml><?xml version="1.0" encoding="utf-8"?>
<p:sldLayout xmlns:a="http://schemas.openxmlformats.org/drawingml/2006/main" xmlns:r="http://schemas.openxmlformats.org/officeDocument/2006/relationships" xmlns:p="http://schemas.openxmlformats.org/presentationml/2006/main" userDrawn="1">
  <p:cSld name="1_Title Only">
    <p:spTree>
      <p:nvGrpSpPr>
        <p:cNvPr id="1" name=""/>
        <p:cNvGrpSpPr/>
        <p:nvPr/>
      </p:nvGrpSpPr>
      <p:grpSpPr>
        <a:xfrm>
          <a:off x="0" y="0"/>
          <a:ext cx="0" cy="0"/>
          <a:chOff x="0" y="0"/>
          <a:chExt cx="0" cy="0"/>
        </a:xfrm>
      </p:grpSpPr>
      <p:sp>
        <p:nvSpPr>
          <p:cNvPr id="2" name="Title 1"/>
          <p:cNvSpPr>
            <a:spLocks noGrp="1"/>
          </p:cNvSpPr>
          <p:nvPr>
            <p:ph type="title"/>
          </p:nvPr>
        </p:nvSpPr>
        <p:spPr>
          <a:xfrm>
            <a:off x="479425" y="320040"/>
            <a:ext cx="11268075" cy="615553"/>
          </a:xfrm>
        </p:spPr>
        <p:txBody>
          <a:bodyPr/>
          <a:lstStyle/>
          <a:p>
            <a:r>
              <a:rPr lang="en-US"/>
              <a:t>Click to edit Master title style</a:t>
            </a:r>
          </a:p>
        </p:txBody>
      </p:sp>
      <p:sp>
        <p:nvSpPr>
          <p:cNvPr id="3" name="Text Placeholder 3"/>
          <p:cNvSpPr>
            <a:spLocks noGrp="1"/>
          </p:cNvSpPr>
          <p:nvPr>
            <p:ph type="body" sz="quarter" idx="10"/>
          </p:nvPr>
        </p:nvSpPr>
        <p:spPr>
          <a:xfrm>
            <a:off x="483235" y="1077238"/>
            <a:ext cx="11264265" cy="430887"/>
          </a:xfrm>
        </p:spPr>
        <p:txBody>
          <a:bodyPr wrap="square" numCol="1">
            <a:spAutoFit/>
          </a:bodyPr>
          <a:lstStyle>
            <a:lvl1pPr>
              <a:lnSpc>
                <a:spcPct val="100000"/>
              </a:lnSpc>
              <a:spcBef>
                <a:spcPts val="0"/>
              </a:spcBef>
              <a:defRPr sz="2800">
                <a:solidFill>
                  <a:schemeClr val="bg2">
                    <a:lumMod val="65000"/>
                    <a:lumOff val="35000"/>
                  </a:schemeClr>
                </a:solidFill>
              </a:defRPr>
            </a:lvl1pPr>
            <a:lvl2pPr>
              <a:defRPr sz="2400"/>
            </a:lvl2pPr>
            <a:lvl3pPr>
              <a:defRPr sz="2400"/>
            </a:lvl3pPr>
            <a:lvl4pPr>
              <a:defRPr sz="2400"/>
            </a:lvl4pPr>
            <a:lvl5pPr>
              <a:defRPr sz="2400"/>
            </a:lvl5pPr>
          </a:lstStyle>
          <a:p>
            <a:pPr lvl="0"/>
            <a:r>
              <a:rPr lang="en-US"/>
              <a:t>Click to edit Master text styles</a:t>
            </a:r>
          </a:p>
        </p:txBody>
      </p:sp>
      <p:sp>
        <p:nvSpPr>
          <p:cNvPr id="4" name="Footer Placeholder 7">
            <a:extLst>
              <a:ext uri="{FF2B5EF4-FFF2-40B4-BE49-F238E27FC236}">
                <a16:creationId xmlns:a16="http://schemas.microsoft.com/office/drawing/2014/main" id="{9BB854CE-1B4C-490B-C515-C33E649B37DA}"/>
              </a:ext>
            </a:extLst>
          </p:cNvPr>
          <p:cNvSpPr>
            <a:spLocks noGrp="1"/>
          </p:cNvSpPr>
          <p:nvPr>
            <p:ph type="ftr" sz="quarter" idx="11"/>
          </p:nvPr>
        </p:nvSpPr>
        <p:spPr>
          <a:xfrm>
            <a:off x="4781550" y="6311900"/>
            <a:ext cx="5448300" cy="269875"/>
          </a:xfrm>
        </p:spPr>
        <p:txBody>
          <a:bodyPr/>
          <a:lstStyle>
            <a:lvl1pPr>
              <a:defRPr>
                <a:solidFill>
                  <a:schemeClr val="tx1"/>
                </a:solidFill>
              </a:defRPr>
            </a:lvl1pPr>
          </a:lstStyle>
          <a:p>
            <a:r>
              <a:rPr lang="en-US" dirty="0"/>
              <a:t>User Training - May 2025</a:t>
            </a:r>
          </a:p>
        </p:txBody>
      </p:sp>
      <p:sp>
        <p:nvSpPr>
          <p:cNvPr id="5" name="Freeform 5">
            <a:extLst>
              <a:ext uri="{FF2B5EF4-FFF2-40B4-BE49-F238E27FC236}">
                <a16:creationId xmlns:a16="http://schemas.microsoft.com/office/drawing/2014/main" id="{2DD57EE0-C422-FF49-CF4C-20220AADE1A2}"/>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6" name="Slide Number Placeholder 8">
            <a:extLst>
              <a:ext uri="{FF2B5EF4-FFF2-40B4-BE49-F238E27FC236}">
                <a16:creationId xmlns:a16="http://schemas.microsoft.com/office/drawing/2014/main" id="{76C30FE3-5684-132F-302C-CC853776B6C1}"/>
              </a:ext>
            </a:extLst>
          </p:cNvPr>
          <p:cNvSpPr>
            <a:spLocks noGrp="1"/>
          </p:cNvSpPr>
          <p:nvPr>
            <p:ph type="sldNum" sz="quarter" idx="12"/>
          </p:nvPr>
        </p:nvSpPr>
        <p:spPr>
          <a:xfrm>
            <a:off x="10428288" y="6311900"/>
            <a:ext cx="1209674" cy="269875"/>
          </a:xfrm>
        </p:spPr>
        <p:txBody>
          <a:bodyPr/>
          <a:lstStyle>
            <a:lvl1pPr>
              <a:defRPr>
                <a:solidFill>
                  <a:schemeClr val="tx1"/>
                </a:solidFill>
              </a:defRPr>
            </a:lvl1pPr>
          </a:lstStyle>
          <a:p>
            <a:fld id="{862A5111-985B-C14D-9115-5787026182A8}" type="slidenum">
              <a:rPr lang="en-US" smtClean="0"/>
              <a:pPr/>
              <a:t>‹#›</a:t>
            </a:fld>
            <a:endParaRPr lang="en-US"/>
          </a:p>
        </p:txBody>
      </p:sp>
    </p:spTree>
    <p:extLst>
      <p:ext uri="{BB962C8B-B14F-4D97-AF65-F5344CB8AC3E}">
        <p14:creationId xmlns:p14="http://schemas.microsoft.com/office/powerpoint/2010/main" val="3133681539"/>
      </p:ext>
    </p:extLst>
  </p:cSld>
  <p:clrMapOvr>
    <a:masterClrMapping/>
  </p:clrMapOvr>
</p:sldLayout>
</file>

<file path=ppt/slideLayouts/slideLayout81.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a:xfrm>
            <a:off x="479425" y="1143000"/>
            <a:ext cx="11268075" cy="4800601"/>
          </a:xfrm>
        </p:spPr>
        <p:txBody>
          <a:bodyPr/>
          <a:lstStyle>
            <a:lvl1pPr>
              <a:defRPr>
                <a:solidFill>
                  <a:schemeClr val="bg2"/>
                </a:solidFill>
              </a:defRPr>
            </a:lvl1pPr>
            <a:lvl2pPr>
              <a:defRPr>
                <a:solidFill>
                  <a:schemeClr val="bg2"/>
                </a:solidFill>
              </a:defRPr>
            </a:lvl2pPr>
            <a:lvl3pPr>
              <a:defRPr>
                <a:solidFill>
                  <a:schemeClr val="bg2"/>
                </a:solidFill>
              </a:defRPr>
            </a:lvl3pPr>
            <a:lvl4pPr>
              <a:defRPr>
                <a:solidFill>
                  <a:schemeClr val="bg2"/>
                </a:solidFill>
              </a:defRPr>
            </a:lvl4pPr>
            <a:lvl5pPr>
              <a:defRPr>
                <a:solidFill>
                  <a:schemeClr val="bg2"/>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Footer Placeholder 7">
            <a:extLst>
              <a:ext uri="{FF2B5EF4-FFF2-40B4-BE49-F238E27FC236}">
                <a16:creationId xmlns:a16="http://schemas.microsoft.com/office/drawing/2014/main" id="{10A37705-A168-BCDF-1BEF-7B5943717801}"/>
              </a:ext>
            </a:extLst>
          </p:cNvPr>
          <p:cNvSpPr>
            <a:spLocks noGrp="1"/>
          </p:cNvSpPr>
          <p:nvPr>
            <p:ph type="ftr" sz="quarter" idx="11"/>
          </p:nvPr>
        </p:nvSpPr>
        <p:spPr>
          <a:xfrm>
            <a:off x="4781550" y="6311900"/>
            <a:ext cx="5448300" cy="269875"/>
          </a:xfrm>
        </p:spPr>
        <p:txBody>
          <a:bodyPr/>
          <a:lstStyle>
            <a:lvl1pPr>
              <a:defRPr>
                <a:solidFill>
                  <a:schemeClr val="tx1"/>
                </a:solidFill>
              </a:defRPr>
            </a:lvl1pPr>
          </a:lstStyle>
          <a:p>
            <a:r>
              <a:rPr lang="en-US" dirty="0"/>
              <a:t>User Training - May 2025</a:t>
            </a:r>
          </a:p>
        </p:txBody>
      </p:sp>
      <p:sp>
        <p:nvSpPr>
          <p:cNvPr id="5" name="Freeform 5">
            <a:extLst>
              <a:ext uri="{FF2B5EF4-FFF2-40B4-BE49-F238E27FC236}">
                <a16:creationId xmlns:a16="http://schemas.microsoft.com/office/drawing/2014/main" id="{64EBC5F1-BB63-EA65-FE9E-7AA5F08DC81C}"/>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6" name="Slide Number Placeholder 8">
            <a:extLst>
              <a:ext uri="{FF2B5EF4-FFF2-40B4-BE49-F238E27FC236}">
                <a16:creationId xmlns:a16="http://schemas.microsoft.com/office/drawing/2014/main" id="{99C6DEE5-2AD1-6F2D-A60B-9F5FA18B8F86}"/>
              </a:ext>
            </a:extLst>
          </p:cNvPr>
          <p:cNvSpPr>
            <a:spLocks noGrp="1"/>
          </p:cNvSpPr>
          <p:nvPr>
            <p:ph type="sldNum" sz="quarter" idx="12"/>
          </p:nvPr>
        </p:nvSpPr>
        <p:spPr>
          <a:xfrm>
            <a:off x="10428288" y="6311900"/>
            <a:ext cx="1209674" cy="269875"/>
          </a:xfrm>
        </p:spPr>
        <p:txBody>
          <a:bodyPr/>
          <a:lstStyle>
            <a:lvl1pPr>
              <a:defRPr>
                <a:solidFill>
                  <a:schemeClr val="tx1"/>
                </a:solidFill>
              </a:defRPr>
            </a:lvl1pPr>
          </a:lstStyle>
          <a:p>
            <a:fld id="{862A5111-985B-C14D-9115-5787026182A8}" type="slidenum">
              <a:rPr lang="en-US" smtClean="0"/>
              <a:pPr/>
              <a:t>‹#›</a:t>
            </a:fld>
            <a:endParaRPr lang="en-US"/>
          </a:p>
        </p:txBody>
      </p:sp>
    </p:spTree>
    <p:extLst>
      <p:ext uri="{BB962C8B-B14F-4D97-AF65-F5344CB8AC3E}">
        <p14:creationId xmlns:p14="http://schemas.microsoft.com/office/powerpoint/2010/main" val="3842852276"/>
      </p:ext>
    </p:extLst>
  </p:cSld>
  <p:clrMapOvr>
    <a:masterClrMapping/>
  </p:clrMapOvr>
</p:sldLayout>
</file>

<file path=ppt/slideLayouts/slideLayout82.xml><?xml version="1.0" encoding="utf-8"?>
<p:sldLayout xmlns:a="http://schemas.openxmlformats.org/drawingml/2006/main" xmlns:r="http://schemas.openxmlformats.org/officeDocument/2006/relationships" xmlns:p="http://schemas.openxmlformats.org/presentationml/2006/main">
  <p:cSld name="Title and Table">
    <p:spTree>
      <p:nvGrpSpPr>
        <p:cNvPr id="1" name=""/>
        <p:cNvGrpSpPr/>
        <p:nvPr/>
      </p:nvGrpSpPr>
      <p:grpSpPr>
        <a:xfrm>
          <a:off x="0" y="0"/>
          <a:ext cx="0" cy="0"/>
          <a:chOff x="0" y="0"/>
          <a:chExt cx="0" cy="0"/>
        </a:xfrm>
      </p:grpSpPr>
      <p:sp>
        <p:nvSpPr>
          <p:cNvPr id="8" name="Table Placeholder 7"/>
          <p:cNvSpPr>
            <a:spLocks noGrp="1"/>
          </p:cNvSpPr>
          <p:nvPr>
            <p:ph type="tbl" sz="quarter" idx="11"/>
          </p:nvPr>
        </p:nvSpPr>
        <p:spPr>
          <a:xfrm>
            <a:off x="609601" y="1783080"/>
            <a:ext cx="10974916" cy="4167188"/>
          </a:xfrm>
        </p:spPr>
        <p:txBody>
          <a:bodyPr/>
          <a:lstStyle/>
          <a:p>
            <a:r>
              <a:rPr lang="en-US"/>
              <a:t>Click icon to add table</a:t>
            </a:r>
          </a:p>
        </p:txBody>
      </p:sp>
      <p:sp>
        <p:nvSpPr>
          <p:cNvPr id="4" name="Rectangle 2"/>
          <p:cNvSpPr>
            <a:spLocks noGrp="1" noChangeArrowheads="1"/>
          </p:cNvSpPr>
          <p:nvPr>
            <p:ph type="title"/>
          </p:nvPr>
        </p:nvSpPr>
        <p:spPr bwMode="auto">
          <a:xfrm>
            <a:off x="472440" y="320040"/>
            <a:ext cx="10972800" cy="615600"/>
          </a:xfrm>
          <a:prstGeom prst="rect">
            <a:avLst/>
          </a:prstGeom>
          <a:noFill/>
          <a:ln w="9525">
            <a:noFill/>
            <a:miter lim="800000"/>
            <a:headEnd/>
            <a:tailEnd/>
          </a:ln>
          <a:effectLst/>
        </p:spPr>
        <p:txBody>
          <a:bodyPr vert="horz" wrap="square" lIns="0" tIns="0" rIns="0" bIns="0" numCol="1" anchor="t" anchorCtr="0" compatLnSpc="1">
            <a:prstTxWarp prst="textNoShape">
              <a:avLst/>
            </a:prstTxWarp>
            <a:spAutoFit/>
          </a:bodyPr>
          <a:lstStyle/>
          <a:p>
            <a:pPr lvl="0"/>
            <a:r>
              <a:rPr lang="en-US"/>
              <a:t>Click to edit Master title style</a:t>
            </a:r>
          </a:p>
        </p:txBody>
      </p:sp>
      <p:sp>
        <p:nvSpPr>
          <p:cNvPr id="2" name="Footer Placeholder 7">
            <a:extLst>
              <a:ext uri="{FF2B5EF4-FFF2-40B4-BE49-F238E27FC236}">
                <a16:creationId xmlns:a16="http://schemas.microsoft.com/office/drawing/2014/main" id="{BA89B79F-E7FB-6CEC-AF7B-F4596D884FE9}"/>
              </a:ext>
            </a:extLst>
          </p:cNvPr>
          <p:cNvSpPr>
            <a:spLocks noGrp="1"/>
          </p:cNvSpPr>
          <p:nvPr>
            <p:ph type="ftr" sz="quarter" idx="12"/>
          </p:nvPr>
        </p:nvSpPr>
        <p:spPr>
          <a:xfrm>
            <a:off x="4781550" y="6311900"/>
            <a:ext cx="5448300" cy="269875"/>
          </a:xfrm>
        </p:spPr>
        <p:txBody>
          <a:bodyPr/>
          <a:lstStyle>
            <a:lvl1pPr>
              <a:defRPr>
                <a:solidFill>
                  <a:schemeClr val="tx1"/>
                </a:solidFill>
              </a:defRPr>
            </a:lvl1pPr>
          </a:lstStyle>
          <a:p>
            <a:r>
              <a:rPr lang="en-US" dirty="0"/>
              <a:t>User Training - May 2025</a:t>
            </a:r>
          </a:p>
        </p:txBody>
      </p:sp>
      <p:sp>
        <p:nvSpPr>
          <p:cNvPr id="3" name="Freeform 5">
            <a:extLst>
              <a:ext uri="{FF2B5EF4-FFF2-40B4-BE49-F238E27FC236}">
                <a16:creationId xmlns:a16="http://schemas.microsoft.com/office/drawing/2014/main" id="{548982D1-4BA9-BF68-CDED-D5804D495CC0}"/>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6" name="Slide Number Placeholder 8">
            <a:extLst>
              <a:ext uri="{FF2B5EF4-FFF2-40B4-BE49-F238E27FC236}">
                <a16:creationId xmlns:a16="http://schemas.microsoft.com/office/drawing/2014/main" id="{1FF48B40-A160-4A8A-E494-CC4D59D82CD5}"/>
              </a:ext>
            </a:extLst>
          </p:cNvPr>
          <p:cNvSpPr>
            <a:spLocks noGrp="1"/>
          </p:cNvSpPr>
          <p:nvPr>
            <p:ph type="sldNum" sz="quarter" idx="13"/>
          </p:nvPr>
        </p:nvSpPr>
        <p:spPr>
          <a:xfrm>
            <a:off x="10428288" y="6311900"/>
            <a:ext cx="1209674" cy="269875"/>
          </a:xfrm>
        </p:spPr>
        <p:txBody>
          <a:bodyPr/>
          <a:lstStyle>
            <a:lvl1pPr>
              <a:defRPr>
                <a:solidFill>
                  <a:schemeClr val="tx1"/>
                </a:solidFill>
              </a:defRPr>
            </a:lvl1pPr>
          </a:lstStyle>
          <a:p>
            <a:fld id="{862A5111-985B-C14D-9115-5787026182A8}" type="slidenum">
              <a:rPr lang="en-US" smtClean="0"/>
              <a:pPr/>
              <a:t>‹#›</a:t>
            </a:fld>
            <a:endParaRPr lang="en-US"/>
          </a:p>
        </p:txBody>
      </p:sp>
    </p:spTree>
    <p:extLst>
      <p:ext uri="{BB962C8B-B14F-4D97-AF65-F5344CB8AC3E}">
        <p14:creationId xmlns:p14="http://schemas.microsoft.com/office/powerpoint/2010/main" val="4070061255"/>
      </p:ext>
    </p:extLst>
  </p:cSld>
  <p:clrMapOvr>
    <a:masterClrMapping/>
  </p:clrMapOvr>
</p:sldLayout>
</file>

<file path=ppt/slideLayouts/slideLayout83.xml><?xml version="1.0" encoding="utf-8"?>
<p:sldLayout xmlns:a="http://schemas.openxmlformats.org/drawingml/2006/main" xmlns:r="http://schemas.openxmlformats.org/officeDocument/2006/relationships" xmlns:p="http://schemas.openxmlformats.org/presentationml/2006/main" userDrawn="1">
  <p:cSld name="1_2 Column, Photo - Subhead">
    <p:spTree>
      <p:nvGrpSpPr>
        <p:cNvPr id="1" name=""/>
        <p:cNvGrpSpPr/>
        <p:nvPr/>
      </p:nvGrpSpPr>
      <p:grpSpPr>
        <a:xfrm>
          <a:off x="0" y="0"/>
          <a:ext cx="0" cy="0"/>
          <a:chOff x="0" y="0"/>
          <a:chExt cx="0" cy="0"/>
        </a:xfrm>
      </p:grpSpPr>
      <p:sp>
        <p:nvSpPr>
          <p:cNvPr id="5" name="Picture Placeholder 9">
            <a:extLst>
              <a:ext uri="{FF2B5EF4-FFF2-40B4-BE49-F238E27FC236}">
                <a16:creationId xmlns:a16="http://schemas.microsoft.com/office/drawing/2014/main" id="{8F064F9C-2C4C-16AC-63CA-1A9DA5BA7670}"/>
              </a:ext>
            </a:extLst>
          </p:cNvPr>
          <p:cNvSpPr>
            <a:spLocks noGrp="1"/>
          </p:cNvSpPr>
          <p:nvPr>
            <p:ph type="pic" sz="quarter" idx="13"/>
          </p:nvPr>
        </p:nvSpPr>
        <p:spPr>
          <a:xfrm>
            <a:off x="6194424" y="0"/>
            <a:ext cx="5997575" cy="6858000"/>
          </a:xfrm>
          <a:solidFill>
            <a:schemeClr val="bg1">
              <a:lumMod val="65000"/>
            </a:schemeClr>
          </a:solidFill>
        </p:spPr>
        <p:txBody>
          <a:bodyPr anchor="ctr"/>
          <a:lstStyle>
            <a:lvl1pPr algn="ctr">
              <a:defRPr>
                <a:solidFill>
                  <a:schemeClr val="bg1"/>
                </a:solidFill>
              </a:defRPr>
            </a:lvl1pPr>
          </a:lstStyle>
          <a:p>
            <a:r>
              <a:rPr lang="en-US"/>
              <a:t>Click icon to add picture</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bg1"/>
                </a:solidFill>
              </a:defRPr>
            </a:lvl1pPr>
          </a:lstStyle>
          <a:p>
            <a:r>
              <a:rPr lang="en-US"/>
              <a:t>User Training - March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6" name="Title 5">
            <a:extLst>
              <a:ext uri="{FF2B5EF4-FFF2-40B4-BE49-F238E27FC236}">
                <a16:creationId xmlns:a16="http://schemas.microsoft.com/office/drawing/2014/main" id="{FA65A5E6-24CF-BD36-5E96-8042A9E0ECC7}"/>
              </a:ext>
            </a:extLst>
          </p:cNvPr>
          <p:cNvSpPr>
            <a:spLocks noGrp="1"/>
          </p:cNvSpPr>
          <p:nvPr>
            <p:ph type="title"/>
          </p:nvPr>
        </p:nvSpPr>
        <p:spPr>
          <a:xfrm>
            <a:off x="546893" y="548640"/>
            <a:ext cx="5433538" cy="438785"/>
          </a:xfrm>
        </p:spPr>
        <p:txBody>
          <a:bodyPr/>
          <a:lstStyle/>
          <a:p>
            <a:r>
              <a:rPr lang="en-US"/>
              <a:t>Click to edit Master title style</a:t>
            </a:r>
          </a:p>
        </p:txBody>
      </p:sp>
      <p:sp>
        <p:nvSpPr>
          <p:cNvPr id="4" name="Freeform 5">
            <a:extLst>
              <a:ext uri="{FF2B5EF4-FFF2-40B4-BE49-F238E27FC236}">
                <a16:creationId xmlns:a16="http://schemas.microsoft.com/office/drawing/2014/main" id="{83F80ED4-EB7B-394D-C29E-898DB0D61D00}"/>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6" name="Text Placeholder 11">
            <a:extLst>
              <a:ext uri="{FF2B5EF4-FFF2-40B4-BE49-F238E27FC236}">
                <a16:creationId xmlns:a16="http://schemas.microsoft.com/office/drawing/2014/main" id="{163054C7-C247-490C-C290-6EB0D4E9DC74}"/>
              </a:ext>
            </a:extLst>
          </p:cNvPr>
          <p:cNvSpPr>
            <a:spLocks noGrp="1"/>
          </p:cNvSpPr>
          <p:nvPr>
            <p:ph type="body" sz="quarter" idx="23"/>
          </p:nvPr>
        </p:nvSpPr>
        <p:spPr>
          <a:xfrm>
            <a:off x="548640" y="1127125"/>
            <a:ext cx="5442585" cy="292608"/>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8" name="Content Placeholder 29">
            <a:extLst>
              <a:ext uri="{FF2B5EF4-FFF2-40B4-BE49-F238E27FC236}">
                <a16:creationId xmlns:a16="http://schemas.microsoft.com/office/drawing/2014/main" id="{75ADEAFE-4009-A3BC-3F86-F58A050AF5C0}"/>
              </a:ext>
            </a:extLst>
          </p:cNvPr>
          <p:cNvSpPr>
            <a:spLocks noGrp="1"/>
          </p:cNvSpPr>
          <p:nvPr>
            <p:ph sz="quarter" idx="27"/>
          </p:nvPr>
        </p:nvSpPr>
        <p:spPr>
          <a:xfrm>
            <a:off x="554040" y="2425700"/>
            <a:ext cx="5437186"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9" name="Text Placeholder 33">
            <a:extLst>
              <a:ext uri="{FF2B5EF4-FFF2-40B4-BE49-F238E27FC236}">
                <a16:creationId xmlns:a16="http://schemas.microsoft.com/office/drawing/2014/main" id="{C8FCEF29-492C-8F4E-A702-5AD89C03B6B4}"/>
              </a:ext>
            </a:extLst>
          </p:cNvPr>
          <p:cNvSpPr>
            <a:spLocks noGrp="1"/>
          </p:cNvSpPr>
          <p:nvPr>
            <p:ph type="body" sz="quarter" idx="29"/>
          </p:nvPr>
        </p:nvSpPr>
        <p:spPr>
          <a:xfrm>
            <a:off x="539750" y="1849437"/>
            <a:ext cx="5443537" cy="296861"/>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9B781AB7-6D52-B69E-0ED5-392763CB4629}"/>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8BEF811A-90EB-20B1-C635-05955050EDA3}"/>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A833412E-DA48-205E-BBCF-118382CBA89A}"/>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0" name="Rectangle 9">
              <a:extLst>
                <a:ext uri="{FF2B5EF4-FFF2-40B4-BE49-F238E27FC236}">
                  <a16:creationId xmlns:a16="http://schemas.microsoft.com/office/drawing/2014/main" id="{36736950-E6A8-817F-326D-152AB1EE49C4}"/>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1" name="Group 10">
              <a:extLst>
                <a:ext uri="{FF2B5EF4-FFF2-40B4-BE49-F238E27FC236}">
                  <a16:creationId xmlns:a16="http://schemas.microsoft.com/office/drawing/2014/main" id="{74036481-FFDB-7A93-B6A3-1C8B410ED252}"/>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E9A10850-0094-F778-3214-9FC346600E49}"/>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DB5C40EB-4CED-F0DB-90E3-739A060EB62E}"/>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54D80274-2F05-826B-A8C8-8ABF18B91373}"/>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0BA671C9-3296-240F-F86A-49B3A2626059}"/>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A8A6F910-ABC8-7EBF-B7CB-3E6F1D38C28B}"/>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682C0E73-63C9-4941-A8F1-9F3C8F949343}"/>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676BA3F3-87E8-F9D4-05A2-348D6F40B9A9}"/>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CA354023-8ECD-3CEC-B822-68EB92AC4B62}"/>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2C0F9248-9136-F424-F2EA-44AC8676E48E}"/>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1BF243DC-884A-4B95-9495-AD915D6CC86F}"/>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0DD0F68B-68BF-E71A-7B9F-EBCEF8290C24}"/>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A6307EFE-8C22-B927-5998-F6061477E230}"/>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9BD51978-7F4E-5A5E-992C-468932ACC2FC}"/>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5BDC4449-91E4-6F36-C49A-76653C731AEA}"/>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3CD47700-6FC4-3609-408F-723412EF866A}"/>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9BEA2CFC-415D-BC1E-5B65-50CD6C278537}"/>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B8A8C2D6-9560-085F-3A2C-AD365C54675D}"/>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F9DF7B78-8508-085E-046C-90618013EF0C}"/>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4EF9C3FB-0518-280A-E189-C84CA2C7CA88}"/>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079B8D1D-BDD8-73F4-E15D-8670F182C649}"/>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B9147454-19EF-4D1F-EC5D-2E08ED5B220C}"/>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7A969D8F-631F-5C57-0757-DAF071130520}"/>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365BF83C-8008-0388-4F0C-D26403C29059}"/>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39" name="Text Placeholder 15">
            <a:extLst>
              <a:ext uri="{FF2B5EF4-FFF2-40B4-BE49-F238E27FC236}">
                <a16:creationId xmlns:a16="http://schemas.microsoft.com/office/drawing/2014/main" id="{5B669A7D-69CE-BB47-EF24-4A29E2C3F4B3}"/>
              </a:ext>
            </a:extLst>
          </p:cNvPr>
          <p:cNvSpPr>
            <a:spLocks noGrp="1"/>
          </p:cNvSpPr>
          <p:nvPr>
            <p:ph type="body" sz="quarter" idx="22"/>
          </p:nvPr>
        </p:nvSpPr>
        <p:spPr>
          <a:xfrm>
            <a:off x="546100" y="6019800"/>
            <a:ext cx="5445125"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1446876071"/>
      </p:ext>
    </p:extLst>
  </p:cSld>
  <p:clrMapOvr>
    <a:masterClrMapping/>
  </p:clrMapOvr>
</p:sldLayout>
</file>

<file path=ppt/slideLayouts/slideLayout84.xml><?xml version="1.0" encoding="utf-8"?>
<p:sldLayout xmlns:a="http://schemas.openxmlformats.org/drawingml/2006/main" xmlns:r="http://schemas.openxmlformats.org/officeDocument/2006/relationships" xmlns:p="http://schemas.openxmlformats.org/presentationml/2006/main" userDrawn="1">
  <p:cSld name="Title &amp; Content (ONE COL)">
    <p:spTree>
      <p:nvGrpSpPr>
        <p:cNvPr id="1" name=""/>
        <p:cNvGrpSpPr/>
        <p:nvPr/>
      </p:nvGrpSpPr>
      <p:grpSpPr>
        <a:xfrm>
          <a:off x="0" y="0"/>
          <a:ext cx="0" cy="0"/>
          <a:chOff x="0" y="0"/>
          <a:chExt cx="0" cy="0"/>
        </a:xfrm>
      </p:grpSpPr>
      <p:sp>
        <p:nvSpPr>
          <p:cNvPr id="3" name="Content Placeholder 2"/>
          <p:cNvSpPr>
            <a:spLocks noGrp="1"/>
          </p:cNvSpPr>
          <p:nvPr>
            <p:ph idx="1"/>
          </p:nvPr>
        </p:nvSpPr>
        <p:spPr>
          <a:xfrm>
            <a:off x="479424" y="1828801"/>
            <a:ext cx="11268075" cy="4114800"/>
          </a:xfrm>
        </p:spPr>
        <p:txBody>
          <a:bodyPr numCol="1">
            <a:noAutofit/>
          </a:bodyPr>
          <a:lstStyle>
            <a:lvl1pPr marL="0" marR="0" indent="0" algn="l" defTabSz="914400" rtl="0" eaLnBrk="1" fontAlgn="auto" latinLnBrk="0" hangingPunct="1">
              <a:lnSpc>
                <a:spcPct val="100000"/>
              </a:lnSpc>
              <a:spcBef>
                <a:spcPts val="1800"/>
              </a:spcBef>
              <a:spcAft>
                <a:spcPts val="0"/>
              </a:spcAft>
              <a:buClr>
                <a:srgbClr val="0028A0"/>
              </a:buClr>
              <a:buSzTx/>
              <a:buFont typeface="Arial" panose="020B0604020202020204" pitchFamily="34" charset="0"/>
              <a:buNone/>
              <a:tabLst/>
              <a:defRPr/>
            </a:lvl1pPr>
            <a:lvl2pPr marL="288925" marR="0" indent="-288925" algn="l" defTabSz="914400" rtl="0" eaLnBrk="1" fontAlgn="auto" latinLnBrk="0" hangingPunct="1">
              <a:lnSpc>
                <a:spcPct val="100000"/>
              </a:lnSpc>
              <a:spcBef>
                <a:spcPts val="1200"/>
              </a:spcBef>
              <a:spcAft>
                <a:spcPts val="0"/>
              </a:spcAft>
              <a:buClr>
                <a:srgbClr val="009FDF"/>
              </a:buClr>
              <a:buSzTx/>
              <a:buFont typeface="Arial" panose="020B0604020202020204" pitchFamily="34" charset="0"/>
              <a:buChar char="»"/>
              <a:tabLst/>
              <a:defRPr/>
            </a:lvl2pPr>
            <a:lvl3pPr marL="517525" marR="0" indent="-284163" algn="l" defTabSz="914400" rtl="0" eaLnBrk="1" fontAlgn="auto" latinLnBrk="0" hangingPunct="1">
              <a:lnSpc>
                <a:spcPct val="100000"/>
              </a:lnSpc>
              <a:spcBef>
                <a:spcPts val="1200"/>
              </a:spcBef>
              <a:spcAft>
                <a:spcPts val="0"/>
              </a:spcAft>
              <a:buClr>
                <a:srgbClr val="009FDF"/>
              </a:buClr>
              <a:buSzTx/>
              <a:buFont typeface="Arial" panose="020B0604020202020204" pitchFamily="34" charset="0"/>
              <a:buChar char="–"/>
              <a:tabLst/>
              <a:defRPr/>
            </a:lvl3pPr>
            <a:lvl4pPr marL="746125" marR="0" indent="-290513" algn="l" defTabSz="914400" rtl="0" eaLnBrk="1" fontAlgn="auto" latinLnBrk="0" hangingPunct="1">
              <a:lnSpc>
                <a:spcPct val="100000"/>
              </a:lnSpc>
              <a:spcBef>
                <a:spcPts val="1200"/>
              </a:spcBef>
              <a:spcAft>
                <a:spcPts val="0"/>
              </a:spcAft>
              <a:buClr>
                <a:srgbClr val="009FDF"/>
              </a:buClr>
              <a:buSzTx/>
              <a:buFont typeface="Arial" panose="020B0604020202020204" pitchFamily="34" charset="0"/>
              <a:buChar char="›"/>
              <a:tabLst/>
              <a:defRPr/>
            </a:lvl4pPr>
            <a:lvl5pPr marL="974725" marR="0" indent="-288925" algn="l" defTabSz="914400" rtl="0" eaLnBrk="1" fontAlgn="auto" latinLnBrk="0" hangingPunct="1">
              <a:lnSpc>
                <a:spcPct val="100000"/>
              </a:lnSpc>
              <a:spcBef>
                <a:spcPts val="1200"/>
              </a:spcBef>
              <a:spcAft>
                <a:spcPts val="0"/>
              </a:spcAft>
              <a:buClr>
                <a:srgbClr val="009FDF"/>
              </a:buClr>
              <a:buSzTx/>
              <a:buFont typeface="Arial" panose="020B0604020202020204" pitchFamily="34" charset="0"/>
              <a:buChar char="-"/>
              <a:tabLst/>
              <a:defRPr/>
            </a:lvl5pPr>
          </a:lstStyle>
          <a:p>
            <a:pPr marL="0" marR="0" lvl="0" indent="0" algn="l" defTabSz="914400" rtl="0" eaLnBrk="1" fontAlgn="auto" latinLnBrk="0" hangingPunct="1">
              <a:lnSpc>
                <a:spcPct val="100000"/>
              </a:lnSpc>
              <a:spcBef>
                <a:spcPts val="1200"/>
              </a:spcBef>
              <a:spcAft>
                <a:spcPts val="0"/>
              </a:spcAft>
              <a:buClr>
                <a:srgbClr val="0028A0"/>
              </a:buClr>
              <a:buSzTx/>
              <a:buFont typeface="Arial" panose="020B0604020202020204" pitchFamily="34" charset="0"/>
              <a:buNone/>
              <a:tabLst/>
              <a:defRPr/>
            </a:pPr>
            <a:r>
              <a:rPr kumimoji="0" lang="en-US" sz="28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0" marR="0" lvl="1" indent="0" algn="l" defTabSz="914400" rtl="0" eaLnBrk="1" fontAlgn="auto" latinLnBrk="0" hangingPunct="1">
              <a:lnSpc>
                <a:spcPct val="100000"/>
              </a:lnSpc>
              <a:spcBef>
                <a:spcPts val="1200"/>
              </a:spcBef>
              <a:spcAft>
                <a:spcPts val="0"/>
              </a:spcAft>
              <a:buClr>
                <a:srgbClr val="0028A0"/>
              </a:buClr>
              <a:buSzTx/>
              <a:buFont typeface="Arial" panose="020B0604020202020204" pitchFamily="34" charset="0"/>
              <a:buNone/>
              <a:tabLst/>
              <a:defRPr/>
            </a:pPr>
            <a:r>
              <a:rPr kumimoji="0" lang="en-US" sz="2800" b="0" i="0" u="none" strike="noStrike" kern="1200" cap="none" spc="0" normalizeH="0" baseline="0" noProof="0">
                <a:ln>
                  <a:noFill/>
                </a:ln>
                <a:solidFill>
                  <a:srgbClr val="000000"/>
                </a:solidFill>
                <a:effectLst/>
                <a:uLnTx/>
                <a:uFillTx/>
                <a:latin typeface="+mn-lt"/>
                <a:ea typeface="+mn-ea"/>
                <a:cs typeface="+mn-cs"/>
              </a:rPr>
              <a:t>Second level</a:t>
            </a:r>
          </a:p>
          <a:p>
            <a:pPr marL="0" marR="0" lvl="2" indent="0" algn="l" defTabSz="914400" rtl="0" eaLnBrk="1" fontAlgn="auto" latinLnBrk="0" hangingPunct="1">
              <a:lnSpc>
                <a:spcPct val="100000"/>
              </a:lnSpc>
              <a:spcBef>
                <a:spcPts val="1200"/>
              </a:spcBef>
              <a:spcAft>
                <a:spcPts val="0"/>
              </a:spcAft>
              <a:buClr>
                <a:srgbClr val="0028A0"/>
              </a:buClr>
              <a:buSzTx/>
              <a:buFont typeface="Arial" panose="020B0604020202020204" pitchFamily="34" charset="0"/>
              <a:buNone/>
              <a:tabLst/>
              <a:defRPr/>
            </a:pPr>
            <a:r>
              <a:rPr kumimoji="0" lang="en-US" sz="2800" b="0" i="0" u="none" strike="noStrike" kern="1200" cap="none" spc="0" normalizeH="0" baseline="0" noProof="0">
                <a:ln>
                  <a:noFill/>
                </a:ln>
                <a:solidFill>
                  <a:srgbClr val="000000"/>
                </a:solidFill>
                <a:effectLst/>
                <a:uLnTx/>
                <a:uFillTx/>
                <a:latin typeface="+mn-lt"/>
                <a:ea typeface="+mn-ea"/>
                <a:cs typeface="+mn-cs"/>
              </a:rPr>
              <a:t>Third level</a:t>
            </a:r>
          </a:p>
          <a:p>
            <a:pPr marL="0" marR="0" lvl="3" indent="0" algn="l" defTabSz="914400" rtl="0" eaLnBrk="1" fontAlgn="auto" latinLnBrk="0" hangingPunct="1">
              <a:lnSpc>
                <a:spcPct val="100000"/>
              </a:lnSpc>
              <a:spcBef>
                <a:spcPts val="1200"/>
              </a:spcBef>
              <a:spcAft>
                <a:spcPts val="0"/>
              </a:spcAft>
              <a:buClr>
                <a:srgbClr val="0028A0"/>
              </a:buClr>
              <a:buSzTx/>
              <a:buFont typeface="Arial" panose="020B0604020202020204" pitchFamily="34" charset="0"/>
              <a:buNone/>
              <a:tabLst/>
              <a:defRPr/>
            </a:pPr>
            <a:r>
              <a:rPr kumimoji="0" lang="en-US" sz="2800" b="0" i="0" u="none" strike="noStrike" kern="1200" cap="none" spc="0" normalizeH="0" baseline="0" noProof="0">
                <a:ln>
                  <a:noFill/>
                </a:ln>
                <a:solidFill>
                  <a:srgbClr val="000000"/>
                </a:solidFill>
                <a:effectLst/>
                <a:uLnTx/>
                <a:uFillTx/>
                <a:latin typeface="+mn-lt"/>
                <a:ea typeface="+mn-ea"/>
                <a:cs typeface="+mn-cs"/>
              </a:rPr>
              <a:t>Fourth level</a:t>
            </a:r>
          </a:p>
          <a:p>
            <a:pPr marL="0" marR="0" lvl="4" indent="0" algn="l" defTabSz="914400" rtl="0" eaLnBrk="1" fontAlgn="auto" latinLnBrk="0" hangingPunct="1">
              <a:lnSpc>
                <a:spcPct val="100000"/>
              </a:lnSpc>
              <a:spcBef>
                <a:spcPts val="1200"/>
              </a:spcBef>
              <a:spcAft>
                <a:spcPts val="0"/>
              </a:spcAft>
              <a:buClr>
                <a:srgbClr val="0028A0"/>
              </a:buClr>
              <a:buSzTx/>
              <a:buFont typeface="Arial" panose="020B0604020202020204" pitchFamily="34" charset="0"/>
              <a:buNone/>
              <a:tabLst/>
              <a:defRPr/>
            </a:pPr>
            <a:r>
              <a:rPr kumimoji="0" lang="en-US" sz="2800" b="0" i="0" u="none" strike="noStrike" kern="1200" cap="none" spc="0" normalizeH="0" baseline="0" noProof="0">
                <a:ln>
                  <a:noFill/>
                </a:ln>
                <a:solidFill>
                  <a:srgbClr val="000000"/>
                </a:solidFill>
                <a:effectLst/>
                <a:uLnTx/>
                <a:uFillTx/>
                <a:latin typeface="+mn-lt"/>
                <a:ea typeface="+mn-ea"/>
                <a:cs typeface="+mn-cs"/>
              </a:rPr>
              <a:t>Fifth level</a:t>
            </a:r>
            <a:endParaRPr kumimoji="0" lang="en-US" sz="2000" b="0" i="0" u="none" strike="noStrike" kern="1200" cap="none" spc="0" normalizeH="0" baseline="0" noProof="0" dirty="0">
              <a:ln>
                <a:noFill/>
              </a:ln>
              <a:solidFill>
                <a:srgbClr val="000000"/>
              </a:solidFill>
              <a:effectLst/>
              <a:uLnTx/>
              <a:uFillTx/>
              <a:latin typeface="+mn-lt"/>
              <a:ea typeface="+mn-ea"/>
              <a:cs typeface="+mn-cs"/>
            </a:endParaRPr>
          </a:p>
        </p:txBody>
      </p:sp>
      <p:sp>
        <p:nvSpPr>
          <p:cNvPr id="4" name="Text Placeholder 3"/>
          <p:cNvSpPr>
            <a:spLocks noGrp="1"/>
          </p:cNvSpPr>
          <p:nvPr>
            <p:ph type="body" sz="quarter" idx="10"/>
          </p:nvPr>
        </p:nvSpPr>
        <p:spPr>
          <a:xfrm>
            <a:off x="479425" y="1080373"/>
            <a:ext cx="11268074" cy="430887"/>
          </a:xfrm>
        </p:spPr>
        <p:txBody>
          <a:bodyPr wrap="square" numCol="1">
            <a:spAutoFit/>
          </a:bodyPr>
          <a:lstStyle>
            <a:lvl1pPr>
              <a:lnSpc>
                <a:spcPct val="100000"/>
              </a:lnSpc>
              <a:spcBef>
                <a:spcPts val="0"/>
              </a:spcBef>
              <a:defRPr sz="2800">
                <a:solidFill>
                  <a:schemeClr val="bg2">
                    <a:lumMod val="65000"/>
                    <a:lumOff val="35000"/>
                  </a:schemeClr>
                </a:solidFill>
              </a:defRPr>
            </a:lvl1pPr>
            <a:lvl2pPr>
              <a:defRPr sz="2400"/>
            </a:lvl2pPr>
            <a:lvl3pPr>
              <a:defRPr sz="2400"/>
            </a:lvl3pPr>
            <a:lvl4pPr>
              <a:defRPr sz="2400"/>
            </a:lvl4pPr>
            <a:lvl5pPr>
              <a:defRPr sz="2400"/>
            </a:lvl5pPr>
          </a:lstStyle>
          <a:p>
            <a:pPr lvl="0"/>
            <a:r>
              <a:rPr lang="en-US"/>
              <a:t>Click to edit Master text styles</a:t>
            </a:r>
          </a:p>
        </p:txBody>
      </p:sp>
      <p:sp>
        <p:nvSpPr>
          <p:cNvPr id="2" name="Title 1"/>
          <p:cNvSpPr>
            <a:spLocks noGrp="1"/>
          </p:cNvSpPr>
          <p:nvPr>
            <p:ph type="title"/>
          </p:nvPr>
        </p:nvSpPr>
        <p:spPr>
          <a:xfrm>
            <a:off x="479424" y="457200"/>
            <a:ext cx="11268075" cy="615553"/>
          </a:xfrm>
        </p:spPr>
        <p:txBody>
          <a:bodyPr/>
          <a:lstStyle/>
          <a:p>
            <a:r>
              <a:rPr lang="en-US"/>
              <a:t>Click to edit Master title style</a:t>
            </a:r>
            <a:endParaRPr lang="en-US" dirty="0"/>
          </a:p>
        </p:txBody>
      </p:sp>
    </p:spTree>
    <p:extLst>
      <p:ext uri="{BB962C8B-B14F-4D97-AF65-F5344CB8AC3E}">
        <p14:creationId xmlns:p14="http://schemas.microsoft.com/office/powerpoint/2010/main" val="1513630762"/>
      </p:ext>
    </p:extLst>
  </p:cSld>
  <p:clrMapOvr>
    <a:masterClrMapping/>
  </p:clrMapOvr>
</p:sldLayout>
</file>

<file path=ppt/slideLayouts/slideLayout85.xml><?xml version="1.0" encoding="utf-8"?>
<p:sldLayout xmlns:a="http://schemas.openxmlformats.org/drawingml/2006/main" xmlns:r="http://schemas.openxmlformats.org/officeDocument/2006/relationships" xmlns:p="http://schemas.openxmlformats.org/presentationml/2006/main" preserve="1" userDrawn="1">
  <p:cSld name="1_3x3 - Photo Top">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noChangeAspect="1"/>
          </p:cNvSpPr>
          <p:nvPr>
            <p:ph type="pic" sz="quarter" idx="13"/>
          </p:nvPr>
        </p:nvSpPr>
        <p:spPr>
          <a:xfrm>
            <a:off x="0" y="1"/>
            <a:ext cx="12192000" cy="1700212"/>
          </a:xfrm>
          <a:solidFill>
            <a:schemeClr val="bg1">
              <a:lumMod val="65000"/>
            </a:schemeClr>
          </a:solidFill>
        </p:spPr>
        <p:txBody>
          <a:bodyPr lIns="2560320" anchor="ctr"/>
          <a:lstStyle>
            <a:lvl1pPr algn="ctr">
              <a:defRPr>
                <a:solidFill>
                  <a:schemeClr val="bg1"/>
                </a:solidFill>
              </a:defRPr>
            </a:lvl1pPr>
          </a:lstStyle>
          <a:p>
            <a:r>
              <a:rPr lang="en-US"/>
              <a:t>Click icon to add picture</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39" name="Picture Placeholder 9">
            <a:extLst>
              <a:ext uri="{FF2B5EF4-FFF2-40B4-BE49-F238E27FC236}">
                <a16:creationId xmlns:a16="http://schemas.microsoft.com/office/drawing/2014/main" id="{DEE24B91-16DE-DAB3-3069-2978764EB319}"/>
              </a:ext>
            </a:extLst>
          </p:cNvPr>
          <p:cNvSpPr>
            <a:spLocks noGrp="1"/>
          </p:cNvSpPr>
          <p:nvPr>
            <p:ph type="pic" sz="quarter" idx="37" hasCustomPrompt="1"/>
          </p:nvPr>
        </p:nvSpPr>
        <p:spPr>
          <a:xfrm>
            <a:off x="546100" y="2006963"/>
            <a:ext cx="731520" cy="707662"/>
          </a:xfrm>
          <a:noFill/>
          <a:ln>
            <a:noFill/>
          </a:ln>
        </p:spPr>
        <p:txBody>
          <a:bodyPr tIns="411480" anchor="ctr">
            <a:normAutofit/>
          </a:bodyPr>
          <a:lstStyle>
            <a:lvl1pPr algn="ctr">
              <a:defRPr sz="1100">
                <a:solidFill>
                  <a:schemeClr val="tx1"/>
                </a:solidFill>
              </a:defRPr>
            </a:lvl1pPr>
          </a:lstStyle>
          <a:p>
            <a:r>
              <a:rPr lang="en-US"/>
              <a:t>Icon</a:t>
            </a:r>
          </a:p>
        </p:txBody>
      </p:sp>
      <p:sp>
        <p:nvSpPr>
          <p:cNvPr id="40" name="Picture Placeholder 9">
            <a:extLst>
              <a:ext uri="{FF2B5EF4-FFF2-40B4-BE49-F238E27FC236}">
                <a16:creationId xmlns:a16="http://schemas.microsoft.com/office/drawing/2014/main" id="{F003E950-C9D0-0278-0715-C906BEF230C3}"/>
              </a:ext>
            </a:extLst>
          </p:cNvPr>
          <p:cNvSpPr>
            <a:spLocks noGrp="1"/>
          </p:cNvSpPr>
          <p:nvPr>
            <p:ph type="pic" sz="quarter" idx="38" hasCustomPrompt="1"/>
          </p:nvPr>
        </p:nvSpPr>
        <p:spPr>
          <a:xfrm>
            <a:off x="4335779" y="2006963"/>
            <a:ext cx="731520" cy="707662"/>
          </a:xfrm>
          <a:noFill/>
          <a:ln>
            <a:noFill/>
          </a:ln>
        </p:spPr>
        <p:txBody>
          <a:bodyPr tIns="411480" anchor="ctr">
            <a:normAutofit/>
          </a:bodyPr>
          <a:lstStyle>
            <a:lvl1pPr algn="ctr">
              <a:defRPr sz="1100">
                <a:solidFill>
                  <a:schemeClr val="tx1"/>
                </a:solidFill>
              </a:defRPr>
            </a:lvl1pPr>
          </a:lstStyle>
          <a:p>
            <a:r>
              <a:rPr lang="en-US"/>
              <a:t>Icon</a:t>
            </a:r>
          </a:p>
        </p:txBody>
      </p:sp>
      <p:sp>
        <p:nvSpPr>
          <p:cNvPr id="41" name="Picture Placeholder 9">
            <a:extLst>
              <a:ext uri="{FF2B5EF4-FFF2-40B4-BE49-F238E27FC236}">
                <a16:creationId xmlns:a16="http://schemas.microsoft.com/office/drawing/2014/main" id="{773CBB8A-601B-B68F-970A-8D6534F2D520}"/>
              </a:ext>
            </a:extLst>
          </p:cNvPr>
          <p:cNvSpPr>
            <a:spLocks noGrp="1"/>
          </p:cNvSpPr>
          <p:nvPr>
            <p:ph type="pic" sz="quarter" idx="39" hasCustomPrompt="1"/>
          </p:nvPr>
        </p:nvSpPr>
        <p:spPr>
          <a:xfrm>
            <a:off x="8131809" y="2006963"/>
            <a:ext cx="731520" cy="707662"/>
          </a:xfrm>
          <a:noFill/>
          <a:ln>
            <a:noFill/>
          </a:ln>
        </p:spPr>
        <p:txBody>
          <a:bodyPr tIns="411480" anchor="ctr">
            <a:normAutofit/>
          </a:bodyPr>
          <a:lstStyle>
            <a:lvl1pPr algn="ctr">
              <a:defRPr sz="1100">
                <a:solidFill>
                  <a:schemeClr val="tx1"/>
                </a:solidFill>
              </a:defRPr>
            </a:lvl1pPr>
          </a:lstStyle>
          <a:p>
            <a:r>
              <a:rPr lang="en-US"/>
              <a:t>Icon</a:t>
            </a:r>
          </a:p>
        </p:txBody>
      </p:sp>
      <p:sp>
        <p:nvSpPr>
          <p:cNvPr id="42" name="Picture Placeholder 9">
            <a:extLst>
              <a:ext uri="{FF2B5EF4-FFF2-40B4-BE49-F238E27FC236}">
                <a16:creationId xmlns:a16="http://schemas.microsoft.com/office/drawing/2014/main" id="{CDAB1DAD-1044-2753-ED1B-2F53ADC1F076}"/>
              </a:ext>
            </a:extLst>
          </p:cNvPr>
          <p:cNvSpPr>
            <a:spLocks noGrp="1"/>
          </p:cNvSpPr>
          <p:nvPr>
            <p:ph type="pic" sz="quarter" idx="40" hasCustomPrompt="1"/>
          </p:nvPr>
        </p:nvSpPr>
        <p:spPr>
          <a:xfrm>
            <a:off x="546100" y="4124325"/>
            <a:ext cx="731520" cy="730250"/>
          </a:xfrm>
          <a:noFill/>
          <a:ln>
            <a:noFill/>
          </a:ln>
        </p:spPr>
        <p:txBody>
          <a:bodyPr tIns="411480" anchor="ctr">
            <a:normAutofit/>
          </a:bodyPr>
          <a:lstStyle>
            <a:lvl1pPr algn="ctr">
              <a:defRPr sz="1100">
                <a:solidFill>
                  <a:schemeClr val="tx1"/>
                </a:solidFill>
              </a:defRPr>
            </a:lvl1pPr>
          </a:lstStyle>
          <a:p>
            <a:r>
              <a:rPr lang="en-US"/>
              <a:t>Icon</a:t>
            </a:r>
          </a:p>
        </p:txBody>
      </p:sp>
      <p:sp>
        <p:nvSpPr>
          <p:cNvPr id="43" name="Picture Placeholder 9">
            <a:extLst>
              <a:ext uri="{FF2B5EF4-FFF2-40B4-BE49-F238E27FC236}">
                <a16:creationId xmlns:a16="http://schemas.microsoft.com/office/drawing/2014/main" id="{8E533476-771C-C1A8-684B-5F369B8AD702}"/>
              </a:ext>
            </a:extLst>
          </p:cNvPr>
          <p:cNvSpPr>
            <a:spLocks noGrp="1"/>
          </p:cNvSpPr>
          <p:nvPr>
            <p:ph type="pic" sz="quarter" idx="41" hasCustomPrompt="1"/>
          </p:nvPr>
        </p:nvSpPr>
        <p:spPr>
          <a:xfrm>
            <a:off x="4335779" y="4124325"/>
            <a:ext cx="731520" cy="730250"/>
          </a:xfrm>
          <a:noFill/>
          <a:ln>
            <a:noFill/>
          </a:ln>
        </p:spPr>
        <p:txBody>
          <a:bodyPr tIns="411480" anchor="ctr">
            <a:normAutofit/>
          </a:bodyPr>
          <a:lstStyle>
            <a:lvl1pPr algn="ctr">
              <a:defRPr sz="1100">
                <a:solidFill>
                  <a:schemeClr val="tx1"/>
                </a:solidFill>
              </a:defRPr>
            </a:lvl1pPr>
          </a:lstStyle>
          <a:p>
            <a:r>
              <a:rPr lang="en-US"/>
              <a:t>Icon</a:t>
            </a:r>
          </a:p>
        </p:txBody>
      </p:sp>
      <p:sp>
        <p:nvSpPr>
          <p:cNvPr id="44" name="Picture Placeholder 9">
            <a:extLst>
              <a:ext uri="{FF2B5EF4-FFF2-40B4-BE49-F238E27FC236}">
                <a16:creationId xmlns:a16="http://schemas.microsoft.com/office/drawing/2014/main" id="{8229F8E0-54EB-CC61-EDE5-D49015E07E9D}"/>
              </a:ext>
            </a:extLst>
          </p:cNvPr>
          <p:cNvSpPr>
            <a:spLocks noGrp="1"/>
          </p:cNvSpPr>
          <p:nvPr>
            <p:ph type="pic" sz="quarter" idx="42" hasCustomPrompt="1"/>
          </p:nvPr>
        </p:nvSpPr>
        <p:spPr>
          <a:xfrm>
            <a:off x="8131809" y="4124325"/>
            <a:ext cx="731520" cy="730250"/>
          </a:xfrm>
          <a:noFill/>
          <a:ln>
            <a:noFill/>
          </a:ln>
        </p:spPr>
        <p:txBody>
          <a:bodyPr tIns="411480" anchor="ctr">
            <a:normAutofit/>
          </a:bodyPr>
          <a:lstStyle>
            <a:lvl1pPr algn="ctr">
              <a:defRPr sz="1100">
                <a:solidFill>
                  <a:schemeClr val="tx1"/>
                </a:solidFill>
              </a:defRPr>
            </a:lvl1pPr>
          </a:lstStyle>
          <a:p>
            <a:r>
              <a:rPr lang="en-US"/>
              <a:t>Icon</a:t>
            </a:r>
          </a:p>
        </p:txBody>
      </p:sp>
      <p:sp>
        <p:nvSpPr>
          <p:cNvPr id="4" name="Title 3">
            <a:extLst>
              <a:ext uri="{FF2B5EF4-FFF2-40B4-BE49-F238E27FC236}">
                <a16:creationId xmlns:a16="http://schemas.microsoft.com/office/drawing/2014/main" id="{38E069FA-BCFF-0525-82A8-9D43A0F7FFAD}"/>
              </a:ext>
            </a:extLst>
          </p:cNvPr>
          <p:cNvSpPr>
            <a:spLocks noGrp="1"/>
          </p:cNvSpPr>
          <p:nvPr>
            <p:ph type="title"/>
          </p:nvPr>
        </p:nvSpPr>
        <p:spPr/>
        <p:txBody>
          <a:bodyPr/>
          <a:lstStyle>
            <a:lvl1pPr>
              <a:defRPr>
                <a:solidFill>
                  <a:schemeClr val="bg1"/>
                </a:solidFill>
              </a:defRPr>
            </a:lvl1pPr>
          </a:lstStyle>
          <a:p>
            <a:r>
              <a:rPr lang="en-US"/>
              <a:t>Click to edit Master title style</a:t>
            </a:r>
          </a:p>
        </p:txBody>
      </p:sp>
      <p:sp>
        <p:nvSpPr>
          <p:cNvPr id="3" name="Freeform 5">
            <a:extLst>
              <a:ext uri="{FF2B5EF4-FFF2-40B4-BE49-F238E27FC236}">
                <a16:creationId xmlns:a16="http://schemas.microsoft.com/office/drawing/2014/main" id="{9770A17F-69E1-3883-06E4-BFC90C571285}"/>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3" name="Text Placeholder 10">
            <a:extLst>
              <a:ext uri="{FF2B5EF4-FFF2-40B4-BE49-F238E27FC236}">
                <a16:creationId xmlns:a16="http://schemas.microsoft.com/office/drawing/2014/main" id="{310489FA-6FE3-5196-57BA-4C39CF6D97C9}"/>
              </a:ext>
            </a:extLst>
          </p:cNvPr>
          <p:cNvSpPr>
            <a:spLocks noGrp="1"/>
          </p:cNvSpPr>
          <p:nvPr>
            <p:ph type="body" sz="quarter" idx="45"/>
          </p:nvPr>
        </p:nvSpPr>
        <p:spPr>
          <a:xfrm>
            <a:off x="548640" y="1127125"/>
            <a:ext cx="5442585"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15" name="Text Placeholder 15">
            <a:extLst>
              <a:ext uri="{FF2B5EF4-FFF2-40B4-BE49-F238E27FC236}">
                <a16:creationId xmlns:a16="http://schemas.microsoft.com/office/drawing/2014/main" id="{9BA8EFE1-927F-55D6-A4B0-B8DDF6AF954B}"/>
              </a:ext>
            </a:extLst>
          </p:cNvPr>
          <p:cNvSpPr>
            <a:spLocks noGrp="1"/>
          </p:cNvSpPr>
          <p:nvPr>
            <p:ph type="body" sz="quarter" idx="46"/>
          </p:nvPr>
        </p:nvSpPr>
        <p:spPr>
          <a:xfrm>
            <a:off x="546100" y="6019800"/>
            <a:ext cx="5445125"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20" name="Content Placeholder 32">
            <a:extLst>
              <a:ext uri="{FF2B5EF4-FFF2-40B4-BE49-F238E27FC236}">
                <a16:creationId xmlns:a16="http://schemas.microsoft.com/office/drawing/2014/main" id="{0C04A2DB-44E7-1779-7153-66AE7C17B9DA}"/>
              </a:ext>
            </a:extLst>
          </p:cNvPr>
          <p:cNvSpPr>
            <a:spLocks noGrp="1"/>
          </p:cNvSpPr>
          <p:nvPr>
            <p:ph sz="quarter" idx="49"/>
          </p:nvPr>
        </p:nvSpPr>
        <p:spPr>
          <a:xfrm>
            <a:off x="546100" y="2847975"/>
            <a:ext cx="3520440" cy="990598"/>
          </a:xfrm>
        </p:spPr>
        <p:txBody>
          <a:bodyPr/>
          <a:lstStyle>
            <a:lvl1pPr>
              <a:defRPr lang="en-US" sz="2000" b="0" i="0" kern="1200" dirty="0" smtClean="0">
                <a:solidFill>
                  <a:schemeClr val="tx2"/>
                </a:solidFill>
                <a:latin typeface="+mj-lt"/>
                <a:ea typeface="GT America Regular" charset="0"/>
                <a:cs typeface="GT America Regular" charset="0"/>
              </a:defRPr>
            </a:lvl1pPr>
          </a:lstStyle>
          <a:p>
            <a:pPr lvl="0"/>
            <a:r>
              <a:rPr lang="en-US"/>
              <a:t>Click to edit Master text styles</a:t>
            </a:r>
          </a:p>
          <a:p>
            <a:pPr lvl="1"/>
            <a:r>
              <a:rPr lang="en-US"/>
              <a:t>Second level</a:t>
            </a:r>
          </a:p>
          <a:p>
            <a:pPr lvl="2"/>
            <a:r>
              <a:rPr lang="en-US"/>
              <a:t>Third level</a:t>
            </a:r>
          </a:p>
        </p:txBody>
      </p:sp>
      <p:sp>
        <p:nvSpPr>
          <p:cNvPr id="24" name="Content Placeholder 15">
            <a:extLst>
              <a:ext uri="{FF2B5EF4-FFF2-40B4-BE49-F238E27FC236}">
                <a16:creationId xmlns:a16="http://schemas.microsoft.com/office/drawing/2014/main" id="{CF9DFE53-830B-1A4C-F472-E0E7B9624139}"/>
              </a:ext>
            </a:extLst>
          </p:cNvPr>
          <p:cNvSpPr>
            <a:spLocks noGrp="1"/>
          </p:cNvSpPr>
          <p:nvPr>
            <p:ph sz="quarter" idx="50"/>
          </p:nvPr>
        </p:nvSpPr>
        <p:spPr>
          <a:xfrm>
            <a:off x="4335779" y="2847975"/>
            <a:ext cx="3520440" cy="990598"/>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25" name="Content Placeholder 17">
            <a:extLst>
              <a:ext uri="{FF2B5EF4-FFF2-40B4-BE49-F238E27FC236}">
                <a16:creationId xmlns:a16="http://schemas.microsoft.com/office/drawing/2014/main" id="{9C6C9551-6B74-0885-811D-B5B985D52982}"/>
              </a:ext>
            </a:extLst>
          </p:cNvPr>
          <p:cNvSpPr>
            <a:spLocks noGrp="1"/>
          </p:cNvSpPr>
          <p:nvPr>
            <p:ph sz="quarter" idx="51"/>
          </p:nvPr>
        </p:nvSpPr>
        <p:spPr>
          <a:xfrm>
            <a:off x="8125460" y="2847975"/>
            <a:ext cx="3520440" cy="990600"/>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26" name="Content Placeholder 20">
            <a:extLst>
              <a:ext uri="{FF2B5EF4-FFF2-40B4-BE49-F238E27FC236}">
                <a16:creationId xmlns:a16="http://schemas.microsoft.com/office/drawing/2014/main" id="{2A0BC643-D0E4-E606-F236-457295E113C5}"/>
              </a:ext>
            </a:extLst>
          </p:cNvPr>
          <p:cNvSpPr>
            <a:spLocks noGrp="1"/>
          </p:cNvSpPr>
          <p:nvPr>
            <p:ph sz="quarter" idx="52"/>
          </p:nvPr>
        </p:nvSpPr>
        <p:spPr>
          <a:xfrm>
            <a:off x="546100" y="5003800"/>
            <a:ext cx="3529172" cy="1016000"/>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27" name="Content Placeholder 33">
            <a:extLst>
              <a:ext uri="{FF2B5EF4-FFF2-40B4-BE49-F238E27FC236}">
                <a16:creationId xmlns:a16="http://schemas.microsoft.com/office/drawing/2014/main" id="{A2615C15-0FEC-C591-F37F-CCD2AAD8F80C}"/>
              </a:ext>
            </a:extLst>
          </p:cNvPr>
          <p:cNvSpPr>
            <a:spLocks noGrp="1"/>
          </p:cNvSpPr>
          <p:nvPr>
            <p:ph sz="quarter" idx="53"/>
          </p:nvPr>
        </p:nvSpPr>
        <p:spPr>
          <a:xfrm>
            <a:off x="4335779" y="5003800"/>
            <a:ext cx="3520440" cy="1015999"/>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29" name="Content Placeholder 28">
            <a:extLst>
              <a:ext uri="{FF2B5EF4-FFF2-40B4-BE49-F238E27FC236}">
                <a16:creationId xmlns:a16="http://schemas.microsoft.com/office/drawing/2014/main" id="{9C9DFC81-DE9E-FF0E-B59B-9F9419556889}"/>
              </a:ext>
            </a:extLst>
          </p:cNvPr>
          <p:cNvSpPr>
            <a:spLocks noGrp="1"/>
          </p:cNvSpPr>
          <p:nvPr>
            <p:ph sz="quarter" idx="54"/>
          </p:nvPr>
        </p:nvSpPr>
        <p:spPr>
          <a:xfrm>
            <a:off x="8116726" y="5003800"/>
            <a:ext cx="3521237" cy="1016000"/>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Tree>
    <p:extLst>
      <p:ext uri="{BB962C8B-B14F-4D97-AF65-F5344CB8AC3E}">
        <p14:creationId xmlns:p14="http://schemas.microsoft.com/office/powerpoint/2010/main" val="1921590639"/>
      </p:ext>
    </p:extLst>
  </p:cSld>
  <p:clrMapOvr>
    <a:masterClrMapping/>
  </p:clrMapOvr>
</p:sldLayout>
</file>

<file path=ppt/slideLayouts/slideLayout86.xml><?xml version="1.0" encoding="utf-8"?>
<p:sldLayout xmlns:a="http://schemas.openxmlformats.org/drawingml/2006/main" xmlns:r="http://schemas.openxmlformats.org/officeDocument/2006/relationships" xmlns:p="http://schemas.openxmlformats.org/presentationml/2006/main" showMasterSp="0" preserve="1" userDrawn="1">
  <p:cSld name="4_Title Only">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F5D45E11-31A5-E3FC-391B-2853581FD0C8}"/>
              </a:ext>
            </a:extLst>
          </p:cNvPr>
          <p:cNvSpPr>
            <a:spLocks noGrp="1"/>
          </p:cNvSpPr>
          <p:nvPr>
            <p:ph type="ftr" sz="quarter" idx="11"/>
          </p:nvPr>
        </p:nvSpPr>
        <p:spPr/>
        <p:txBody>
          <a:bodyPr/>
          <a:lstStyle/>
          <a:p>
            <a:r>
              <a:rPr lang="en-US" dirty="0"/>
              <a:t>User Training - May 2025</a:t>
            </a:r>
          </a:p>
        </p:txBody>
      </p:sp>
      <p:sp>
        <p:nvSpPr>
          <p:cNvPr id="9" name="Title 8">
            <a:extLst>
              <a:ext uri="{FF2B5EF4-FFF2-40B4-BE49-F238E27FC236}">
                <a16:creationId xmlns:a16="http://schemas.microsoft.com/office/drawing/2014/main" id="{32664483-5AC8-0F16-9C46-37836889B6E9}"/>
              </a:ext>
            </a:extLst>
          </p:cNvPr>
          <p:cNvSpPr>
            <a:spLocks noGrp="1"/>
          </p:cNvSpPr>
          <p:nvPr>
            <p:ph type="title"/>
          </p:nvPr>
        </p:nvSpPr>
        <p:spPr>
          <a:xfrm>
            <a:off x="546100" y="552450"/>
            <a:ext cx="11091861" cy="434975"/>
          </a:xfrm>
        </p:spPr>
        <p:txBody>
          <a:bodyPr/>
          <a:lstStyle/>
          <a:p>
            <a:r>
              <a:rPr lang="en-US"/>
              <a:t>Click to edit Master title style</a:t>
            </a:r>
          </a:p>
        </p:txBody>
      </p:sp>
      <p:sp>
        <p:nvSpPr>
          <p:cNvPr id="14" name="Text Placeholder 10">
            <a:extLst>
              <a:ext uri="{FF2B5EF4-FFF2-40B4-BE49-F238E27FC236}">
                <a16:creationId xmlns:a16="http://schemas.microsoft.com/office/drawing/2014/main" id="{8D27C407-E192-03E9-638A-6586423552D1}"/>
              </a:ext>
            </a:extLst>
          </p:cNvPr>
          <p:cNvSpPr>
            <a:spLocks noGrp="1"/>
          </p:cNvSpPr>
          <p:nvPr>
            <p:ph type="body" sz="quarter" idx="45"/>
          </p:nvPr>
        </p:nvSpPr>
        <p:spPr>
          <a:xfrm>
            <a:off x="546100" y="1127125"/>
            <a:ext cx="1109186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5" name="Text Placeholder 15">
            <a:extLst>
              <a:ext uri="{FF2B5EF4-FFF2-40B4-BE49-F238E27FC236}">
                <a16:creationId xmlns:a16="http://schemas.microsoft.com/office/drawing/2014/main" id="{00C9B1A6-9BEE-5CDA-ABBB-81C99443866D}"/>
              </a:ext>
            </a:extLst>
          </p:cNvPr>
          <p:cNvSpPr>
            <a:spLocks noGrp="1"/>
          </p:cNvSpPr>
          <p:nvPr>
            <p:ph type="body" sz="quarter" idx="46"/>
          </p:nvPr>
        </p:nvSpPr>
        <p:spPr>
          <a:xfrm>
            <a:off x="546100" y="6019800"/>
            <a:ext cx="5445125"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1137457663"/>
      </p:ext>
    </p:extLst>
  </p:cSld>
  <p:clrMapOvr>
    <a:masterClrMapping/>
  </p:clrMapOvr>
</p:sldLayout>
</file>

<file path=ppt/slideLayouts/slideLayout87.xml><?xml version="1.0" encoding="utf-8"?>
<p:sldLayout xmlns:a="http://schemas.openxmlformats.org/drawingml/2006/main" xmlns:r="http://schemas.openxmlformats.org/officeDocument/2006/relationships" xmlns:p="http://schemas.openxmlformats.org/presentationml/2006/main" preserve="1" userDrawn="1">
  <p:cSld name="1_Title Only - 3/4 slide">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F5D45E11-31A5-E3FC-391B-2853581FD0C8}"/>
              </a:ext>
            </a:extLst>
          </p:cNvPr>
          <p:cNvSpPr>
            <a:spLocks noGrp="1"/>
          </p:cNvSpPr>
          <p:nvPr>
            <p:ph type="ftr" sz="quarter" idx="11"/>
          </p:nvPr>
        </p:nvSpPr>
        <p:spPr/>
        <p:txBody>
          <a:bodyPr/>
          <a:lstStyle/>
          <a:p>
            <a:r>
              <a:rPr lang="en-US" dirty="0"/>
              <a:t>User Training - May 2025</a:t>
            </a:r>
          </a:p>
        </p:txBody>
      </p:sp>
      <p:sp>
        <p:nvSpPr>
          <p:cNvPr id="9" name="Title 8">
            <a:extLst>
              <a:ext uri="{FF2B5EF4-FFF2-40B4-BE49-F238E27FC236}">
                <a16:creationId xmlns:a16="http://schemas.microsoft.com/office/drawing/2014/main" id="{32664483-5AC8-0F16-9C46-37836889B6E9}"/>
              </a:ext>
            </a:extLst>
          </p:cNvPr>
          <p:cNvSpPr>
            <a:spLocks noGrp="1"/>
          </p:cNvSpPr>
          <p:nvPr>
            <p:ph type="title"/>
          </p:nvPr>
        </p:nvSpPr>
        <p:spPr>
          <a:xfrm>
            <a:off x="546101" y="552450"/>
            <a:ext cx="3346704" cy="928909"/>
          </a:xfrm>
        </p:spPr>
        <p:txBody>
          <a:bodyPr>
            <a:spAutoFit/>
          </a:bodyPr>
          <a:lstStyle>
            <a:lvl1pPr algn="l">
              <a:defRPr/>
            </a:lvl1pPr>
          </a:lstStyle>
          <a:p>
            <a:r>
              <a:rPr lang="en-US"/>
              <a:t>Click to edit Master title style</a:t>
            </a:r>
          </a:p>
        </p:txBody>
      </p:sp>
      <p:sp>
        <p:nvSpPr>
          <p:cNvPr id="3" name="Freeform 5">
            <a:extLst>
              <a:ext uri="{FF2B5EF4-FFF2-40B4-BE49-F238E27FC236}">
                <a16:creationId xmlns:a16="http://schemas.microsoft.com/office/drawing/2014/main" id="{7FE8C2D7-70E3-CC7C-8803-9B39088A71F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4" name="Text Placeholder 10">
            <a:extLst>
              <a:ext uri="{FF2B5EF4-FFF2-40B4-BE49-F238E27FC236}">
                <a16:creationId xmlns:a16="http://schemas.microsoft.com/office/drawing/2014/main" id="{8D27C407-E192-03E9-638A-6586423552D1}"/>
              </a:ext>
            </a:extLst>
          </p:cNvPr>
          <p:cNvSpPr>
            <a:spLocks noGrp="1"/>
          </p:cNvSpPr>
          <p:nvPr>
            <p:ph type="body" sz="quarter" idx="45" hasCustomPrompt="1"/>
          </p:nvPr>
        </p:nvSpPr>
        <p:spPr>
          <a:xfrm>
            <a:off x="546100" y="1621059"/>
            <a:ext cx="3346704" cy="597792"/>
          </a:xfrm>
        </p:spPr>
        <p:txBody>
          <a:bodyPr>
            <a:sp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a:t>
            </a:r>
            <a:br>
              <a:rPr lang="en-US"/>
            </a:br>
            <a:r>
              <a:rPr lang="en-US"/>
              <a:t>text styles</a:t>
            </a:r>
          </a:p>
        </p:txBody>
      </p:sp>
      <p:sp>
        <p:nvSpPr>
          <p:cNvPr id="15" name="Text Placeholder 15">
            <a:extLst>
              <a:ext uri="{FF2B5EF4-FFF2-40B4-BE49-F238E27FC236}">
                <a16:creationId xmlns:a16="http://schemas.microsoft.com/office/drawing/2014/main" id="{00C9B1A6-9BEE-5CDA-ABBB-81C99443866D}"/>
              </a:ext>
            </a:extLst>
          </p:cNvPr>
          <p:cNvSpPr>
            <a:spLocks noGrp="1"/>
          </p:cNvSpPr>
          <p:nvPr>
            <p:ph type="body" sz="quarter" idx="46"/>
          </p:nvPr>
        </p:nvSpPr>
        <p:spPr>
          <a:xfrm>
            <a:off x="546100" y="6019800"/>
            <a:ext cx="3346704"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179EF073-F30A-9C8F-5885-C3E0BCA23D6B}"/>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F4593785-AB52-FED6-4A7C-F10B60A5189D}"/>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D782C837-C3D6-0514-1BE1-34AECF96DAD4}"/>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8" name="Rectangle 7">
              <a:extLst>
                <a:ext uri="{FF2B5EF4-FFF2-40B4-BE49-F238E27FC236}">
                  <a16:creationId xmlns:a16="http://schemas.microsoft.com/office/drawing/2014/main" id="{ADF6BEDF-685C-96E3-B22D-B301BE775EDC}"/>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C8BFED95-E0E2-E70A-DC69-8D0E19890D7B}"/>
                </a:ext>
              </a:extLst>
            </p:cNvPr>
            <p:cNvGrpSpPr/>
            <p:nvPr userDrawn="1"/>
          </p:nvGrpSpPr>
          <p:grpSpPr>
            <a:xfrm>
              <a:off x="12442019" y="3791214"/>
              <a:ext cx="382660" cy="2882942"/>
              <a:chOff x="14001569" y="3716048"/>
              <a:chExt cx="316248" cy="3171236"/>
            </a:xfrm>
          </p:grpSpPr>
          <p:sp>
            <p:nvSpPr>
              <p:cNvPr id="25" name="Rectangle 24">
                <a:extLst>
                  <a:ext uri="{FF2B5EF4-FFF2-40B4-BE49-F238E27FC236}">
                    <a16:creationId xmlns:a16="http://schemas.microsoft.com/office/drawing/2014/main" id="{7606F56F-E00E-6CB7-93AA-39538C1FEA76}"/>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3739E0FC-366E-5200-C7F2-84F01BC32A1D}"/>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C0C04604-4A22-677B-898A-C64499544372}"/>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2BADAD44-F3D6-110E-6F03-3E9F36DDA347}"/>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376F7867-2655-2173-978E-5EE95AC9CBB2}"/>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BCE8A9B9-4A7B-ED8B-434A-20BE2C23934D}"/>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20EC7DB6-A803-BD4A-CCFA-B89C8F0ED93D}"/>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749ACE2E-E026-4EF1-9634-A73CC6753FA7}"/>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5825CE83-09EB-476B-6CAA-766FED4541AD}"/>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5A0697B3-F35A-2618-9E9E-7CC1D4A77EAA}"/>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DFE72C55-7F1E-D45E-D3AC-A727A77E2F26}"/>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0BD777A6-CFB3-33E4-357D-1C19A004F3BA}"/>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800286F1-B298-E007-EEB9-344B51F2CB4E}"/>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767937A0-C0CA-07B9-908A-2063D139630F}"/>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719A7A41-0709-282D-E2B2-57641C73D2A9}"/>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5CE74D6E-E698-80A5-65F1-55DEA16ADB09}"/>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1B595925-EA4A-6F50-B3C2-08093106234E}"/>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607A1B97-0EBA-47D8-3C33-0B2F536A22A9}"/>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FA7C4531-F8F7-250A-B84A-561891596FC7}"/>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C66C4893-C9D2-65BF-F751-F8BD258CF3AE}"/>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6B686FC3-A23D-35CA-7E70-19D29FF861C1}"/>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F92E1793-18EC-0533-30BD-B982BAD6C556}"/>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5" name="TextBox 34">
            <a:extLst>
              <a:ext uri="{FF2B5EF4-FFF2-40B4-BE49-F238E27FC236}">
                <a16:creationId xmlns:a16="http://schemas.microsoft.com/office/drawing/2014/main" id="{290ADA57-1592-61D1-9588-23D6777C6AD6}"/>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611429936"/>
      </p:ext>
    </p:extLst>
  </p:cSld>
  <p:clrMapOvr>
    <a:masterClrMapping/>
  </p:clrMapOvr>
</p:sldLayout>
</file>

<file path=ppt/slideLayouts/slideLayout88.xml><?xml version="1.0" encoding="utf-8"?>
<p:sldLayout xmlns:a="http://schemas.openxmlformats.org/drawingml/2006/main" xmlns:r="http://schemas.openxmlformats.org/officeDocument/2006/relationships" xmlns:p="http://schemas.openxmlformats.org/presentationml/2006/main" preserve="1" userDrawn="1">
  <p:cSld name="1_Freeform">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E0E059D5-9842-D8F8-4B5E-16257DAFF637}"/>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0004D94E-9634-1193-E33D-A93E2452780D}"/>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8C2FA471-48D6-EE18-426C-62B2BF75A1C7}"/>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8" name="Rectangle 7">
              <a:extLst>
                <a:ext uri="{FF2B5EF4-FFF2-40B4-BE49-F238E27FC236}">
                  <a16:creationId xmlns:a16="http://schemas.microsoft.com/office/drawing/2014/main" id="{92C2D621-1268-67B0-589C-51154EBAC79D}"/>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9" name="Group 8">
              <a:extLst>
                <a:ext uri="{FF2B5EF4-FFF2-40B4-BE49-F238E27FC236}">
                  <a16:creationId xmlns:a16="http://schemas.microsoft.com/office/drawing/2014/main" id="{24D8EA81-7EDD-6AB7-BAA1-0E5116436E61}"/>
                </a:ext>
              </a:extLst>
            </p:cNvPr>
            <p:cNvGrpSpPr/>
            <p:nvPr userDrawn="1"/>
          </p:nvGrpSpPr>
          <p:grpSpPr>
            <a:xfrm>
              <a:off x="12442019" y="3791214"/>
              <a:ext cx="382660" cy="2882942"/>
              <a:chOff x="14001569" y="3716048"/>
              <a:chExt cx="316248" cy="3171236"/>
            </a:xfrm>
          </p:grpSpPr>
          <p:sp>
            <p:nvSpPr>
              <p:cNvPr id="22" name="Rectangle 21">
                <a:extLst>
                  <a:ext uri="{FF2B5EF4-FFF2-40B4-BE49-F238E27FC236}">
                    <a16:creationId xmlns:a16="http://schemas.microsoft.com/office/drawing/2014/main" id="{7B3234D2-DF07-AD2C-2089-0E804A559524}"/>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9730EBEA-AA71-FC4A-9D32-21564C473F87}"/>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0471013E-1BD7-C62C-1A04-E71CAB0E8DC5}"/>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C5DA7F1F-9BB9-A8CA-52B9-DAFFAC457201}"/>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1C0F0A46-936A-E41C-F8BF-5C05A13AA08A}"/>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2A63B6BC-4410-D011-4637-E4AF6A45EAB2}"/>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9FB55402-E789-FC1B-8DD7-B39F3BD009F4}"/>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601304AE-A058-43FE-5EF6-3E4A6B2694BB}"/>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F6DF08AA-0A90-363E-D52D-94DDF14380B7}"/>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4348A43A-F3C7-1691-C155-BCD9743E3040}"/>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42713AC3-C9AD-27CC-9249-0CE084D0133F}"/>
                </a:ext>
              </a:extLst>
            </p:cNvPr>
            <p:cNvGrpSpPr/>
            <p:nvPr userDrawn="1"/>
          </p:nvGrpSpPr>
          <p:grpSpPr>
            <a:xfrm>
              <a:off x="12442019" y="198485"/>
              <a:ext cx="382660" cy="2882942"/>
              <a:chOff x="12742785" y="3716048"/>
              <a:chExt cx="316248" cy="3171236"/>
            </a:xfrm>
          </p:grpSpPr>
          <p:sp>
            <p:nvSpPr>
              <p:cNvPr id="12" name="Rectangle 11">
                <a:extLst>
                  <a:ext uri="{FF2B5EF4-FFF2-40B4-BE49-F238E27FC236}">
                    <a16:creationId xmlns:a16="http://schemas.microsoft.com/office/drawing/2014/main" id="{47414A1D-D891-8C43-B067-1BA0B30F1C62}"/>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3" name="Rectangle 12">
                <a:extLst>
                  <a:ext uri="{FF2B5EF4-FFF2-40B4-BE49-F238E27FC236}">
                    <a16:creationId xmlns:a16="http://schemas.microsoft.com/office/drawing/2014/main" id="{B4500B04-7F55-FF0A-E74A-40DC40E171DB}"/>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4" name="Rectangle 13">
                <a:extLst>
                  <a:ext uri="{FF2B5EF4-FFF2-40B4-BE49-F238E27FC236}">
                    <a16:creationId xmlns:a16="http://schemas.microsoft.com/office/drawing/2014/main" id="{53198B73-CA05-1A74-34B0-C27A9A546E2A}"/>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1CB0027A-3733-D831-6A48-A56B2D94DFEB}"/>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354B3406-AF84-6F41-B046-2BF5BA812A18}"/>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D6DBCBC1-AC8E-4F09-6448-9D2119D58A84}"/>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F4693D3D-5D61-C2A4-D0A4-F8BBC79FFEF9}"/>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853F8DB4-1BEB-C5CE-2C9B-91760C755811}"/>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D146C499-5327-9198-0B93-0C14CA64AC60}"/>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273C23AD-8852-F8A2-4725-A8AC29F098B8}"/>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1" name="TextBox 10">
              <a:extLst>
                <a:ext uri="{FF2B5EF4-FFF2-40B4-BE49-F238E27FC236}">
                  <a16:creationId xmlns:a16="http://schemas.microsoft.com/office/drawing/2014/main" id="{2390719E-B512-BFA7-D4FF-4E6C00CDB5F3}"/>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2" name="TextBox 31">
            <a:extLst>
              <a:ext uri="{FF2B5EF4-FFF2-40B4-BE49-F238E27FC236}">
                <a16:creationId xmlns:a16="http://schemas.microsoft.com/office/drawing/2014/main" id="{D797A2FC-6DF3-E117-D563-1F4F5A9F18B9}"/>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4278472834"/>
      </p:ext>
    </p:extLst>
  </p:cSld>
  <p:clrMapOvr>
    <a:masterClrMapping/>
  </p:clrMapOvr>
</p:sldLayout>
</file>

<file path=ppt/slideLayouts/slideLayout89.xml><?xml version="1.0" encoding="utf-8"?>
<p:sldLayout xmlns:a="http://schemas.openxmlformats.org/drawingml/2006/main" xmlns:r="http://schemas.openxmlformats.org/officeDocument/2006/relationships" xmlns:p="http://schemas.openxmlformats.org/presentationml/2006/main" preserve="1" userDrawn="1">
  <p:cSld name="1_Contact Sheet 4-up">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DDC42E88-6CA5-D615-F095-E179BC98BD17}"/>
              </a:ext>
            </a:extLst>
          </p:cNvPr>
          <p:cNvSpPr/>
          <p:nvPr userDrawn="1"/>
        </p:nvSpPr>
        <p:spPr bwMode="ltGray">
          <a:xfrm>
            <a:off x="2029968" y="987425"/>
            <a:ext cx="2029968" cy="58705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34E1A2AF-0ED4-BF22-E0B5-072609F36CD0}"/>
              </a:ext>
            </a:extLst>
          </p:cNvPr>
          <p:cNvSpPr/>
          <p:nvPr userDrawn="1"/>
        </p:nvSpPr>
        <p:spPr bwMode="ltGray">
          <a:xfrm>
            <a:off x="0" y="0"/>
            <a:ext cx="2030571" cy="5586413"/>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Picture Placeholder 9">
            <a:extLst>
              <a:ext uri="{FF2B5EF4-FFF2-40B4-BE49-F238E27FC236}">
                <a16:creationId xmlns:a16="http://schemas.microsoft.com/office/drawing/2014/main" id="{9E00C7D1-33B8-8C13-3170-53723F9DC775}"/>
              </a:ext>
            </a:extLst>
          </p:cNvPr>
          <p:cNvSpPr>
            <a:spLocks noGrp="1"/>
          </p:cNvSpPr>
          <p:nvPr>
            <p:ph type="pic" sz="quarter" idx="29" hasCustomPrompt="1"/>
          </p:nvPr>
        </p:nvSpPr>
        <p:spPr>
          <a:xfrm>
            <a:off x="-1" y="3984625"/>
            <a:ext cx="2025945" cy="1601788"/>
          </a:xfrm>
          <a:noFill/>
          <a:ln>
            <a:noFill/>
          </a:ln>
        </p:spPr>
        <p:txBody>
          <a:bodyPr bIns="731520" anchor="ctr"/>
          <a:lstStyle>
            <a:lvl1pPr algn="ctr">
              <a:defRPr>
                <a:solidFill>
                  <a:schemeClr val="bg1"/>
                </a:solidFill>
                <a:latin typeface="+mn-lt"/>
              </a:defRPr>
            </a:lvl1pPr>
          </a:lstStyle>
          <a:p>
            <a:r>
              <a:rPr lang="en-US"/>
              <a:t>Silhouette</a:t>
            </a:r>
            <a:br>
              <a:rPr lang="en-US"/>
            </a:br>
            <a:r>
              <a:rPr lang="en-US"/>
              <a:t>portrait</a:t>
            </a:r>
          </a:p>
        </p:txBody>
      </p:sp>
      <p:sp>
        <p:nvSpPr>
          <p:cNvPr id="6" name="Rectangle 5">
            <a:extLst>
              <a:ext uri="{FF2B5EF4-FFF2-40B4-BE49-F238E27FC236}">
                <a16:creationId xmlns:a16="http://schemas.microsoft.com/office/drawing/2014/main" id="{DB4AF1C6-2110-AD3D-E932-BB93094FDE3E}"/>
              </a:ext>
            </a:extLst>
          </p:cNvPr>
          <p:cNvSpPr/>
          <p:nvPr userDrawn="1"/>
        </p:nvSpPr>
        <p:spPr bwMode="ltGray">
          <a:xfrm>
            <a:off x="4059936" y="1"/>
            <a:ext cx="2030571" cy="4419599"/>
          </a:xfrm>
          <a:prstGeom prst="rect">
            <a:avLst/>
          </a:prstGeom>
          <a:solidFill>
            <a:srgbClr val="F0F0F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EFC37276-E616-FBAF-DF1A-61E3D82969B3}"/>
              </a:ext>
            </a:extLst>
          </p:cNvPr>
          <p:cNvSpPr/>
          <p:nvPr userDrawn="1"/>
        </p:nvSpPr>
        <p:spPr bwMode="ltGray">
          <a:xfrm>
            <a:off x="6089904" y="2146300"/>
            <a:ext cx="2030571" cy="4711700"/>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Picture Placeholder 9">
            <a:extLst>
              <a:ext uri="{FF2B5EF4-FFF2-40B4-BE49-F238E27FC236}">
                <a16:creationId xmlns:a16="http://schemas.microsoft.com/office/drawing/2014/main" id="{6D983F6C-257C-6C67-6EC3-EBCA44E1E447}"/>
              </a:ext>
            </a:extLst>
          </p:cNvPr>
          <p:cNvSpPr>
            <a:spLocks noGrp="1"/>
          </p:cNvSpPr>
          <p:nvPr>
            <p:ph type="pic" sz="quarter" idx="34" hasCustomPrompt="1"/>
          </p:nvPr>
        </p:nvSpPr>
        <p:spPr>
          <a:xfrm>
            <a:off x="2029968" y="5256211"/>
            <a:ext cx="2029968" cy="1601788"/>
          </a:xfrm>
          <a:noFill/>
          <a:ln>
            <a:noFill/>
          </a:ln>
        </p:spPr>
        <p:txBody>
          <a:bodyPr bIns="731520" anchor="ctr"/>
          <a:lstStyle>
            <a:lvl1pPr algn="ctr">
              <a:defRPr>
                <a:solidFill>
                  <a:schemeClr val="bg1"/>
                </a:solidFill>
                <a:latin typeface="+mn-lt"/>
              </a:defRPr>
            </a:lvl1pPr>
          </a:lstStyle>
          <a:p>
            <a:r>
              <a:rPr lang="en-US"/>
              <a:t>Silhouette</a:t>
            </a:r>
            <a:br>
              <a:rPr lang="en-US"/>
            </a:br>
            <a:r>
              <a:rPr lang="en-US"/>
              <a:t>portrait</a:t>
            </a:r>
          </a:p>
        </p:txBody>
      </p:sp>
      <p:sp>
        <p:nvSpPr>
          <p:cNvPr id="26" name="Picture Placeholder 9">
            <a:extLst>
              <a:ext uri="{FF2B5EF4-FFF2-40B4-BE49-F238E27FC236}">
                <a16:creationId xmlns:a16="http://schemas.microsoft.com/office/drawing/2014/main" id="{B30A2EA1-9831-326D-A8C1-2D549EB4933B}"/>
              </a:ext>
            </a:extLst>
          </p:cNvPr>
          <p:cNvSpPr>
            <a:spLocks noGrp="1"/>
          </p:cNvSpPr>
          <p:nvPr>
            <p:ph type="pic" sz="quarter" idx="35" hasCustomPrompt="1"/>
          </p:nvPr>
        </p:nvSpPr>
        <p:spPr>
          <a:xfrm>
            <a:off x="4059936" y="2817812"/>
            <a:ext cx="2029968" cy="1601788"/>
          </a:xfrm>
          <a:noFill/>
          <a:ln>
            <a:noFill/>
          </a:ln>
        </p:spPr>
        <p:txBody>
          <a:bodyPr bIns="731520" anchor="ctr"/>
          <a:lstStyle>
            <a:lvl1pPr algn="ctr">
              <a:defRPr>
                <a:solidFill>
                  <a:schemeClr val="tx1"/>
                </a:solidFill>
                <a:latin typeface="+mn-lt"/>
              </a:defRPr>
            </a:lvl1pPr>
          </a:lstStyle>
          <a:p>
            <a:r>
              <a:rPr lang="en-US"/>
              <a:t>Silhouette</a:t>
            </a:r>
            <a:br>
              <a:rPr lang="en-US"/>
            </a:br>
            <a:r>
              <a:rPr lang="en-US"/>
              <a:t>portrait</a:t>
            </a:r>
          </a:p>
        </p:txBody>
      </p:sp>
      <p:sp>
        <p:nvSpPr>
          <p:cNvPr id="27" name="Picture Placeholder 9">
            <a:extLst>
              <a:ext uri="{FF2B5EF4-FFF2-40B4-BE49-F238E27FC236}">
                <a16:creationId xmlns:a16="http://schemas.microsoft.com/office/drawing/2014/main" id="{788C71B0-0D1B-0F88-EE68-676FD8926F88}"/>
              </a:ext>
            </a:extLst>
          </p:cNvPr>
          <p:cNvSpPr>
            <a:spLocks noGrp="1"/>
          </p:cNvSpPr>
          <p:nvPr>
            <p:ph type="pic" sz="quarter" idx="36" hasCustomPrompt="1"/>
          </p:nvPr>
        </p:nvSpPr>
        <p:spPr>
          <a:xfrm>
            <a:off x="6089904" y="5225465"/>
            <a:ext cx="2029968" cy="1601788"/>
          </a:xfrm>
          <a:noFill/>
          <a:ln>
            <a:noFill/>
          </a:ln>
        </p:spPr>
        <p:txBody>
          <a:bodyPr bIns="731520" anchor="ctr"/>
          <a:lstStyle>
            <a:lvl1pPr algn="ctr">
              <a:defRPr>
                <a:solidFill>
                  <a:schemeClr val="bg1"/>
                </a:solidFill>
                <a:latin typeface="+mn-lt"/>
              </a:defRPr>
            </a:lvl1pPr>
          </a:lstStyle>
          <a:p>
            <a:r>
              <a:rPr lang="en-US"/>
              <a:t>Silhouette</a:t>
            </a:r>
            <a:br>
              <a:rPr lang="en-US"/>
            </a:br>
            <a:r>
              <a:rPr lang="en-US"/>
              <a:t>portrait</a:t>
            </a:r>
          </a:p>
        </p:txBody>
      </p:sp>
      <p:sp>
        <p:nvSpPr>
          <p:cNvPr id="7" name="Title 6">
            <a:extLst>
              <a:ext uri="{FF2B5EF4-FFF2-40B4-BE49-F238E27FC236}">
                <a16:creationId xmlns:a16="http://schemas.microsoft.com/office/drawing/2014/main" id="{4E7DFA94-D58E-B043-9748-F5C033A80605}"/>
              </a:ext>
            </a:extLst>
          </p:cNvPr>
          <p:cNvSpPr>
            <a:spLocks noGrp="1"/>
          </p:cNvSpPr>
          <p:nvPr>
            <p:ph type="title"/>
          </p:nvPr>
        </p:nvSpPr>
        <p:spPr>
          <a:xfrm>
            <a:off x="7600950" y="548640"/>
            <a:ext cx="4044155" cy="873760"/>
          </a:xfrm>
        </p:spPr>
        <p:txBody>
          <a:bodyPr/>
          <a:lstStyle/>
          <a:p>
            <a:r>
              <a:rPr lang="en-US"/>
              <a:t>Click to edit Master title style</a:t>
            </a:r>
          </a:p>
        </p:txBody>
      </p:sp>
      <p:sp>
        <p:nvSpPr>
          <p:cNvPr id="5" name="Freeform 5">
            <a:extLst>
              <a:ext uri="{FF2B5EF4-FFF2-40B4-BE49-F238E27FC236}">
                <a16:creationId xmlns:a16="http://schemas.microsoft.com/office/drawing/2014/main" id="{39611C4F-B45F-3A80-F10C-1FE235F3B7E0}"/>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20" name="Text Placeholder 19">
            <a:extLst>
              <a:ext uri="{FF2B5EF4-FFF2-40B4-BE49-F238E27FC236}">
                <a16:creationId xmlns:a16="http://schemas.microsoft.com/office/drawing/2014/main" id="{FA57E2A5-07A4-7598-0417-7BDD1699473D}"/>
              </a:ext>
            </a:extLst>
          </p:cNvPr>
          <p:cNvSpPr>
            <a:spLocks noGrp="1"/>
          </p:cNvSpPr>
          <p:nvPr>
            <p:ph type="body" sz="quarter" idx="49" hasCustomPrompt="1"/>
          </p:nvPr>
        </p:nvSpPr>
        <p:spPr>
          <a:xfrm>
            <a:off x="274474" y="552452"/>
            <a:ext cx="1469626" cy="1014412"/>
          </a:xfrm>
        </p:spPr>
        <p:txBody>
          <a:bodyPr>
            <a:normAutofit/>
          </a:bodyPr>
          <a:lstStyle>
            <a:lvl1pPr>
              <a:spcAft>
                <a:spcPts val="200"/>
              </a:spcAft>
              <a:defRPr sz="1200" b="1">
                <a:solidFill>
                  <a:schemeClr val="bg1"/>
                </a:solidFill>
              </a:defRPr>
            </a:lvl1pPr>
            <a:lvl2pPr marL="0" indent="0">
              <a:spcAft>
                <a:spcPts val="0"/>
              </a:spcAft>
              <a:buNone/>
              <a:defRPr sz="1200">
                <a:solidFill>
                  <a:schemeClr val="bg1"/>
                </a:solidFill>
              </a:defRPr>
            </a:lvl2pPr>
            <a:lvl3pPr marL="0" indent="0">
              <a:spcAft>
                <a:spcPts val="0"/>
              </a:spcAft>
              <a:buNone/>
              <a:defRPr sz="1200">
                <a:solidFill>
                  <a:schemeClr val="bg1"/>
                </a:solidFill>
              </a:defRPr>
            </a:lvl3pPr>
            <a:lvl4pPr marL="0" indent="0">
              <a:spcAft>
                <a:spcPts val="0"/>
              </a:spcAft>
              <a:buNone/>
              <a:defRPr sz="1200">
                <a:solidFill>
                  <a:schemeClr val="bg1"/>
                </a:solidFill>
              </a:defRPr>
            </a:lvl4pPr>
            <a:lvl5pPr marL="0" indent="0">
              <a:spcAft>
                <a:spcPts val="0"/>
              </a:spcAft>
              <a:buNone/>
              <a:defRPr sz="1200">
                <a:solidFill>
                  <a:schemeClr val="bg1"/>
                </a:solidFill>
              </a:defRPr>
            </a:lvl5pPr>
            <a:lvl6pPr marL="0" indent="0">
              <a:spcAft>
                <a:spcPts val="0"/>
              </a:spcAft>
              <a:buNone/>
              <a:defRPr>
                <a:solidFill>
                  <a:schemeClr val="bg1"/>
                </a:solidFill>
              </a:defRPr>
            </a:lvl6pPr>
            <a:lvl7pPr marL="0" indent="0">
              <a:spcAft>
                <a:spcPts val="0"/>
              </a:spcAft>
              <a:buNone/>
              <a:defRPr>
                <a:solidFill>
                  <a:schemeClr val="bg1"/>
                </a:solidFill>
              </a:defRPr>
            </a:lvl7pPr>
            <a:lvl8pPr marL="0" indent="0">
              <a:spcAft>
                <a:spcPts val="0"/>
              </a:spcAft>
              <a:buNone/>
              <a:defRPr>
                <a:solidFill>
                  <a:schemeClr val="bg1"/>
                </a:solidFill>
              </a:defRPr>
            </a:lvl8pPr>
            <a:lvl9pPr marL="0" indent="0">
              <a:spcAft>
                <a:spcPts val="0"/>
              </a:spcAft>
              <a:buNone/>
              <a:defRPr>
                <a:solidFill>
                  <a:schemeClr val="bg1"/>
                </a:solidFill>
              </a:defRPr>
            </a:lvl9pPr>
          </a:lstStyle>
          <a:p>
            <a:pPr lvl="0"/>
            <a:r>
              <a:rPr lang="en-US" err="1"/>
              <a:t>Firstname</a:t>
            </a:r>
            <a:r>
              <a:rPr lang="en-US"/>
              <a:t> </a:t>
            </a:r>
            <a:r>
              <a:rPr lang="en-US" err="1"/>
              <a:t>Lastname</a:t>
            </a:r>
            <a:r>
              <a:rPr lang="en-US"/>
              <a:t>, L1</a:t>
            </a:r>
          </a:p>
          <a:p>
            <a:pPr lvl="1"/>
            <a:r>
              <a:rPr lang="en-US"/>
              <a:t>Title/department, L2</a:t>
            </a:r>
          </a:p>
        </p:txBody>
      </p:sp>
      <p:sp>
        <p:nvSpPr>
          <p:cNvPr id="33" name="Text Placeholder 32">
            <a:extLst>
              <a:ext uri="{FF2B5EF4-FFF2-40B4-BE49-F238E27FC236}">
                <a16:creationId xmlns:a16="http://schemas.microsoft.com/office/drawing/2014/main" id="{E601086B-49DB-91F4-74B7-19EC53EE3BBE}"/>
              </a:ext>
            </a:extLst>
          </p:cNvPr>
          <p:cNvSpPr>
            <a:spLocks noGrp="1"/>
          </p:cNvSpPr>
          <p:nvPr>
            <p:ph type="body" sz="quarter" idx="50"/>
          </p:nvPr>
        </p:nvSpPr>
        <p:spPr>
          <a:xfrm>
            <a:off x="2305451" y="1273175"/>
            <a:ext cx="1472184" cy="2416175"/>
          </a:xfrm>
        </p:spPr>
        <p:txBody>
          <a:bodyPr>
            <a:normAutofit/>
          </a:bodyPr>
          <a:lstStyle>
            <a:lvl1pPr marL="0" indent="0">
              <a:buFont typeface="Arial" panose="020B0604020202020204" pitchFamily="34" charset="0"/>
              <a:buNone/>
              <a:defRPr sz="1200" b="1">
                <a:solidFill>
                  <a:schemeClr val="bg1"/>
                </a:solidFill>
              </a:defRPr>
            </a:lvl1pPr>
            <a:lvl2pPr marL="0" indent="0">
              <a:spcAft>
                <a:spcPts val="0"/>
              </a:spcAft>
              <a:buFont typeface="Arial" panose="020B0604020202020204" pitchFamily="34" charset="0"/>
              <a:buNone/>
              <a:defRPr sz="1200">
                <a:solidFill>
                  <a:schemeClr val="bg1"/>
                </a:solidFill>
              </a:defRPr>
            </a:lvl2pPr>
            <a:lvl3pPr marL="0" indent="0">
              <a:spcAft>
                <a:spcPts val="0"/>
              </a:spcAft>
              <a:buFont typeface="Arial" panose="020B0604020202020204" pitchFamily="34" charset="0"/>
              <a:buNone/>
              <a:defRPr sz="1200">
                <a:solidFill>
                  <a:schemeClr val="bg1"/>
                </a:solidFill>
              </a:defRPr>
            </a:lvl3pPr>
            <a:lvl4pPr marL="0" indent="0">
              <a:spcAft>
                <a:spcPts val="0"/>
              </a:spcAft>
              <a:buFont typeface="Arial" panose="020B0604020202020204" pitchFamily="34" charset="0"/>
              <a:buNone/>
              <a:defRPr sz="1200">
                <a:solidFill>
                  <a:schemeClr val="bg1"/>
                </a:solidFill>
              </a:defRPr>
            </a:lvl4pPr>
            <a:lvl5pPr marL="0" indent="0">
              <a:spcAft>
                <a:spcPts val="0"/>
              </a:spcAft>
              <a:buFont typeface="Arial" panose="020B0604020202020204" pitchFamily="34" charset="0"/>
              <a:buNone/>
              <a:defRPr sz="1200">
                <a:solidFill>
                  <a:schemeClr val="bg1"/>
                </a:solidFill>
              </a:defRPr>
            </a:lvl5pPr>
            <a:lvl6pPr marL="0" indent="0">
              <a:spcAft>
                <a:spcPts val="0"/>
              </a:spcAft>
              <a:buNone/>
              <a:defRPr>
                <a:solidFill>
                  <a:schemeClr val="bg1"/>
                </a:solidFill>
              </a:defRPr>
            </a:lvl6pPr>
            <a:lvl7pPr marL="0" indent="0">
              <a:spcAft>
                <a:spcPts val="0"/>
              </a:spcAft>
              <a:buNone/>
              <a:defRPr>
                <a:solidFill>
                  <a:schemeClr val="bg1"/>
                </a:solidFill>
              </a:defRPr>
            </a:lvl7pPr>
            <a:lvl8pPr marL="0" indent="0">
              <a:spcAft>
                <a:spcPts val="0"/>
              </a:spcAft>
              <a:buNone/>
              <a:defRPr>
                <a:solidFill>
                  <a:schemeClr val="bg1"/>
                </a:solidFill>
              </a:defRPr>
            </a:lvl8pPr>
            <a:lvl9pPr marL="0" indent="0">
              <a:spcAft>
                <a:spcPts val="0"/>
              </a:spcAft>
              <a:buNone/>
              <a:defRPr>
                <a:solidFill>
                  <a:schemeClr val="bg1"/>
                </a:solidFill>
              </a:defRPr>
            </a:lvl9pPr>
          </a:lstStyle>
          <a:p>
            <a:pPr lvl="0"/>
            <a:r>
              <a:rPr lang="en-US"/>
              <a:t>Click to edit Master text styles</a:t>
            </a:r>
          </a:p>
          <a:p>
            <a:pPr lvl="1"/>
            <a:r>
              <a:rPr lang="en-US"/>
              <a:t>Second level</a:t>
            </a:r>
          </a:p>
        </p:txBody>
      </p:sp>
      <p:sp>
        <p:nvSpPr>
          <p:cNvPr id="35" name="Text Placeholder 34">
            <a:extLst>
              <a:ext uri="{FF2B5EF4-FFF2-40B4-BE49-F238E27FC236}">
                <a16:creationId xmlns:a16="http://schemas.microsoft.com/office/drawing/2014/main" id="{91795EEA-E69F-C144-C1F3-C2414990FBA1}"/>
              </a:ext>
            </a:extLst>
          </p:cNvPr>
          <p:cNvSpPr>
            <a:spLocks noGrp="1"/>
          </p:cNvSpPr>
          <p:nvPr>
            <p:ph type="body" sz="quarter" idx="51"/>
          </p:nvPr>
        </p:nvSpPr>
        <p:spPr>
          <a:xfrm>
            <a:off x="4339080" y="548641"/>
            <a:ext cx="1472184" cy="1731010"/>
          </a:xfrm>
        </p:spPr>
        <p:txBody>
          <a:bodyPr>
            <a:noAutofit/>
          </a:bodyPr>
          <a:lstStyle>
            <a:lvl1pPr marL="0" indent="0">
              <a:buFont typeface="Arial" panose="020B0604020202020204" pitchFamily="34" charset="0"/>
              <a:buNone/>
              <a:defRPr sz="1200" b="1">
                <a:solidFill>
                  <a:schemeClr val="tx2"/>
                </a:solidFill>
              </a:defRPr>
            </a:lvl1pPr>
            <a:lvl2pPr marL="0" indent="0">
              <a:spcAft>
                <a:spcPts val="0"/>
              </a:spcAft>
              <a:buFont typeface="Arial" panose="020B0604020202020204" pitchFamily="34" charset="0"/>
              <a:buNone/>
              <a:defRPr sz="1200">
                <a:solidFill>
                  <a:schemeClr val="tx1"/>
                </a:solidFill>
              </a:defRPr>
            </a:lvl2pPr>
            <a:lvl3pPr marL="0" indent="0">
              <a:spcAft>
                <a:spcPts val="0"/>
              </a:spcAft>
              <a:buFont typeface="Arial" panose="020B0604020202020204" pitchFamily="34" charset="0"/>
              <a:buNone/>
              <a:defRPr sz="1200">
                <a:solidFill>
                  <a:schemeClr val="tx1"/>
                </a:solidFill>
              </a:defRPr>
            </a:lvl3pPr>
            <a:lvl4pPr marL="0" indent="0">
              <a:spcAft>
                <a:spcPts val="0"/>
              </a:spcAft>
              <a:buFont typeface="Arial" panose="020B0604020202020204" pitchFamily="34" charset="0"/>
              <a:buNone/>
              <a:defRPr sz="1200">
                <a:solidFill>
                  <a:schemeClr val="tx1"/>
                </a:solidFill>
              </a:defRPr>
            </a:lvl4pPr>
            <a:lvl5pPr marL="0" indent="0">
              <a:spcAft>
                <a:spcPts val="0"/>
              </a:spcAft>
              <a:buFont typeface="Arial" panose="020B0604020202020204" pitchFamily="34" charset="0"/>
              <a:buNone/>
              <a:defRPr sz="1200">
                <a:solidFill>
                  <a:schemeClr val="tx1"/>
                </a:solidFill>
              </a:defRPr>
            </a:lvl5pPr>
            <a:lvl6pPr marL="0" indent="0">
              <a:spcAft>
                <a:spcPts val="0"/>
              </a:spcAft>
              <a:buNone/>
              <a:defRPr/>
            </a:lvl6pPr>
            <a:lvl7pPr marL="0" indent="0">
              <a:spcAft>
                <a:spcPts val="0"/>
              </a:spcAft>
              <a:buNone/>
              <a:defRPr/>
            </a:lvl7pPr>
            <a:lvl8pPr marL="0" indent="0">
              <a:spcAft>
                <a:spcPts val="0"/>
              </a:spcAft>
              <a:buNone/>
              <a:defRPr/>
            </a:lvl8pPr>
            <a:lvl9pPr marL="0" indent="0">
              <a:spcAft>
                <a:spcPts val="0"/>
              </a:spcAft>
              <a:buNone/>
              <a:defRPr/>
            </a:lvl9pPr>
          </a:lstStyle>
          <a:p>
            <a:pPr lvl="0"/>
            <a:r>
              <a:rPr lang="en-US"/>
              <a:t>Click to edit Master text styles</a:t>
            </a:r>
          </a:p>
          <a:p>
            <a:pPr lvl="1"/>
            <a:r>
              <a:rPr lang="en-US"/>
              <a:t>Second level</a:t>
            </a:r>
          </a:p>
        </p:txBody>
      </p:sp>
      <p:sp>
        <p:nvSpPr>
          <p:cNvPr id="37" name="Text Placeholder 36">
            <a:extLst>
              <a:ext uri="{FF2B5EF4-FFF2-40B4-BE49-F238E27FC236}">
                <a16:creationId xmlns:a16="http://schemas.microsoft.com/office/drawing/2014/main" id="{2C46E456-167D-6954-BAD6-1AF9A45D1383}"/>
              </a:ext>
            </a:extLst>
          </p:cNvPr>
          <p:cNvSpPr>
            <a:spLocks noGrp="1"/>
          </p:cNvSpPr>
          <p:nvPr>
            <p:ph type="body" sz="quarter" idx="52"/>
          </p:nvPr>
        </p:nvSpPr>
        <p:spPr>
          <a:xfrm>
            <a:off x="6361123" y="2425701"/>
            <a:ext cx="1472184" cy="2141538"/>
          </a:xfrm>
        </p:spPr>
        <p:txBody>
          <a:bodyPr>
            <a:normAutofit/>
          </a:bodyPr>
          <a:lstStyle>
            <a:lvl1pPr marL="0" indent="0">
              <a:buFont typeface="Arial" panose="020B0604020202020204" pitchFamily="34" charset="0"/>
              <a:buNone/>
              <a:defRPr sz="1200" b="1">
                <a:solidFill>
                  <a:schemeClr val="bg1"/>
                </a:solidFill>
              </a:defRPr>
            </a:lvl1pPr>
            <a:lvl2pPr marL="0" indent="0">
              <a:spcAft>
                <a:spcPts val="0"/>
              </a:spcAft>
              <a:buFont typeface="Arial" panose="020B0604020202020204" pitchFamily="34" charset="0"/>
              <a:buNone/>
              <a:defRPr sz="1200">
                <a:solidFill>
                  <a:schemeClr val="bg1"/>
                </a:solidFill>
              </a:defRPr>
            </a:lvl2pPr>
            <a:lvl3pPr marL="0" indent="0">
              <a:spcAft>
                <a:spcPts val="0"/>
              </a:spcAft>
              <a:buFont typeface="Arial" panose="020B0604020202020204" pitchFamily="34" charset="0"/>
              <a:buNone/>
              <a:defRPr sz="1200">
                <a:solidFill>
                  <a:schemeClr val="bg1"/>
                </a:solidFill>
              </a:defRPr>
            </a:lvl3pPr>
            <a:lvl4pPr marL="0" indent="0">
              <a:spcAft>
                <a:spcPts val="0"/>
              </a:spcAft>
              <a:buFont typeface="Arial" panose="020B0604020202020204" pitchFamily="34" charset="0"/>
              <a:buNone/>
              <a:defRPr sz="1200">
                <a:solidFill>
                  <a:schemeClr val="bg1"/>
                </a:solidFill>
              </a:defRPr>
            </a:lvl4pPr>
            <a:lvl5pPr marL="0" indent="0">
              <a:spcAft>
                <a:spcPts val="0"/>
              </a:spcAft>
              <a:buFont typeface="Arial" panose="020B0604020202020204" pitchFamily="34" charset="0"/>
              <a:buNone/>
              <a:defRPr sz="1200">
                <a:solidFill>
                  <a:schemeClr val="bg1"/>
                </a:solidFill>
              </a:defRPr>
            </a:lvl5pPr>
            <a:lvl6pPr marL="0" indent="0">
              <a:spcAft>
                <a:spcPts val="0"/>
              </a:spcAft>
              <a:buNone/>
              <a:defRPr>
                <a:solidFill>
                  <a:schemeClr val="bg1"/>
                </a:solidFill>
              </a:defRPr>
            </a:lvl6pPr>
            <a:lvl7pPr marL="0" indent="0">
              <a:spcAft>
                <a:spcPts val="0"/>
              </a:spcAft>
              <a:buNone/>
              <a:defRPr>
                <a:solidFill>
                  <a:schemeClr val="bg1"/>
                </a:solidFill>
              </a:defRPr>
            </a:lvl7pPr>
            <a:lvl8pPr marL="0" indent="0">
              <a:spcAft>
                <a:spcPts val="0"/>
              </a:spcAft>
              <a:buNone/>
              <a:defRPr>
                <a:solidFill>
                  <a:schemeClr val="bg1"/>
                </a:solidFill>
              </a:defRPr>
            </a:lvl8pPr>
            <a:lvl9pPr marL="0" indent="0">
              <a:spcAft>
                <a:spcPts val="0"/>
              </a:spcAft>
              <a:buNone/>
              <a:defRPr>
                <a:solidFill>
                  <a:schemeClr val="bg1"/>
                </a:solidFill>
              </a:defRPr>
            </a:lvl9pPr>
          </a:lstStyle>
          <a:p>
            <a:pPr lvl="0"/>
            <a:r>
              <a:rPr lang="en-US"/>
              <a:t>Click to edit Master text styles</a:t>
            </a:r>
          </a:p>
          <a:p>
            <a:pPr lvl="1"/>
            <a:r>
              <a:rPr lang="en-US"/>
              <a:t>Second level</a:t>
            </a:r>
          </a:p>
        </p:txBody>
      </p:sp>
      <p:grpSp>
        <p:nvGrpSpPr>
          <p:cNvPr id="2" name="Group 1">
            <a:extLst>
              <a:ext uri="{FF2B5EF4-FFF2-40B4-BE49-F238E27FC236}">
                <a16:creationId xmlns:a16="http://schemas.microsoft.com/office/drawing/2014/main" id="{6D3D5632-646F-61D7-4AE6-BF02FD68B5F5}"/>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CF6E991D-BA97-2E7A-350A-757E3B6809F1}"/>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8" name="TextBox 7">
              <a:extLst>
                <a:ext uri="{FF2B5EF4-FFF2-40B4-BE49-F238E27FC236}">
                  <a16:creationId xmlns:a16="http://schemas.microsoft.com/office/drawing/2014/main" id="{DF10D0AA-C868-4255-6C18-FB7B99C476A7}"/>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1" name="Rectangle 10">
              <a:extLst>
                <a:ext uri="{FF2B5EF4-FFF2-40B4-BE49-F238E27FC236}">
                  <a16:creationId xmlns:a16="http://schemas.microsoft.com/office/drawing/2014/main" id="{CDFB9467-E34A-6CC4-7D6F-0F6859E3CD9F}"/>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3" name="Group 12">
              <a:extLst>
                <a:ext uri="{FF2B5EF4-FFF2-40B4-BE49-F238E27FC236}">
                  <a16:creationId xmlns:a16="http://schemas.microsoft.com/office/drawing/2014/main" id="{04F0E233-43D9-F8E9-74B4-5B4ACA013EAB}"/>
                </a:ext>
              </a:extLst>
            </p:cNvPr>
            <p:cNvGrpSpPr/>
            <p:nvPr userDrawn="1"/>
          </p:nvGrpSpPr>
          <p:grpSpPr>
            <a:xfrm>
              <a:off x="12442019" y="3791214"/>
              <a:ext cx="382660" cy="2882942"/>
              <a:chOff x="14001569" y="3716048"/>
              <a:chExt cx="316248" cy="3171236"/>
            </a:xfrm>
          </p:grpSpPr>
          <p:sp>
            <p:nvSpPr>
              <p:cNvPr id="31" name="Rectangle 30">
                <a:extLst>
                  <a:ext uri="{FF2B5EF4-FFF2-40B4-BE49-F238E27FC236}">
                    <a16:creationId xmlns:a16="http://schemas.microsoft.com/office/drawing/2014/main" id="{582CEAD4-908C-79D2-478B-45E3BB38AC8A}"/>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0F29B89A-CB4E-E848-6D48-46868DA23DBF}"/>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51B61DB6-3676-03AC-77A2-61C592C92B56}"/>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077D612B-3D1E-84B2-636E-E963A68E3C89}"/>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2D3C5B98-6057-FB8A-9CFC-560908C1BC1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83173415-4649-4B55-C2A9-37BD1207407E}"/>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8906B5F4-3F6B-6DE8-937A-0614236CE90A}"/>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3A4C49E8-57C7-8EE8-5B8F-FCA241800E1A}"/>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2" name="Rectangle 41">
                <a:extLst>
                  <a:ext uri="{FF2B5EF4-FFF2-40B4-BE49-F238E27FC236}">
                    <a16:creationId xmlns:a16="http://schemas.microsoft.com/office/drawing/2014/main" id="{5B85209B-AE9E-DFB6-868C-FAEAC50B243A}"/>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3" name="Rectangle 42">
                <a:extLst>
                  <a:ext uri="{FF2B5EF4-FFF2-40B4-BE49-F238E27FC236}">
                    <a16:creationId xmlns:a16="http://schemas.microsoft.com/office/drawing/2014/main" id="{2606DE1F-2D5F-F2A5-E0A3-9E439B2EFBC9}"/>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4" name="Group 13">
              <a:extLst>
                <a:ext uri="{FF2B5EF4-FFF2-40B4-BE49-F238E27FC236}">
                  <a16:creationId xmlns:a16="http://schemas.microsoft.com/office/drawing/2014/main" id="{0F02FA5A-DF41-200A-A03F-E12A5730E243}"/>
                </a:ext>
              </a:extLst>
            </p:cNvPr>
            <p:cNvGrpSpPr/>
            <p:nvPr userDrawn="1"/>
          </p:nvGrpSpPr>
          <p:grpSpPr>
            <a:xfrm>
              <a:off x="12442019" y="198485"/>
              <a:ext cx="382660" cy="2882942"/>
              <a:chOff x="12742785" y="3716048"/>
              <a:chExt cx="316248" cy="3171236"/>
            </a:xfrm>
          </p:grpSpPr>
          <p:sp>
            <p:nvSpPr>
              <p:cNvPr id="16" name="Rectangle 15">
                <a:extLst>
                  <a:ext uri="{FF2B5EF4-FFF2-40B4-BE49-F238E27FC236}">
                    <a16:creationId xmlns:a16="http://schemas.microsoft.com/office/drawing/2014/main" id="{4EA64973-B8DD-14F8-40D8-698BE1F890A5}"/>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4D96F32A-B97D-DA6C-1048-793932E52175}"/>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61FD10D4-9A67-0FBC-9EDA-CBF93C2526EB}"/>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3840499D-3073-9753-BA85-56FF27D606E7}"/>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7BFE54A1-7DD0-BDDA-C492-A90961A4408C}"/>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2A630A88-A124-101D-3DD5-EEE8976462EE}"/>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94D40C7C-5660-E50D-0ACA-D1C9FF9C6721}"/>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C8047313-DD44-CF53-2DA0-090768DE3E34}"/>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3875CB01-77B3-713C-9F33-8D315E597B3D}"/>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5A3927E5-6433-5356-247A-8FE12D23C212}"/>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5" name="TextBox 14">
              <a:extLst>
                <a:ext uri="{FF2B5EF4-FFF2-40B4-BE49-F238E27FC236}">
                  <a16:creationId xmlns:a16="http://schemas.microsoft.com/office/drawing/2014/main" id="{E6F62A93-FE33-3752-002F-E5539899041E}"/>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4" name="TextBox 43">
            <a:extLst>
              <a:ext uri="{FF2B5EF4-FFF2-40B4-BE49-F238E27FC236}">
                <a16:creationId xmlns:a16="http://schemas.microsoft.com/office/drawing/2014/main" id="{5886AEF5-BCDF-42D6-89A2-A7D86403B360}"/>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4220215952"/>
      </p:ext>
    </p:extLst>
  </p:cSld>
  <p:clrMapOvr>
    <a:masterClrMapping/>
  </p:clrMapOvr>
</p:sldLayout>
</file>

<file path=ppt/slideLayouts/slideLayout90.xml><?xml version="1.0" encoding="utf-8"?>
<p:sldLayout xmlns:a="http://schemas.openxmlformats.org/drawingml/2006/main" xmlns:r="http://schemas.openxmlformats.org/officeDocument/2006/relationships" xmlns:p="http://schemas.openxmlformats.org/presentationml/2006/main" userDrawn="1">
  <p:cSld name="1_Title &amp; Content (ONE COL)">
    <p:spTree>
      <p:nvGrpSpPr>
        <p:cNvPr id="1" name=""/>
        <p:cNvGrpSpPr/>
        <p:nvPr/>
      </p:nvGrpSpPr>
      <p:grpSpPr>
        <a:xfrm>
          <a:off x="0" y="0"/>
          <a:ext cx="0" cy="0"/>
          <a:chOff x="0" y="0"/>
          <a:chExt cx="0" cy="0"/>
        </a:xfrm>
      </p:grpSpPr>
      <p:sp>
        <p:nvSpPr>
          <p:cNvPr id="3" name="Content Placeholder 2"/>
          <p:cNvSpPr>
            <a:spLocks noGrp="1"/>
          </p:cNvSpPr>
          <p:nvPr>
            <p:ph idx="1"/>
          </p:nvPr>
        </p:nvSpPr>
        <p:spPr>
          <a:xfrm>
            <a:off x="479424" y="1828801"/>
            <a:ext cx="11268075" cy="4114800"/>
          </a:xfrm>
        </p:spPr>
        <p:txBody>
          <a:bodyPr numCol="1">
            <a:noAutofit/>
          </a:bodyPr>
          <a:lstStyle>
            <a:lvl1pPr marL="0" marR="0" indent="0" algn="l" defTabSz="914400" rtl="0" eaLnBrk="1" fontAlgn="auto" latinLnBrk="0" hangingPunct="1">
              <a:lnSpc>
                <a:spcPct val="100000"/>
              </a:lnSpc>
              <a:spcBef>
                <a:spcPts val="1800"/>
              </a:spcBef>
              <a:spcAft>
                <a:spcPts val="0"/>
              </a:spcAft>
              <a:buClr>
                <a:srgbClr val="0028A0"/>
              </a:buClr>
              <a:buSzTx/>
              <a:buFont typeface="Arial" panose="020B0604020202020204" pitchFamily="34" charset="0"/>
              <a:buNone/>
              <a:tabLst/>
              <a:defRPr/>
            </a:lvl1pPr>
            <a:lvl2pPr marL="288925" marR="0" indent="-288925" algn="l" defTabSz="914400" rtl="0" eaLnBrk="1" fontAlgn="auto" latinLnBrk="0" hangingPunct="1">
              <a:lnSpc>
                <a:spcPct val="100000"/>
              </a:lnSpc>
              <a:spcBef>
                <a:spcPts val="1200"/>
              </a:spcBef>
              <a:spcAft>
                <a:spcPts val="0"/>
              </a:spcAft>
              <a:buClr>
                <a:srgbClr val="009FDF"/>
              </a:buClr>
              <a:buSzTx/>
              <a:buFont typeface="Arial" panose="020B0604020202020204" pitchFamily="34" charset="0"/>
              <a:buChar char="»"/>
              <a:tabLst/>
              <a:defRPr/>
            </a:lvl2pPr>
            <a:lvl3pPr marL="517525" marR="0" indent="-284163" algn="l" defTabSz="914400" rtl="0" eaLnBrk="1" fontAlgn="auto" latinLnBrk="0" hangingPunct="1">
              <a:lnSpc>
                <a:spcPct val="100000"/>
              </a:lnSpc>
              <a:spcBef>
                <a:spcPts val="1200"/>
              </a:spcBef>
              <a:spcAft>
                <a:spcPts val="0"/>
              </a:spcAft>
              <a:buClr>
                <a:srgbClr val="009FDF"/>
              </a:buClr>
              <a:buSzTx/>
              <a:buFont typeface="Arial" panose="020B0604020202020204" pitchFamily="34" charset="0"/>
              <a:buChar char="–"/>
              <a:tabLst/>
              <a:defRPr/>
            </a:lvl3pPr>
            <a:lvl4pPr marL="746125" marR="0" indent="-290513" algn="l" defTabSz="914400" rtl="0" eaLnBrk="1" fontAlgn="auto" latinLnBrk="0" hangingPunct="1">
              <a:lnSpc>
                <a:spcPct val="100000"/>
              </a:lnSpc>
              <a:spcBef>
                <a:spcPts val="1200"/>
              </a:spcBef>
              <a:spcAft>
                <a:spcPts val="0"/>
              </a:spcAft>
              <a:buClr>
                <a:srgbClr val="009FDF"/>
              </a:buClr>
              <a:buSzTx/>
              <a:buFont typeface="Arial" panose="020B0604020202020204" pitchFamily="34" charset="0"/>
              <a:buChar char="›"/>
              <a:tabLst/>
              <a:defRPr/>
            </a:lvl4pPr>
            <a:lvl5pPr marL="974725" marR="0" indent="-288925" algn="l" defTabSz="914400" rtl="0" eaLnBrk="1" fontAlgn="auto" latinLnBrk="0" hangingPunct="1">
              <a:lnSpc>
                <a:spcPct val="100000"/>
              </a:lnSpc>
              <a:spcBef>
                <a:spcPts val="1200"/>
              </a:spcBef>
              <a:spcAft>
                <a:spcPts val="0"/>
              </a:spcAft>
              <a:buClr>
                <a:srgbClr val="009FDF"/>
              </a:buClr>
              <a:buSzTx/>
              <a:buFont typeface="Arial" panose="020B0604020202020204" pitchFamily="34" charset="0"/>
              <a:buChar char="-"/>
              <a:tabLst/>
              <a:defRPr/>
            </a:lvl5pPr>
          </a:lstStyle>
          <a:p>
            <a:pPr marL="0" marR="0" lvl="0" indent="0" algn="l" defTabSz="914400" rtl="0" eaLnBrk="1" fontAlgn="auto" latinLnBrk="0" hangingPunct="1">
              <a:lnSpc>
                <a:spcPct val="100000"/>
              </a:lnSpc>
              <a:spcBef>
                <a:spcPts val="1200"/>
              </a:spcBef>
              <a:spcAft>
                <a:spcPts val="0"/>
              </a:spcAft>
              <a:buClr>
                <a:srgbClr val="0028A0"/>
              </a:buClr>
              <a:buSzTx/>
              <a:buFont typeface="Arial" panose="020B0604020202020204" pitchFamily="34" charset="0"/>
              <a:buNone/>
              <a:tabLst/>
              <a:defRPr/>
            </a:pPr>
            <a:r>
              <a:rPr kumimoji="0" lang="en-US" sz="28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0" marR="0" lvl="1" indent="0" algn="l" defTabSz="914400" rtl="0" eaLnBrk="1" fontAlgn="auto" latinLnBrk="0" hangingPunct="1">
              <a:lnSpc>
                <a:spcPct val="100000"/>
              </a:lnSpc>
              <a:spcBef>
                <a:spcPts val="1200"/>
              </a:spcBef>
              <a:spcAft>
                <a:spcPts val="0"/>
              </a:spcAft>
              <a:buClr>
                <a:srgbClr val="0028A0"/>
              </a:buClr>
              <a:buSzTx/>
              <a:buFont typeface="Arial" panose="020B0604020202020204" pitchFamily="34" charset="0"/>
              <a:buNone/>
              <a:tabLst/>
              <a:defRPr/>
            </a:pPr>
            <a:r>
              <a:rPr kumimoji="0" lang="en-US" sz="2800" b="0" i="0" u="none" strike="noStrike" kern="1200" cap="none" spc="0" normalizeH="0" baseline="0" noProof="0">
                <a:ln>
                  <a:noFill/>
                </a:ln>
                <a:solidFill>
                  <a:srgbClr val="000000"/>
                </a:solidFill>
                <a:effectLst/>
                <a:uLnTx/>
                <a:uFillTx/>
                <a:latin typeface="+mn-lt"/>
                <a:ea typeface="+mn-ea"/>
                <a:cs typeface="+mn-cs"/>
              </a:rPr>
              <a:t>Second level</a:t>
            </a:r>
          </a:p>
          <a:p>
            <a:pPr marL="0" marR="0" lvl="2" indent="0" algn="l" defTabSz="914400" rtl="0" eaLnBrk="1" fontAlgn="auto" latinLnBrk="0" hangingPunct="1">
              <a:lnSpc>
                <a:spcPct val="100000"/>
              </a:lnSpc>
              <a:spcBef>
                <a:spcPts val="1200"/>
              </a:spcBef>
              <a:spcAft>
                <a:spcPts val="0"/>
              </a:spcAft>
              <a:buClr>
                <a:srgbClr val="0028A0"/>
              </a:buClr>
              <a:buSzTx/>
              <a:buFont typeface="Arial" panose="020B0604020202020204" pitchFamily="34" charset="0"/>
              <a:buNone/>
              <a:tabLst/>
              <a:defRPr/>
            </a:pPr>
            <a:r>
              <a:rPr kumimoji="0" lang="en-US" sz="2800" b="0" i="0" u="none" strike="noStrike" kern="1200" cap="none" spc="0" normalizeH="0" baseline="0" noProof="0">
                <a:ln>
                  <a:noFill/>
                </a:ln>
                <a:solidFill>
                  <a:srgbClr val="000000"/>
                </a:solidFill>
                <a:effectLst/>
                <a:uLnTx/>
                <a:uFillTx/>
                <a:latin typeface="+mn-lt"/>
                <a:ea typeface="+mn-ea"/>
                <a:cs typeface="+mn-cs"/>
              </a:rPr>
              <a:t>Third level</a:t>
            </a:r>
          </a:p>
          <a:p>
            <a:pPr marL="0" marR="0" lvl="3" indent="0" algn="l" defTabSz="914400" rtl="0" eaLnBrk="1" fontAlgn="auto" latinLnBrk="0" hangingPunct="1">
              <a:lnSpc>
                <a:spcPct val="100000"/>
              </a:lnSpc>
              <a:spcBef>
                <a:spcPts val="1200"/>
              </a:spcBef>
              <a:spcAft>
                <a:spcPts val="0"/>
              </a:spcAft>
              <a:buClr>
                <a:srgbClr val="0028A0"/>
              </a:buClr>
              <a:buSzTx/>
              <a:buFont typeface="Arial" panose="020B0604020202020204" pitchFamily="34" charset="0"/>
              <a:buNone/>
              <a:tabLst/>
              <a:defRPr/>
            </a:pPr>
            <a:r>
              <a:rPr kumimoji="0" lang="en-US" sz="2800" b="0" i="0" u="none" strike="noStrike" kern="1200" cap="none" spc="0" normalizeH="0" baseline="0" noProof="0">
                <a:ln>
                  <a:noFill/>
                </a:ln>
                <a:solidFill>
                  <a:srgbClr val="000000"/>
                </a:solidFill>
                <a:effectLst/>
                <a:uLnTx/>
                <a:uFillTx/>
                <a:latin typeface="+mn-lt"/>
                <a:ea typeface="+mn-ea"/>
                <a:cs typeface="+mn-cs"/>
              </a:rPr>
              <a:t>Fourth level</a:t>
            </a:r>
          </a:p>
          <a:p>
            <a:pPr marL="0" marR="0" lvl="4" indent="0" algn="l" defTabSz="914400" rtl="0" eaLnBrk="1" fontAlgn="auto" latinLnBrk="0" hangingPunct="1">
              <a:lnSpc>
                <a:spcPct val="100000"/>
              </a:lnSpc>
              <a:spcBef>
                <a:spcPts val="1200"/>
              </a:spcBef>
              <a:spcAft>
                <a:spcPts val="0"/>
              </a:spcAft>
              <a:buClr>
                <a:srgbClr val="0028A0"/>
              </a:buClr>
              <a:buSzTx/>
              <a:buFont typeface="Arial" panose="020B0604020202020204" pitchFamily="34" charset="0"/>
              <a:buNone/>
              <a:tabLst/>
              <a:defRPr/>
            </a:pPr>
            <a:r>
              <a:rPr kumimoji="0" lang="en-US" sz="2800" b="0" i="0" u="none" strike="noStrike" kern="1200" cap="none" spc="0" normalizeH="0" baseline="0" noProof="0">
                <a:ln>
                  <a:noFill/>
                </a:ln>
                <a:solidFill>
                  <a:srgbClr val="000000"/>
                </a:solidFill>
                <a:effectLst/>
                <a:uLnTx/>
                <a:uFillTx/>
                <a:latin typeface="+mn-lt"/>
                <a:ea typeface="+mn-ea"/>
                <a:cs typeface="+mn-cs"/>
              </a:rPr>
              <a:t>Fifth level</a:t>
            </a:r>
            <a:endParaRPr kumimoji="0" lang="en-US" sz="2000" b="0" i="0" u="none" strike="noStrike" kern="1200" cap="none" spc="0" normalizeH="0" baseline="0" noProof="0">
              <a:ln>
                <a:noFill/>
              </a:ln>
              <a:solidFill>
                <a:srgbClr val="000000"/>
              </a:solidFill>
              <a:effectLst/>
              <a:uLnTx/>
              <a:uFillTx/>
              <a:latin typeface="+mn-lt"/>
              <a:ea typeface="+mn-ea"/>
              <a:cs typeface="+mn-cs"/>
            </a:endParaRPr>
          </a:p>
        </p:txBody>
      </p:sp>
      <p:sp>
        <p:nvSpPr>
          <p:cNvPr id="4" name="Text Placeholder 3"/>
          <p:cNvSpPr>
            <a:spLocks noGrp="1"/>
          </p:cNvSpPr>
          <p:nvPr>
            <p:ph type="body" sz="quarter" idx="10"/>
          </p:nvPr>
        </p:nvSpPr>
        <p:spPr>
          <a:xfrm>
            <a:off x="479425" y="956548"/>
            <a:ext cx="11268074" cy="369332"/>
          </a:xfrm>
        </p:spPr>
        <p:txBody>
          <a:bodyPr wrap="square" numCol="1">
            <a:spAutoFit/>
          </a:bodyPr>
          <a:lstStyle>
            <a:lvl1pPr>
              <a:lnSpc>
                <a:spcPct val="100000"/>
              </a:lnSpc>
              <a:spcBef>
                <a:spcPts val="0"/>
              </a:spcBef>
              <a:defRPr sz="2400">
                <a:solidFill>
                  <a:schemeClr val="bg2">
                    <a:lumMod val="65000"/>
                    <a:lumOff val="35000"/>
                  </a:schemeClr>
                </a:solidFill>
              </a:defRPr>
            </a:lvl1pPr>
            <a:lvl2pPr>
              <a:defRPr sz="2400"/>
            </a:lvl2pPr>
            <a:lvl3pPr>
              <a:defRPr sz="2400"/>
            </a:lvl3pPr>
            <a:lvl4pPr>
              <a:defRPr sz="2400"/>
            </a:lvl4pPr>
            <a:lvl5pPr>
              <a:defRPr sz="2400"/>
            </a:lvl5pPr>
          </a:lstStyle>
          <a:p>
            <a:pPr lvl="0"/>
            <a:r>
              <a:rPr lang="en-US"/>
              <a:t>Click to edit Master text styles</a:t>
            </a:r>
          </a:p>
        </p:txBody>
      </p:sp>
      <p:sp>
        <p:nvSpPr>
          <p:cNvPr id="2" name="Title 1"/>
          <p:cNvSpPr>
            <a:spLocks noGrp="1"/>
          </p:cNvSpPr>
          <p:nvPr>
            <p:ph type="title"/>
          </p:nvPr>
        </p:nvSpPr>
        <p:spPr>
          <a:xfrm>
            <a:off x="479424" y="457200"/>
            <a:ext cx="11268075" cy="615553"/>
          </a:xfrm>
        </p:spPr>
        <p:txBody>
          <a:bodyPr/>
          <a:lstStyle/>
          <a:p>
            <a:r>
              <a:rPr lang="en-US"/>
              <a:t>Click to edit Master title style</a:t>
            </a:r>
          </a:p>
        </p:txBody>
      </p:sp>
      <p:sp>
        <p:nvSpPr>
          <p:cNvPr id="5" name="Footer Placeholder 7">
            <a:extLst>
              <a:ext uri="{FF2B5EF4-FFF2-40B4-BE49-F238E27FC236}">
                <a16:creationId xmlns:a16="http://schemas.microsoft.com/office/drawing/2014/main" id="{A78CAA1A-8A79-4F83-53DE-0E9A87252E16}"/>
              </a:ext>
            </a:extLst>
          </p:cNvPr>
          <p:cNvSpPr>
            <a:spLocks noGrp="1"/>
          </p:cNvSpPr>
          <p:nvPr>
            <p:ph type="ftr" sz="quarter" idx="11"/>
          </p:nvPr>
        </p:nvSpPr>
        <p:spPr>
          <a:xfrm>
            <a:off x="4781550" y="6311900"/>
            <a:ext cx="5448300" cy="269875"/>
          </a:xfrm>
        </p:spPr>
        <p:txBody>
          <a:bodyPr/>
          <a:lstStyle>
            <a:lvl1pPr>
              <a:defRPr>
                <a:solidFill>
                  <a:schemeClr val="tx1"/>
                </a:solidFill>
              </a:defRPr>
            </a:lvl1pPr>
          </a:lstStyle>
          <a:p>
            <a:r>
              <a:rPr lang="en-US" dirty="0"/>
              <a:t>User Training - May 2025</a:t>
            </a:r>
          </a:p>
        </p:txBody>
      </p:sp>
      <p:sp>
        <p:nvSpPr>
          <p:cNvPr id="6" name="Freeform 5">
            <a:extLst>
              <a:ext uri="{FF2B5EF4-FFF2-40B4-BE49-F238E27FC236}">
                <a16:creationId xmlns:a16="http://schemas.microsoft.com/office/drawing/2014/main" id="{F8BF49AF-2ED0-911A-7A63-37BE39FAC02D}"/>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7" name="Slide Number Placeholder 8">
            <a:extLst>
              <a:ext uri="{FF2B5EF4-FFF2-40B4-BE49-F238E27FC236}">
                <a16:creationId xmlns:a16="http://schemas.microsoft.com/office/drawing/2014/main" id="{58F4AF7D-7EF6-6D24-08C5-B87FDA689D4B}"/>
              </a:ext>
            </a:extLst>
          </p:cNvPr>
          <p:cNvSpPr>
            <a:spLocks noGrp="1"/>
          </p:cNvSpPr>
          <p:nvPr>
            <p:ph type="sldNum" sz="quarter" idx="12"/>
          </p:nvPr>
        </p:nvSpPr>
        <p:spPr>
          <a:xfrm>
            <a:off x="10428288" y="6311900"/>
            <a:ext cx="1209674" cy="269875"/>
          </a:xfrm>
        </p:spPr>
        <p:txBody>
          <a:bodyPr/>
          <a:lstStyle>
            <a:lvl1pPr>
              <a:defRPr>
                <a:solidFill>
                  <a:schemeClr val="tx1"/>
                </a:solidFill>
              </a:defRPr>
            </a:lvl1pPr>
          </a:lstStyle>
          <a:p>
            <a:fld id="{862A5111-985B-C14D-9115-5787026182A8}" type="slidenum">
              <a:rPr lang="en-US" smtClean="0"/>
              <a:pPr/>
              <a:t>‹#›</a:t>
            </a:fld>
            <a:endParaRPr lang="en-US"/>
          </a:p>
        </p:txBody>
      </p:sp>
    </p:spTree>
    <p:extLst>
      <p:ext uri="{BB962C8B-B14F-4D97-AF65-F5344CB8AC3E}">
        <p14:creationId xmlns:p14="http://schemas.microsoft.com/office/powerpoint/2010/main" val="1781748488"/>
      </p:ext>
    </p:extLst>
  </p:cSld>
  <p:clrMapOvr>
    <a:masterClrMapping/>
  </p:clrMapOvr>
</p:sldLayout>
</file>

<file path=ppt/slideLayouts/slideLayout91.xml><?xml version="1.0" encoding="utf-8"?>
<p:sldLayout xmlns:a="http://schemas.openxmlformats.org/drawingml/2006/main" xmlns:r="http://schemas.openxmlformats.org/officeDocument/2006/relationships" xmlns:p="http://schemas.openxmlformats.org/presentationml/2006/main" userDrawn="1">
  <p:cSld name="7_Title &amp; Content (ONE COL)">
    <p:spTree>
      <p:nvGrpSpPr>
        <p:cNvPr id="1" name=""/>
        <p:cNvGrpSpPr/>
        <p:nvPr/>
      </p:nvGrpSpPr>
      <p:grpSpPr>
        <a:xfrm>
          <a:off x="0" y="0"/>
          <a:ext cx="0" cy="0"/>
          <a:chOff x="0" y="0"/>
          <a:chExt cx="0" cy="0"/>
        </a:xfrm>
      </p:grpSpPr>
      <p:sp>
        <p:nvSpPr>
          <p:cNvPr id="3" name="Content Placeholder 2"/>
          <p:cNvSpPr>
            <a:spLocks noGrp="1"/>
          </p:cNvSpPr>
          <p:nvPr>
            <p:ph idx="1"/>
          </p:nvPr>
        </p:nvSpPr>
        <p:spPr>
          <a:xfrm>
            <a:off x="479424" y="1828801"/>
            <a:ext cx="11268075" cy="4114800"/>
          </a:xfrm>
        </p:spPr>
        <p:txBody>
          <a:bodyPr numCol="1">
            <a:noAutofit/>
          </a:bodyPr>
          <a:lstStyle>
            <a:lvl1pPr marL="0" marR="0" indent="0" algn="l" defTabSz="914400" rtl="0" eaLnBrk="1" fontAlgn="auto" latinLnBrk="0" hangingPunct="1">
              <a:lnSpc>
                <a:spcPct val="100000"/>
              </a:lnSpc>
              <a:spcBef>
                <a:spcPts val="1800"/>
              </a:spcBef>
              <a:spcAft>
                <a:spcPts val="0"/>
              </a:spcAft>
              <a:buClr>
                <a:srgbClr val="0028A0"/>
              </a:buClr>
              <a:buSzTx/>
              <a:buFont typeface="Arial" panose="020B0604020202020204" pitchFamily="34" charset="0"/>
              <a:buNone/>
              <a:tabLst/>
              <a:defRPr/>
            </a:lvl1pPr>
            <a:lvl2pPr marL="288925" marR="0" indent="-288925" algn="l" defTabSz="914400" rtl="0" eaLnBrk="1" fontAlgn="auto" latinLnBrk="0" hangingPunct="1">
              <a:lnSpc>
                <a:spcPct val="100000"/>
              </a:lnSpc>
              <a:spcBef>
                <a:spcPts val="1200"/>
              </a:spcBef>
              <a:spcAft>
                <a:spcPts val="0"/>
              </a:spcAft>
              <a:buClr>
                <a:srgbClr val="009FDF"/>
              </a:buClr>
              <a:buSzTx/>
              <a:buFont typeface="Arial" panose="020B0604020202020204" pitchFamily="34" charset="0"/>
              <a:buChar char="»"/>
              <a:tabLst/>
              <a:defRPr/>
            </a:lvl2pPr>
            <a:lvl3pPr marL="517525" marR="0" indent="-284163" algn="l" defTabSz="914400" rtl="0" eaLnBrk="1" fontAlgn="auto" latinLnBrk="0" hangingPunct="1">
              <a:lnSpc>
                <a:spcPct val="100000"/>
              </a:lnSpc>
              <a:spcBef>
                <a:spcPts val="1200"/>
              </a:spcBef>
              <a:spcAft>
                <a:spcPts val="0"/>
              </a:spcAft>
              <a:buClr>
                <a:srgbClr val="009FDF"/>
              </a:buClr>
              <a:buSzTx/>
              <a:buFont typeface="Arial" panose="020B0604020202020204" pitchFamily="34" charset="0"/>
              <a:buChar char="–"/>
              <a:tabLst/>
              <a:defRPr/>
            </a:lvl3pPr>
            <a:lvl4pPr marL="746125" marR="0" indent="-290513" algn="l" defTabSz="914400" rtl="0" eaLnBrk="1" fontAlgn="auto" latinLnBrk="0" hangingPunct="1">
              <a:lnSpc>
                <a:spcPct val="100000"/>
              </a:lnSpc>
              <a:spcBef>
                <a:spcPts val="1200"/>
              </a:spcBef>
              <a:spcAft>
                <a:spcPts val="0"/>
              </a:spcAft>
              <a:buClr>
                <a:srgbClr val="009FDF"/>
              </a:buClr>
              <a:buSzTx/>
              <a:buFont typeface="Arial" panose="020B0604020202020204" pitchFamily="34" charset="0"/>
              <a:buChar char="›"/>
              <a:tabLst/>
              <a:defRPr/>
            </a:lvl4pPr>
            <a:lvl5pPr marL="974725" marR="0" indent="-288925" algn="l" defTabSz="914400" rtl="0" eaLnBrk="1" fontAlgn="auto" latinLnBrk="0" hangingPunct="1">
              <a:lnSpc>
                <a:spcPct val="100000"/>
              </a:lnSpc>
              <a:spcBef>
                <a:spcPts val="1200"/>
              </a:spcBef>
              <a:spcAft>
                <a:spcPts val="0"/>
              </a:spcAft>
              <a:buClr>
                <a:srgbClr val="009FDF"/>
              </a:buClr>
              <a:buSzTx/>
              <a:buFont typeface="Arial" panose="020B0604020202020204" pitchFamily="34" charset="0"/>
              <a:buChar char="-"/>
              <a:tabLst/>
              <a:defRPr/>
            </a:lvl5pPr>
          </a:lstStyle>
          <a:p>
            <a:pPr marL="0" marR="0" lvl="0" indent="0" algn="l" defTabSz="914400" rtl="0" eaLnBrk="1" fontAlgn="auto" latinLnBrk="0" hangingPunct="1">
              <a:lnSpc>
                <a:spcPct val="100000"/>
              </a:lnSpc>
              <a:spcBef>
                <a:spcPts val="1200"/>
              </a:spcBef>
              <a:spcAft>
                <a:spcPts val="0"/>
              </a:spcAft>
              <a:buClr>
                <a:srgbClr val="0028A0"/>
              </a:buClr>
              <a:buSzTx/>
              <a:buFont typeface="Arial" panose="020B0604020202020204" pitchFamily="34" charset="0"/>
              <a:buNone/>
              <a:tabLst/>
              <a:defRPr/>
            </a:pPr>
            <a:r>
              <a:rPr kumimoji="0" lang="en-US" sz="2800" b="0" i="0" u="none" strike="noStrike" kern="1200" cap="none" spc="0" normalizeH="0" baseline="0" noProof="0" dirty="0">
                <a:ln>
                  <a:noFill/>
                </a:ln>
                <a:solidFill>
                  <a:srgbClr val="000000"/>
                </a:solidFill>
                <a:effectLst/>
                <a:uLnTx/>
                <a:uFillTx/>
                <a:latin typeface="+mn-lt"/>
                <a:ea typeface="+mn-ea"/>
                <a:cs typeface="+mn-cs"/>
              </a:rPr>
              <a:t>Click to edit Master text styles</a:t>
            </a:r>
          </a:p>
          <a:p>
            <a:pPr marL="288925" marR="0" lvl="1" indent="-288925" algn="l" defTabSz="914400" rtl="0" eaLnBrk="1" fontAlgn="auto" latinLnBrk="0" hangingPunct="1">
              <a:lnSpc>
                <a:spcPct val="100000"/>
              </a:lnSpc>
              <a:spcBef>
                <a:spcPts val="1200"/>
              </a:spcBef>
              <a:spcAft>
                <a:spcPts val="0"/>
              </a:spcAft>
              <a:buClr>
                <a:srgbClr val="009FDF"/>
              </a:buClr>
              <a:buSzTx/>
              <a:buFont typeface="Arial" panose="020B0604020202020204" pitchFamily="34" charset="0"/>
              <a:buChar char="»"/>
              <a:tabLst/>
              <a:defRPr/>
            </a:pPr>
            <a:r>
              <a:rPr kumimoji="0" lang="en-US" sz="2400" b="0" i="0" u="none" strike="noStrike" kern="1200" cap="none" spc="0" normalizeH="0" baseline="0" noProof="0" dirty="0">
                <a:ln>
                  <a:noFill/>
                </a:ln>
                <a:solidFill>
                  <a:srgbClr val="000000"/>
                </a:solidFill>
                <a:effectLst/>
                <a:uLnTx/>
                <a:uFillTx/>
                <a:latin typeface="+mn-lt"/>
                <a:ea typeface="+mn-ea"/>
                <a:cs typeface="+mn-cs"/>
              </a:rPr>
              <a:t>Second level</a:t>
            </a:r>
          </a:p>
          <a:p>
            <a:pPr marL="517525" marR="0" lvl="2" indent="-284163" algn="l" defTabSz="914400" rtl="0" eaLnBrk="1" fontAlgn="auto" latinLnBrk="0" hangingPunct="1">
              <a:lnSpc>
                <a:spcPct val="100000"/>
              </a:lnSpc>
              <a:spcBef>
                <a:spcPts val="1200"/>
              </a:spcBef>
              <a:spcAft>
                <a:spcPts val="0"/>
              </a:spcAft>
              <a:buClr>
                <a:srgbClr val="009FDF"/>
              </a:buClr>
              <a:buSzTx/>
              <a:buFont typeface="Arial" panose="020B0604020202020204" pitchFamily="34" charset="0"/>
              <a:buChar char="–"/>
              <a:tabLst/>
              <a:defRPr/>
            </a:pPr>
            <a:r>
              <a:rPr kumimoji="0" lang="en-US" sz="2400" b="0" i="0" u="none" strike="noStrike" kern="1200" cap="none" spc="0" normalizeH="0" baseline="0" noProof="0" dirty="0">
                <a:ln>
                  <a:noFill/>
                </a:ln>
                <a:solidFill>
                  <a:srgbClr val="000000"/>
                </a:solidFill>
                <a:effectLst/>
                <a:uLnTx/>
                <a:uFillTx/>
                <a:latin typeface="+mn-lt"/>
                <a:ea typeface="+mn-ea"/>
                <a:cs typeface="+mn-cs"/>
              </a:rPr>
              <a:t>Third level</a:t>
            </a:r>
          </a:p>
          <a:p>
            <a:pPr marL="746125" marR="0" lvl="3" indent="-290513" algn="l" defTabSz="914400" rtl="0" eaLnBrk="1" fontAlgn="auto" latinLnBrk="0" hangingPunct="1">
              <a:lnSpc>
                <a:spcPct val="100000"/>
              </a:lnSpc>
              <a:spcBef>
                <a:spcPts val="1200"/>
              </a:spcBef>
              <a:spcAft>
                <a:spcPts val="0"/>
              </a:spcAft>
              <a:buClr>
                <a:srgbClr val="009FDF"/>
              </a:buClr>
              <a:buSzTx/>
              <a:buFont typeface="Arial" panose="020B0604020202020204" pitchFamily="34" charset="0"/>
              <a:buChar char="›"/>
              <a:tabLst/>
              <a:defRPr/>
            </a:pPr>
            <a:r>
              <a:rPr kumimoji="0" lang="en-US" sz="2000" b="0" i="0" u="none" strike="noStrike" kern="1200" cap="none" spc="0" normalizeH="0" baseline="0" noProof="0" dirty="0">
                <a:ln>
                  <a:noFill/>
                </a:ln>
                <a:solidFill>
                  <a:srgbClr val="000000"/>
                </a:solidFill>
                <a:effectLst/>
                <a:uLnTx/>
                <a:uFillTx/>
                <a:latin typeface="+mn-lt"/>
                <a:ea typeface="+mn-ea"/>
                <a:cs typeface="+mn-cs"/>
              </a:rPr>
              <a:t>Fourth level</a:t>
            </a:r>
          </a:p>
          <a:p>
            <a:pPr marL="974725" marR="0" lvl="4" indent="-288925" algn="l" defTabSz="914400" rtl="0" eaLnBrk="1" fontAlgn="auto" latinLnBrk="0" hangingPunct="1">
              <a:lnSpc>
                <a:spcPct val="100000"/>
              </a:lnSpc>
              <a:spcBef>
                <a:spcPts val="1200"/>
              </a:spcBef>
              <a:spcAft>
                <a:spcPts val="0"/>
              </a:spcAft>
              <a:buClr>
                <a:srgbClr val="009FDF"/>
              </a:buClr>
              <a:buSzTx/>
              <a:buFont typeface="Arial" panose="020B0604020202020204" pitchFamily="34" charset="0"/>
              <a:buChar char="-"/>
              <a:tabLst/>
              <a:defRPr/>
            </a:pPr>
            <a:r>
              <a:rPr kumimoji="0" lang="en-US" sz="2000" b="0" i="0" u="none" strike="noStrike" kern="1200" cap="none" spc="0" normalizeH="0" baseline="0" noProof="0" dirty="0">
                <a:ln>
                  <a:noFill/>
                </a:ln>
                <a:solidFill>
                  <a:srgbClr val="000000"/>
                </a:solidFill>
                <a:effectLst/>
                <a:uLnTx/>
                <a:uFillTx/>
                <a:latin typeface="+mn-lt"/>
                <a:ea typeface="+mn-ea"/>
                <a:cs typeface="+mn-cs"/>
              </a:rPr>
              <a:t>Fifth level</a:t>
            </a:r>
          </a:p>
        </p:txBody>
      </p:sp>
      <p:sp>
        <p:nvSpPr>
          <p:cNvPr id="4" name="Text Placeholder 3"/>
          <p:cNvSpPr>
            <a:spLocks noGrp="1"/>
          </p:cNvSpPr>
          <p:nvPr>
            <p:ph type="body" sz="quarter" idx="10"/>
          </p:nvPr>
        </p:nvSpPr>
        <p:spPr>
          <a:xfrm>
            <a:off x="479425" y="1080373"/>
            <a:ext cx="11268074" cy="430887"/>
          </a:xfrm>
        </p:spPr>
        <p:txBody>
          <a:bodyPr wrap="square" numCol="1">
            <a:spAutoFit/>
          </a:bodyPr>
          <a:lstStyle>
            <a:lvl1pPr>
              <a:lnSpc>
                <a:spcPct val="100000"/>
              </a:lnSpc>
              <a:spcBef>
                <a:spcPts val="0"/>
              </a:spcBef>
              <a:defRPr sz="2800">
                <a:solidFill>
                  <a:schemeClr val="bg2">
                    <a:lumMod val="65000"/>
                    <a:lumOff val="35000"/>
                  </a:schemeClr>
                </a:solidFill>
              </a:defRPr>
            </a:lvl1pPr>
            <a:lvl2pPr>
              <a:defRPr sz="2400"/>
            </a:lvl2pPr>
            <a:lvl3pPr>
              <a:defRPr sz="2400"/>
            </a:lvl3pPr>
            <a:lvl4pPr>
              <a:defRPr sz="2400"/>
            </a:lvl4pPr>
            <a:lvl5pPr>
              <a:defRPr sz="2400"/>
            </a:lvl5pPr>
          </a:lstStyle>
          <a:p>
            <a:pPr lvl="0"/>
            <a:r>
              <a:rPr lang="en-US" dirty="0"/>
              <a:t>Click to edit Master text styles</a:t>
            </a:r>
          </a:p>
        </p:txBody>
      </p:sp>
      <p:sp>
        <p:nvSpPr>
          <p:cNvPr id="2" name="Title 1"/>
          <p:cNvSpPr>
            <a:spLocks noGrp="1"/>
          </p:cNvSpPr>
          <p:nvPr>
            <p:ph type="title"/>
          </p:nvPr>
        </p:nvSpPr>
        <p:spPr>
          <a:xfrm>
            <a:off x="479424" y="457200"/>
            <a:ext cx="11268075" cy="615553"/>
          </a:xfrm>
        </p:spPr>
        <p:txBody>
          <a:bodyPr/>
          <a:lstStyle/>
          <a:p>
            <a:r>
              <a:rPr lang="en-US" dirty="0"/>
              <a:t>Click to edit Master title style</a:t>
            </a:r>
          </a:p>
        </p:txBody>
      </p:sp>
      <p:sp>
        <p:nvSpPr>
          <p:cNvPr id="5" name="Footer Placeholder 7">
            <a:extLst>
              <a:ext uri="{FF2B5EF4-FFF2-40B4-BE49-F238E27FC236}">
                <a16:creationId xmlns:a16="http://schemas.microsoft.com/office/drawing/2014/main" id="{11E24534-E34F-1CA4-9AEA-AACB89A1DF62}"/>
              </a:ext>
            </a:extLst>
          </p:cNvPr>
          <p:cNvSpPr>
            <a:spLocks noGrp="1"/>
          </p:cNvSpPr>
          <p:nvPr>
            <p:ph type="ftr" sz="quarter" idx="11"/>
          </p:nvPr>
        </p:nvSpPr>
        <p:spPr>
          <a:xfrm>
            <a:off x="4781550" y="6311900"/>
            <a:ext cx="5448300" cy="269875"/>
          </a:xfrm>
        </p:spPr>
        <p:txBody>
          <a:bodyPr/>
          <a:lstStyle>
            <a:lvl1pPr>
              <a:defRPr>
                <a:solidFill>
                  <a:schemeClr val="tx1"/>
                </a:solidFill>
              </a:defRPr>
            </a:lvl1pPr>
          </a:lstStyle>
          <a:p>
            <a:r>
              <a:rPr lang="en-US" dirty="0"/>
              <a:t>User Training - May 2025</a:t>
            </a:r>
          </a:p>
        </p:txBody>
      </p:sp>
      <p:sp>
        <p:nvSpPr>
          <p:cNvPr id="6" name="Freeform 5">
            <a:extLst>
              <a:ext uri="{FF2B5EF4-FFF2-40B4-BE49-F238E27FC236}">
                <a16:creationId xmlns:a16="http://schemas.microsoft.com/office/drawing/2014/main" id="{4569422F-B971-7FE6-6E5A-C942D5DC83CC}"/>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7" name="Slide Number Placeholder 8">
            <a:extLst>
              <a:ext uri="{FF2B5EF4-FFF2-40B4-BE49-F238E27FC236}">
                <a16:creationId xmlns:a16="http://schemas.microsoft.com/office/drawing/2014/main" id="{38FE769C-700D-8111-AE9C-7FD959492849}"/>
              </a:ext>
            </a:extLst>
          </p:cNvPr>
          <p:cNvSpPr>
            <a:spLocks noGrp="1"/>
          </p:cNvSpPr>
          <p:nvPr>
            <p:ph type="sldNum" sz="quarter" idx="12"/>
          </p:nvPr>
        </p:nvSpPr>
        <p:spPr>
          <a:xfrm>
            <a:off x="10428288" y="6311900"/>
            <a:ext cx="1209674" cy="269875"/>
          </a:xfrm>
        </p:spPr>
        <p:txBody>
          <a:bodyPr/>
          <a:lstStyle>
            <a:lvl1pPr>
              <a:defRPr>
                <a:solidFill>
                  <a:schemeClr val="tx1"/>
                </a:solidFill>
              </a:defRPr>
            </a:lvl1pPr>
          </a:lstStyle>
          <a:p>
            <a:fld id="{862A5111-985B-C14D-9115-5787026182A8}" type="slidenum">
              <a:rPr lang="en-US" smtClean="0"/>
              <a:pPr/>
              <a:t>‹#›</a:t>
            </a:fld>
            <a:endParaRPr lang="en-US"/>
          </a:p>
        </p:txBody>
      </p:sp>
    </p:spTree>
    <p:extLst>
      <p:ext uri="{BB962C8B-B14F-4D97-AF65-F5344CB8AC3E}">
        <p14:creationId xmlns:p14="http://schemas.microsoft.com/office/powerpoint/2010/main" val="3418768715"/>
      </p:ext>
    </p:extLst>
  </p:cSld>
  <p:clrMapOvr>
    <a:masterClrMapping/>
  </p:clrMapOvr>
</p:sldLayout>
</file>

<file path=ppt/slideLayouts/slideLayout92.xml><?xml version="1.0" encoding="utf-8"?>
<p:sldLayout xmlns:a="http://schemas.openxmlformats.org/drawingml/2006/main" xmlns:r="http://schemas.openxmlformats.org/officeDocument/2006/relationships" xmlns:p="http://schemas.openxmlformats.org/presentationml/2006/main" type="titleOnly">
  <p:cSld name="2_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Tree>
    <p:extLst>
      <p:ext uri="{BB962C8B-B14F-4D97-AF65-F5344CB8AC3E}">
        <p14:creationId xmlns:p14="http://schemas.microsoft.com/office/powerpoint/2010/main" val="2509720300"/>
      </p:ext>
    </p:extLst>
  </p:cSld>
  <p:clrMapOvr>
    <a:masterClrMapping/>
  </p:clrMapOvr>
</p:sldLayout>
</file>

<file path=ppt/slideLayouts/slideLayout93.xml><?xml version="1.0" encoding="utf-8"?>
<p:sldLayout xmlns:a="http://schemas.openxmlformats.org/drawingml/2006/main" xmlns:r="http://schemas.openxmlformats.org/officeDocument/2006/relationships" xmlns:p="http://schemas.openxmlformats.org/presentationml/2006/main" preserve="1" userDrawn="1">
  <p:cSld name="Cover 1">
    <p:bg>
      <p:bgPr>
        <a:solidFill>
          <a:schemeClr val="bg2"/>
        </a:solidFill>
        <a:effectLst/>
      </p:bgPr>
    </p:bg>
    <p:spTree>
      <p:nvGrpSpPr>
        <p:cNvPr id="1" name=""/>
        <p:cNvGrpSpPr/>
        <p:nvPr/>
      </p:nvGrpSpPr>
      <p:grpSpPr>
        <a:xfrm>
          <a:off x="0" y="0"/>
          <a:ext cx="0" cy="0"/>
          <a:chOff x="0" y="0"/>
          <a:chExt cx="0" cy="0"/>
        </a:xfrm>
      </p:grpSpPr>
      <p:pic>
        <p:nvPicPr>
          <p:cNvPr id="7" name="Picture 6" descr="A blue and black background&#10;&#10;Description automatically generated">
            <a:extLst>
              <a:ext uri="{FF2B5EF4-FFF2-40B4-BE49-F238E27FC236}">
                <a16:creationId xmlns:a16="http://schemas.microsoft.com/office/drawing/2014/main" id="{78834B98-F94F-BBE0-213C-85AFCDC4764F}"/>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hidden">
          <a:xfrm>
            <a:off x="0" y="-1"/>
            <a:ext cx="12192000" cy="6858000"/>
          </a:xfrm>
          <a:prstGeom prst="rect">
            <a:avLst/>
          </a:prstGeom>
        </p:spPr>
      </p:pic>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46099" y="3552825"/>
            <a:ext cx="5445125" cy="2179638"/>
          </a:xfrm>
          <a:prstGeom prst="rect">
            <a:avLst/>
          </a:prstGeom>
        </p:spPr>
        <p:txBody>
          <a:bodyPr anchor="b"/>
          <a:lstStyle>
            <a:lvl1pPr>
              <a:defRPr b="0" i="0">
                <a:solidFill>
                  <a:schemeClr val="tx1"/>
                </a:solidFill>
              </a:defRPr>
            </a:lvl1pPr>
          </a:lstStyle>
          <a:p>
            <a:r>
              <a:rPr lang="en-US"/>
              <a:t>Click to edit Master title style</a:t>
            </a:r>
          </a:p>
        </p:txBody>
      </p:sp>
      <p:sp>
        <p:nvSpPr>
          <p:cNvPr id="10" name="Freeform 5">
            <a:extLst>
              <a:ext uri="{FF2B5EF4-FFF2-40B4-BE49-F238E27FC236}">
                <a16:creationId xmlns:a16="http://schemas.microsoft.com/office/drawing/2014/main" id="{D38E589A-C29C-8E0A-54D9-0FD61209638A}"/>
              </a:ext>
            </a:extLst>
          </p:cNvPr>
          <p:cNvSpPr/>
          <p:nvPr userDrawn="1"/>
        </p:nvSpPr>
        <p:spPr bwMode="black">
          <a:xfrm>
            <a:off x="539749" y="502825"/>
            <a:ext cx="11098213" cy="1839149"/>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solidFill>
                <a:schemeClr val="tx1"/>
              </a:solidFill>
            </a:endParaRPr>
          </a:p>
        </p:txBody>
      </p:sp>
      <p:sp>
        <p:nvSpPr>
          <p:cNvPr id="12" name="Text Placeholder 11">
            <a:extLst>
              <a:ext uri="{FF2B5EF4-FFF2-40B4-BE49-F238E27FC236}">
                <a16:creationId xmlns:a16="http://schemas.microsoft.com/office/drawing/2014/main" id="{E72AFBB8-BCA9-94F3-D205-3A4D41E4862E}"/>
              </a:ext>
            </a:extLst>
          </p:cNvPr>
          <p:cNvSpPr>
            <a:spLocks noGrp="1"/>
          </p:cNvSpPr>
          <p:nvPr>
            <p:ph type="body" sz="quarter" idx="11" hasCustomPrompt="1"/>
          </p:nvPr>
        </p:nvSpPr>
        <p:spPr>
          <a:xfrm>
            <a:off x="3367089" y="6311900"/>
            <a:ext cx="5445126" cy="269875"/>
          </a:xfrm>
        </p:spPr>
        <p:txBody>
          <a:bodyPr anchor="b">
            <a:normAutofit/>
          </a:bodyPr>
          <a:lstStyle>
            <a:lvl1pPr marL="0" algn="l" defTabSz="914400" rtl="0" eaLnBrk="1" latinLnBrk="0" hangingPunct="1">
              <a:defRPr lang="en-US" sz="1000" b="0" i="0" kern="1200" dirty="0" smtClean="0">
                <a:solidFill>
                  <a:schemeClr val="tx1"/>
                </a:solidFill>
                <a:latin typeface="+mn-lt"/>
                <a:ea typeface="GT America Regular" pitchFamily="2" charset="77"/>
                <a:cs typeface="GT America Regular" pitchFamily="2" charset="77"/>
              </a:defRPr>
            </a:lvl1pPr>
            <a:lvl2pPr>
              <a:defRPr sz="1000"/>
            </a:lvl2pPr>
            <a:lvl3pPr marL="0" indent="0">
              <a:buNone/>
              <a:defRPr sz="1000"/>
            </a:lvl3pPr>
            <a:lvl4pPr marL="0" indent="0">
              <a:defRPr sz="1000"/>
            </a:lvl4pPr>
            <a:lvl5pPr marL="0" indent="0">
              <a:buNone/>
              <a:defRPr sz="1000"/>
            </a:lvl5pPr>
            <a:lvl6pPr marL="0" indent="0">
              <a:defRPr sz="1000"/>
            </a:lvl6pPr>
            <a:lvl7pPr marL="0" indent="0">
              <a:buNone/>
              <a:defRPr sz="1000"/>
            </a:lvl7pPr>
            <a:lvl8pPr marL="0" indent="0">
              <a:defRPr sz="1000"/>
            </a:lvl8pPr>
            <a:lvl9pPr marL="0" indent="0">
              <a:buNone/>
              <a:defRPr sz="1000"/>
            </a:lvl9pPr>
          </a:lstStyle>
          <a:p>
            <a:pPr lvl="0"/>
            <a:r>
              <a:rPr lang="en-US"/>
              <a:t>Title Department</a:t>
            </a:r>
          </a:p>
        </p:txBody>
      </p:sp>
      <p:sp>
        <p:nvSpPr>
          <p:cNvPr id="3" name="Date Placeholder 3">
            <a:extLst>
              <a:ext uri="{FF2B5EF4-FFF2-40B4-BE49-F238E27FC236}">
                <a16:creationId xmlns:a16="http://schemas.microsoft.com/office/drawing/2014/main" id="{7A00869A-4EEC-6377-9755-BE0859C5FBE0}"/>
              </a:ext>
            </a:extLst>
          </p:cNvPr>
          <p:cNvSpPr>
            <a:spLocks noGrp="1"/>
          </p:cNvSpPr>
          <p:nvPr>
            <p:ph type="dt" sz="half" idx="2"/>
          </p:nvPr>
        </p:nvSpPr>
        <p:spPr>
          <a:xfrm>
            <a:off x="9013829" y="6311900"/>
            <a:ext cx="2619375" cy="269875"/>
          </a:xfrm>
          <a:prstGeom prst="rect">
            <a:avLst/>
          </a:prstGeom>
        </p:spPr>
        <p:txBody>
          <a:bodyPr vert="horz" lIns="0" tIns="0" rIns="0" bIns="0" rtlCol="0" anchor="b" anchorCtr="0"/>
          <a:lstStyle>
            <a:lvl1pPr algn="r">
              <a:defRPr sz="1000">
                <a:solidFill>
                  <a:schemeClr val="tx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
        <p:nvSpPr>
          <p:cNvPr id="13" name="Text Placeholder 12">
            <a:extLst>
              <a:ext uri="{FF2B5EF4-FFF2-40B4-BE49-F238E27FC236}">
                <a16:creationId xmlns:a16="http://schemas.microsoft.com/office/drawing/2014/main" id="{C423DB64-C228-437F-B60D-1E1BE27A7AAF}"/>
              </a:ext>
            </a:extLst>
          </p:cNvPr>
          <p:cNvSpPr>
            <a:spLocks noGrp="1"/>
          </p:cNvSpPr>
          <p:nvPr>
            <p:ph type="body" sz="quarter" idx="99" hasCustomPrompt="1"/>
          </p:nvPr>
        </p:nvSpPr>
        <p:spPr>
          <a:xfrm>
            <a:off x="539750" y="6311900"/>
            <a:ext cx="2619375" cy="269875"/>
          </a:xfrm>
        </p:spPr>
        <p:txBody>
          <a:bodyPr anchor="b">
            <a:noAutofit/>
          </a:bodyPr>
          <a:lstStyle>
            <a:lvl1pPr>
              <a:defRPr sz="1000" b="0"/>
            </a:lvl1pPr>
            <a:lvl2pP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Single presenter</a:t>
            </a:r>
          </a:p>
        </p:txBody>
      </p:sp>
      <p:sp>
        <p:nvSpPr>
          <p:cNvPr id="16" name="Text Placeholder 15">
            <a:extLst>
              <a:ext uri="{FF2B5EF4-FFF2-40B4-BE49-F238E27FC236}">
                <a16:creationId xmlns:a16="http://schemas.microsoft.com/office/drawing/2014/main" id="{98C70801-2682-CDF2-4AEE-21379A10EAB6}"/>
              </a:ext>
            </a:extLst>
          </p:cNvPr>
          <p:cNvSpPr>
            <a:spLocks noGrp="1"/>
          </p:cNvSpPr>
          <p:nvPr>
            <p:ph type="body" sz="quarter" idx="100" hasCustomPrompt="1"/>
          </p:nvPr>
        </p:nvSpPr>
        <p:spPr>
          <a:xfrm>
            <a:off x="546099" y="3014450"/>
            <a:ext cx="2615184" cy="281478"/>
          </a:xfrm>
        </p:spPr>
        <p:txBody>
          <a:bodyPr>
            <a:noAutofit/>
          </a:bodyPr>
          <a:lstStyle>
            <a:lvl1pPr>
              <a:defRPr sz="1000"/>
            </a:lvl1pPr>
            <a:lvl2pPr marL="285750" indent="-285750">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1</a:t>
            </a:r>
          </a:p>
        </p:txBody>
      </p:sp>
      <p:sp>
        <p:nvSpPr>
          <p:cNvPr id="18" name="Text Placeholder 17">
            <a:extLst>
              <a:ext uri="{FF2B5EF4-FFF2-40B4-BE49-F238E27FC236}">
                <a16:creationId xmlns:a16="http://schemas.microsoft.com/office/drawing/2014/main" id="{94B37353-6985-FCA6-CD38-4B2A083EC280}"/>
              </a:ext>
            </a:extLst>
          </p:cNvPr>
          <p:cNvSpPr>
            <a:spLocks noGrp="1"/>
          </p:cNvSpPr>
          <p:nvPr>
            <p:ph type="body" sz="quarter" idx="101" hasCustomPrompt="1"/>
          </p:nvPr>
        </p:nvSpPr>
        <p:spPr>
          <a:xfrm>
            <a:off x="3386138" y="3009900"/>
            <a:ext cx="2615184" cy="286028"/>
          </a:xfrm>
        </p:spPr>
        <p:txBody>
          <a:bodyPr>
            <a:noAutofit/>
          </a:bodyPr>
          <a:lstStyle>
            <a:lvl1pPr>
              <a:defRPr sz="1000"/>
            </a:lvl1pPr>
            <a:lvl2pPr marL="284163" indent="-284163">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2</a:t>
            </a:r>
          </a:p>
        </p:txBody>
      </p:sp>
      <p:sp>
        <p:nvSpPr>
          <p:cNvPr id="20" name="Text Placeholder 19">
            <a:extLst>
              <a:ext uri="{FF2B5EF4-FFF2-40B4-BE49-F238E27FC236}">
                <a16:creationId xmlns:a16="http://schemas.microsoft.com/office/drawing/2014/main" id="{6BA32A09-37DC-FCBC-7D07-E937258863A2}"/>
              </a:ext>
            </a:extLst>
          </p:cNvPr>
          <p:cNvSpPr>
            <a:spLocks noGrp="1"/>
          </p:cNvSpPr>
          <p:nvPr>
            <p:ph type="body" sz="quarter" idx="102" hasCustomPrompt="1"/>
          </p:nvPr>
        </p:nvSpPr>
        <p:spPr>
          <a:xfrm>
            <a:off x="6194425" y="3009900"/>
            <a:ext cx="2615184" cy="286028"/>
          </a:xfrm>
        </p:spPr>
        <p:txBody>
          <a:bodyPr>
            <a:normAutofit/>
          </a:bodyPr>
          <a:lstStyle>
            <a:lvl1pPr>
              <a:defRPr sz="1000"/>
            </a:lvl1pPr>
            <a:lvl2pPr marL="284163" indent="-284163">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3</a:t>
            </a:r>
          </a:p>
        </p:txBody>
      </p:sp>
    </p:spTree>
    <p:extLst>
      <p:ext uri="{BB962C8B-B14F-4D97-AF65-F5344CB8AC3E}">
        <p14:creationId xmlns:p14="http://schemas.microsoft.com/office/powerpoint/2010/main" val="2357112121"/>
      </p:ext>
    </p:extLst>
  </p:cSld>
  <p:clrMapOvr>
    <a:overrideClrMapping bg1="dk1" tx1="lt1" bg2="dk2" tx2="lt2" accent1="accent1" accent2="accent2" accent3="accent3" accent4="accent4" accent5="accent5" accent6="accent6" hlink="hlink" folHlink="folHlink"/>
  </p:clrMapOvr>
</p:sldLayout>
</file>

<file path=ppt/slideLayouts/slideLayout94.xml><?xml version="1.0" encoding="utf-8"?>
<p:sldLayout xmlns:a="http://schemas.openxmlformats.org/drawingml/2006/main" xmlns:r="http://schemas.openxmlformats.org/officeDocument/2006/relationships" xmlns:p="http://schemas.openxmlformats.org/presentationml/2006/main" preserve="1" userDrawn="1">
  <p:cSld name="Cover 2">
    <p:bg>
      <p:bgPr>
        <a:solidFill>
          <a:schemeClr val="bg2"/>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78834B98-F94F-BBE0-213C-85AFCDC4764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bwMode="hidden">
          <a:xfrm>
            <a:off x="0" y="0"/>
            <a:ext cx="12188952" cy="6858000"/>
          </a:xfrm>
          <a:prstGeom prst="rect">
            <a:avLst/>
          </a:prstGeom>
        </p:spPr>
      </p:pic>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3552825"/>
            <a:ext cx="5441950" cy="2179638"/>
          </a:xfrm>
          <a:prstGeom prst="rect">
            <a:avLst/>
          </a:prstGeom>
        </p:spPr>
        <p:txBody>
          <a:bodyPr anchor="b"/>
          <a:lstStyle>
            <a:lvl1pPr>
              <a:defRPr>
                <a:solidFill>
                  <a:schemeClr val="tx1"/>
                </a:solidFill>
              </a:defRPr>
            </a:lvl1pPr>
          </a:lstStyle>
          <a:p>
            <a:r>
              <a:rPr lang="en-US"/>
              <a:t>Click to edit Master title style</a:t>
            </a:r>
          </a:p>
        </p:txBody>
      </p:sp>
      <p:sp>
        <p:nvSpPr>
          <p:cNvPr id="10" name="Freeform 5">
            <a:extLst>
              <a:ext uri="{FF2B5EF4-FFF2-40B4-BE49-F238E27FC236}">
                <a16:creationId xmlns:a16="http://schemas.microsoft.com/office/drawing/2014/main" id="{D38E589A-C29C-8E0A-54D9-0FD61209638A}"/>
              </a:ext>
            </a:extLst>
          </p:cNvPr>
          <p:cNvSpPr/>
          <p:nvPr userDrawn="1"/>
        </p:nvSpPr>
        <p:spPr bwMode="black">
          <a:xfrm>
            <a:off x="539749" y="502825"/>
            <a:ext cx="11098213" cy="1839149"/>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solidFill>
                <a:schemeClr val="tx1"/>
              </a:solidFill>
            </a:endParaRPr>
          </a:p>
        </p:txBody>
      </p:sp>
      <p:sp>
        <p:nvSpPr>
          <p:cNvPr id="4" name="Text Placeholder 11">
            <a:extLst>
              <a:ext uri="{FF2B5EF4-FFF2-40B4-BE49-F238E27FC236}">
                <a16:creationId xmlns:a16="http://schemas.microsoft.com/office/drawing/2014/main" id="{15C7BCFF-949E-6B1A-9E84-4E640E43A099}"/>
              </a:ext>
            </a:extLst>
          </p:cNvPr>
          <p:cNvSpPr>
            <a:spLocks noGrp="1"/>
          </p:cNvSpPr>
          <p:nvPr>
            <p:ph type="body" sz="quarter" idx="11" hasCustomPrompt="1"/>
          </p:nvPr>
        </p:nvSpPr>
        <p:spPr>
          <a:xfrm>
            <a:off x="3367089" y="6311900"/>
            <a:ext cx="5445126" cy="269875"/>
          </a:xfrm>
        </p:spPr>
        <p:txBody>
          <a:bodyPr anchor="b">
            <a:normAutofit/>
          </a:bodyPr>
          <a:lstStyle>
            <a:lvl1pPr marL="0" algn="l" defTabSz="914400" rtl="0" eaLnBrk="1" latinLnBrk="0" hangingPunct="1">
              <a:defRPr lang="en-US" sz="1000" b="0" i="0" kern="1200" dirty="0" smtClean="0">
                <a:solidFill>
                  <a:schemeClr val="tx1"/>
                </a:solidFill>
                <a:latin typeface="+mn-lt"/>
                <a:ea typeface="GT America Regular" pitchFamily="2" charset="77"/>
                <a:cs typeface="GT America Regular" pitchFamily="2" charset="77"/>
              </a:defRPr>
            </a:lvl1pPr>
            <a:lvl2pPr>
              <a:defRPr sz="1000"/>
            </a:lvl2pPr>
            <a:lvl3pPr marL="0" indent="0">
              <a:buNone/>
              <a:defRPr sz="1000"/>
            </a:lvl3pPr>
            <a:lvl4pPr marL="0" indent="0">
              <a:defRPr sz="1000"/>
            </a:lvl4pPr>
            <a:lvl5pPr marL="0" indent="0">
              <a:buNone/>
              <a:defRPr sz="1000"/>
            </a:lvl5pPr>
            <a:lvl6pPr marL="0" indent="0">
              <a:defRPr sz="1000"/>
            </a:lvl6pPr>
            <a:lvl7pPr marL="0" indent="0">
              <a:buNone/>
              <a:defRPr sz="1000"/>
            </a:lvl7pPr>
            <a:lvl8pPr marL="0" indent="0">
              <a:defRPr sz="1000"/>
            </a:lvl8pPr>
            <a:lvl9pPr marL="0" indent="0">
              <a:buNone/>
              <a:defRPr sz="1000"/>
            </a:lvl9pPr>
          </a:lstStyle>
          <a:p>
            <a:pPr lvl="0"/>
            <a:r>
              <a:rPr lang="en-US"/>
              <a:t>Title Department</a:t>
            </a:r>
          </a:p>
        </p:txBody>
      </p:sp>
      <p:sp>
        <p:nvSpPr>
          <p:cNvPr id="3" name="Date Placeholder 3">
            <a:extLst>
              <a:ext uri="{FF2B5EF4-FFF2-40B4-BE49-F238E27FC236}">
                <a16:creationId xmlns:a16="http://schemas.microsoft.com/office/drawing/2014/main" id="{8535D649-E56D-F236-C1A7-0EB194B6CA32}"/>
              </a:ext>
            </a:extLst>
          </p:cNvPr>
          <p:cNvSpPr>
            <a:spLocks noGrp="1"/>
          </p:cNvSpPr>
          <p:nvPr>
            <p:ph type="dt" sz="half" idx="2"/>
          </p:nvPr>
        </p:nvSpPr>
        <p:spPr>
          <a:xfrm>
            <a:off x="9013829" y="6311900"/>
            <a:ext cx="2619375" cy="269875"/>
          </a:xfrm>
          <a:prstGeom prst="rect">
            <a:avLst/>
          </a:prstGeom>
        </p:spPr>
        <p:txBody>
          <a:bodyPr vert="horz" lIns="0" tIns="0" rIns="0" bIns="0" rtlCol="0" anchor="b" anchorCtr="0"/>
          <a:lstStyle>
            <a:lvl1pPr algn="r">
              <a:defRPr sz="1000">
                <a:solidFill>
                  <a:schemeClr val="tx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
        <p:nvSpPr>
          <p:cNvPr id="11" name="Text Placeholder 12">
            <a:extLst>
              <a:ext uri="{FF2B5EF4-FFF2-40B4-BE49-F238E27FC236}">
                <a16:creationId xmlns:a16="http://schemas.microsoft.com/office/drawing/2014/main" id="{47CB2CEE-A03C-EC89-5AB0-73F5282BA36C}"/>
              </a:ext>
            </a:extLst>
          </p:cNvPr>
          <p:cNvSpPr>
            <a:spLocks noGrp="1"/>
          </p:cNvSpPr>
          <p:nvPr>
            <p:ph type="body" sz="quarter" idx="99" hasCustomPrompt="1"/>
          </p:nvPr>
        </p:nvSpPr>
        <p:spPr>
          <a:xfrm>
            <a:off x="539750" y="6311900"/>
            <a:ext cx="2619375" cy="269875"/>
          </a:xfrm>
        </p:spPr>
        <p:txBody>
          <a:bodyPr anchor="b">
            <a:noAutofit/>
          </a:bodyPr>
          <a:lstStyle>
            <a:lvl1pPr>
              <a:defRPr sz="1000" b="0"/>
            </a:lvl1pPr>
            <a:lvl2pP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Single presenter</a:t>
            </a:r>
          </a:p>
        </p:txBody>
      </p:sp>
      <p:sp>
        <p:nvSpPr>
          <p:cNvPr id="12" name="Text Placeholder 15">
            <a:extLst>
              <a:ext uri="{FF2B5EF4-FFF2-40B4-BE49-F238E27FC236}">
                <a16:creationId xmlns:a16="http://schemas.microsoft.com/office/drawing/2014/main" id="{0376D71A-71A9-510A-D341-C8B568EA210C}"/>
              </a:ext>
            </a:extLst>
          </p:cNvPr>
          <p:cNvSpPr>
            <a:spLocks noGrp="1"/>
          </p:cNvSpPr>
          <p:nvPr>
            <p:ph type="body" sz="quarter" idx="100" hasCustomPrompt="1"/>
          </p:nvPr>
        </p:nvSpPr>
        <p:spPr>
          <a:xfrm>
            <a:off x="546099" y="3014450"/>
            <a:ext cx="2615184" cy="281478"/>
          </a:xfrm>
        </p:spPr>
        <p:txBody>
          <a:bodyPr>
            <a:noAutofit/>
          </a:bodyPr>
          <a:lstStyle>
            <a:lvl1pPr>
              <a:defRPr sz="1000"/>
            </a:lvl1pPr>
            <a:lvl2pPr marL="285750" indent="-285750">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1</a:t>
            </a:r>
          </a:p>
        </p:txBody>
      </p:sp>
      <p:sp>
        <p:nvSpPr>
          <p:cNvPr id="13" name="Text Placeholder 17">
            <a:extLst>
              <a:ext uri="{FF2B5EF4-FFF2-40B4-BE49-F238E27FC236}">
                <a16:creationId xmlns:a16="http://schemas.microsoft.com/office/drawing/2014/main" id="{1C83BB37-A25F-C543-4845-494814497A5A}"/>
              </a:ext>
            </a:extLst>
          </p:cNvPr>
          <p:cNvSpPr>
            <a:spLocks noGrp="1"/>
          </p:cNvSpPr>
          <p:nvPr>
            <p:ph type="body" sz="quarter" idx="101" hasCustomPrompt="1"/>
          </p:nvPr>
        </p:nvSpPr>
        <p:spPr>
          <a:xfrm>
            <a:off x="3386138" y="3009900"/>
            <a:ext cx="2615184" cy="286028"/>
          </a:xfrm>
        </p:spPr>
        <p:txBody>
          <a:bodyPr>
            <a:noAutofit/>
          </a:bodyPr>
          <a:lstStyle>
            <a:lvl1pPr>
              <a:defRPr sz="1000"/>
            </a:lvl1pPr>
            <a:lvl2pPr marL="284163" indent="-284163">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2</a:t>
            </a:r>
          </a:p>
        </p:txBody>
      </p:sp>
      <p:sp>
        <p:nvSpPr>
          <p:cNvPr id="14" name="Text Placeholder 19">
            <a:extLst>
              <a:ext uri="{FF2B5EF4-FFF2-40B4-BE49-F238E27FC236}">
                <a16:creationId xmlns:a16="http://schemas.microsoft.com/office/drawing/2014/main" id="{52E7508F-569C-0E55-9BA1-A12C84FB7A5D}"/>
              </a:ext>
            </a:extLst>
          </p:cNvPr>
          <p:cNvSpPr>
            <a:spLocks noGrp="1"/>
          </p:cNvSpPr>
          <p:nvPr>
            <p:ph type="body" sz="quarter" idx="102" hasCustomPrompt="1"/>
          </p:nvPr>
        </p:nvSpPr>
        <p:spPr>
          <a:xfrm>
            <a:off x="6194425" y="3009900"/>
            <a:ext cx="2615184" cy="286028"/>
          </a:xfrm>
        </p:spPr>
        <p:txBody>
          <a:bodyPr>
            <a:normAutofit/>
          </a:bodyPr>
          <a:lstStyle>
            <a:lvl1pPr>
              <a:defRPr sz="1000"/>
            </a:lvl1pPr>
            <a:lvl2pPr marL="284163" indent="-284163">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3</a:t>
            </a:r>
          </a:p>
        </p:txBody>
      </p:sp>
    </p:spTree>
    <p:extLst>
      <p:ext uri="{BB962C8B-B14F-4D97-AF65-F5344CB8AC3E}">
        <p14:creationId xmlns:p14="http://schemas.microsoft.com/office/powerpoint/2010/main" val="2499946509"/>
      </p:ext>
    </p:extLst>
  </p:cSld>
  <p:clrMapOvr>
    <a:overrideClrMapping bg1="dk1" tx1="lt1" bg2="dk2" tx2="lt2" accent1="accent1" accent2="accent2" accent3="accent3" accent4="accent4" accent5="accent5" accent6="accent6" hlink="hlink" folHlink="folHlink"/>
  </p:clrMapOvr>
</p:sldLayout>
</file>

<file path=ppt/slideLayouts/slideLayout95.xml><?xml version="1.0" encoding="utf-8"?>
<p:sldLayout xmlns:a="http://schemas.openxmlformats.org/drawingml/2006/main" xmlns:r="http://schemas.openxmlformats.org/officeDocument/2006/relationships" xmlns:p="http://schemas.openxmlformats.org/presentationml/2006/main" preserve="1" userDrawn="1">
  <p:cSld name="Cover 3">
    <p:bg>
      <p:bgPr>
        <a:solidFill>
          <a:schemeClr val="bg2"/>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78834B98-F94F-BBE0-213C-85AFCDC4764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bwMode="hidden">
          <a:xfrm>
            <a:off x="-5621" y="0"/>
            <a:ext cx="12188952" cy="6858000"/>
          </a:xfrm>
          <a:prstGeom prst="rect">
            <a:avLst/>
          </a:prstGeom>
        </p:spPr>
      </p:pic>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3552825"/>
            <a:ext cx="5441950" cy="2179638"/>
          </a:xfrm>
          <a:prstGeom prst="rect">
            <a:avLst/>
          </a:prstGeom>
        </p:spPr>
        <p:txBody>
          <a:bodyPr anchor="b"/>
          <a:lstStyle>
            <a:lvl1pPr>
              <a:defRPr>
                <a:solidFill>
                  <a:schemeClr val="tx1"/>
                </a:solidFill>
              </a:defRPr>
            </a:lvl1pPr>
          </a:lstStyle>
          <a:p>
            <a:r>
              <a:rPr lang="en-US"/>
              <a:t>Click to edit Master title style</a:t>
            </a:r>
          </a:p>
        </p:txBody>
      </p:sp>
      <p:sp>
        <p:nvSpPr>
          <p:cNvPr id="6" name="Freeform 5">
            <a:extLst>
              <a:ext uri="{FF2B5EF4-FFF2-40B4-BE49-F238E27FC236}">
                <a16:creationId xmlns:a16="http://schemas.microsoft.com/office/drawing/2014/main" id="{EBC8BAC9-2F39-70BA-C3AC-DE7DA1042A5B}"/>
              </a:ext>
            </a:extLst>
          </p:cNvPr>
          <p:cNvSpPr/>
          <p:nvPr userDrawn="1"/>
        </p:nvSpPr>
        <p:spPr bwMode="black">
          <a:xfrm>
            <a:off x="539750" y="545106"/>
            <a:ext cx="2635250" cy="436702"/>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solidFill>
                <a:schemeClr val="tx1"/>
              </a:solidFill>
            </a:endParaRPr>
          </a:p>
        </p:txBody>
      </p:sp>
      <p:sp>
        <p:nvSpPr>
          <p:cNvPr id="4" name="Text Placeholder 11">
            <a:extLst>
              <a:ext uri="{FF2B5EF4-FFF2-40B4-BE49-F238E27FC236}">
                <a16:creationId xmlns:a16="http://schemas.microsoft.com/office/drawing/2014/main" id="{6FA1FE30-4DE2-0D36-81F6-894372591DE3}"/>
              </a:ext>
            </a:extLst>
          </p:cNvPr>
          <p:cNvSpPr>
            <a:spLocks noGrp="1"/>
          </p:cNvSpPr>
          <p:nvPr>
            <p:ph type="body" sz="quarter" idx="11" hasCustomPrompt="1"/>
          </p:nvPr>
        </p:nvSpPr>
        <p:spPr>
          <a:xfrm>
            <a:off x="3367089" y="6311900"/>
            <a:ext cx="5445126" cy="269875"/>
          </a:xfrm>
        </p:spPr>
        <p:txBody>
          <a:bodyPr anchor="b">
            <a:normAutofit/>
          </a:bodyPr>
          <a:lstStyle>
            <a:lvl1pPr marL="0" algn="l" defTabSz="914400" rtl="0" eaLnBrk="1" latinLnBrk="0" hangingPunct="1">
              <a:defRPr lang="en-US" sz="1000" b="0" i="0" kern="1200" dirty="0" smtClean="0">
                <a:solidFill>
                  <a:schemeClr val="tx1"/>
                </a:solidFill>
                <a:latin typeface="+mn-lt"/>
                <a:ea typeface="GT America Regular" pitchFamily="2" charset="77"/>
                <a:cs typeface="GT America Regular" pitchFamily="2" charset="77"/>
              </a:defRPr>
            </a:lvl1pPr>
            <a:lvl2pPr>
              <a:defRPr sz="1000"/>
            </a:lvl2pPr>
            <a:lvl3pPr marL="0" indent="0">
              <a:buNone/>
              <a:defRPr sz="1000"/>
            </a:lvl3pPr>
            <a:lvl4pPr marL="0" indent="0">
              <a:defRPr sz="1000"/>
            </a:lvl4pPr>
            <a:lvl5pPr marL="0" indent="0">
              <a:buNone/>
              <a:defRPr sz="1000"/>
            </a:lvl5pPr>
            <a:lvl6pPr marL="0" indent="0">
              <a:defRPr sz="1000"/>
            </a:lvl6pPr>
            <a:lvl7pPr marL="0" indent="0">
              <a:buNone/>
              <a:defRPr sz="1000"/>
            </a:lvl7pPr>
            <a:lvl8pPr marL="0" indent="0">
              <a:defRPr sz="1000"/>
            </a:lvl8pPr>
            <a:lvl9pPr marL="0" indent="0">
              <a:buNone/>
              <a:defRPr sz="1000"/>
            </a:lvl9pPr>
          </a:lstStyle>
          <a:p>
            <a:pPr lvl="0"/>
            <a:r>
              <a:rPr lang="en-US"/>
              <a:t>Title Department</a:t>
            </a:r>
          </a:p>
        </p:txBody>
      </p:sp>
      <p:sp>
        <p:nvSpPr>
          <p:cNvPr id="3" name="Date Placeholder 3">
            <a:extLst>
              <a:ext uri="{FF2B5EF4-FFF2-40B4-BE49-F238E27FC236}">
                <a16:creationId xmlns:a16="http://schemas.microsoft.com/office/drawing/2014/main" id="{553F6D28-3FA3-C8DD-333F-25AAC7FDE379}"/>
              </a:ext>
            </a:extLst>
          </p:cNvPr>
          <p:cNvSpPr>
            <a:spLocks noGrp="1"/>
          </p:cNvSpPr>
          <p:nvPr>
            <p:ph type="dt" sz="half" idx="2"/>
          </p:nvPr>
        </p:nvSpPr>
        <p:spPr>
          <a:xfrm>
            <a:off x="9013829" y="6311900"/>
            <a:ext cx="2619375" cy="269875"/>
          </a:xfrm>
          <a:prstGeom prst="rect">
            <a:avLst/>
          </a:prstGeom>
        </p:spPr>
        <p:txBody>
          <a:bodyPr vert="horz" lIns="0" tIns="0" rIns="0" bIns="0" rtlCol="0" anchor="b" anchorCtr="0"/>
          <a:lstStyle>
            <a:lvl1pPr algn="r">
              <a:defRPr sz="1000">
                <a:solidFill>
                  <a:schemeClr val="tx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
        <p:nvSpPr>
          <p:cNvPr id="9" name="Text Placeholder 8">
            <a:extLst>
              <a:ext uri="{FF2B5EF4-FFF2-40B4-BE49-F238E27FC236}">
                <a16:creationId xmlns:a16="http://schemas.microsoft.com/office/drawing/2014/main" id="{BB5660BA-32D8-A7E6-5696-BC9C94DC43BE}"/>
              </a:ext>
            </a:extLst>
          </p:cNvPr>
          <p:cNvSpPr>
            <a:spLocks noGrp="1"/>
          </p:cNvSpPr>
          <p:nvPr>
            <p:ph type="body" sz="quarter" idx="13" hasCustomPrompt="1"/>
          </p:nvPr>
        </p:nvSpPr>
        <p:spPr>
          <a:xfrm>
            <a:off x="6194424" y="696913"/>
            <a:ext cx="5438779" cy="430212"/>
          </a:xfrm>
        </p:spPr>
        <p:txBody>
          <a:bodyPr tIns="91440">
            <a:noAutofit/>
          </a:bodyPr>
          <a:lstStyle>
            <a:lvl1pPr marL="0" indent="0" algn="r">
              <a:buFont typeface="Arial" panose="020B0604020202020204" pitchFamily="34" charset="0"/>
              <a:buNone/>
              <a:defRPr sz="1600" b="1">
                <a:solidFill>
                  <a:schemeClr val="tx1"/>
                </a:solidFill>
              </a:defRPr>
            </a:lvl1pPr>
            <a:lvl2pPr marL="0" indent="0" algn="r">
              <a:buNone/>
              <a:defRPr sz="1600" b="1">
                <a:solidFill>
                  <a:schemeClr val="tx1"/>
                </a:solidFill>
              </a:defRPr>
            </a:lvl2pPr>
            <a:lvl3pPr marL="0" indent="0" algn="r">
              <a:buNone/>
              <a:defRPr sz="1600" b="1">
                <a:solidFill>
                  <a:schemeClr val="tx1"/>
                </a:solidFill>
              </a:defRPr>
            </a:lvl3pPr>
            <a:lvl4pPr marL="0" indent="0" algn="r">
              <a:buNone/>
              <a:defRPr sz="1600" b="1">
                <a:solidFill>
                  <a:schemeClr val="tx1"/>
                </a:solidFill>
              </a:defRPr>
            </a:lvl4pPr>
            <a:lvl5pPr marL="0" indent="0" algn="r">
              <a:buFont typeface="Arial" panose="020B0604020202020204" pitchFamily="34" charset="0"/>
              <a:buNone/>
              <a:defRPr sz="1600" b="1">
                <a:solidFill>
                  <a:schemeClr val="tx1"/>
                </a:solidFill>
              </a:defRPr>
            </a:lvl5pPr>
            <a:lvl6pPr marL="0" indent="0" algn="r">
              <a:buNone/>
              <a:defRPr sz="1600" b="1">
                <a:solidFill>
                  <a:schemeClr val="tx1"/>
                </a:solidFill>
              </a:defRPr>
            </a:lvl6pPr>
            <a:lvl7pPr marL="0" indent="0" algn="r">
              <a:buNone/>
              <a:defRPr sz="1600" b="1">
                <a:solidFill>
                  <a:schemeClr val="tx1"/>
                </a:solidFill>
              </a:defRPr>
            </a:lvl7pPr>
            <a:lvl8pPr marL="0" indent="0" algn="r">
              <a:buNone/>
              <a:defRPr sz="1600" b="1">
                <a:solidFill>
                  <a:schemeClr val="tx1"/>
                </a:solidFill>
              </a:defRPr>
            </a:lvl8pPr>
            <a:lvl9pPr marL="0" indent="0" algn="r">
              <a:buNone/>
              <a:defRPr sz="1600" b="1">
                <a:solidFill>
                  <a:schemeClr val="tx1"/>
                </a:solidFill>
              </a:defRPr>
            </a:lvl9pPr>
          </a:lstStyle>
          <a:p>
            <a:pPr lvl="0"/>
            <a:r>
              <a:rPr lang="en-US"/>
              <a:t>Division / Geography</a:t>
            </a:r>
          </a:p>
        </p:txBody>
      </p:sp>
      <p:sp>
        <p:nvSpPr>
          <p:cNvPr id="20" name="Text Placeholder 12">
            <a:extLst>
              <a:ext uri="{FF2B5EF4-FFF2-40B4-BE49-F238E27FC236}">
                <a16:creationId xmlns:a16="http://schemas.microsoft.com/office/drawing/2014/main" id="{FBA29B2B-670B-AAB2-BC37-FE5A168EDEA0}"/>
              </a:ext>
            </a:extLst>
          </p:cNvPr>
          <p:cNvSpPr>
            <a:spLocks noGrp="1"/>
          </p:cNvSpPr>
          <p:nvPr>
            <p:ph type="body" sz="quarter" idx="99" hasCustomPrompt="1"/>
          </p:nvPr>
        </p:nvSpPr>
        <p:spPr>
          <a:xfrm>
            <a:off x="539750" y="6311900"/>
            <a:ext cx="2619375" cy="269875"/>
          </a:xfrm>
        </p:spPr>
        <p:txBody>
          <a:bodyPr anchor="b">
            <a:noAutofit/>
          </a:bodyPr>
          <a:lstStyle>
            <a:lvl1pPr>
              <a:defRPr sz="1000" b="0"/>
            </a:lvl1pPr>
            <a:lvl2pP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Single presenter</a:t>
            </a:r>
          </a:p>
        </p:txBody>
      </p:sp>
      <p:sp>
        <p:nvSpPr>
          <p:cNvPr id="21" name="Text Placeholder 15">
            <a:extLst>
              <a:ext uri="{FF2B5EF4-FFF2-40B4-BE49-F238E27FC236}">
                <a16:creationId xmlns:a16="http://schemas.microsoft.com/office/drawing/2014/main" id="{835110E4-502F-E652-7077-A2CE77DA8B44}"/>
              </a:ext>
            </a:extLst>
          </p:cNvPr>
          <p:cNvSpPr>
            <a:spLocks noGrp="1"/>
          </p:cNvSpPr>
          <p:nvPr>
            <p:ph type="body" sz="quarter" idx="100" hasCustomPrompt="1"/>
          </p:nvPr>
        </p:nvSpPr>
        <p:spPr>
          <a:xfrm>
            <a:off x="546099" y="3014450"/>
            <a:ext cx="2615184" cy="281478"/>
          </a:xfrm>
        </p:spPr>
        <p:txBody>
          <a:bodyPr>
            <a:noAutofit/>
          </a:bodyPr>
          <a:lstStyle>
            <a:lvl1pPr>
              <a:defRPr sz="1000"/>
            </a:lvl1pPr>
            <a:lvl2pPr marL="285750" indent="-285750">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1</a:t>
            </a:r>
          </a:p>
        </p:txBody>
      </p:sp>
      <p:sp>
        <p:nvSpPr>
          <p:cNvPr id="22" name="Text Placeholder 17">
            <a:extLst>
              <a:ext uri="{FF2B5EF4-FFF2-40B4-BE49-F238E27FC236}">
                <a16:creationId xmlns:a16="http://schemas.microsoft.com/office/drawing/2014/main" id="{163AD2E7-BE7D-20B6-8408-18EA20DC4C5D}"/>
              </a:ext>
            </a:extLst>
          </p:cNvPr>
          <p:cNvSpPr>
            <a:spLocks noGrp="1"/>
          </p:cNvSpPr>
          <p:nvPr>
            <p:ph type="body" sz="quarter" idx="101" hasCustomPrompt="1"/>
          </p:nvPr>
        </p:nvSpPr>
        <p:spPr>
          <a:xfrm>
            <a:off x="3386138" y="3009900"/>
            <a:ext cx="2615184" cy="286028"/>
          </a:xfrm>
        </p:spPr>
        <p:txBody>
          <a:bodyPr>
            <a:noAutofit/>
          </a:bodyPr>
          <a:lstStyle>
            <a:lvl1pPr>
              <a:defRPr sz="1000"/>
            </a:lvl1pPr>
            <a:lvl2pPr marL="284163" indent="-284163">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2</a:t>
            </a:r>
          </a:p>
        </p:txBody>
      </p:sp>
      <p:sp>
        <p:nvSpPr>
          <p:cNvPr id="23" name="Text Placeholder 19">
            <a:extLst>
              <a:ext uri="{FF2B5EF4-FFF2-40B4-BE49-F238E27FC236}">
                <a16:creationId xmlns:a16="http://schemas.microsoft.com/office/drawing/2014/main" id="{358AEE93-EEF8-93F7-7F9A-409CBCB372CF}"/>
              </a:ext>
            </a:extLst>
          </p:cNvPr>
          <p:cNvSpPr>
            <a:spLocks noGrp="1"/>
          </p:cNvSpPr>
          <p:nvPr>
            <p:ph type="body" sz="quarter" idx="102" hasCustomPrompt="1"/>
          </p:nvPr>
        </p:nvSpPr>
        <p:spPr>
          <a:xfrm>
            <a:off x="6194425" y="3009900"/>
            <a:ext cx="2615184" cy="286028"/>
          </a:xfrm>
        </p:spPr>
        <p:txBody>
          <a:bodyPr>
            <a:normAutofit/>
          </a:bodyPr>
          <a:lstStyle>
            <a:lvl1pPr>
              <a:defRPr sz="1000"/>
            </a:lvl1pPr>
            <a:lvl2pPr marL="284163" indent="-284163">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3</a:t>
            </a:r>
          </a:p>
        </p:txBody>
      </p:sp>
    </p:spTree>
    <p:extLst>
      <p:ext uri="{BB962C8B-B14F-4D97-AF65-F5344CB8AC3E}">
        <p14:creationId xmlns:p14="http://schemas.microsoft.com/office/powerpoint/2010/main" val="1311297035"/>
      </p:ext>
    </p:extLst>
  </p:cSld>
  <p:clrMapOvr>
    <a:overrideClrMapping bg1="dk1" tx1="lt1" bg2="dk2" tx2="lt2" accent1="accent1" accent2="accent2" accent3="accent3" accent4="accent4" accent5="accent5" accent6="accent6" hlink="hlink" folHlink="folHlink"/>
  </p:clrMapOvr>
</p:sldLayout>
</file>

<file path=ppt/slideLayouts/slideLayout96.xml><?xml version="1.0" encoding="utf-8"?>
<p:sldLayout xmlns:a="http://schemas.openxmlformats.org/drawingml/2006/main" xmlns:r="http://schemas.openxmlformats.org/officeDocument/2006/relationships" xmlns:p="http://schemas.openxmlformats.org/presentationml/2006/main" preserve="1" userDrawn="1">
  <p:cSld name="Cover 4">
    <p:bg>
      <p:bgPr>
        <a:solidFill>
          <a:schemeClr val="tx1"/>
        </a:solidFill>
        <a:effectLst/>
      </p:bgPr>
    </p:bg>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5C77B404-B686-66A0-1A20-E42FD89A9DE9}"/>
              </a:ext>
            </a:extLst>
          </p:cNvPr>
          <p:cNvSpPr>
            <a:spLocks noGrp="1"/>
          </p:cNvSpPr>
          <p:nvPr>
            <p:ph type="pic" sz="quarter" idx="13"/>
          </p:nvPr>
        </p:nvSpPr>
        <p:spPr>
          <a:xfrm>
            <a:off x="0" y="0"/>
            <a:ext cx="12192000" cy="6857999"/>
          </a:xfrm>
          <a:custGeom>
            <a:avLst/>
            <a:gdLst>
              <a:gd name="connsiteX0" fmla="*/ 2041649 w 12192000"/>
              <a:gd name="connsiteY0" fmla="*/ 647043 h 6857999"/>
              <a:gd name="connsiteX1" fmla="*/ 2097141 w 12192000"/>
              <a:gd name="connsiteY1" fmla="*/ 647043 h 6857999"/>
              <a:gd name="connsiteX2" fmla="*/ 2185808 w 12192000"/>
              <a:gd name="connsiteY2" fmla="*/ 735711 h 6857999"/>
              <a:gd name="connsiteX3" fmla="*/ 2185808 w 12192000"/>
              <a:gd name="connsiteY3" fmla="*/ 791202 h 6857999"/>
              <a:gd name="connsiteX4" fmla="*/ 2097141 w 12192000"/>
              <a:gd name="connsiteY4" fmla="*/ 879871 h 6857999"/>
              <a:gd name="connsiteX5" fmla="*/ 2041649 w 12192000"/>
              <a:gd name="connsiteY5" fmla="*/ 879871 h 6857999"/>
              <a:gd name="connsiteX6" fmla="*/ 1685779 w 12192000"/>
              <a:gd name="connsiteY6" fmla="*/ 638600 h 6857999"/>
              <a:gd name="connsiteX7" fmla="*/ 1768415 w 12192000"/>
              <a:gd name="connsiteY7" fmla="*/ 715201 h 6857999"/>
              <a:gd name="connsiteX8" fmla="*/ 1768415 w 12192000"/>
              <a:gd name="connsiteY8" fmla="*/ 811711 h 6857999"/>
              <a:gd name="connsiteX9" fmla="*/ 1685779 w 12192000"/>
              <a:gd name="connsiteY9" fmla="*/ 888315 h 6857999"/>
              <a:gd name="connsiteX10" fmla="*/ 1603145 w 12192000"/>
              <a:gd name="connsiteY10" fmla="*/ 811711 h 6857999"/>
              <a:gd name="connsiteX11" fmla="*/ 1603145 w 12192000"/>
              <a:gd name="connsiteY11" fmla="*/ 715201 h 6857999"/>
              <a:gd name="connsiteX12" fmla="*/ 1685779 w 12192000"/>
              <a:gd name="connsiteY12" fmla="*/ 638600 h 6857999"/>
              <a:gd name="connsiteX13" fmla="*/ 1248481 w 12192000"/>
              <a:gd name="connsiteY13" fmla="*/ 638600 h 6857999"/>
              <a:gd name="connsiteX14" fmla="*/ 1331117 w 12192000"/>
              <a:gd name="connsiteY14" fmla="*/ 715201 h 6857999"/>
              <a:gd name="connsiteX15" fmla="*/ 1331117 w 12192000"/>
              <a:gd name="connsiteY15" fmla="*/ 811711 h 6857999"/>
              <a:gd name="connsiteX16" fmla="*/ 1248481 w 12192000"/>
              <a:gd name="connsiteY16" fmla="*/ 888315 h 6857999"/>
              <a:gd name="connsiteX17" fmla="*/ 1165846 w 12192000"/>
              <a:gd name="connsiteY17" fmla="*/ 811711 h 6857999"/>
              <a:gd name="connsiteX18" fmla="*/ 1165846 w 12192000"/>
              <a:gd name="connsiteY18" fmla="*/ 715201 h 6857999"/>
              <a:gd name="connsiteX19" fmla="*/ 1248481 w 12192000"/>
              <a:gd name="connsiteY19" fmla="*/ 638600 h 6857999"/>
              <a:gd name="connsiteX20" fmla="*/ 1927044 w 12192000"/>
              <a:gd name="connsiteY20" fmla="*/ 552346 h 6857999"/>
              <a:gd name="connsiteX21" fmla="*/ 1927044 w 12192000"/>
              <a:gd name="connsiteY21" fmla="*/ 974570 h 6857999"/>
              <a:gd name="connsiteX22" fmla="*/ 2097141 w 12192000"/>
              <a:gd name="connsiteY22" fmla="*/ 974570 h 6857999"/>
              <a:gd name="connsiteX23" fmla="*/ 2301618 w 12192000"/>
              <a:gd name="connsiteY23" fmla="*/ 789394 h 6857999"/>
              <a:gd name="connsiteX24" fmla="*/ 2301618 w 12192000"/>
              <a:gd name="connsiteY24" fmla="*/ 737520 h 6857999"/>
              <a:gd name="connsiteX25" fmla="*/ 2097141 w 12192000"/>
              <a:gd name="connsiteY25" fmla="*/ 552346 h 6857999"/>
              <a:gd name="connsiteX26" fmla="*/ 2266624 w 12192000"/>
              <a:gd name="connsiteY26" fmla="*/ 552345 h 6857999"/>
              <a:gd name="connsiteX27" fmla="*/ 2420435 w 12192000"/>
              <a:gd name="connsiteY27" fmla="*/ 788790 h 6857999"/>
              <a:gd name="connsiteX28" fmla="*/ 2420435 w 12192000"/>
              <a:gd name="connsiteY28" fmla="*/ 974569 h 6857999"/>
              <a:gd name="connsiteX29" fmla="*/ 2529007 w 12192000"/>
              <a:gd name="connsiteY29" fmla="*/ 974569 h 6857999"/>
              <a:gd name="connsiteX30" fmla="*/ 2529007 w 12192000"/>
              <a:gd name="connsiteY30" fmla="*/ 788790 h 6857999"/>
              <a:gd name="connsiteX31" fmla="*/ 2682817 w 12192000"/>
              <a:gd name="connsiteY31" fmla="*/ 552345 h 6857999"/>
              <a:gd name="connsiteX32" fmla="*/ 2558564 w 12192000"/>
              <a:gd name="connsiteY32" fmla="*/ 552345 h 6857999"/>
              <a:gd name="connsiteX33" fmla="*/ 2477738 w 12192000"/>
              <a:gd name="connsiteY33" fmla="*/ 685042 h 6857999"/>
              <a:gd name="connsiteX34" fmla="*/ 2396307 w 12192000"/>
              <a:gd name="connsiteY34" fmla="*/ 552345 h 6857999"/>
              <a:gd name="connsiteX35" fmla="*/ 2694276 w 12192000"/>
              <a:gd name="connsiteY35" fmla="*/ 552345 h 6857999"/>
              <a:gd name="connsiteX36" fmla="*/ 2694276 w 12192000"/>
              <a:gd name="connsiteY36" fmla="*/ 666947 h 6857999"/>
              <a:gd name="connsiteX37" fmla="*/ 2743134 w 12192000"/>
              <a:gd name="connsiteY37" fmla="*/ 666947 h 6857999"/>
              <a:gd name="connsiteX38" fmla="*/ 2710563 w 12192000"/>
              <a:gd name="connsiteY38" fmla="*/ 756821 h 6857999"/>
              <a:gd name="connsiteX39" fmla="*/ 2735293 w 12192000"/>
              <a:gd name="connsiteY39" fmla="*/ 756821 h 6857999"/>
              <a:gd name="connsiteX40" fmla="*/ 2808881 w 12192000"/>
              <a:gd name="connsiteY40" fmla="*/ 657901 h 6857999"/>
              <a:gd name="connsiteX41" fmla="*/ 2808881 w 12192000"/>
              <a:gd name="connsiteY41" fmla="*/ 552345 h 6857999"/>
              <a:gd name="connsiteX42" fmla="*/ 539750 w 12192000"/>
              <a:gd name="connsiteY42" fmla="*/ 552345 h 6857999"/>
              <a:gd name="connsiteX43" fmla="*/ 539750 w 12192000"/>
              <a:gd name="connsiteY43" fmla="*/ 974568 h 6857999"/>
              <a:gd name="connsiteX44" fmla="*/ 645307 w 12192000"/>
              <a:gd name="connsiteY44" fmla="*/ 974568 h 6857999"/>
              <a:gd name="connsiteX45" fmla="*/ 645307 w 12192000"/>
              <a:gd name="connsiteY45" fmla="*/ 700726 h 6857999"/>
              <a:gd name="connsiteX46" fmla="*/ 660385 w 12192000"/>
              <a:gd name="connsiteY46" fmla="*/ 763457 h 6857999"/>
              <a:gd name="connsiteX47" fmla="*/ 716483 w 12192000"/>
              <a:gd name="connsiteY47" fmla="*/ 974568 h 6857999"/>
              <a:gd name="connsiteX48" fmla="*/ 827466 w 12192000"/>
              <a:gd name="connsiteY48" fmla="*/ 974568 h 6857999"/>
              <a:gd name="connsiteX49" fmla="*/ 883562 w 12192000"/>
              <a:gd name="connsiteY49" fmla="*/ 763457 h 6857999"/>
              <a:gd name="connsiteX50" fmla="*/ 898643 w 12192000"/>
              <a:gd name="connsiteY50" fmla="*/ 700726 h 6857999"/>
              <a:gd name="connsiteX51" fmla="*/ 898643 w 12192000"/>
              <a:gd name="connsiteY51" fmla="*/ 974568 h 6857999"/>
              <a:gd name="connsiteX52" fmla="*/ 1006610 w 12192000"/>
              <a:gd name="connsiteY52" fmla="*/ 974568 h 6857999"/>
              <a:gd name="connsiteX53" fmla="*/ 1006610 w 12192000"/>
              <a:gd name="connsiteY53" fmla="*/ 552345 h 6857999"/>
              <a:gd name="connsiteX54" fmla="*/ 838323 w 12192000"/>
              <a:gd name="connsiteY54" fmla="*/ 552345 h 6857999"/>
              <a:gd name="connsiteX55" fmla="*/ 785847 w 12192000"/>
              <a:gd name="connsiteY55" fmla="*/ 769489 h 6857999"/>
              <a:gd name="connsiteX56" fmla="*/ 773181 w 12192000"/>
              <a:gd name="connsiteY56" fmla="*/ 829806 h 6857999"/>
              <a:gd name="connsiteX57" fmla="*/ 760513 w 12192000"/>
              <a:gd name="connsiteY57" fmla="*/ 769489 h 6857999"/>
              <a:gd name="connsiteX58" fmla="*/ 708037 w 12192000"/>
              <a:gd name="connsiteY58" fmla="*/ 552345 h 6857999"/>
              <a:gd name="connsiteX59" fmla="*/ 1685779 w 12192000"/>
              <a:gd name="connsiteY59" fmla="*/ 545106 h 6857999"/>
              <a:gd name="connsiteX60" fmla="*/ 1487334 w 12192000"/>
              <a:gd name="connsiteY60" fmla="*/ 725456 h 6857999"/>
              <a:gd name="connsiteX61" fmla="*/ 1487334 w 12192000"/>
              <a:gd name="connsiteY61" fmla="*/ 801457 h 6857999"/>
              <a:gd name="connsiteX62" fmla="*/ 1685779 w 12192000"/>
              <a:gd name="connsiteY62" fmla="*/ 981806 h 6857999"/>
              <a:gd name="connsiteX63" fmla="*/ 1884225 w 12192000"/>
              <a:gd name="connsiteY63" fmla="*/ 801457 h 6857999"/>
              <a:gd name="connsiteX64" fmla="*/ 1884225 w 12192000"/>
              <a:gd name="connsiteY64" fmla="*/ 725456 h 6857999"/>
              <a:gd name="connsiteX65" fmla="*/ 1685779 w 12192000"/>
              <a:gd name="connsiteY65" fmla="*/ 545106 h 6857999"/>
              <a:gd name="connsiteX66" fmla="*/ 1248481 w 12192000"/>
              <a:gd name="connsiteY66" fmla="*/ 545106 h 6857999"/>
              <a:gd name="connsiteX67" fmla="*/ 1050036 w 12192000"/>
              <a:gd name="connsiteY67" fmla="*/ 725456 h 6857999"/>
              <a:gd name="connsiteX68" fmla="*/ 1050036 w 12192000"/>
              <a:gd name="connsiteY68" fmla="*/ 801457 h 6857999"/>
              <a:gd name="connsiteX69" fmla="*/ 1248481 w 12192000"/>
              <a:gd name="connsiteY69" fmla="*/ 981806 h 6857999"/>
              <a:gd name="connsiteX70" fmla="*/ 1446927 w 12192000"/>
              <a:gd name="connsiteY70" fmla="*/ 801457 h 6857999"/>
              <a:gd name="connsiteX71" fmla="*/ 1446927 w 12192000"/>
              <a:gd name="connsiteY71" fmla="*/ 725456 h 6857999"/>
              <a:gd name="connsiteX72" fmla="*/ 1248481 w 12192000"/>
              <a:gd name="connsiteY72" fmla="*/ 545106 h 6857999"/>
              <a:gd name="connsiteX73" fmla="*/ 3000079 w 12192000"/>
              <a:gd name="connsiteY73" fmla="*/ 545106 h 6857999"/>
              <a:gd name="connsiteX74" fmla="*/ 2828172 w 12192000"/>
              <a:gd name="connsiteY74" fmla="*/ 682630 h 6857999"/>
              <a:gd name="connsiteX75" fmla="*/ 2942175 w 12192000"/>
              <a:gd name="connsiteY75" fmla="*/ 806281 h 6857999"/>
              <a:gd name="connsiteX76" fmla="*/ 3018174 w 12192000"/>
              <a:gd name="connsiteY76" fmla="*/ 817743 h 6857999"/>
              <a:gd name="connsiteX77" fmla="*/ 3061604 w 12192000"/>
              <a:gd name="connsiteY77" fmla="*/ 852728 h 6857999"/>
              <a:gd name="connsiteX78" fmla="*/ 3000079 w 12192000"/>
              <a:gd name="connsiteY78" fmla="*/ 887712 h 6857999"/>
              <a:gd name="connsiteX79" fmla="*/ 2937348 w 12192000"/>
              <a:gd name="connsiteY79" fmla="*/ 845489 h 6857999"/>
              <a:gd name="connsiteX80" fmla="*/ 2937348 w 12192000"/>
              <a:gd name="connsiteY80" fmla="*/ 829203 h 6857999"/>
              <a:gd name="connsiteX81" fmla="*/ 2825761 w 12192000"/>
              <a:gd name="connsiteY81" fmla="*/ 829203 h 6857999"/>
              <a:gd name="connsiteX82" fmla="*/ 2825761 w 12192000"/>
              <a:gd name="connsiteY82" fmla="*/ 847901 h 6857999"/>
              <a:gd name="connsiteX83" fmla="*/ 3000079 w 12192000"/>
              <a:gd name="connsiteY83" fmla="*/ 981808 h 6857999"/>
              <a:gd name="connsiteX84" fmla="*/ 3172012 w 12192000"/>
              <a:gd name="connsiteY84" fmla="*/ 874148 h 6857999"/>
              <a:gd name="connsiteX85" fmla="*/ 3175000 w 12192000"/>
              <a:gd name="connsiteY85" fmla="*/ 843076 h 6857999"/>
              <a:gd name="connsiteX86" fmla="*/ 3172125 w 12192000"/>
              <a:gd name="connsiteY86" fmla="*/ 811710 h 6857999"/>
              <a:gd name="connsiteX87" fmla="*/ 3057985 w 12192000"/>
              <a:gd name="connsiteY87" fmla="*/ 718220 h 6857999"/>
              <a:gd name="connsiteX88" fmla="*/ 2982586 w 12192000"/>
              <a:gd name="connsiteY88" fmla="*/ 706758 h 6857999"/>
              <a:gd name="connsiteX89" fmla="*/ 2941572 w 12192000"/>
              <a:gd name="connsiteY89" fmla="*/ 672981 h 6857999"/>
              <a:gd name="connsiteX90" fmla="*/ 3000079 w 12192000"/>
              <a:gd name="connsiteY90" fmla="*/ 639203 h 6857999"/>
              <a:gd name="connsiteX91" fmla="*/ 3058587 w 12192000"/>
              <a:gd name="connsiteY91" fmla="*/ 680219 h 6857999"/>
              <a:gd name="connsiteX92" fmla="*/ 3058587 w 12192000"/>
              <a:gd name="connsiteY92" fmla="*/ 694092 h 6857999"/>
              <a:gd name="connsiteX93" fmla="*/ 3170176 w 12192000"/>
              <a:gd name="connsiteY93" fmla="*/ 694092 h 6857999"/>
              <a:gd name="connsiteX94" fmla="*/ 3170176 w 12192000"/>
              <a:gd name="connsiteY94" fmla="*/ 677806 h 6857999"/>
              <a:gd name="connsiteX95" fmla="*/ 3000079 w 12192000"/>
              <a:gd name="connsiteY95" fmla="*/ 545106 h 6857999"/>
              <a:gd name="connsiteX96" fmla="*/ 0 w 12192000"/>
              <a:gd name="connsiteY96" fmla="*/ 0 h 6857999"/>
              <a:gd name="connsiteX97" fmla="*/ 12192000 w 12192000"/>
              <a:gd name="connsiteY97" fmla="*/ 0 h 6857999"/>
              <a:gd name="connsiteX98" fmla="*/ 12192000 w 12192000"/>
              <a:gd name="connsiteY98" fmla="*/ 6857999 h 6857999"/>
              <a:gd name="connsiteX99" fmla="*/ 0 w 12192000"/>
              <a:gd name="connsiteY99" fmla="*/ 6857999 h 68579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Lst>
            <a:rect l="l" t="t" r="r" b="b"/>
            <a:pathLst>
              <a:path w="12192000" h="6857999">
                <a:moveTo>
                  <a:pt x="2041649" y="647043"/>
                </a:moveTo>
                <a:lnTo>
                  <a:pt x="2097141" y="647043"/>
                </a:lnTo>
                <a:cubicBezTo>
                  <a:pt x="2156253" y="647043"/>
                  <a:pt x="2185808" y="676600"/>
                  <a:pt x="2185808" y="735711"/>
                </a:cubicBezTo>
                <a:lnTo>
                  <a:pt x="2185808" y="791202"/>
                </a:lnTo>
                <a:cubicBezTo>
                  <a:pt x="2185808" y="849711"/>
                  <a:pt x="2156253" y="879871"/>
                  <a:pt x="2097141" y="879871"/>
                </a:cubicBezTo>
                <a:lnTo>
                  <a:pt x="2041649" y="879871"/>
                </a:lnTo>
                <a:close/>
                <a:moveTo>
                  <a:pt x="1685779" y="638600"/>
                </a:moveTo>
                <a:cubicBezTo>
                  <a:pt x="1737050" y="638600"/>
                  <a:pt x="1768415" y="667552"/>
                  <a:pt x="1768415" y="715201"/>
                </a:cubicBezTo>
                <a:lnTo>
                  <a:pt x="1768415" y="811711"/>
                </a:lnTo>
                <a:cubicBezTo>
                  <a:pt x="1768415" y="858758"/>
                  <a:pt x="1737048" y="888315"/>
                  <a:pt x="1685779" y="888315"/>
                </a:cubicBezTo>
                <a:cubicBezTo>
                  <a:pt x="1634510" y="888315"/>
                  <a:pt x="1603145" y="858758"/>
                  <a:pt x="1603145" y="811711"/>
                </a:cubicBezTo>
                <a:lnTo>
                  <a:pt x="1603145" y="715201"/>
                </a:lnTo>
                <a:cubicBezTo>
                  <a:pt x="1603145" y="667552"/>
                  <a:pt x="1634510" y="638600"/>
                  <a:pt x="1685779" y="638600"/>
                </a:cubicBezTo>
                <a:close/>
                <a:moveTo>
                  <a:pt x="1248481" y="638600"/>
                </a:moveTo>
                <a:cubicBezTo>
                  <a:pt x="1299752" y="638600"/>
                  <a:pt x="1331117" y="667552"/>
                  <a:pt x="1331117" y="715201"/>
                </a:cubicBezTo>
                <a:lnTo>
                  <a:pt x="1331117" y="811711"/>
                </a:lnTo>
                <a:cubicBezTo>
                  <a:pt x="1331117" y="858758"/>
                  <a:pt x="1299749" y="888315"/>
                  <a:pt x="1248481" y="888315"/>
                </a:cubicBezTo>
                <a:cubicBezTo>
                  <a:pt x="1197212" y="888315"/>
                  <a:pt x="1165846" y="858758"/>
                  <a:pt x="1165846" y="811711"/>
                </a:cubicBezTo>
                <a:lnTo>
                  <a:pt x="1165846" y="715201"/>
                </a:lnTo>
                <a:cubicBezTo>
                  <a:pt x="1165846" y="667552"/>
                  <a:pt x="1197212" y="638600"/>
                  <a:pt x="1248481" y="638600"/>
                </a:cubicBezTo>
                <a:close/>
                <a:moveTo>
                  <a:pt x="1927044" y="552346"/>
                </a:moveTo>
                <a:lnTo>
                  <a:pt x="1927044" y="974570"/>
                </a:lnTo>
                <a:lnTo>
                  <a:pt x="2097141" y="974570"/>
                </a:lnTo>
                <a:cubicBezTo>
                  <a:pt x="2226825" y="974570"/>
                  <a:pt x="2301618" y="906409"/>
                  <a:pt x="2301618" y="789394"/>
                </a:cubicBezTo>
                <a:lnTo>
                  <a:pt x="2301618" y="737520"/>
                </a:lnTo>
                <a:cubicBezTo>
                  <a:pt x="2301618" y="620504"/>
                  <a:pt x="2226825" y="552346"/>
                  <a:pt x="2097141" y="552346"/>
                </a:cubicBezTo>
                <a:close/>
                <a:moveTo>
                  <a:pt x="2266624" y="552345"/>
                </a:moveTo>
                <a:lnTo>
                  <a:pt x="2420435" y="788790"/>
                </a:lnTo>
                <a:lnTo>
                  <a:pt x="2420435" y="974569"/>
                </a:lnTo>
                <a:lnTo>
                  <a:pt x="2529007" y="974569"/>
                </a:lnTo>
                <a:lnTo>
                  <a:pt x="2529007" y="788790"/>
                </a:lnTo>
                <a:lnTo>
                  <a:pt x="2682817" y="552345"/>
                </a:lnTo>
                <a:lnTo>
                  <a:pt x="2558564" y="552345"/>
                </a:lnTo>
                <a:lnTo>
                  <a:pt x="2477738" y="685042"/>
                </a:lnTo>
                <a:lnTo>
                  <a:pt x="2396307" y="552345"/>
                </a:lnTo>
                <a:close/>
                <a:moveTo>
                  <a:pt x="2694276" y="552345"/>
                </a:moveTo>
                <a:lnTo>
                  <a:pt x="2694276" y="666947"/>
                </a:lnTo>
                <a:lnTo>
                  <a:pt x="2743134" y="666947"/>
                </a:lnTo>
                <a:lnTo>
                  <a:pt x="2710563" y="756821"/>
                </a:lnTo>
                <a:lnTo>
                  <a:pt x="2735293" y="756821"/>
                </a:lnTo>
                <a:lnTo>
                  <a:pt x="2808881" y="657901"/>
                </a:lnTo>
                <a:lnTo>
                  <a:pt x="2808881" y="552345"/>
                </a:lnTo>
                <a:close/>
                <a:moveTo>
                  <a:pt x="539750" y="552345"/>
                </a:moveTo>
                <a:lnTo>
                  <a:pt x="539750" y="974568"/>
                </a:lnTo>
                <a:lnTo>
                  <a:pt x="645307" y="974568"/>
                </a:lnTo>
                <a:lnTo>
                  <a:pt x="645307" y="700726"/>
                </a:lnTo>
                <a:lnTo>
                  <a:pt x="660385" y="763457"/>
                </a:lnTo>
                <a:lnTo>
                  <a:pt x="716483" y="974568"/>
                </a:lnTo>
                <a:lnTo>
                  <a:pt x="827466" y="974568"/>
                </a:lnTo>
                <a:lnTo>
                  <a:pt x="883562" y="763457"/>
                </a:lnTo>
                <a:lnTo>
                  <a:pt x="898643" y="700726"/>
                </a:lnTo>
                <a:lnTo>
                  <a:pt x="898643" y="974568"/>
                </a:lnTo>
                <a:lnTo>
                  <a:pt x="1006610" y="974568"/>
                </a:lnTo>
                <a:lnTo>
                  <a:pt x="1006610" y="552345"/>
                </a:lnTo>
                <a:lnTo>
                  <a:pt x="838323" y="552345"/>
                </a:lnTo>
                <a:lnTo>
                  <a:pt x="785847" y="769489"/>
                </a:lnTo>
                <a:lnTo>
                  <a:pt x="773181" y="829806"/>
                </a:lnTo>
                <a:lnTo>
                  <a:pt x="760513" y="769489"/>
                </a:lnTo>
                <a:lnTo>
                  <a:pt x="708037" y="552345"/>
                </a:lnTo>
                <a:close/>
                <a:moveTo>
                  <a:pt x="1685779" y="545106"/>
                </a:moveTo>
                <a:cubicBezTo>
                  <a:pt x="1561525" y="545106"/>
                  <a:pt x="1487334" y="612662"/>
                  <a:pt x="1487334" y="725456"/>
                </a:cubicBezTo>
                <a:lnTo>
                  <a:pt x="1487334" y="801457"/>
                </a:lnTo>
                <a:cubicBezTo>
                  <a:pt x="1487334" y="914854"/>
                  <a:pt x="1560922" y="981806"/>
                  <a:pt x="1685779" y="981806"/>
                </a:cubicBezTo>
                <a:cubicBezTo>
                  <a:pt x="1810035" y="981806"/>
                  <a:pt x="1884225" y="914251"/>
                  <a:pt x="1884225" y="801457"/>
                </a:cubicBezTo>
                <a:lnTo>
                  <a:pt x="1884225" y="725456"/>
                </a:lnTo>
                <a:cubicBezTo>
                  <a:pt x="1884225" y="612059"/>
                  <a:pt x="1810637" y="545106"/>
                  <a:pt x="1685779" y="545106"/>
                </a:cubicBezTo>
                <a:close/>
                <a:moveTo>
                  <a:pt x="1248481" y="545106"/>
                </a:moveTo>
                <a:cubicBezTo>
                  <a:pt x="1124227" y="545106"/>
                  <a:pt x="1050036" y="612662"/>
                  <a:pt x="1050036" y="725456"/>
                </a:cubicBezTo>
                <a:lnTo>
                  <a:pt x="1050036" y="801457"/>
                </a:lnTo>
                <a:cubicBezTo>
                  <a:pt x="1050036" y="914854"/>
                  <a:pt x="1123624" y="981806"/>
                  <a:pt x="1248481" y="981806"/>
                </a:cubicBezTo>
                <a:cubicBezTo>
                  <a:pt x="1372737" y="981806"/>
                  <a:pt x="1446927" y="914251"/>
                  <a:pt x="1446927" y="801457"/>
                </a:cubicBezTo>
                <a:lnTo>
                  <a:pt x="1446927" y="725456"/>
                </a:lnTo>
                <a:cubicBezTo>
                  <a:pt x="1446927" y="612059"/>
                  <a:pt x="1373339" y="545106"/>
                  <a:pt x="1248481" y="545106"/>
                </a:cubicBezTo>
                <a:close/>
                <a:moveTo>
                  <a:pt x="3000079" y="545106"/>
                </a:moveTo>
                <a:cubicBezTo>
                  <a:pt x="2891506" y="545106"/>
                  <a:pt x="2828172" y="595774"/>
                  <a:pt x="2828172" y="682630"/>
                </a:cubicBezTo>
                <a:cubicBezTo>
                  <a:pt x="2828172" y="773710"/>
                  <a:pt x="2892714" y="799045"/>
                  <a:pt x="2942175" y="806281"/>
                </a:cubicBezTo>
                <a:lnTo>
                  <a:pt x="3018174" y="817743"/>
                </a:lnTo>
                <a:cubicBezTo>
                  <a:pt x="3044112" y="821362"/>
                  <a:pt x="3061604" y="826790"/>
                  <a:pt x="3061604" y="852728"/>
                </a:cubicBezTo>
                <a:cubicBezTo>
                  <a:pt x="3061604" y="875647"/>
                  <a:pt x="3040492" y="887712"/>
                  <a:pt x="3000079" y="887712"/>
                </a:cubicBezTo>
                <a:cubicBezTo>
                  <a:pt x="2956048" y="887712"/>
                  <a:pt x="2937348" y="875044"/>
                  <a:pt x="2937348" y="845489"/>
                </a:cubicBezTo>
                <a:lnTo>
                  <a:pt x="2937348" y="829203"/>
                </a:lnTo>
                <a:lnTo>
                  <a:pt x="2825761" y="829203"/>
                </a:lnTo>
                <a:lnTo>
                  <a:pt x="2825761" y="847901"/>
                </a:lnTo>
                <a:cubicBezTo>
                  <a:pt x="2825761" y="931743"/>
                  <a:pt x="2890301" y="981808"/>
                  <a:pt x="3000079" y="981808"/>
                </a:cubicBezTo>
                <a:cubicBezTo>
                  <a:pt x="3096664" y="981808"/>
                  <a:pt x="3158149" y="942554"/>
                  <a:pt x="3172012" y="874148"/>
                </a:cubicBezTo>
                <a:lnTo>
                  <a:pt x="3175000" y="843076"/>
                </a:lnTo>
                <a:lnTo>
                  <a:pt x="3172125" y="811710"/>
                </a:lnTo>
                <a:cubicBezTo>
                  <a:pt x="3159054" y="745334"/>
                  <a:pt x="3103902" y="725081"/>
                  <a:pt x="3057985" y="718220"/>
                </a:cubicBezTo>
                <a:lnTo>
                  <a:pt x="2982586" y="706758"/>
                </a:lnTo>
                <a:cubicBezTo>
                  <a:pt x="2958461" y="703139"/>
                  <a:pt x="2941572" y="697711"/>
                  <a:pt x="2941572" y="672981"/>
                </a:cubicBezTo>
                <a:cubicBezTo>
                  <a:pt x="2941572" y="650662"/>
                  <a:pt x="2961475" y="639203"/>
                  <a:pt x="3000079" y="639203"/>
                </a:cubicBezTo>
                <a:cubicBezTo>
                  <a:pt x="3041095" y="639203"/>
                  <a:pt x="3058587" y="651265"/>
                  <a:pt x="3058587" y="680219"/>
                </a:cubicBezTo>
                <a:lnTo>
                  <a:pt x="3058587" y="694092"/>
                </a:lnTo>
                <a:lnTo>
                  <a:pt x="3170176" y="694092"/>
                </a:lnTo>
                <a:lnTo>
                  <a:pt x="3170176" y="677806"/>
                </a:lnTo>
                <a:cubicBezTo>
                  <a:pt x="3170176" y="594567"/>
                  <a:pt x="3106842" y="545106"/>
                  <a:pt x="3000079" y="545106"/>
                </a:cubicBezTo>
                <a:close/>
                <a:moveTo>
                  <a:pt x="0" y="0"/>
                </a:moveTo>
                <a:lnTo>
                  <a:pt x="12192000" y="0"/>
                </a:lnTo>
                <a:lnTo>
                  <a:pt x="12192000" y="6857999"/>
                </a:lnTo>
                <a:lnTo>
                  <a:pt x="0" y="6857999"/>
                </a:lnTo>
                <a:close/>
              </a:path>
            </a:pathLst>
          </a:custGeom>
          <a:solidFill>
            <a:srgbClr val="A6A9AA"/>
          </a:solidFill>
        </p:spPr>
        <p:txBody>
          <a:bodyPr wrap="square" rIns="548640" anchor="ctr">
            <a:noAutofit/>
          </a:bodyPr>
          <a:lstStyle>
            <a:lvl1pPr algn="r">
              <a:defRPr>
                <a:solidFill>
                  <a:schemeClr val="tx1"/>
                </a:solidFill>
              </a:defRPr>
            </a:lvl1pPr>
          </a:lstStyle>
          <a:p>
            <a:r>
              <a:rPr lang="en-US"/>
              <a:t>Click icon to add picture</a:t>
            </a:r>
          </a:p>
        </p:txBody>
      </p:sp>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3552825"/>
            <a:ext cx="5441950" cy="2179638"/>
          </a:xfrm>
          <a:prstGeom prst="rect">
            <a:avLst/>
          </a:prstGeom>
        </p:spPr>
        <p:txBody>
          <a:bodyPr anchor="b"/>
          <a:lstStyle>
            <a:lvl1pPr>
              <a:defRPr>
                <a:solidFill>
                  <a:schemeClr val="tx1"/>
                </a:solidFill>
              </a:defRPr>
            </a:lvl1pPr>
          </a:lstStyle>
          <a:p>
            <a:r>
              <a:rPr lang="en-US"/>
              <a:t>Click to edit Master title style</a:t>
            </a:r>
          </a:p>
        </p:txBody>
      </p:sp>
      <p:sp>
        <p:nvSpPr>
          <p:cNvPr id="4" name="Text Placeholder 11">
            <a:extLst>
              <a:ext uri="{FF2B5EF4-FFF2-40B4-BE49-F238E27FC236}">
                <a16:creationId xmlns:a16="http://schemas.microsoft.com/office/drawing/2014/main" id="{6FA1FE30-4DE2-0D36-81F6-894372591DE3}"/>
              </a:ext>
            </a:extLst>
          </p:cNvPr>
          <p:cNvSpPr>
            <a:spLocks noGrp="1"/>
          </p:cNvSpPr>
          <p:nvPr>
            <p:ph type="body" sz="quarter" idx="11" hasCustomPrompt="1"/>
          </p:nvPr>
        </p:nvSpPr>
        <p:spPr>
          <a:xfrm>
            <a:off x="3367089" y="6311900"/>
            <a:ext cx="5445126" cy="269875"/>
          </a:xfrm>
        </p:spPr>
        <p:txBody>
          <a:bodyPr anchor="b">
            <a:normAutofit/>
          </a:bodyPr>
          <a:lstStyle>
            <a:lvl1pPr marL="0" algn="l" defTabSz="914400" rtl="0" eaLnBrk="1" latinLnBrk="0" hangingPunct="1">
              <a:defRPr lang="en-US" sz="1000" b="0" i="0" kern="1200" dirty="0" smtClean="0">
                <a:solidFill>
                  <a:schemeClr val="tx1"/>
                </a:solidFill>
                <a:latin typeface="+mn-lt"/>
                <a:ea typeface="GT America Regular" pitchFamily="2" charset="77"/>
                <a:cs typeface="GT America Regular" pitchFamily="2" charset="77"/>
              </a:defRPr>
            </a:lvl1pPr>
            <a:lvl2pPr>
              <a:defRPr sz="1000"/>
            </a:lvl2pPr>
            <a:lvl3pPr marL="0" indent="0">
              <a:buNone/>
              <a:defRPr sz="1000"/>
            </a:lvl3pPr>
            <a:lvl4pPr marL="0" indent="0">
              <a:defRPr sz="1000"/>
            </a:lvl4pPr>
            <a:lvl5pPr marL="0" indent="0">
              <a:buNone/>
              <a:defRPr sz="1000"/>
            </a:lvl5pPr>
            <a:lvl6pPr marL="0" indent="0">
              <a:defRPr sz="1000"/>
            </a:lvl6pPr>
            <a:lvl7pPr marL="0" indent="0">
              <a:buNone/>
              <a:defRPr sz="1000"/>
            </a:lvl7pPr>
            <a:lvl8pPr marL="0" indent="0">
              <a:defRPr sz="1000"/>
            </a:lvl8pPr>
            <a:lvl9pPr marL="0" indent="0">
              <a:buNone/>
              <a:defRPr sz="1000"/>
            </a:lvl9pPr>
          </a:lstStyle>
          <a:p>
            <a:pPr lvl="0"/>
            <a:r>
              <a:rPr lang="en-US"/>
              <a:t>Title Department</a:t>
            </a:r>
          </a:p>
        </p:txBody>
      </p:sp>
      <p:sp>
        <p:nvSpPr>
          <p:cNvPr id="3" name="Date Placeholder 3">
            <a:extLst>
              <a:ext uri="{FF2B5EF4-FFF2-40B4-BE49-F238E27FC236}">
                <a16:creationId xmlns:a16="http://schemas.microsoft.com/office/drawing/2014/main" id="{6DC47A95-CCFB-A6E7-23DB-287FFF642D6A}"/>
              </a:ext>
            </a:extLst>
          </p:cNvPr>
          <p:cNvSpPr>
            <a:spLocks noGrp="1"/>
          </p:cNvSpPr>
          <p:nvPr>
            <p:ph type="dt" sz="half" idx="2"/>
          </p:nvPr>
        </p:nvSpPr>
        <p:spPr>
          <a:xfrm>
            <a:off x="9013829" y="6311900"/>
            <a:ext cx="2619375" cy="269875"/>
          </a:xfrm>
          <a:prstGeom prst="rect">
            <a:avLst/>
          </a:prstGeom>
        </p:spPr>
        <p:txBody>
          <a:bodyPr vert="horz" lIns="0" tIns="0" rIns="0" bIns="0" rtlCol="0" anchor="b" anchorCtr="0"/>
          <a:lstStyle>
            <a:lvl1pPr algn="r">
              <a:defRPr sz="1000">
                <a:solidFill>
                  <a:schemeClr val="tx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
        <p:nvSpPr>
          <p:cNvPr id="6" name="Text Placeholder 8">
            <a:extLst>
              <a:ext uri="{FF2B5EF4-FFF2-40B4-BE49-F238E27FC236}">
                <a16:creationId xmlns:a16="http://schemas.microsoft.com/office/drawing/2014/main" id="{A16C230C-5691-F970-ED78-91F42403D1D0}"/>
              </a:ext>
            </a:extLst>
          </p:cNvPr>
          <p:cNvSpPr>
            <a:spLocks noGrp="1"/>
          </p:cNvSpPr>
          <p:nvPr>
            <p:ph type="body" sz="quarter" idx="14" hasCustomPrompt="1"/>
          </p:nvPr>
        </p:nvSpPr>
        <p:spPr>
          <a:xfrm>
            <a:off x="6194424" y="696913"/>
            <a:ext cx="5438779" cy="430212"/>
          </a:xfrm>
        </p:spPr>
        <p:txBody>
          <a:bodyPr tIns="91440">
            <a:noAutofit/>
          </a:bodyPr>
          <a:lstStyle>
            <a:lvl1pPr marL="0" indent="0" algn="r">
              <a:buFont typeface="Arial" panose="020B0604020202020204" pitchFamily="34" charset="0"/>
              <a:buNone/>
              <a:defRPr sz="1600" b="1">
                <a:solidFill>
                  <a:schemeClr val="tx1"/>
                </a:solidFill>
              </a:defRPr>
            </a:lvl1pPr>
            <a:lvl2pPr marL="0" indent="0" algn="r">
              <a:buNone/>
              <a:defRPr sz="1600" b="1">
                <a:solidFill>
                  <a:schemeClr val="tx1"/>
                </a:solidFill>
              </a:defRPr>
            </a:lvl2pPr>
            <a:lvl3pPr marL="0" indent="0" algn="r">
              <a:buNone/>
              <a:defRPr sz="1600" b="1">
                <a:solidFill>
                  <a:schemeClr val="tx1"/>
                </a:solidFill>
              </a:defRPr>
            </a:lvl3pPr>
            <a:lvl4pPr marL="0" indent="0" algn="r">
              <a:buNone/>
              <a:defRPr sz="1600" b="1">
                <a:solidFill>
                  <a:schemeClr val="tx1"/>
                </a:solidFill>
              </a:defRPr>
            </a:lvl4pPr>
            <a:lvl5pPr marL="0" indent="0" algn="r">
              <a:buFont typeface="Arial" panose="020B0604020202020204" pitchFamily="34" charset="0"/>
              <a:buNone/>
              <a:defRPr sz="1600" b="1">
                <a:solidFill>
                  <a:schemeClr val="tx1"/>
                </a:solidFill>
              </a:defRPr>
            </a:lvl5pPr>
            <a:lvl6pPr marL="0" indent="0" algn="r">
              <a:buNone/>
              <a:defRPr sz="1600" b="1">
                <a:solidFill>
                  <a:schemeClr val="tx1"/>
                </a:solidFill>
              </a:defRPr>
            </a:lvl6pPr>
            <a:lvl7pPr marL="0" indent="0" algn="r">
              <a:buNone/>
              <a:defRPr sz="1600" b="1">
                <a:solidFill>
                  <a:schemeClr val="tx1"/>
                </a:solidFill>
              </a:defRPr>
            </a:lvl7pPr>
            <a:lvl8pPr marL="0" indent="0" algn="r">
              <a:buNone/>
              <a:defRPr sz="1600" b="1">
                <a:solidFill>
                  <a:schemeClr val="tx1"/>
                </a:solidFill>
              </a:defRPr>
            </a:lvl8pPr>
            <a:lvl9pPr marL="0" indent="0" algn="r">
              <a:buNone/>
              <a:defRPr sz="1600" b="1">
                <a:solidFill>
                  <a:schemeClr val="tx1"/>
                </a:solidFill>
              </a:defRPr>
            </a:lvl9pPr>
          </a:lstStyle>
          <a:p>
            <a:pPr lvl="0"/>
            <a:r>
              <a:rPr lang="en-US"/>
              <a:t>Division / Geography</a:t>
            </a:r>
          </a:p>
        </p:txBody>
      </p:sp>
      <p:sp>
        <p:nvSpPr>
          <p:cNvPr id="11" name="Text Placeholder 12">
            <a:extLst>
              <a:ext uri="{FF2B5EF4-FFF2-40B4-BE49-F238E27FC236}">
                <a16:creationId xmlns:a16="http://schemas.microsoft.com/office/drawing/2014/main" id="{3C21ED02-4A33-6EFD-6724-30A8642C13A3}"/>
              </a:ext>
            </a:extLst>
          </p:cNvPr>
          <p:cNvSpPr>
            <a:spLocks noGrp="1"/>
          </p:cNvSpPr>
          <p:nvPr>
            <p:ph type="body" sz="quarter" idx="99" hasCustomPrompt="1"/>
          </p:nvPr>
        </p:nvSpPr>
        <p:spPr>
          <a:xfrm>
            <a:off x="539750" y="6311900"/>
            <a:ext cx="2619375" cy="269875"/>
          </a:xfrm>
        </p:spPr>
        <p:txBody>
          <a:bodyPr anchor="b">
            <a:noAutofit/>
          </a:bodyPr>
          <a:lstStyle>
            <a:lvl1pPr>
              <a:defRPr sz="1000" b="0"/>
            </a:lvl1pPr>
            <a:lvl2pP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Single presenter</a:t>
            </a:r>
          </a:p>
        </p:txBody>
      </p:sp>
      <p:sp>
        <p:nvSpPr>
          <p:cNvPr id="12" name="Text Placeholder 15">
            <a:extLst>
              <a:ext uri="{FF2B5EF4-FFF2-40B4-BE49-F238E27FC236}">
                <a16:creationId xmlns:a16="http://schemas.microsoft.com/office/drawing/2014/main" id="{DDFCCCE6-1080-7167-2C83-D3BE43A6E107}"/>
              </a:ext>
            </a:extLst>
          </p:cNvPr>
          <p:cNvSpPr>
            <a:spLocks noGrp="1"/>
          </p:cNvSpPr>
          <p:nvPr>
            <p:ph type="body" sz="quarter" idx="100" hasCustomPrompt="1"/>
          </p:nvPr>
        </p:nvSpPr>
        <p:spPr>
          <a:xfrm>
            <a:off x="546099" y="3014450"/>
            <a:ext cx="2615184" cy="281478"/>
          </a:xfrm>
        </p:spPr>
        <p:txBody>
          <a:bodyPr>
            <a:noAutofit/>
          </a:bodyPr>
          <a:lstStyle>
            <a:lvl1pPr>
              <a:defRPr sz="1000"/>
            </a:lvl1pPr>
            <a:lvl2pPr marL="285750" indent="-285750">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1</a:t>
            </a:r>
          </a:p>
        </p:txBody>
      </p:sp>
      <p:sp>
        <p:nvSpPr>
          <p:cNvPr id="13" name="Text Placeholder 17">
            <a:extLst>
              <a:ext uri="{FF2B5EF4-FFF2-40B4-BE49-F238E27FC236}">
                <a16:creationId xmlns:a16="http://schemas.microsoft.com/office/drawing/2014/main" id="{4E920023-5558-3759-D0F7-D4E02260898A}"/>
              </a:ext>
            </a:extLst>
          </p:cNvPr>
          <p:cNvSpPr>
            <a:spLocks noGrp="1"/>
          </p:cNvSpPr>
          <p:nvPr>
            <p:ph type="body" sz="quarter" idx="101" hasCustomPrompt="1"/>
          </p:nvPr>
        </p:nvSpPr>
        <p:spPr>
          <a:xfrm>
            <a:off x="3386138" y="3009900"/>
            <a:ext cx="2615184" cy="286028"/>
          </a:xfrm>
        </p:spPr>
        <p:txBody>
          <a:bodyPr>
            <a:noAutofit/>
          </a:bodyPr>
          <a:lstStyle>
            <a:lvl1pPr>
              <a:defRPr sz="1000"/>
            </a:lvl1pPr>
            <a:lvl2pPr marL="284163" indent="-284163">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2</a:t>
            </a:r>
          </a:p>
        </p:txBody>
      </p:sp>
      <p:sp>
        <p:nvSpPr>
          <p:cNvPr id="14" name="Text Placeholder 19">
            <a:extLst>
              <a:ext uri="{FF2B5EF4-FFF2-40B4-BE49-F238E27FC236}">
                <a16:creationId xmlns:a16="http://schemas.microsoft.com/office/drawing/2014/main" id="{6463DDA5-4241-B62D-0CE3-D5CF7DDC78DE}"/>
              </a:ext>
            </a:extLst>
          </p:cNvPr>
          <p:cNvSpPr>
            <a:spLocks noGrp="1"/>
          </p:cNvSpPr>
          <p:nvPr>
            <p:ph type="body" sz="quarter" idx="102" hasCustomPrompt="1"/>
          </p:nvPr>
        </p:nvSpPr>
        <p:spPr>
          <a:xfrm>
            <a:off x="6194425" y="3009900"/>
            <a:ext cx="2615184" cy="286028"/>
          </a:xfrm>
        </p:spPr>
        <p:txBody>
          <a:bodyPr>
            <a:normAutofit/>
          </a:bodyPr>
          <a:lstStyle>
            <a:lvl1pPr>
              <a:defRPr sz="1000"/>
            </a:lvl1pPr>
            <a:lvl2pPr marL="284163" indent="-284163">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3</a:t>
            </a:r>
          </a:p>
        </p:txBody>
      </p:sp>
    </p:spTree>
    <p:extLst>
      <p:ext uri="{BB962C8B-B14F-4D97-AF65-F5344CB8AC3E}">
        <p14:creationId xmlns:p14="http://schemas.microsoft.com/office/powerpoint/2010/main" val="322622528"/>
      </p:ext>
    </p:extLst>
  </p:cSld>
  <p:clrMapOvr>
    <a:overrideClrMapping bg1="dk1" tx1="lt1" bg2="dk2" tx2="lt2" accent1="accent1" accent2="accent2" accent3="accent3" accent4="accent4" accent5="accent5" accent6="accent6" hlink="hlink" folHlink="folHlink"/>
  </p:clrMapOvr>
</p:sldLayout>
</file>

<file path=ppt/slideLayouts/slideLayout97.xml><?xml version="1.0" encoding="utf-8"?>
<p:sldLayout xmlns:a="http://schemas.openxmlformats.org/drawingml/2006/main" xmlns:r="http://schemas.openxmlformats.org/officeDocument/2006/relationships" xmlns:p="http://schemas.openxmlformats.org/presentationml/2006/main" preserve="1" userDrawn="1">
  <p:cSld name="Cover 5">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3552825"/>
            <a:ext cx="5441950" cy="2179638"/>
          </a:xfrm>
          <a:prstGeom prst="rect">
            <a:avLst/>
          </a:prstGeom>
        </p:spPr>
        <p:txBody>
          <a:bodyPr anchor="b"/>
          <a:lstStyle>
            <a:lvl1pPr>
              <a:defRPr>
                <a:solidFill>
                  <a:schemeClr val="tx1"/>
                </a:solidFill>
              </a:defRPr>
            </a:lvl1pPr>
          </a:lstStyle>
          <a:p>
            <a:r>
              <a:rPr lang="en-US"/>
              <a:t>Click to edit Master title style</a:t>
            </a:r>
          </a:p>
        </p:txBody>
      </p:sp>
      <p:sp>
        <p:nvSpPr>
          <p:cNvPr id="6" name="Freeform 5">
            <a:extLst>
              <a:ext uri="{FF2B5EF4-FFF2-40B4-BE49-F238E27FC236}">
                <a16:creationId xmlns:a16="http://schemas.microsoft.com/office/drawing/2014/main" id="{EBC8BAC9-2F39-70BA-C3AC-DE7DA1042A5B}"/>
              </a:ext>
            </a:extLst>
          </p:cNvPr>
          <p:cNvSpPr/>
          <p:nvPr userDrawn="1"/>
        </p:nvSpPr>
        <p:spPr bwMode="black">
          <a:xfrm>
            <a:off x="539750" y="545106"/>
            <a:ext cx="2635250" cy="436702"/>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solidFill>
                <a:schemeClr val="tx1"/>
              </a:solidFill>
            </a:endParaRPr>
          </a:p>
        </p:txBody>
      </p:sp>
      <p:sp>
        <p:nvSpPr>
          <p:cNvPr id="9" name="Picture Placeholder 8">
            <a:extLst>
              <a:ext uri="{FF2B5EF4-FFF2-40B4-BE49-F238E27FC236}">
                <a16:creationId xmlns:a16="http://schemas.microsoft.com/office/drawing/2014/main" id="{7AC15287-0630-B8DA-C579-8B9B7FB3569E}"/>
              </a:ext>
            </a:extLst>
          </p:cNvPr>
          <p:cNvSpPr>
            <a:spLocks noGrp="1"/>
          </p:cNvSpPr>
          <p:nvPr>
            <p:ph type="pic" sz="quarter" idx="13" hasCustomPrompt="1"/>
          </p:nvPr>
        </p:nvSpPr>
        <p:spPr bwMode="auto">
          <a:xfrm>
            <a:off x="6096000" y="0"/>
            <a:ext cx="2029968" cy="5868988"/>
          </a:xfrm>
          <a:solidFill>
            <a:srgbClr val="A6A9AA"/>
          </a:solidFill>
        </p:spPr>
        <p:txBody>
          <a:bodyPr tIns="731520" anchor="ctr"/>
          <a:lstStyle>
            <a:lvl1pPr algn="ctr">
              <a:defRPr b="0">
                <a:solidFill>
                  <a:schemeClr val="bg1"/>
                </a:solidFill>
                <a:latin typeface="+mn-lt"/>
              </a:defRPr>
            </a:lvl1pPr>
          </a:lstStyle>
          <a:p>
            <a:r>
              <a:rPr lang="en-US"/>
              <a:t>Dynamic slice crop 1</a:t>
            </a:r>
          </a:p>
        </p:txBody>
      </p:sp>
      <p:sp>
        <p:nvSpPr>
          <p:cNvPr id="13" name="Picture Placeholder 8">
            <a:extLst>
              <a:ext uri="{FF2B5EF4-FFF2-40B4-BE49-F238E27FC236}">
                <a16:creationId xmlns:a16="http://schemas.microsoft.com/office/drawing/2014/main" id="{88B0AA94-1619-F4BF-E5D2-311BE603DDAC}"/>
              </a:ext>
            </a:extLst>
          </p:cNvPr>
          <p:cNvSpPr>
            <a:spLocks noGrp="1"/>
          </p:cNvSpPr>
          <p:nvPr>
            <p:ph type="pic" sz="quarter" idx="14" hasCustomPrompt="1"/>
          </p:nvPr>
        </p:nvSpPr>
        <p:spPr bwMode="auto">
          <a:xfrm>
            <a:off x="8132064" y="1422400"/>
            <a:ext cx="2029968" cy="5434765"/>
          </a:xfrm>
          <a:solidFill>
            <a:srgbClr val="A6A9AA"/>
          </a:solidFill>
        </p:spPr>
        <p:txBody>
          <a:bodyPr tIns="731520" anchor="ctr"/>
          <a:lstStyle>
            <a:lvl1pPr algn="ctr">
              <a:defRPr b="0">
                <a:solidFill>
                  <a:schemeClr val="bg1"/>
                </a:solidFill>
                <a:latin typeface="+mn-lt"/>
              </a:defRPr>
            </a:lvl1pPr>
          </a:lstStyle>
          <a:p>
            <a:r>
              <a:rPr lang="en-US"/>
              <a:t>Dynamic slice crop 2</a:t>
            </a:r>
          </a:p>
        </p:txBody>
      </p:sp>
      <p:sp>
        <p:nvSpPr>
          <p:cNvPr id="15" name="Picture Placeholder 8">
            <a:extLst>
              <a:ext uri="{FF2B5EF4-FFF2-40B4-BE49-F238E27FC236}">
                <a16:creationId xmlns:a16="http://schemas.microsoft.com/office/drawing/2014/main" id="{D814C211-DBD2-6DA0-0A9F-8BF774A63EE4}"/>
              </a:ext>
            </a:extLst>
          </p:cNvPr>
          <p:cNvSpPr>
            <a:spLocks noGrp="1"/>
          </p:cNvSpPr>
          <p:nvPr>
            <p:ph type="pic" sz="quarter" idx="15" hasCustomPrompt="1"/>
          </p:nvPr>
        </p:nvSpPr>
        <p:spPr bwMode="auto">
          <a:xfrm>
            <a:off x="10162032" y="1"/>
            <a:ext cx="2029968" cy="4419599"/>
          </a:xfrm>
          <a:solidFill>
            <a:srgbClr val="A6A9AA"/>
          </a:solidFill>
        </p:spPr>
        <p:txBody>
          <a:bodyPr tIns="731520" anchor="ctr"/>
          <a:lstStyle>
            <a:lvl1pPr algn="ctr">
              <a:defRPr b="0">
                <a:solidFill>
                  <a:schemeClr val="bg1"/>
                </a:solidFill>
                <a:latin typeface="+mn-lt"/>
              </a:defRPr>
            </a:lvl1pPr>
          </a:lstStyle>
          <a:p>
            <a:r>
              <a:rPr lang="en-US"/>
              <a:t>Dynamic slice crop 3</a:t>
            </a:r>
          </a:p>
        </p:txBody>
      </p:sp>
      <p:sp>
        <p:nvSpPr>
          <p:cNvPr id="4" name="Text Placeholder 11">
            <a:extLst>
              <a:ext uri="{FF2B5EF4-FFF2-40B4-BE49-F238E27FC236}">
                <a16:creationId xmlns:a16="http://schemas.microsoft.com/office/drawing/2014/main" id="{662F28CC-4FDC-6231-81B1-808636A2AFE1}"/>
              </a:ext>
            </a:extLst>
          </p:cNvPr>
          <p:cNvSpPr>
            <a:spLocks noGrp="1"/>
          </p:cNvSpPr>
          <p:nvPr>
            <p:ph type="body" sz="quarter" idx="11" hasCustomPrompt="1"/>
          </p:nvPr>
        </p:nvSpPr>
        <p:spPr>
          <a:xfrm>
            <a:off x="3367089" y="6311900"/>
            <a:ext cx="5445126" cy="269875"/>
          </a:xfrm>
        </p:spPr>
        <p:txBody>
          <a:bodyPr anchor="b">
            <a:normAutofit/>
          </a:bodyPr>
          <a:lstStyle>
            <a:lvl1pPr marL="0" algn="l" defTabSz="914400" rtl="0" eaLnBrk="1" latinLnBrk="0" hangingPunct="1">
              <a:defRPr lang="en-US" sz="1000" b="0" i="0" kern="1200" dirty="0" smtClean="0">
                <a:solidFill>
                  <a:schemeClr val="tx1"/>
                </a:solidFill>
                <a:latin typeface="+mn-lt"/>
                <a:ea typeface="GT America Regular" pitchFamily="2" charset="77"/>
                <a:cs typeface="GT America Regular" pitchFamily="2" charset="77"/>
              </a:defRPr>
            </a:lvl1pPr>
            <a:lvl2pPr>
              <a:defRPr sz="1000"/>
            </a:lvl2pPr>
            <a:lvl3pPr marL="0" indent="0">
              <a:buNone/>
              <a:defRPr sz="1000"/>
            </a:lvl3pPr>
            <a:lvl4pPr marL="0" indent="0">
              <a:defRPr sz="1000"/>
            </a:lvl4pPr>
            <a:lvl5pPr marL="0" indent="0">
              <a:buNone/>
              <a:defRPr sz="1000"/>
            </a:lvl5pPr>
            <a:lvl6pPr marL="0" indent="0">
              <a:defRPr sz="1000"/>
            </a:lvl6pPr>
            <a:lvl7pPr marL="0" indent="0">
              <a:buNone/>
              <a:defRPr sz="1000"/>
            </a:lvl7pPr>
            <a:lvl8pPr marL="0" indent="0">
              <a:defRPr sz="1000"/>
            </a:lvl8pPr>
            <a:lvl9pPr marL="0" indent="0">
              <a:buNone/>
              <a:defRPr sz="1000"/>
            </a:lvl9pPr>
          </a:lstStyle>
          <a:p>
            <a:pPr lvl="0"/>
            <a:r>
              <a:rPr lang="en-US"/>
              <a:t>Title Department</a:t>
            </a:r>
          </a:p>
        </p:txBody>
      </p:sp>
      <p:sp>
        <p:nvSpPr>
          <p:cNvPr id="3" name="Date Placeholder 3">
            <a:extLst>
              <a:ext uri="{FF2B5EF4-FFF2-40B4-BE49-F238E27FC236}">
                <a16:creationId xmlns:a16="http://schemas.microsoft.com/office/drawing/2014/main" id="{4E4E5E40-9936-2B1A-A957-B3832110D191}"/>
              </a:ext>
            </a:extLst>
          </p:cNvPr>
          <p:cNvSpPr>
            <a:spLocks noGrp="1"/>
          </p:cNvSpPr>
          <p:nvPr>
            <p:ph type="dt" sz="half" idx="2"/>
          </p:nvPr>
        </p:nvSpPr>
        <p:spPr>
          <a:xfrm>
            <a:off x="9013829" y="6311900"/>
            <a:ext cx="2619375" cy="269875"/>
          </a:xfrm>
          <a:prstGeom prst="rect">
            <a:avLst/>
          </a:prstGeom>
        </p:spPr>
        <p:txBody>
          <a:bodyPr vert="horz" lIns="0" tIns="0" rIns="0" bIns="0" rtlCol="0" anchor="b" anchorCtr="0"/>
          <a:lstStyle>
            <a:lvl1pPr algn="r">
              <a:defRPr sz="1000">
                <a:solidFill>
                  <a:schemeClr val="tx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
        <p:nvSpPr>
          <p:cNvPr id="11" name="Text Placeholder 12">
            <a:extLst>
              <a:ext uri="{FF2B5EF4-FFF2-40B4-BE49-F238E27FC236}">
                <a16:creationId xmlns:a16="http://schemas.microsoft.com/office/drawing/2014/main" id="{2831160B-5FF4-1736-F0D0-4A4677891D9D}"/>
              </a:ext>
            </a:extLst>
          </p:cNvPr>
          <p:cNvSpPr>
            <a:spLocks noGrp="1"/>
          </p:cNvSpPr>
          <p:nvPr>
            <p:ph type="body" sz="quarter" idx="99" hasCustomPrompt="1"/>
          </p:nvPr>
        </p:nvSpPr>
        <p:spPr>
          <a:xfrm>
            <a:off x="539750" y="6311900"/>
            <a:ext cx="2619375" cy="269875"/>
          </a:xfrm>
        </p:spPr>
        <p:txBody>
          <a:bodyPr anchor="b">
            <a:noAutofit/>
          </a:bodyPr>
          <a:lstStyle>
            <a:lvl1pPr>
              <a:defRPr sz="1000" b="0"/>
            </a:lvl1pPr>
            <a:lvl2pP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Single presenter</a:t>
            </a:r>
          </a:p>
        </p:txBody>
      </p:sp>
      <p:sp>
        <p:nvSpPr>
          <p:cNvPr id="12" name="Text Placeholder 15">
            <a:extLst>
              <a:ext uri="{FF2B5EF4-FFF2-40B4-BE49-F238E27FC236}">
                <a16:creationId xmlns:a16="http://schemas.microsoft.com/office/drawing/2014/main" id="{CF96A1AB-78C0-6521-B97B-BDB3F01285A2}"/>
              </a:ext>
            </a:extLst>
          </p:cNvPr>
          <p:cNvSpPr>
            <a:spLocks noGrp="1"/>
          </p:cNvSpPr>
          <p:nvPr>
            <p:ph type="body" sz="quarter" idx="100" hasCustomPrompt="1"/>
          </p:nvPr>
        </p:nvSpPr>
        <p:spPr>
          <a:xfrm>
            <a:off x="559816" y="1717185"/>
            <a:ext cx="2615184" cy="281478"/>
          </a:xfrm>
        </p:spPr>
        <p:txBody>
          <a:bodyPr>
            <a:noAutofit/>
          </a:bodyPr>
          <a:lstStyle>
            <a:lvl1pPr>
              <a:defRPr sz="1000"/>
            </a:lvl1pPr>
            <a:lvl2pPr marL="285750" indent="-285750">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1</a:t>
            </a:r>
          </a:p>
        </p:txBody>
      </p:sp>
      <p:sp>
        <p:nvSpPr>
          <p:cNvPr id="14" name="Text Placeholder 17">
            <a:extLst>
              <a:ext uri="{FF2B5EF4-FFF2-40B4-BE49-F238E27FC236}">
                <a16:creationId xmlns:a16="http://schemas.microsoft.com/office/drawing/2014/main" id="{E8D27B1D-88E9-5CC5-DDCC-40CEA313B46B}"/>
              </a:ext>
            </a:extLst>
          </p:cNvPr>
          <p:cNvSpPr>
            <a:spLocks noGrp="1"/>
          </p:cNvSpPr>
          <p:nvPr>
            <p:ph type="body" sz="quarter" idx="101" hasCustomPrompt="1"/>
          </p:nvPr>
        </p:nvSpPr>
        <p:spPr>
          <a:xfrm>
            <a:off x="559816" y="2284135"/>
            <a:ext cx="2615184" cy="286028"/>
          </a:xfrm>
        </p:spPr>
        <p:txBody>
          <a:bodyPr>
            <a:noAutofit/>
          </a:bodyPr>
          <a:lstStyle>
            <a:lvl1pPr>
              <a:defRPr sz="1000"/>
            </a:lvl1pPr>
            <a:lvl2pPr marL="284163" indent="-284163">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2</a:t>
            </a:r>
          </a:p>
        </p:txBody>
      </p:sp>
      <p:sp>
        <p:nvSpPr>
          <p:cNvPr id="16" name="Text Placeholder 19">
            <a:extLst>
              <a:ext uri="{FF2B5EF4-FFF2-40B4-BE49-F238E27FC236}">
                <a16:creationId xmlns:a16="http://schemas.microsoft.com/office/drawing/2014/main" id="{B7AFFEB9-D67F-9298-FCF9-0054A5CB24FB}"/>
              </a:ext>
            </a:extLst>
          </p:cNvPr>
          <p:cNvSpPr>
            <a:spLocks noGrp="1"/>
          </p:cNvSpPr>
          <p:nvPr>
            <p:ph type="body" sz="quarter" idx="102" hasCustomPrompt="1"/>
          </p:nvPr>
        </p:nvSpPr>
        <p:spPr>
          <a:xfrm>
            <a:off x="559816" y="2857474"/>
            <a:ext cx="2615184" cy="286028"/>
          </a:xfrm>
        </p:spPr>
        <p:txBody>
          <a:bodyPr>
            <a:normAutofit/>
          </a:bodyPr>
          <a:lstStyle>
            <a:lvl1pPr>
              <a:defRPr sz="1000"/>
            </a:lvl1pPr>
            <a:lvl2pPr marL="284163" indent="-284163">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3</a:t>
            </a:r>
          </a:p>
        </p:txBody>
      </p:sp>
    </p:spTree>
    <p:extLst>
      <p:ext uri="{BB962C8B-B14F-4D97-AF65-F5344CB8AC3E}">
        <p14:creationId xmlns:p14="http://schemas.microsoft.com/office/powerpoint/2010/main" val="416599679"/>
      </p:ext>
    </p:extLst>
  </p:cSld>
  <p:clrMapOvr>
    <a:overrideClrMapping bg1="dk1" tx1="lt1" bg2="dk2" tx2="lt2" accent1="accent1" accent2="accent2" accent3="accent3" accent4="accent4" accent5="accent5" accent6="accent6" hlink="hlink" folHlink="folHlink"/>
  </p:clrMapOvr>
</p:sldLayout>
</file>

<file path=ppt/slideLayouts/slideLayout98.xml><?xml version="1.0" encoding="utf-8"?>
<p:sldLayout xmlns:a="http://schemas.openxmlformats.org/drawingml/2006/main" xmlns:r="http://schemas.openxmlformats.org/officeDocument/2006/relationships" xmlns:p="http://schemas.openxmlformats.org/presentationml/2006/main" preserve="1" userDrawn="1">
  <p:cSld name="Cover 6">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3552825"/>
            <a:ext cx="5441950" cy="2179638"/>
          </a:xfrm>
          <a:prstGeom prst="rect">
            <a:avLst/>
          </a:prstGeom>
        </p:spPr>
        <p:txBody>
          <a:bodyPr anchor="b"/>
          <a:lstStyle>
            <a:lvl1pPr>
              <a:defRPr>
                <a:solidFill>
                  <a:schemeClr val="tx1"/>
                </a:solidFill>
              </a:defRPr>
            </a:lvl1pPr>
          </a:lstStyle>
          <a:p>
            <a:r>
              <a:rPr lang="en-US"/>
              <a:t>Click to edit Master title style</a:t>
            </a:r>
          </a:p>
        </p:txBody>
      </p:sp>
      <p:sp>
        <p:nvSpPr>
          <p:cNvPr id="6" name="Freeform 5">
            <a:extLst>
              <a:ext uri="{FF2B5EF4-FFF2-40B4-BE49-F238E27FC236}">
                <a16:creationId xmlns:a16="http://schemas.microsoft.com/office/drawing/2014/main" id="{EBC8BAC9-2F39-70BA-C3AC-DE7DA1042A5B}"/>
              </a:ext>
            </a:extLst>
          </p:cNvPr>
          <p:cNvSpPr/>
          <p:nvPr userDrawn="1"/>
        </p:nvSpPr>
        <p:spPr bwMode="black">
          <a:xfrm>
            <a:off x="539750" y="545106"/>
            <a:ext cx="2635250" cy="436702"/>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solidFill>
                <a:schemeClr val="tx1"/>
              </a:solidFill>
            </a:endParaRPr>
          </a:p>
        </p:txBody>
      </p:sp>
      <p:sp>
        <p:nvSpPr>
          <p:cNvPr id="4" name="Text Placeholder 11">
            <a:extLst>
              <a:ext uri="{FF2B5EF4-FFF2-40B4-BE49-F238E27FC236}">
                <a16:creationId xmlns:a16="http://schemas.microsoft.com/office/drawing/2014/main" id="{6FA1FE30-4DE2-0D36-81F6-894372591DE3}"/>
              </a:ext>
            </a:extLst>
          </p:cNvPr>
          <p:cNvSpPr>
            <a:spLocks noGrp="1"/>
          </p:cNvSpPr>
          <p:nvPr>
            <p:ph type="body" sz="quarter" idx="11" hasCustomPrompt="1"/>
          </p:nvPr>
        </p:nvSpPr>
        <p:spPr>
          <a:xfrm>
            <a:off x="3367089" y="6311900"/>
            <a:ext cx="2624136" cy="269875"/>
          </a:xfrm>
        </p:spPr>
        <p:txBody>
          <a:bodyPr anchor="b">
            <a:normAutofit/>
          </a:bodyPr>
          <a:lstStyle>
            <a:lvl1pPr marL="0" algn="l" defTabSz="914400" rtl="0" eaLnBrk="1" latinLnBrk="0" hangingPunct="1">
              <a:defRPr lang="en-US" sz="1000" b="0" i="0" kern="1200" dirty="0" smtClean="0">
                <a:solidFill>
                  <a:schemeClr val="tx1"/>
                </a:solidFill>
                <a:latin typeface="+mn-lt"/>
                <a:ea typeface="GT America Regular" pitchFamily="2" charset="77"/>
                <a:cs typeface="GT America Regular" pitchFamily="2" charset="77"/>
              </a:defRPr>
            </a:lvl1pPr>
            <a:lvl2pPr>
              <a:defRPr sz="1000"/>
            </a:lvl2pPr>
            <a:lvl3pPr marL="0" indent="0">
              <a:buNone/>
              <a:defRPr sz="1000"/>
            </a:lvl3pPr>
            <a:lvl4pPr marL="0" indent="0">
              <a:defRPr sz="1000"/>
            </a:lvl4pPr>
            <a:lvl5pPr marL="0" indent="0">
              <a:buNone/>
              <a:defRPr sz="1000"/>
            </a:lvl5pPr>
            <a:lvl6pPr marL="0" indent="0">
              <a:defRPr sz="1000"/>
            </a:lvl6pPr>
            <a:lvl7pPr marL="0" indent="0">
              <a:buNone/>
              <a:defRPr sz="1000"/>
            </a:lvl7pPr>
            <a:lvl8pPr marL="0" indent="0">
              <a:defRPr sz="1000"/>
            </a:lvl8pPr>
            <a:lvl9pPr marL="0" indent="0">
              <a:buNone/>
              <a:defRPr sz="1000"/>
            </a:lvl9pPr>
          </a:lstStyle>
          <a:p>
            <a:pPr lvl="0"/>
            <a:r>
              <a:rPr lang="en-US"/>
              <a:t>Title Department</a:t>
            </a:r>
          </a:p>
        </p:txBody>
      </p:sp>
      <p:sp>
        <p:nvSpPr>
          <p:cNvPr id="8" name="Picture Placeholder 9">
            <a:extLst>
              <a:ext uri="{FF2B5EF4-FFF2-40B4-BE49-F238E27FC236}">
                <a16:creationId xmlns:a16="http://schemas.microsoft.com/office/drawing/2014/main" id="{4DFF5D06-761A-8209-6035-68AC3551CA5A}"/>
              </a:ext>
            </a:extLst>
          </p:cNvPr>
          <p:cNvSpPr>
            <a:spLocks noGrp="1"/>
          </p:cNvSpPr>
          <p:nvPr>
            <p:ph type="pic" sz="quarter" idx="13" hasCustomPrompt="1"/>
          </p:nvPr>
        </p:nvSpPr>
        <p:spPr>
          <a:xfrm>
            <a:off x="6096000" y="2425700"/>
            <a:ext cx="2029968" cy="4432300"/>
          </a:xfrm>
          <a:solidFill>
            <a:srgbClr val="A6A9AA"/>
          </a:solidFill>
        </p:spPr>
        <p:txBody>
          <a:bodyPr tIns="548640" anchor="ctr"/>
          <a:lstStyle>
            <a:lvl1pPr algn="ctr">
              <a:defRPr b="0">
                <a:solidFill>
                  <a:schemeClr val="tx2"/>
                </a:solidFill>
                <a:latin typeface="+mn-lt"/>
              </a:defRPr>
            </a:lvl1pPr>
          </a:lstStyle>
          <a:p>
            <a:r>
              <a:rPr lang="en-US"/>
              <a:t>Dynamic slice crop 1</a:t>
            </a:r>
          </a:p>
        </p:txBody>
      </p:sp>
      <p:sp>
        <p:nvSpPr>
          <p:cNvPr id="9" name="Picture Placeholder 9">
            <a:extLst>
              <a:ext uri="{FF2B5EF4-FFF2-40B4-BE49-F238E27FC236}">
                <a16:creationId xmlns:a16="http://schemas.microsoft.com/office/drawing/2014/main" id="{A06D238C-D66D-D54D-25CD-678D0ECC7E53}"/>
              </a:ext>
            </a:extLst>
          </p:cNvPr>
          <p:cNvSpPr>
            <a:spLocks noGrp="1"/>
          </p:cNvSpPr>
          <p:nvPr>
            <p:ph type="pic" sz="quarter" idx="14" hasCustomPrompt="1"/>
          </p:nvPr>
        </p:nvSpPr>
        <p:spPr>
          <a:xfrm>
            <a:off x="8125968" y="0"/>
            <a:ext cx="4066032" cy="4567237"/>
          </a:xfrm>
          <a:solidFill>
            <a:srgbClr val="A6A9AA"/>
          </a:solidFill>
        </p:spPr>
        <p:txBody>
          <a:bodyPr tIns="548640" anchor="ctr"/>
          <a:lstStyle>
            <a:lvl1pPr algn="ctr">
              <a:defRPr b="0">
                <a:solidFill>
                  <a:schemeClr val="tx2"/>
                </a:solidFill>
                <a:latin typeface="+mn-lt"/>
              </a:defRPr>
            </a:lvl1pPr>
          </a:lstStyle>
          <a:p>
            <a:pPr marL="0" marR="0" lvl="0" indent="0" algn="ctr" defTabSz="914400" rtl="0" eaLnBrk="1" fontAlgn="auto" latinLnBrk="0" hangingPunct="1">
              <a:lnSpc>
                <a:spcPct val="101000"/>
              </a:lnSpc>
              <a:spcBef>
                <a:spcPts val="0"/>
              </a:spcBef>
              <a:spcAft>
                <a:spcPts val="600"/>
              </a:spcAft>
              <a:buClrTx/>
              <a:buSzTx/>
              <a:buFont typeface="GT America Regular"/>
              <a:buNone/>
              <a:tabLst/>
              <a:defRPr/>
            </a:pPr>
            <a:r>
              <a:rPr lang="en-US"/>
              <a:t>Dynamic slice crop 2</a:t>
            </a:r>
          </a:p>
        </p:txBody>
      </p:sp>
      <p:sp>
        <p:nvSpPr>
          <p:cNvPr id="3" name="Date Placeholder 3">
            <a:extLst>
              <a:ext uri="{FF2B5EF4-FFF2-40B4-BE49-F238E27FC236}">
                <a16:creationId xmlns:a16="http://schemas.microsoft.com/office/drawing/2014/main" id="{0C3AF8AB-703B-6EF3-1025-97479D9CF493}"/>
              </a:ext>
            </a:extLst>
          </p:cNvPr>
          <p:cNvSpPr>
            <a:spLocks noGrp="1"/>
          </p:cNvSpPr>
          <p:nvPr>
            <p:ph type="dt" sz="half" idx="2"/>
          </p:nvPr>
        </p:nvSpPr>
        <p:spPr>
          <a:xfrm>
            <a:off x="9013829" y="6311900"/>
            <a:ext cx="2619375" cy="269875"/>
          </a:xfrm>
          <a:prstGeom prst="rect">
            <a:avLst/>
          </a:prstGeom>
        </p:spPr>
        <p:txBody>
          <a:bodyPr vert="horz" lIns="0" tIns="0" rIns="0" bIns="0" rtlCol="0" anchor="b" anchorCtr="0"/>
          <a:lstStyle>
            <a:lvl1pPr algn="r">
              <a:defRPr sz="1000">
                <a:solidFill>
                  <a:schemeClr val="tx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
        <p:nvSpPr>
          <p:cNvPr id="12" name="Text Placeholder 12">
            <a:extLst>
              <a:ext uri="{FF2B5EF4-FFF2-40B4-BE49-F238E27FC236}">
                <a16:creationId xmlns:a16="http://schemas.microsoft.com/office/drawing/2014/main" id="{EDF60DF2-B8E2-23E1-0952-91B36AE41896}"/>
              </a:ext>
            </a:extLst>
          </p:cNvPr>
          <p:cNvSpPr>
            <a:spLocks noGrp="1"/>
          </p:cNvSpPr>
          <p:nvPr>
            <p:ph type="body" sz="quarter" idx="99" hasCustomPrompt="1"/>
          </p:nvPr>
        </p:nvSpPr>
        <p:spPr>
          <a:xfrm>
            <a:off x="539750" y="6311900"/>
            <a:ext cx="2619375" cy="269875"/>
          </a:xfrm>
        </p:spPr>
        <p:txBody>
          <a:bodyPr anchor="b">
            <a:noAutofit/>
          </a:bodyPr>
          <a:lstStyle>
            <a:lvl1pPr>
              <a:defRPr sz="1000" b="0"/>
            </a:lvl1pPr>
            <a:lvl2pP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Single presenter</a:t>
            </a:r>
          </a:p>
        </p:txBody>
      </p:sp>
      <p:sp>
        <p:nvSpPr>
          <p:cNvPr id="13" name="Text Placeholder 15">
            <a:extLst>
              <a:ext uri="{FF2B5EF4-FFF2-40B4-BE49-F238E27FC236}">
                <a16:creationId xmlns:a16="http://schemas.microsoft.com/office/drawing/2014/main" id="{83A399C3-4B34-EF9D-F98F-879132EB60BE}"/>
              </a:ext>
            </a:extLst>
          </p:cNvPr>
          <p:cNvSpPr>
            <a:spLocks noGrp="1"/>
          </p:cNvSpPr>
          <p:nvPr>
            <p:ph type="body" sz="quarter" idx="100" hasCustomPrompt="1"/>
          </p:nvPr>
        </p:nvSpPr>
        <p:spPr>
          <a:xfrm>
            <a:off x="559816" y="1717185"/>
            <a:ext cx="2615184" cy="281478"/>
          </a:xfrm>
        </p:spPr>
        <p:txBody>
          <a:bodyPr>
            <a:noAutofit/>
          </a:bodyPr>
          <a:lstStyle>
            <a:lvl1pPr>
              <a:defRPr sz="1000"/>
            </a:lvl1pPr>
            <a:lvl2pPr marL="285750" indent="-285750">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1</a:t>
            </a:r>
          </a:p>
        </p:txBody>
      </p:sp>
      <p:sp>
        <p:nvSpPr>
          <p:cNvPr id="14" name="Text Placeholder 17">
            <a:extLst>
              <a:ext uri="{FF2B5EF4-FFF2-40B4-BE49-F238E27FC236}">
                <a16:creationId xmlns:a16="http://schemas.microsoft.com/office/drawing/2014/main" id="{04311926-1FA1-54E9-A566-1E93D701E606}"/>
              </a:ext>
            </a:extLst>
          </p:cNvPr>
          <p:cNvSpPr>
            <a:spLocks noGrp="1"/>
          </p:cNvSpPr>
          <p:nvPr>
            <p:ph type="body" sz="quarter" idx="101" hasCustomPrompt="1"/>
          </p:nvPr>
        </p:nvSpPr>
        <p:spPr>
          <a:xfrm>
            <a:off x="559816" y="2284135"/>
            <a:ext cx="2615184" cy="286028"/>
          </a:xfrm>
        </p:spPr>
        <p:txBody>
          <a:bodyPr>
            <a:noAutofit/>
          </a:bodyPr>
          <a:lstStyle>
            <a:lvl1pPr>
              <a:defRPr sz="1000"/>
            </a:lvl1pPr>
            <a:lvl2pPr marL="284163" indent="-284163">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2</a:t>
            </a:r>
          </a:p>
        </p:txBody>
      </p:sp>
      <p:sp>
        <p:nvSpPr>
          <p:cNvPr id="15" name="Text Placeholder 19">
            <a:extLst>
              <a:ext uri="{FF2B5EF4-FFF2-40B4-BE49-F238E27FC236}">
                <a16:creationId xmlns:a16="http://schemas.microsoft.com/office/drawing/2014/main" id="{C7A7ABC1-D1E0-552E-EE6B-7B417C789504}"/>
              </a:ext>
            </a:extLst>
          </p:cNvPr>
          <p:cNvSpPr>
            <a:spLocks noGrp="1"/>
          </p:cNvSpPr>
          <p:nvPr>
            <p:ph type="body" sz="quarter" idx="102" hasCustomPrompt="1"/>
          </p:nvPr>
        </p:nvSpPr>
        <p:spPr>
          <a:xfrm>
            <a:off x="559816" y="2857474"/>
            <a:ext cx="2615184" cy="286028"/>
          </a:xfrm>
        </p:spPr>
        <p:txBody>
          <a:bodyPr>
            <a:normAutofit/>
          </a:bodyPr>
          <a:lstStyle>
            <a:lvl1pPr>
              <a:defRPr sz="1000"/>
            </a:lvl1pPr>
            <a:lvl2pPr marL="284163" indent="-284163">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3</a:t>
            </a:r>
          </a:p>
        </p:txBody>
      </p:sp>
    </p:spTree>
    <p:extLst>
      <p:ext uri="{BB962C8B-B14F-4D97-AF65-F5344CB8AC3E}">
        <p14:creationId xmlns:p14="http://schemas.microsoft.com/office/powerpoint/2010/main" val="2688209817"/>
      </p:ext>
    </p:extLst>
  </p:cSld>
  <p:clrMapOvr>
    <a:overrideClrMapping bg1="dk1" tx1="lt1" bg2="dk2" tx2="lt2" accent1="accent1" accent2="accent2" accent3="accent3" accent4="accent4" accent5="accent5" accent6="accent6" hlink="hlink" folHlink="folHlink"/>
  </p:clrMapOvr>
</p:sldLayout>
</file>

<file path=ppt/slideLayouts/slideLayout99.xml><?xml version="1.0" encoding="utf-8"?>
<p:sldLayout xmlns:a="http://schemas.openxmlformats.org/drawingml/2006/main" xmlns:r="http://schemas.openxmlformats.org/officeDocument/2006/relationships" xmlns:p="http://schemas.openxmlformats.org/presentationml/2006/main" preserve="1" userDrawn="1">
  <p:cSld name="Agenda 1">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55127C53-C848-5C29-009F-006AB168562E}"/>
              </a:ext>
            </a:extLst>
          </p:cNvPr>
          <p:cNvSpPr/>
          <p:nvPr/>
        </p:nvSpPr>
        <p:spPr bwMode="hidden">
          <a:xfrm>
            <a:off x="0" y="0"/>
            <a:ext cx="6096000"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 name="Picture 9" descr="A blue and black background&#10;&#10;Description automatically generated">
            <a:extLst>
              <a:ext uri="{FF2B5EF4-FFF2-40B4-BE49-F238E27FC236}">
                <a16:creationId xmlns:a16="http://schemas.microsoft.com/office/drawing/2014/main" id="{CFF49F27-390A-B9BC-E6E4-8A08407B6C31}"/>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hidden">
          <a:xfrm>
            <a:off x="0" y="0"/>
            <a:ext cx="6095999" cy="6845300"/>
          </a:xfrm>
          <a:prstGeom prst="rect">
            <a:avLst/>
          </a:prstGeom>
        </p:spPr>
      </p:pic>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a:xfrm>
            <a:off x="6210302" y="6311900"/>
            <a:ext cx="4008435" cy="269875"/>
          </a:xfrm>
        </p:spPr>
        <p:txBody>
          <a:bodyPr/>
          <a:lstStyle/>
          <a:p>
            <a:r>
              <a:rPr lang="en-US"/>
              <a:t>SG Product Update</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6" name="Freeform 5">
            <a:extLst>
              <a:ext uri="{FF2B5EF4-FFF2-40B4-BE49-F238E27FC236}">
                <a16:creationId xmlns:a16="http://schemas.microsoft.com/office/drawing/2014/main" id="{5BCC6303-B8A8-E0F3-1B26-45B29EE4DC62}"/>
              </a:ext>
            </a:extLst>
          </p:cNvPr>
          <p:cNvSpPr/>
          <p:nvPr/>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4" name="Table Placeholder 13">
            <a:extLst>
              <a:ext uri="{FF2B5EF4-FFF2-40B4-BE49-F238E27FC236}">
                <a16:creationId xmlns:a16="http://schemas.microsoft.com/office/drawing/2014/main" id="{5002590A-F907-AAD8-7A39-3B1BC429EBA8}"/>
              </a:ext>
            </a:extLst>
          </p:cNvPr>
          <p:cNvSpPr>
            <a:spLocks noGrp="1"/>
          </p:cNvSpPr>
          <p:nvPr>
            <p:ph type="tbl" sz="quarter" idx="13"/>
          </p:nvPr>
        </p:nvSpPr>
        <p:spPr>
          <a:xfrm>
            <a:off x="6194426" y="552450"/>
            <a:ext cx="5443536" cy="5467349"/>
          </a:xfrm>
        </p:spPr>
        <p:txBody>
          <a:bodyPr/>
          <a:lstStyle/>
          <a:p>
            <a:r>
              <a:rPr lang="en-US"/>
              <a:t>Click icon to add table</a:t>
            </a:r>
          </a:p>
        </p:txBody>
      </p:sp>
      <p:sp>
        <p:nvSpPr>
          <p:cNvPr id="2" name="Title 1">
            <a:extLst>
              <a:ext uri="{FF2B5EF4-FFF2-40B4-BE49-F238E27FC236}">
                <a16:creationId xmlns:a16="http://schemas.microsoft.com/office/drawing/2014/main" id="{F6F0AFB7-EC79-4E82-2106-075F8224E949}"/>
              </a:ext>
            </a:extLst>
          </p:cNvPr>
          <p:cNvSpPr>
            <a:spLocks noGrp="1"/>
          </p:cNvSpPr>
          <p:nvPr>
            <p:ph type="title" hasCustomPrompt="1"/>
          </p:nvPr>
        </p:nvSpPr>
        <p:spPr>
          <a:xfrm>
            <a:off x="0" y="548640"/>
            <a:ext cx="1958975" cy="5037773"/>
          </a:xfrm>
        </p:spPr>
        <p:txBody>
          <a:bodyPr vert="vert270" anchor="ctr"/>
          <a:lstStyle>
            <a:lvl1pPr algn="r">
              <a:lnSpc>
                <a:spcPct val="100000"/>
              </a:lnSpc>
              <a:defRPr sz="9600">
                <a:solidFill>
                  <a:schemeClr val="bg1"/>
                </a:solidFill>
              </a:defRPr>
            </a:lvl1pPr>
          </a:lstStyle>
          <a:p>
            <a:r>
              <a:rPr lang="en-US"/>
              <a:t>Edit title</a:t>
            </a:r>
          </a:p>
        </p:txBody>
      </p:sp>
    </p:spTree>
    <p:extLst>
      <p:ext uri="{BB962C8B-B14F-4D97-AF65-F5344CB8AC3E}">
        <p14:creationId xmlns:p14="http://schemas.microsoft.com/office/powerpoint/2010/main" val="1460262335"/>
      </p:ext>
    </p:extLst>
  </p:cSld>
  <p:clrMapOvr>
    <a:masterClrMapping/>
  </p:clrMapOvr>
</p:sldLayout>
</file>

<file path=ppt/slideLayouts/slideLayout100.xml><?xml version="1.0" encoding="utf-8"?>
<p:sldLayout xmlns:a="http://schemas.openxmlformats.org/drawingml/2006/main" xmlns:r="http://schemas.openxmlformats.org/officeDocument/2006/relationships" xmlns:p="http://schemas.openxmlformats.org/presentationml/2006/main" preserve="1" userDrawn="1">
  <p:cSld name="Agenda 2">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90433748-ED34-E7AE-787B-D4DA9BB7C4F8}"/>
              </a:ext>
            </a:extLst>
          </p:cNvPr>
          <p:cNvSpPr/>
          <p:nvPr/>
        </p:nvSpPr>
        <p:spPr bwMode="hidden">
          <a:xfrm>
            <a:off x="0" y="0"/>
            <a:ext cx="4051300"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Picture 12" descr="A blue lines on a black background&#10;&#10;Description automatically generated">
            <a:extLst>
              <a:ext uri="{FF2B5EF4-FFF2-40B4-BE49-F238E27FC236}">
                <a16:creationId xmlns:a16="http://schemas.microsoft.com/office/drawing/2014/main" id="{A1C86A7D-867C-38DB-B865-B67E5D7B6F99}"/>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hidden">
          <a:xfrm>
            <a:off x="0" y="0"/>
            <a:ext cx="4051300" cy="6858000"/>
          </a:xfrm>
          <a:prstGeom prst="rect">
            <a:avLst/>
          </a:prstGeom>
        </p:spPr>
      </p:pic>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SG Product Update</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9" name="Freeform 5">
            <a:extLst>
              <a:ext uri="{FF2B5EF4-FFF2-40B4-BE49-F238E27FC236}">
                <a16:creationId xmlns:a16="http://schemas.microsoft.com/office/drawing/2014/main" id="{9CD8C04C-1D78-487C-A015-9D171A470544}"/>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2" name="Table Placeholder 13">
            <a:extLst>
              <a:ext uri="{FF2B5EF4-FFF2-40B4-BE49-F238E27FC236}">
                <a16:creationId xmlns:a16="http://schemas.microsoft.com/office/drawing/2014/main" id="{A0797360-089A-16D7-DE4B-F780195CD85D}"/>
              </a:ext>
            </a:extLst>
          </p:cNvPr>
          <p:cNvSpPr>
            <a:spLocks noGrp="1"/>
          </p:cNvSpPr>
          <p:nvPr>
            <p:ph type="tbl" sz="quarter" idx="13"/>
          </p:nvPr>
        </p:nvSpPr>
        <p:spPr>
          <a:xfrm>
            <a:off x="4781550" y="552450"/>
            <a:ext cx="6856412" cy="5467349"/>
          </a:xfrm>
        </p:spPr>
        <p:txBody>
          <a:bodyPr/>
          <a:lstStyle/>
          <a:p>
            <a:r>
              <a:rPr lang="en-US"/>
              <a:t>Click icon to add table</a:t>
            </a:r>
          </a:p>
        </p:txBody>
      </p:sp>
      <p:sp>
        <p:nvSpPr>
          <p:cNvPr id="6" name="Title 1">
            <a:extLst>
              <a:ext uri="{FF2B5EF4-FFF2-40B4-BE49-F238E27FC236}">
                <a16:creationId xmlns:a16="http://schemas.microsoft.com/office/drawing/2014/main" id="{A9DA804E-D6C2-07DA-96B0-1CCBFDAC97E1}"/>
              </a:ext>
            </a:extLst>
          </p:cNvPr>
          <p:cNvSpPr>
            <a:spLocks noGrp="1"/>
          </p:cNvSpPr>
          <p:nvPr>
            <p:ph type="title" hasCustomPrompt="1"/>
          </p:nvPr>
        </p:nvSpPr>
        <p:spPr>
          <a:xfrm>
            <a:off x="0" y="548640"/>
            <a:ext cx="1958975" cy="5037773"/>
          </a:xfrm>
        </p:spPr>
        <p:txBody>
          <a:bodyPr vert="vert270" anchor="ctr"/>
          <a:lstStyle>
            <a:lvl1pPr algn="r">
              <a:lnSpc>
                <a:spcPct val="100000"/>
              </a:lnSpc>
              <a:defRPr sz="9600">
                <a:solidFill>
                  <a:schemeClr val="bg1"/>
                </a:solidFill>
              </a:defRPr>
            </a:lvl1pPr>
          </a:lstStyle>
          <a:p>
            <a:r>
              <a:rPr lang="en-US"/>
              <a:t>Edit title</a:t>
            </a:r>
          </a:p>
        </p:txBody>
      </p:sp>
    </p:spTree>
    <p:extLst>
      <p:ext uri="{BB962C8B-B14F-4D97-AF65-F5344CB8AC3E}">
        <p14:creationId xmlns:p14="http://schemas.microsoft.com/office/powerpoint/2010/main" val="292404989"/>
      </p:ext>
    </p:extLst>
  </p:cSld>
  <p:clrMapOvr>
    <a:masterClrMapping/>
  </p:clrMapOvr>
</p:sldLayout>
</file>

<file path=ppt/slideLayouts/slideLayout101.xml><?xml version="1.0" encoding="utf-8"?>
<p:sldLayout xmlns:a="http://schemas.openxmlformats.org/drawingml/2006/main" xmlns:r="http://schemas.openxmlformats.org/officeDocument/2006/relationships" xmlns:p="http://schemas.openxmlformats.org/presentationml/2006/main" preserve="1" userDrawn="1">
  <p:cSld name="Agenda 3">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90433748-ED34-E7AE-787B-D4DA9BB7C4F8}"/>
              </a:ext>
            </a:extLst>
          </p:cNvPr>
          <p:cNvSpPr/>
          <p:nvPr/>
        </p:nvSpPr>
        <p:spPr bwMode="hidden">
          <a:xfrm>
            <a:off x="0" y="0"/>
            <a:ext cx="4051300"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Picture 12" descr="A blue lines on a black background&#10;&#10;Description automatically generated">
            <a:extLst>
              <a:ext uri="{FF2B5EF4-FFF2-40B4-BE49-F238E27FC236}">
                <a16:creationId xmlns:a16="http://schemas.microsoft.com/office/drawing/2014/main" id="{A1C86A7D-867C-38DB-B865-B67E5D7B6F99}"/>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hidden">
          <a:xfrm>
            <a:off x="0" y="0"/>
            <a:ext cx="4051300" cy="6851649"/>
          </a:xfrm>
          <a:prstGeom prst="rect">
            <a:avLst/>
          </a:prstGeom>
        </p:spPr>
      </p:pic>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SG Product Update</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9" name="Freeform 5">
            <a:extLst>
              <a:ext uri="{FF2B5EF4-FFF2-40B4-BE49-F238E27FC236}">
                <a16:creationId xmlns:a16="http://schemas.microsoft.com/office/drawing/2014/main" id="{9CD8C04C-1D78-487C-A015-9D171A470544}"/>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2" name="Text Placeholder 9">
            <a:extLst>
              <a:ext uri="{FF2B5EF4-FFF2-40B4-BE49-F238E27FC236}">
                <a16:creationId xmlns:a16="http://schemas.microsoft.com/office/drawing/2014/main" id="{2A355254-E2E2-A829-C676-82454D270840}"/>
              </a:ext>
            </a:extLst>
          </p:cNvPr>
          <p:cNvSpPr>
            <a:spLocks noGrp="1"/>
          </p:cNvSpPr>
          <p:nvPr>
            <p:ph type="body" sz="quarter" idx="14"/>
          </p:nvPr>
        </p:nvSpPr>
        <p:spPr>
          <a:xfrm>
            <a:off x="8423565" y="1127123"/>
            <a:ext cx="3214397" cy="5040313"/>
          </a:xfrm>
        </p:spPr>
        <p:txBody>
          <a:bodyPr lIns="0">
            <a:normAutofit/>
          </a:bodyPr>
          <a:lstStyle>
            <a:lvl1pPr>
              <a:spcBef>
                <a:spcPts val="2400"/>
              </a:spcBef>
              <a:defRPr b="1"/>
            </a:lvl1pPr>
            <a:lvl2pPr marL="285750" indent="-285750">
              <a:buFont typeface="GT America Regular" pitchFamily="2" charset="77"/>
              <a:buChar char="→"/>
              <a:defRPr/>
            </a:lvl2pPr>
            <a:lvl3pPr marL="0" indent="0">
              <a:buNone/>
              <a:defRPr/>
            </a:lvl3pPr>
            <a:lvl4pPr marL="283464" indent="0">
              <a:buFont typeface="Arial" panose="020B0604020202020204" pitchFamily="34" charset="0"/>
              <a:buNone/>
              <a:defRPr/>
            </a:lvl4pPr>
            <a:lvl5pPr marL="283464" indent="0">
              <a:buNone/>
              <a:defRPr sz="1400"/>
            </a:lvl5pPr>
            <a:lvl6pPr marL="283464" indent="0">
              <a:buFont typeface="Arial" panose="020B0604020202020204" pitchFamily="34" charset="0"/>
              <a:buNone/>
              <a:defRPr sz="1400"/>
            </a:lvl6pPr>
            <a:lvl7pPr marL="283464" indent="0">
              <a:buNone/>
              <a:defRPr/>
            </a:lvl7pPr>
            <a:lvl8pPr marL="283464" indent="0">
              <a:buFont typeface="Arial" panose="020B0604020202020204" pitchFamily="34" charset="0"/>
              <a:buNone/>
              <a:defRPr/>
            </a:lvl8pPr>
            <a:lvl9pPr marL="283464" indent="0">
              <a:buNone/>
              <a:defRPr/>
            </a:lvl9pPr>
          </a:lstStyle>
          <a:p>
            <a:pPr lvl="0"/>
            <a:r>
              <a:rPr lang="en-US"/>
              <a:t>Click to edit Master text styles</a:t>
            </a:r>
          </a:p>
          <a:p>
            <a:pPr lvl="1"/>
            <a:r>
              <a:rPr lang="en-US"/>
              <a:t>Second level</a:t>
            </a:r>
          </a:p>
        </p:txBody>
      </p:sp>
      <p:sp>
        <p:nvSpPr>
          <p:cNvPr id="6" name="Text Placeholder 9">
            <a:extLst>
              <a:ext uri="{FF2B5EF4-FFF2-40B4-BE49-F238E27FC236}">
                <a16:creationId xmlns:a16="http://schemas.microsoft.com/office/drawing/2014/main" id="{C7A8DCC2-F1AD-A798-22A8-7C3AD433BF61}"/>
              </a:ext>
            </a:extLst>
          </p:cNvPr>
          <p:cNvSpPr>
            <a:spLocks noGrp="1"/>
          </p:cNvSpPr>
          <p:nvPr>
            <p:ph type="body" sz="quarter" idx="13"/>
          </p:nvPr>
        </p:nvSpPr>
        <p:spPr>
          <a:xfrm>
            <a:off x="4781550" y="1127124"/>
            <a:ext cx="3434664" cy="5040313"/>
          </a:xfrm>
        </p:spPr>
        <p:txBody>
          <a:bodyPr lIns="0">
            <a:normAutofit/>
          </a:bodyPr>
          <a:lstStyle>
            <a:lvl1pPr>
              <a:spcBef>
                <a:spcPts val="2400"/>
              </a:spcBef>
              <a:defRPr b="1"/>
            </a:lvl1pPr>
            <a:lvl2pPr marL="285750" indent="-285750">
              <a:buFont typeface="GT America Regular" pitchFamily="2" charset="77"/>
              <a:buChar char="→"/>
              <a:defRPr/>
            </a:lvl2pPr>
            <a:lvl3pPr marL="0" indent="0">
              <a:buNone/>
              <a:defRPr/>
            </a:lvl3pPr>
            <a:lvl4pPr marL="283464" indent="0">
              <a:buFont typeface="Arial" panose="020B0604020202020204" pitchFamily="34" charset="0"/>
              <a:buNone/>
              <a:defRPr sz="1400"/>
            </a:lvl4pPr>
            <a:lvl5pPr marL="283464" indent="0">
              <a:buNone/>
              <a:defRPr sz="1400"/>
            </a:lvl5pPr>
            <a:lvl6pPr marL="283464" indent="0">
              <a:buFont typeface="Arial" panose="020B0604020202020204" pitchFamily="34" charset="0"/>
              <a:buNone/>
              <a:defRPr/>
            </a:lvl6pPr>
            <a:lvl7pPr marL="283464" indent="0">
              <a:buNone/>
              <a:defRPr sz="1400"/>
            </a:lvl7pPr>
            <a:lvl8pPr marL="283464" indent="0">
              <a:buFont typeface="Arial" panose="020B0604020202020204" pitchFamily="34" charset="0"/>
              <a:buNone/>
              <a:defRPr/>
            </a:lvl8pPr>
            <a:lvl9pPr marL="283464" indent="0">
              <a:buNone/>
              <a:defRPr/>
            </a:lvl9pPr>
          </a:lstStyle>
          <a:p>
            <a:pPr lvl="0"/>
            <a:r>
              <a:rPr lang="en-US"/>
              <a:t>Click to edit Master text styles</a:t>
            </a:r>
          </a:p>
          <a:p>
            <a:pPr lvl="1"/>
            <a:r>
              <a:rPr lang="en-US"/>
              <a:t>Second level</a:t>
            </a:r>
          </a:p>
        </p:txBody>
      </p:sp>
      <p:sp>
        <p:nvSpPr>
          <p:cNvPr id="7" name="Title 1">
            <a:extLst>
              <a:ext uri="{FF2B5EF4-FFF2-40B4-BE49-F238E27FC236}">
                <a16:creationId xmlns:a16="http://schemas.microsoft.com/office/drawing/2014/main" id="{40A69DCB-C443-D923-77AF-F7A45CB4F043}"/>
              </a:ext>
            </a:extLst>
          </p:cNvPr>
          <p:cNvSpPr>
            <a:spLocks noGrp="1"/>
          </p:cNvSpPr>
          <p:nvPr>
            <p:ph type="title" hasCustomPrompt="1"/>
          </p:nvPr>
        </p:nvSpPr>
        <p:spPr>
          <a:xfrm>
            <a:off x="0" y="548640"/>
            <a:ext cx="1958975" cy="5037773"/>
          </a:xfrm>
        </p:spPr>
        <p:txBody>
          <a:bodyPr vert="vert270" anchor="ctr"/>
          <a:lstStyle>
            <a:lvl1pPr algn="r">
              <a:lnSpc>
                <a:spcPct val="100000"/>
              </a:lnSpc>
              <a:defRPr sz="9600">
                <a:solidFill>
                  <a:schemeClr val="bg1"/>
                </a:solidFill>
              </a:defRPr>
            </a:lvl1pPr>
          </a:lstStyle>
          <a:p>
            <a:r>
              <a:rPr lang="en-US"/>
              <a:t>Edit title</a:t>
            </a:r>
          </a:p>
        </p:txBody>
      </p:sp>
    </p:spTree>
    <p:extLst>
      <p:ext uri="{BB962C8B-B14F-4D97-AF65-F5344CB8AC3E}">
        <p14:creationId xmlns:p14="http://schemas.microsoft.com/office/powerpoint/2010/main" val="2273135134"/>
      </p:ext>
    </p:extLst>
  </p:cSld>
  <p:clrMapOvr>
    <a:masterClrMapping/>
  </p:clrMapOvr>
</p:sldLayout>
</file>

<file path=ppt/slideLayouts/slideLayout102.xml><?xml version="1.0" encoding="utf-8"?>
<p:sldLayout xmlns:a="http://schemas.openxmlformats.org/drawingml/2006/main" xmlns:r="http://schemas.openxmlformats.org/officeDocument/2006/relationships" xmlns:p="http://schemas.openxmlformats.org/presentationml/2006/main" preserve="1" userDrawn="1">
  <p:cSld name="Agenda 4">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DE63420-A2BC-EC7A-3A8C-CA23AF97535A}"/>
              </a:ext>
            </a:extLst>
          </p:cNvPr>
          <p:cNvSpPr/>
          <p:nvPr userDrawn="1"/>
        </p:nvSpPr>
        <p:spPr bwMode="hidden">
          <a:xfrm>
            <a:off x="0" y="-1"/>
            <a:ext cx="2023265"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5" name="Picture 14" descr="A blue lines on a black background&#10;&#10;Description automatically generated">
            <a:extLst>
              <a:ext uri="{FF2B5EF4-FFF2-40B4-BE49-F238E27FC236}">
                <a16:creationId xmlns:a16="http://schemas.microsoft.com/office/drawing/2014/main" id="{43506656-89E5-4D3B-4C51-0386CED5F1B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bwMode="hidden">
          <a:xfrm>
            <a:off x="0" y="-3175"/>
            <a:ext cx="2023265" cy="6861175"/>
          </a:xfrm>
          <a:prstGeom prst="rect">
            <a:avLst/>
          </a:prstGeom>
        </p:spPr>
      </p:pic>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SG Product Update</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6" name="Freeform 5">
            <a:extLst>
              <a:ext uri="{FF2B5EF4-FFF2-40B4-BE49-F238E27FC236}">
                <a16:creationId xmlns:a16="http://schemas.microsoft.com/office/drawing/2014/main" id="{5BCC6303-B8A8-E0F3-1B26-45B29EE4DC62}"/>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2" name="Freeform 5">
            <a:extLst>
              <a:ext uri="{FF2B5EF4-FFF2-40B4-BE49-F238E27FC236}">
                <a16:creationId xmlns:a16="http://schemas.microsoft.com/office/drawing/2014/main" id="{B2BF897B-C4FE-7F0C-FE2C-6956C830B315}"/>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2" name="Text Placeholder 9">
            <a:extLst>
              <a:ext uri="{FF2B5EF4-FFF2-40B4-BE49-F238E27FC236}">
                <a16:creationId xmlns:a16="http://schemas.microsoft.com/office/drawing/2014/main" id="{97A60806-2005-3279-1B3F-393FF318E435}"/>
              </a:ext>
            </a:extLst>
          </p:cNvPr>
          <p:cNvSpPr>
            <a:spLocks noGrp="1"/>
          </p:cNvSpPr>
          <p:nvPr>
            <p:ph type="body" sz="quarter" idx="14"/>
          </p:nvPr>
        </p:nvSpPr>
        <p:spPr>
          <a:xfrm>
            <a:off x="9018956" y="1127124"/>
            <a:ext cx="2619006" cy="5040313"/>
          </a:xfrm>
        </p:spPr>
        <p:txBody>
          <a:bodyPr/>
          <a:lstStyle>
            <a:lvl1pPr>
              <a:spcBef>
                <a:spcPts val="2400"/>
              </a:spcBef>
              <a:defRPr b="1"/>
            </a:lvl1pPr>
            <a:lvl2pPr marL="285750" indent="-285750">
              <a:buFont typeface="GT America Regular" pitchFamily="2" charset="77"/>
              <a:buChar char="→"/>
              <a:defRPr/>
            </a:lvl2pPr>
            <a:lvl3pPr marL="0" indent="0">
              <a:buNone/>
              <a:defRPr/>
            </a:lvl3pPr>
            <a:lvl4pPr marL="283464" indent="0">
              <a:buFont typeface="Arial" panose="020B0604020202020204" pitchFamily="34" charset="0"/>
              <a:buNone/>
              <a:defRPr/>
            </a:lvl4pPr>
            <a:lvl5pPr marL="283464" indent="0">
              <a:buNone/>
              <a:defRPr/>
            </a:lvl5pPr>
            <a:lvl6pPr marL="283464" indent="0">
              <a:buFont typeface="Arial" panose="020B0604020202020204" pitchFamily="34" charset="0"/>
              <a:buNone/>
              <a:defRPr/>
            </a:lvl6pPr>
            <a:lvl7pPr marL="283464" indent="0">
              <a:buNone/>
              <a:defRPr/>
            </a:lvl7pPr>
            <a:lvl8pPr marL="283464" indent="0">
              <a:buFont typeface="Arial" panose="020B0604020202020204" pitchFamily="34" charset="0"/>
              <a:buNone/>
              <a:defRPr/>
            </a:lvl8pPr>
            <a:lvl9pPr marL="283464" indent="0">
              <a:buNone/>
              <a:defRPr/>
            </a:lvl9pPr>
          </a:lstStyle>
          <a:p>
            <a:pPr lvl="0"/>
            <a:r>
              <a:rPr lang="en-US"/>
              <a:t>Click to edit Master text styles</a:t>
            </a:r>
          </a:p>
          <a:p>
            <a:pPr lvl="1"/>
            <a:r>
              <a:rPr lang="en-US"/>
              <a:t>Second level</a:t>
            </a:r>
          </a:p>
        </p:txBody>
      </p:sp>
      <p:sp>
        <p:nvSpPr>
          <p:cNvPr id="5" name="Text Placeholder 9">
            <a:extLst>
              <a:ext uri="{FF2B5EF4-FFF2-40B4-BE49-F238E27FC236}">
                <a16:creationId xmlns:a16="http://schemas.microsoft.com/office/drawing/2014/main" id="{A96DBD7A-DCEA-7B49-148D-857A5FC1B863}"/>
              </a:ext>
            </a:extLst>
          </p:cNvPr>
          <p:cNvSpPr>
            <a:spLocks noGrp="1"/>
          </p:cNvSpPr>
          <p:nvPr>
            <p:ph type="body" sz="quarter" idx="13"/>
          </p:nvPr>
        </p:nvSpPr>
        <p:spPr>
          <a:xfrm>
            <a:off x="6186855" y="1127124"/>
            <a:ext cx="2626946" cy="5040313"/>
          </a:xfrm>
        </p:spPr>
        <p:txBody>
          <a:bodyPr>
            <a:normAutofit/>
          </a:bodyPr>
          <a:lstStyle>
            <a:lvl1pPr>
              <a:spcBef>
                <a:spcPts val="2400"/>
              </a:spcBef>
              <a:defRPr b="1"/>
            </a:lvl1pPr>
            <a:lvl2pPr marL="285750" indent="-285750">
              <a:buFont typeface="GT America Regular" pitchFamily="2" charset="77"/>
              <a:buChar char="→"/>
              <a:defRPr/>
            </a:lvl2pPr>
            <a:lvl3pPr marL="0" indent="0">
              <a:buNone/>
              <a:defRPr/>
            </a:lvl3pPr>
            <a:lvl4pPr marL="283464" indent="0">
              <a:buFont typeface="Arial" panose="020B0604020202020204" pitchFamily="34" charset="0"/>
              <a:buNone/>
              <a:defRPr/>
            </a:lvl4pPr>
            <a:lvl5pPr marL="283464" indent="0">
              <a:buNone/>
              <a:defRPr sz="1400"/>
            </a:lvl5pPr>
            <a:lvl6pPr marL="283464" indent="0">
              <a:buFont typeface="Arial" panose="020B0604020202020204" pitchFamily="34" charset="0"/>
              <a:buNone/>
              <a:defRPr sz="1400"/>
            </a:lvl6pPr>
            <a:lvl7pPr marL="283464" indent="0">
              <a:buNone/>
              <a:defRPr/>
            </a:lvl7pPr>
            <a:lvl8pPr marL="283464" indent="0">
              <a:buFont typeface="Arial" panose="020B0604020202020204" pitchFamily="34" charset="0"/>
              <a:buNone/>
              <a:defRPr/>
            </a:lvl8pPr>
            <a:lvl9pPr marL="283464" indent="0">
              <a:buNone/>
              <a:defRPr/>
            </a:lvl9pPr>
          </a:lstStyle>
          <a:p>
            <a:pPr lvl="0"/>
            <a:r>
              <a:rPr lang="en-US"/>
              <a:t>Click to edit Master text styles</a:t>
            </a:r>
          </a:p>
          <a:p>
            <a:pPr lvl="1"/>
            <a:r>
              <a:rPr lang="en-US"/>
              <a:t>Second level</a:t>
            </a:r>
          </a:p>
        </p:txBody>
      </p:sp>
      <p:sp>
        <p:nvSpPr>
          <p:cNvPr id="13" name="Text Placeholder 9">
            <a:extLst>
              <a:ext uri="{FF2B5EF4-FFF2-40B4-BE49-F238E27FC236}">
                <a16:creationId xmlns:a16="http://schemas.microsoft.com/office/drawing/2014/main" id="{8972C75E-D802-D589-98E6-318B1F0530CB}"/>
              </a:ext>
            </a:extLst>
          </p:cNvPr>
          <p:cNvSpPr>
            <a:spLocks noGrp="1"/>
          </p:cNvSpPr>
          <p:nvPr>
            <p:ph type="body" sz="quarter" idx="15"/>
          </p:nvPr>
        </p:nvSpPr>
        <p:spPr>
          <a:xfrm>
            <a:off x="3367088" y="1127124"/>
            <a:ext cx="2614612" cy="5040313"/>
          </a:xfrm>
        </p:spPr>
        <p:txBody>
          <a:bodyPr>
            <a:normAutofit/>
          </a:bodyPr>
          <a:lstStyle>
            <a:lvl1pPr>
              <a:spcBef>
                <a:spcPts val="2400"/>
              </a:spcBef>
              <a:defRPr b="1"/>
            </a:lvl1pPr>
            <a:lvl2pPr marL="285750" indent="-285750">
              <a:buFont typeface="GT America Regular" pitchFamily="2" charset="77"/>
              <a:buChar char="→"/>
              <a:defRPr/>
            </a:lvl2pPr>
            <a:lvl3pPr marL="0" indent="0">
              <a:buNone/>
              <a:defRPr/>
            </a:lvl3pPr>
            <a:lvl4pPr marL="283464" indent="0">
              <a:buFont typeface="Arial" panose="020B0604020202020204" pitchFamily="34" charset="0"/>
              <a:buNone/>
              <a:defRPr sz="1400"/>
            </a:lvl4pPr>
            <a:lvl5pPr marL="283464" indent="0">
              <a:buNone/>
              <a:defRPr sz="1400"/>
            </a:lvl5pPr>
            <a:lvl6pPr marL="283464" indent="0">
              <a:buFont typeface="Arial" panose="020B0604020202020204" pitchFamily="34" charset="0"/>
              <a:buNone/>
              <a:defRPr/>
            </a:lvl6pPr>
            <a:lvl7pPr marL="283464" indent="0">
              <a:buNone/>
              <a:defRPr/>
            </a:lvl7pPr>
            <a:lvl8pPr marL="283464" indent="0">
              <a:buFont typeface="Arial" panose="020B0604020202020204" pitchFamily="34" charset="0"/>
              <a:buNone/>
              <a:defRPr/>
            </a:lvl8pPr>
            <a:lvl9pPr marL="283464" indent="0">
              <a:buNone/>
              <a:defRPr/>
            </a:lvl9pPr>
          </a:lstStyle>
          <a:p>
            <a:pPr lvl="0"/>
            <a:r>
              <a:rPr lang="en-US"/>
              <a:t>Click to edit Master text styles</a:t>
            </a:r>
          </a:p>
          <a:p>
            <a:pPr lvl="1"/>
            <a:r>
              <a:rPr lang="en-US"/>
              <a:t>Second level</a:t>
            </a:r>
          </a:p>
        </p:txBody>
      </p:sp>
      <p:sp>
        <p:nvSpPr>
          <p:cNvPr id="7" name="Title 1">
            <a:extLst>
              <a:ext uri="{FF2B5EF4-FFF2-40B4-BE49-F238E27FC236}">
                <a16:creationId xmlns:a16="http://schemas.microsoft.com/office/drawing/2014/main" id="{87B5BA7B-A36C-1FF6-B321-EDC408BE67B2}"/>
              </a:ext>
            </a:extLst>
          </p:cNvPr>
          <p:cNvSpPr>
            <a:spLocks noGrp="1"/>
          </p:cNvSpPr>
          <p:nvPr>
            <p:ph type="title" hasCustomPrompt="1"/>
          </p:nvPr>
        </p:nvSpPr>
        <p:spPr>
          <a:xfrm>
            <a:off x="0" y="548640"/>
            <a:ext cx="1958975" cy="5037773"/>
          </a:xfrm>
        </p:spPr>
        <p:txBody>
          <a:bodyPr vert="vert270" anchor="ctr"/>
          <a:lstStyle>
            <a:lvl1pPr algn="r">
              <a:lnSpc>
                <a:spcPct val="100000"/>
              </a:lnSpc>
              <a:defRPr sz="9600">
                <a:solidFill>
                  <a:schemeClr val="bg1"/>
                </a:solidFill>
              </a:defRPr>
            </a:lvl1pPr>
          </a:lstStyle>
          <a:p>
            <a:r>
              <a:rPr lang="en-US"/>
              <a:t>Edit title</a:t>
            </a:r>
          </a:p>
        </p:txBody>
      </p:sp>
    </p:spTree>
    <p:extLst>
      <p:ext uri="{BB962C8B-B14F-4D97-AF65-F5344CB8AC3E}">
        <p14:creationId xmlns:p14="http://schemas.microsoft.com/office/powerpoint/2010/main" val="4155128541"/>
      </p:ext>
    </p:extLst>
  </p:cSld>
  <p:clrMapOvr>
    <a:masterClrMapping/>
  </p:clrMapOvr>
</p:sldLayout>
</file>

<file path=ppt/slideLayouts/slideLayout103.xml><?xml version="1.0" encoding="utf-8"?>
<p:sldLayout xmlns:a="http://schemas.openxmlformats.org/drawingml/2006/main" xmlns:r="http://schemas.openxmlformats.org/officeDocument/2006/relationships" xmlns:p="http://schemas.openxmlformats.org/presentationml/2006/main" preserve="1" userDrawn="1">
  <p:cSld name="Divider 1 - Short title">
    <p:bg>
      <p:bgPr>
        <a:solidFill>
          <a:schemeClr val="bg2"/>
        </a:solidFill>
        <a:effectLst/>
      </p:bgPr>
    </p:bg>
    <p:spTree>
      <p:nvGrpSpPr>
        <p:cNvPr id="1" name=""/>
        <p:cNvGrpSpPr/>
        <p:nvPr/>
      </p:nvGrpSpPr>
      <p:grpSpPr>
        <a:xfrm>
          <a:off x="0" y="0"/>
          <a:ext cx="0" cy="0"/>
          <a:chOff x="0" y="0"/>
          <a:chExt cx="0" cy="0"/>
        </a:xfrm>
      </p:grpSpPr>
      <p:sp>
        <p:nvSpPr>
          <p:cNvPr id="20" name="Freeform 19">
            <a:extLst>
              <a:ext uri="{FF2B5EF4-FFF2-40B4-BE49-F238E27FC236}">
                <a16:creationId xmlns:a16="http://schemas.microsoft.com/office/drawing/2014/main" id="{6732315D-1057-6521-C359-22C1DAF4964C}"/>
              </a:ext>
            </a:extLst>
          </p:cNvPr>
          <p:cNvSpPr/>
          <p:nvPr/>
        </p:nvSpPr>
        <p:spPr>
          <a:xfrm>
            <a:off x="3367088" y="552449"/>
            <a:ext cx="8267463" cy="5677842"/>
          </a:xfrm>
          <a:custGeom>
            <a:avLst/>
            <a:gdLst>
              <a:gd name="connsiteX0" fmla="*/ 6722902 w 8267463"/>
              <a:gd name="connsiteY0" fmla="*/ 0 h 5677842"/>
              <a:gd name="connsiteX1" fmla="*/ 8267463 w 8267463"/>
              <a:gd name="connsiteY1" fmla="*/ 0 h 5677842"/>
              <a:gd name="connsiteX2" fmla="*/ 8267463 w 8267463"/>
              <a:gd name="connsiteY2" fmla="*/ 1419448 h 5677842"/>
              <a:gd name="connsiteX3" fmla="*/ 7275694 w 8267463"/>
              <a:gd name="connsiteY3" fmla="*/ 2749701 h 5677842"/>
              <a:gd name="connsiteX4" fmla="*/ 6942385 w 8267463"/>
              <a:gd name="connsiteY4" fmla="*/ 2749701 h 5677842"/>
              <a:gd name="connsiteX5" fmla="*/ 7381363 w 8267463"/>
              <a:gd name="connsiteY5" fmla="*/ 1541121 h 5677842"/>
              <a:gd name="connsiteX6" fmla="*/ 6722902 w 8267463"/>
              <a:gd name="connsiteY6" fmla="*/ 1541121 h 5677842"/>
              <a:gd name="connsiteX7" fmla="*/ 0 w 8267463"/>
              <a:gd name="connsiteY7" fmla="*/ 0 h 5677842"/>
              <a:gd name="connsiteX8" fmla="*/ 2268085 w 8267463"/>
              <a:gd name="connsiteY8" fmla="*/ 0 h 5677842"/>
              <a:gd name="connsiteX9" fmla="*/ 2975321 w 8267463"/>
              <a:gd name="connsiteY9" fmla="*/ 2920028 h 5677842"/>
              <a:gd name="connsiteX10" fmla="*/ 3146041 w 8267463"/>
              <a:gd name="connsiteY10" fmla="*/ 3731148 h 5677842"/>
              <a:gd name="connsiteX11" fmla="*/ 3316761 w 8267463"/>
              <a:gd name="connsiteY11" fmla="*/ 2920028 h 5677842"/>
              <a:gd name="connsiteX12" fmla="*/ 4024010 w 8267463"/>
              <a:gd name="connsiteY12" fmla="*/ 0 h 5677842"/>
              <a:gd name="connsiteX13" fmla="*/ 6292082 w 8267463"/>
              <a:gd name="connsiteY13" fmla="*/ 0 h 5677842"/>
              <a:gd name="connsiteX14" fmla="*/ 6292082 w 8267463"/>
              <a:gd name="connsiteY14" fmla="*/ 5677842 h 5677842"/>
              <a:gd name="connsiteX15" fmla="*/ 4836940 w 8267463"/>
              <a:gd name="connsiteY15" fmla="*/ 5677842 h 5677842"/>
              <a:gd name="connsiteX16" fmla="*/ 4836940 w 8267463"/>
              <a:gd name="connsiteY16" fmla="*/ 1995360 h 5677842"/>
              <a:gd name="connsiteX17" fmla="*/ 4633708 w 8267463"/>
              <a:gd name="connsiteY17" fmla="*/ 2838921 h 5677842"/>
              <a:gd name="connsiteX18" fmla="*/ 3877684 w 8267463"/>
              <a:gd name="connsiteY18" fmla="*/ 5677842 h 5677842"/>
              <a:gd name="connsiteX19" fmla="*/ 2381886 w 8267463"/>
              <a:gd name="connsiteY19" fmla="*/ 5677842 h 5677842"/>
              <a:gd name="connsiteX20" fmla="*/ 1625861 w 8267463"/>
              <a:gd name="connsiteY20" fmla="*/ 2838921 h 5677842"/>
              <a:gd name="connsiteX21" fmla="*/ 1422629 w 8267463"/>
              <a:gd name="connsiteY21" fmla="*/ 1995360 h 5677842"/>
              <a:gd name="connsiteX22" fmla="*/ 1422629 w 8267463"/>
              <a:gd name="connsiteY22" fmla="*/ 5677842 h 5677842"/>
              <a:gd name="connsiteX23" fmla="*/ 0 w 8267463"/>
              <a:gd name="connsiteY23" fmla="*/ 5677842 h 56778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8267463" h="5677842">
                <a:moveTo>
                  <a:pt x="6722902" y="0"/>
                </a:moveTo>
                <a:lnTo>
                  <a:pt x="8267463" y="0"/>
                </a:lnTo>
                <a:lnTo>
                  <a:pt x="8267463" y="1419448"/>
                </a:lnTo>
                <a:lnTo>
                  <a:pt x="7275694" y="2749701"/>
                </a:lnTo>
                <a:lnTo>
                  <a:pt x="6942385" y="2749701"/>
                </a:lnTo>
                <a:lnTo>
                  <a:pt x="7381363" y="1541121"/>
                </a:lnTo>
                <a:lnTo>
                  <a:pt x="6722902" y="1541121"/>
                </a:lnTo>
                <a:close/>
                <a:moveTo>
                  <a:pt x="0" y="0"/>
                </a:moveTo>
                <a:lnTo>
                  <a:pt x="2268085" y="0"/>
                </a:lnTo>
                <a:lnTo>
                  <a:pt x="2975321" y="2920028"/>
                </a:lnTo>
                <a:lnTo>
                  <a:pt x="3146041" y="3731148"/>
                </a:lnTo>
                <a:lnTo>
                  <a:pt x="3316761" y="2920028"/>
                </a:lnTo>
                <a:lnTo>
                  <a:pt x="4024010" y="0"/>
                </a:lnTo>
                <a:lnTo>
                  <a:pt x="6292082" y="0"/>
                </a:lnTo>
                <a:lnTo>
                  <a:pt x="6292082" y="5677842"/>
                </a:lnTo>
                <a:lnTo>
                  <a:pt x="4836940" y="5677842"/>
                </a:lnTo>
                <a:lnTo>
                  <a:pt x="4836940" y="1995360"/>
                </a:lnTo>
                <a:lnTo>
                  <a:pt x="4633708" y="2838921"/>
                </a:lnTo>
                <a:lnTo>
                  <a:pt x="3877684" y="5677842"/>
                </a:lnTo>
                <a:lnTo>
                  <a:pt x="2381886" y="5677842"/>
                </a:lnTo>
                <a:lnTo>
                  <a:pt x="1625861" y="2838921"/>
                </a:lnTo>
                <a:lnTo>
                  <a:pt x="1422629" y="1995360"/>
                </a:lnTo>
                <a:lnTo>
                  <a:pt x="1422629" y="5677842"/>
                </a:lnTo>
                <a:lnTo>
                  <a:pt x="0" y="5677842"/>
                </a:lnTo>
                <a:close/>
              </a:path>
            </a:pathLst>
          </a:custGeom>
          <a:solidFill>
            <a:schemeClr val="accent1">
              <a:alpha val="25000"/>
            </a:schemeClr>
          </a:solidFill>
          <a:ln w="0" cap="flat">
            <a:noFill/>
            <a:prstDash val="solid"/>
            <a:miter/>
          </a:ln>
        </p:spPr>
        <p:txBody>
          <a:bodyPr rtlCol="0" anchor="ctr"/>
          <a:lstStyle/>
          <a:p>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SG Product Update</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8" name="Title 17">
            <a:extLst>
              <a:ext uri="{FF2B5EF4-FFF2-40B4-BE49-F238E27FC236}">
                <a16:creationId xmlns:a16="http://schemas.microsoft.com/office/drawing/2014/main" id="{98D5B202-316D-9EDE-D8FC-C6D094C650D6}"/>
              </a:ext>
            </a:extLst>
          </p:cNvPr>
          <p:cNvSpPr>
            <a:spLocks noGrp="1"/>
          </p:cNvSpPr>
          <p:nvPr>
            <p:ph type="title" hasCustomPrompt="1"/>
          </p:nvPr>
        </p:nvSpPr>
        <p:spPr>
          <a:xfrm>
            <a:off x="546100" y="3295650"/>
            <a:ext cx="8267700" cy="1997075"/>
          </a:xfrm>
          <a:prstGeom prst="rect">
            <a:avLst/>
          </a:prstGeom>
        </p:spPr>
        <p:txBody>
          <a:bodyPr anchor="b"/>
          <a:lstStyle>
            <a:lvl1pPr marL="514350" indent="-514350" algn="l">
              <a:lnSpc>
                <a:spcPct val="100000"/>
              </a:lnSpc>
              <a:tabLst/>
              <a:defRPr sz="4800">
                <a:solidFill>
                  <a:schemeClr val="tx1"/>
                </a:solidFill>
              </a:defRPr>
            </a:lvl1pPr>
          </a:lstStyle>
          <a:p>
            <a:r>
              <a:rPr lang="en-US"/>
              <a:t>Use this divider only if your headline is short</a:t>
            </a:r>
          </a:p>
        </p:txBody>
      </p:sp>
    </p:spTree>
    <p:extLst>
      <p:ext uri="{BB962C8B-B14F-4D97-AF65-F5344CB8AC3E}">
        <p14:creationId xmlns:p14="http://schemas.microsoft.com/office/powerpoint/2010/main" val="2254219511"/>
      </p:ext>
    </p:extLst>
  </p:cSld>
  <p:clrMapOvr>
    <a:overrideClrMapping bg1="dk1" tx1="lt1" bg2="dk2" tx2="lt2" accent1="accent1" accent2="accent2" accent3="accent3" accent4="accent4" accent5="accent5" accent6="accent6" hlink="hlink" folHlink="folHlink"/>
  </p:clrMapOvr>
</p:sldLayout>
</file>

<file path=ppt/slideLayouts/slideLayout104.xml><?xml version="1.0" encoding="utf-8"?>
<p:sldLayout xmlns:a="http://schemas.openxmlformats.org/drawingml/2006/main" xmlns:r="http://schemas.openxmlformats.org/officeDocument/2006/relationships" xmlns:p="http://schemas.openxmlformats.org/presentationml/2006/main" preserve="1" userDrawn="1">
  <p:cSld name="Divider 1 - Long title">
    <p:bg>
      <p:bgPr>
        <a:solidFill>
          <a:schemeClr val="bg2"/>
        </a:solidFill>
        <a:effectLst/>
      </p:bgPr>
    </p:bg>
    <p:spTree>
      <p:nvGrpSpPr>
        <p:cNvPr id="1" name=""/>
        <p:cNvGrpSpPr/>
        <p:nvPr/>
      </p:nvGrpSpPr>
      <p:grpSpPr>
        <a:xfrm>
          <a:off x="0" y="0"/>
          <a:ext cx="0" cy="0"/>
          <a:chOff x="0" y="0"/>
          <a:chExt cx="0" cy="0"/>
        </a:xfrm>
      </p:grpSpPr>
      <p:sp>
        <p:nvSpPr>
          <p:cNvPr id="20" name="Freeform 19">
            <a:extLst>
              <a:ext uri="{FF2B5EF4-FFF2-40B4-BE49-F238E27FC236}">
                <a16:creationId xmlns:a16="http://schemas.microsoft.com/office/drawing/2014/main" id="{6732315D-1057-6521-C359-22C1DAF4964C}"/>
              </a:ext>
            </a:extLst>
          </p:cNvPr>
          <p:cNvSpPr/>
          <p:nvPr/>
        </p:nvSpPr>
        <p:spPr>
          <a:xfrm>
            <a:off x="3367088" y="552449"/>
            <a:ext cx="8267463" cy="5677842"/>
          </a:xfrm>
          <a:custGeom>
            <a:avLst/>
            <a:gdLst>
              <a:gd name="connsiteX0" fmla="*/ 6722902 w 8267463"/>
              <a:gd name="connsiteY0" fmla="*/ 0 h 5677842"/>
              <a:gd name="connsiteX1" fmla="*/ 8267463 w 8267463"/>
              <a:gd name="connsiteY1" fmla="*/ 0 h 5677842"/>
              <a:gd name="connsiteX2" fmla="*/ 8267463 w 8267463"/>
              <a:gd name="connsiteY2" fmla="*/ 1419448 h 5677842"/>
              <a:gd name="connsiteX3" fmla="*/ 7275694 w 8267463"/>
              <a:gd name="connsiteY3" fmla="*/ 2749701 h 5677842"/>
              <a:gd name="connsiteX4" fmla="*/ 6942385 w 8267463"/>
              <a:gd name="connsiteY4" fmla="*/ 2749701 h 5677842"/>
              <a:gd name="connsiteX5" fmla="*/ 7381363 w 8267463"/>
              <a:gd name="connsiteY5" fmla="*/ 1541121 h 5677842"/>
              <a:gd name="connsiteX6" fmla="*/ 6722902 w 8267463"/>
              <a:gd name="connsiteY6" fmla="*/ 1541121 h 5677842"/>
              <a:gd name="connsiteX7" fmla="*/ 0 w 8267463"/>
              <a:gd name="connsiteY7" fmla="*/ 0 h 5677842"/>
              <a:gd name="connsiteX8" fmla="*/ 2268085 w 8267463"/>
              <a:gd name="connsiteY8" fmla="*/ 0 h 5677842"/>
              <a:gd name="connsiteX9" fmla="*/ 2975321 w 8267463"/>
              <a:gd name="connsiteY9" fmla="*/ 2920028 h 5677842"/>
              <a:gd name="connsiteX10" fmla="*/ 3146041 w 8267463"/>
              <a:gd name="connsiteY10" fmla="*/ 3731148 h 5677842"/>
              <a:gd name="connsiteX11" fmla="*/ 3316761 w 8267463"/>
              <a:gd name="connsiteY11" fmla="*/ 2920028 h 5677842"/>
              <a:gd name="connsiteX12" fmla="*/ 4024010 w 8267463"/>
              <a:gd name="connsiteY12" fmla="*/ 0 h 5677842"/>
              <a:gd name="connsiteX13" fmla="*/ 6292082 w 8267463"/>
              <a:gd name="connsiteY13" fmla="*/ 0 h 5677842"/>
              <a:gd name="connsiteX14" fmla="*/ 6292082 w 8267463"/>
              <a:gd name="connsiteY14" fmla="*/ 5677842 h 5677842"/>
              <a:gd name="connsiteX15" fmla="*/ 4836940 w 8267463"/>
              <a:gd name="connsiteY15" fmla="*/ 5677842 h 5677842"/>
              <a:gd name="connsiteX16" fmla="*/ 4836940 w 8267463"/>
              <a:gd name="connsiteY16" fmla="*/ 1995360 h 5677842"/>
              <a:gd name="connsiteX17" fmla="*/ 4633708 w 8267463"/>
              <a:gd name="connsiteY17" fmla="*/ 2838921 h 5677842"/>
              <a:gd name="connsiteX18" fmla="*/ 3877684 w 8267463"/>
              <a:gd name="connsiteY18" fmla="*/ 5677842 h 5677842"/>
              <a:gd name="connsiteX19" fmla="*/ 2381886 w 8267463"/>
              <a:gd name="connsiteY19" fmla="*/ 5677842 h 5677842"/>
              <a:gd name="connsiteX20" fmla="*/ 1625861 w 8267463"/>
              <a:gd name="connsiteY20" fmla="*/ 2838921 h 5677842"/>
              <a:gd name="connsiteX21" fmla="*/ 1422629 w 8267463"/>
              <a:gd name="connsiteY21" fmla="*/ 1995360 h 5677842"/>
              <a:gd name="connsiteX22" fmla="*/ 1422629 w 8267463"/>
              <a:gd name="connsiteY22" fmla="*/ 5677842 h 5677842"/>
              <a:gd name="connsiteX23" fmla="*/ 0 w 8267463"/>
              <a:gd name="connsiteY23" fmla="*/ 5677842 h 56778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8267463" h="5677842">
                <a:moveTo>
                  <a:pt x="6722902" y="0"/>
                </a:moveTo>
                <a:lnTo>
                  <a:pt x="8267463" y="0"/>
                </a:lnTo>
                <a:lnTo>
                  <a:pt x="8267463" y="1419448"/>
                </a:lnTo>
                <a:lnTo>
                  <a:pt x="7275694" y="2749701"/>
                </a:lnTo>
                <a:lnTo>
                  <a:pt x="6942385" y="2749701"/>
                </a:lnTo>
                <a:lnTo>
                  <a:pt x="7381363" y="1541121"/>
                </a:lnTo>
                <a:lnTo>
                  <a:pt x="6722902" y="1541121"/>
                </a:lnTo>
                <a:close/>
                <a:moveTo>
                  <a:pt x="0" y="0"/>
                </a:moveTo>
                <a:lnTo>
                  <a:pt x="2268085" y="0"/>
                </a:lnTo>
                <a:lnTo>
                  <a:pt x="2975321" y="2920028"/>
                </a:lnTo>
                <a:lnTo>
                  <a:pt x="3146041" y="3731148"/>
                </a:lnTo>
                <a:lnTo>
                  <a:pt x="3316761" y="2920028"/>
                </a:lnTo>
                <a:lnTo>
                  <a:pt x="4024010" y="0"/>
                </a:lnTo>
                <a:lnTo>
                  <a:pt x="6292082" y="0"/>
                </a:lnTo>
                <a:lnTo>
                  <a:pt x="6292082" y="5677842"/>
                </a:lnTo>
                <a:lnTo>
                  <a:pt x="4836940" y="5677842"/>
                </a:lnTo>
                <a:lnTo>
                  <a:pt x="4836940" y="1995360"/>
                </a:lnTo>
                <a:lnTo>
                  <a:pt x="4633708" y="2838921"/>
                </a:lnTo>
                <a:lnTo>
                  <a:pt x="3877684" y="5677842"/>
                </a:lnTo>
                <a:lnTo>
                  <a:pt x="2381886" y="5677842"/>
                </a:lnTo>
                <a:lnTo>
                  <a:pt x="1625861" y="2838921"/>
                </a:lnTo>
                <a:lnTo>
                  <a:pt x="1422629" y="1995360"/>
                </a:lnTo>
                <a:lnTo>
                  <a:pt x="1422629" y="5677842"/>
                </a:lnTo>
                <a:lnTo>
                  <a:pt x="0" y="5677842"/>
                </a:lnTo>
                <a:close/>
              </a:path>
            </a:pathLst>
          </a:custGeom>
          <a:solidFill>
            <a:schemeClr val="accent1">
              <a:alpha val="25000"/>
            </a:schemeClr>
          </a:solidFill>
          <a:ln w="0" cap="flat">
            <a:noFill/>
            <a:prstDash val="solid"/>
            <a:miter/>
          </a:ln>
        </p:spPr>
        <p:txBody>
          <a:bodyPr rtlCol="0" anchor="ctr"/>
          <a:lstStyle/>
          <a:p>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SG Product Update</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4676" cy="269875"/>
          </a:xfrm>
        </p:spPr>
        <p:txBody>
          <a:bodyPr/>
          <a:lstStyle/>
          <a:p>
            <a:fld id="{862A5111-985B-C14D-9115-5787026182A8}" type="slidenum">
              <a:rPr lang="en-US" smtClean="0"/>
              <a:t>‹#›</a:t>
            </a:fld>
            <a:endParaRPr lang="en-US"/>
          </a:p>
        </p:txBody>
      </p:sp>
      <p:sp>
        <p:nvSpPr>
          <p:cNvPr id="5" name="Title 17">
            <a:extLst>
              <a:ext uri="{FF2B5EF4-FFF2-40B4-BE49-F238E27FC236}">
                <a16:creationId xmlns:a16="http://schemas.microsoft.com/office/drawing/2014/main" id="{9FEA9B73-F154-CEDE-C3F9-3BA38B6541A9}"/>
              </a:ext>
            </a:extLst>
          </p:cNvPr>
          <p:cNvSpPr>
            <a:spLocks noGrp="1"/>
          </p:cNvSpPr>
          <p:nvPr>
            <p:ph type="title" hasCustomPrompt="1"/>
          </p:nvPr>
        </p:nvSpPr>
        <p:spPr>
          <a:xfrm>
            <a:off x="546100" y="2425700"/>
            <a:ext cx="8267700" cy="2860221"/>
          </a:xfrm>
          <a:prstGeom prst="rect">
            <a:avLst/>
          </a:prstGeom>
        </p:spPr>
        <p:txBody>
          <a:bodyPr anchor="b"/>
          <a:lstStyle>
            <a:lvl1pPr marL="0" indent="0" algn="l">
              <a:lnSpc>
                <a:spcPct val="100000"/>
              </a:lnSpc>
              <a:tabLst/>
              <a:defRPr sz="4800">
                <a:solidFill>
                  <a:schemeClr val="tx1"/>
                </a:solidFill>
              </a:defRPr>
            </a:lvl1pPr>
          </a:lstStyle>
          <a:p>
            <a:r>
              <a:rPr lang="en-US"/>
              <a:t>Use this divider if your headline is long, or is equal to or greater than a total of three lines</a:t>
            </a:r>
          </a:p>
        </p:txBody>
      </p:sp>
    </p:spTree>
    <p:extLst>
      <p:ext uri="{BB962C8B-B14F-4D97-AF65-F5344CB8AC3E}">
        <p14:creationId xmlns:p14="http://schemas.microsoft.com/office/powerpoint/2010/main" val="1567827576"/>
      </p:ext>
    </p:extLst>
  </p:cSld>
  <p:clrMapOvr>
    <a:overrideClrMapping bg1="dk1" tx1="lt1" bg2="dk2" tx2="lt2" accent1="accent1" accent2="accent2" accent3="accent3" accent4="accent4" accent5="accent5" accent6="accent6" hlink="hlink" folHlink="folHlink"/>
  </p:clrMapOvr>
</p:sldLayout>
</file>

<file path=ppt/slideLayouts/slideLayout105.xml><?xml version="1.0" encoding="utf-8"?>
<p:sldLayout xmlns:a="http://schemas.openxmlformats.org/drawingml/2006/main" xmlns:r="http://schemas.openxmlformats.org/officeDocument/2006/relationships" xmlns:p="http://schemas.openxmlformats.org/presentationml/2006/main" preserve="1" userDrawn="1">
  <p:cSld name="Divider 3 - Short title">
    <p:bg>
      <p:bgPr>
        <a:solidFill>
          <a:schemeClr val="bg2"/>
        </a:solidFill>
        <a:effectLst/>
      </p:bgPr>
    </p:bg>
    <p:spTree>
      <p:nvGrpSpPr>
        <p:cNvPr id="1" name=""/>
        <p:cNvGrpSpPr/>
        <p:nvPr/>
      </p:nvGrpSpPr>
      <p:grpSpPr>
        <a:xfrm>
          <a:off x="0" y="0"/>
          <a:ext cx="0" cy="0"/>
          <a:chOff x="0" y="0"/>
          <a:chExt cx="0" cy="0"/>
        </a:xfrm>
      </p:grpSpPr>
      <p:pic>
        <p:nvPicPr>
          <p:cNvPr id="5" name="Picture 4" descr="A blue wavy lines on a black background&#10;&#10;Description automatically generated">
            <a:extLst>
              <a:ext uri="{FF2B5EF4-FFF2-40B4-BE49-F238E27FC236}">
                <a16:creationId xmlns:a16="http://schemas.microsoft.com/office/drawing/2014/main" id="{08337103-59B6-6AE9-80A5-90CFAC0400CE}"/>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hidden">
          <a:xfrm>
            <a:off x="6350" y="-1"/>
            <a:ext cx="12179302" cy="6858000"/>
          </a:xfrm>
          <a:prstGeom prst="rect">
            <a:avLst/>
          </a:prstGeom>
        </p:spPr>
      </p:pic>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SG Product Update</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8" name="Title 17">
            <a:extLst>
              <a:ext uri="{FF2B5EF4-FFF2-40B4-BE49-F238E27FC236}">
                <a16:creationId xmlns:a16="http://schemas.microsoft.com/office/drawing/2014/main" id="{98D5B202-316D-9EDE-D8FC-C6D094C650D6}"/>
              </a:ext>
            </a:extLst>
          </p:cNvPr>
          <p:cNvSpPr>
            <a:spLocks noGrp="1"/>
          </p:cNvSpPr>
          <p:nvPr>
            <p:ph type="title" hasCustomPrompt="1"/>
          </p:nvPr>
        </p:nvSpPr>
        <p:spPr>
          <a:xfrm>
            <a:off x="546100" y="3295650"/>
            <a:ext cx="8267700" cy="1997075"/>
          </a:xfrm>
          <a:prstGeom prst="rect">
            <a:avLst/>
          </a:prstGeom>
        </p:spPr>
        <p:txBody>
          <a:bodyPr anchor="b"/>
          <a:lstStyle>
            <a:lvl1pPr marL="514350" indent="-514350" algn="l">
              <a:lnSpc>
                <a:spcPct val="100000"/>
              </a:lnSpc>
              <a:tabLst/>
              <a:defRPr sz="4800">
                <a:solidFill>
                  <a:schemeClr val="tx1"/>
                </a:solidFill>
              </a:defRPr>
            </a:lvl1pPr>
          </a:lstStyle>
          <a:p>
            <a:r>
              <a:rPr lang="en-US"/>
              <a:t>Use this divider only if your headline is short</a:t>
            </a:r>
          </a:p>
        </p:txBody>
      </p:sp>
    </p:spTree>
    <p:extLst>
      <p:ext uri="{BB962C8B-B14F-4D97-AF65-F5344CB8AC3E}">
        <p14:creationId xmlns:p14="http://schemas.microsoft.com/office/powerpoint/2010/main" val="1595550425"/>
      </p:ext>
    </p:extLst>
  </p:cSld>
  <p:clrMapOvr>
    <a:overrideClrMapping bg1="dk1" tx1="lt1" bg2="dk2" tx2="lt2" accent1="accent1" accent2="accent2" accent3="accent3" accent4="accent4" accent5="accent5" accent6="accent6" hlink="hlink" folHlink="folHlink"/>
  </p:clrMapOvr>
</p:sldLayout>
</file>

<file path=ppt/slideLayouts/slideLayout106.xml><?xml version="1.0" encoding="utf-8"?>
<p:sldLayout xmlns:a="http://schemas.openxmlformats.org/drawingml/2006/main" xmlns:r="http://schemas.openxmlformats.org/officeDocument/2006/relationships" xmlns:p="http://schemas.openxmlformats.org/presentationml/2006/main" preserve="1" userDrawn="1">
  <p:cSld name="Divider 2 - Long title">
    <p:bg>
      <p:bgPr>
        <a:solidFill>
          <a:schemeClr val="bg2"/>
        </a:solidFill>
        <a:effectLst/>
      </p:bgPr>
    </p:bg>
    <p:spTree>
      <p:nvGrpSpPr>
        <p:cNvPr id="1" name=""/>
        <p:cNvGrpSpPr/>
        <p:nvPr/>
      </p:nvGrpSpPr>
      <p:grpSpPr>
        <a:xfrm>
          <a:off x="0" y="0"/>
          <a:ext cx="0" cy="0"/>
          <a:chOff x="0" y="0"/>
          <a:chExt cx="0" cy="0"/>
        </a:xfrm>
      </p:grpSpPr>
      <p:pic>
        <p:nvPicPr>
          <p:cNvPr id="6" name="Picture 5" descr="A blue wavy lines on a black background&#10;&#10;Description automatically generated">
            <a:extLst>
              <a:ext uri="{FF2B5EF4-FFF2-40B4-BE49-F238E27FC236}">
                <a16:creationId xmlns:a16="http://schemas.microsoft.com/office/drawing/2014/main" id="{836C1EA9-D1CD-4494-05CB-C8B04EE4273A}"/>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hidden">
          <a:xfrm>
            <a:off x="6350" y="-1"/>
            <a:ext cx="12179302" cy="6858000"/>
          </a:xfrm>
          <a:prstGeom prst="rect">
            <a:avLst/>
          </a:prstGeom>
        </p:spPr>
      </p:pic>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SG Product Update</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4676" cy="269875"/>
          </a:xfrm>
        </p:spPr>
        <p:txBody>
          <a:bodyPr/>
          <a:lstStyle/>
          <a:p>
            <a:fld id="{862A5111-985B-C14D-9115-5787026182A8}" type="slidenum">
              <a:rPr lang="en-US" smtClean="0"/>
              <a:t>‹#›</a:t>
            </a:fld>
            <a:endParaRPr lang="en-US"/>
          </a:p>
        </p:txBody>
      </p:sp>
      <p:sp>
        <p:nvSpPr>
          <p:cNvPr id="7" name="Title 17">
            <a:extLst>
              <a:ext uri="{FF2B5EF4-FFF2-40B4-BE49-F238E27FC236}">
                <a16:creationId xmlns:a16="http://schemas.microsoft.com/office/drawing/2014/main" id="{0E02A696-5AEC-8241-7182-A62C3777A058}"/>
              </a:ext>
            </a:extLst>
          </p:cNvPr>
          <p:cNvSpPr>
            <a:spLocks noGrp="1"/>
          </p:cNvSpPr>
          <p:nvPr>
            <p:ph type="title" hasCustomPrompt="1"/>
          </p:nvPr>
        </p:nvSpPr>
        <p:spPr>
          <a:xfrm>
            <a:off x="546100" y="2425700"/>
            <a:ext cx="8267700" cy="2860221"/>
          </a:xfrm>
          <a:prstGeom prst="rect">
            <a:avLst/>
          </a:prstGeom>
        </p:spPr>
        <p:txBody>
          <a:bodyPr anchor="b"/>
          <a:lstStyle>
            <a:lvl1pPr marL="0" indent="0" algn="l">
              <a:lnSpc>
                <a:spcPct val="100000"/>
              </a:lnSpc>
              <a:tabLst/>
              <a:defRPr sz="4800">
                <a:solidFill>
                  <a:schemeClr val="tx1"/>
                </a:solidFill>
              </a:defRPr>
            </a:lvl1pPr>
          </a:lstStyle>
          <a:p>
            <a:r>
              <a:rPr lang="en-US"/>
              <a:t>Use this divider if your headline is long, or is equal to or greater than a total of three lines</a:t>
            </a:r>
          </a:p>
        </p:txBody>
      </p:sp>
    </p:spTree>
    <p:extLst>
      <p:ext uri="{BB962C8B-B14F-4D97-AF65-F5344CB8AC3E}">
        <p14:creationId xmlns:p14="http://schemas.microsoft.com/office/powerpoint/2010/main" val="2695135361"/>
      </p:ext>
    </p:extLst>
  </p:cSld>
  <p:clrMapOvr>
    <a:overrideClrMapping bg1="dk1" tx1="lt1" bg2="dk2" tx2="lt2" accent1="accent1" accent2="accent2" accent3="accent3" accent4="accent4" accent5="accent5" accent6="accent6" hlink="hlink" folHlink="folHlink"/>
  </p:clrMapOvr>
</p:sldLayout>
</file>

<file path=ppt/slideLayouts/slideLayout107.xml><?xml version="1.0" encoding="utf-8"?>
<p:sldLayout xmlns:a="http://schemas.openxmlformats.org/drawingml/2006/main" xmlns:r="http://schemas.openxmlformats.org/officeDocument/2006/relationships" xmlns:p="http://schemas.openxmlformats.org/presentationml/2006/main" preserve="1" userDrawn="1">
  <p:cSld name="Divider Photo - Short title">
    <p:bg>
      <p:bgPr>
        <a:solidFill>
          <a:schemeClr val="tx1"/>
        </a:solidFill>
        <a:effectLst/>
      </p:bgPr>
    </p:bg>
    <p:spTree>
      <p:nvGrpSpPr>
        <p:cNvPr id="1" name=""/>
        <p:cNvGrpSpPr/>
        <p:nvPr/>
      </p:nvGrpSpPr>
      <p:grpSpPr>
        <a:xfrm>
          <a:off x="0" y="0"/>
          <a:ext cx="0" cy="0"/>
          <a:chOff x="0" y="0"/>
          <a:chExt cx="0" cy="0"/>
        </a:xfrm>
      </p:grpSpPr>
      <p:sp>
        <p:nvSpPr>
          <p:cNvPr id="9" name="Picture Placeholder 8">
            <a:extLst>
              <a:ext uri="{FF2B5EF4-FFF2-40B4-BE49-F238E27FC236}">
                <a16:creationId xmlns:a16="http://schemas.microsoft.com/office/drawing/2014/main" id="{EC514BA5-6487-0CDD-2D28-66E701C8A937}"/>
              </a:ext>
            </a:extLst>
          </p:cNvPr>
          <p:cNvSpPr>
            <a:spLocks noGrp="1"/>
          </p:cNvSpPr>
          <p:nvPr>
            <p:ph type="pic" sz="quarter" idx="14"/>
          </p:nvPr>
        </p:nvSpPr>
        <p:spPr>
          <a:xfrm>
            <a:off x="0" y="0"/>
            <a:ext cx="12192000" cy="6858000"/>
          </a:xfrm>
          <a:custGeom>
            <a:avLst/>
            <a:gdLst>
              <a:gd name="connsiteX0" fmla="*/ 1221554 w 12192000"/>
              <a:gd name="connsiteY0" fmla="*/ 552450 h 6858000"/>
              <a:gd name="connsiteX1" fmla="*/ 1221554 w 12192000"/>
              <a:gd name="connsiteY1" fmla="*/ 707287 h 6858000"/>
              <a:gd name="connsiteX2" fmla="*/ 1287710 w 12192000"/>
              <a:gd name="connsiteY2" fmla="*/ 707287 h 6858000"/>
              <a:gd name="connsiteX3" fmla="*/ 1243606 w 12192000"/>
              <a:gd name="connsiteY3" fmla="*/ 828714 h 6858000"/>
              <a:gd name="connsiteX4" fmla="*/ 1277094 w 12192000"/>
              <a:gd name="connsiteY4" fmla="*/ 828714 h 6858000"/>
              <a:gd name="connsiteX5" fmla="*/ 1376737 w 12192000"/>
              <a:gd name="connsiteY5" fmla="*/ 695063 h 6858000"/>
              <a:gd name="connsiteX6" fmla="*/ 1376737 w 12192000"/>
              <a:gd name="connsiteY6" fmla="*/ 552450 h 6858000"/>
              <a:gd name="connsiteX7" fmla="*/ 546100 w 12192000"/>
              <a:gd name="connsiteY7" fmla="*/ 552450 h 6858000"/>
              <a:gd name="connsiteX8" fmla="*/ 546100 w 12192000"/>
              <a:gd name="connsiteY8" fmla="*/ 1122906 h 6858000"/>
              <a:gd name="connsiteX9" fmla="*/ 689033 w 12192000"/>
              <a:gd name="connsiteY9" fmla="*/ 1122906 h 6858000"/>
              <a:gd name="connsiteX10" fmla="*/ 689033 w 12192000"/>
              <a:gd name="connsiteY10" fmla="*/ 752925 h 6858000"/>
              <a:gd name="connsiteX11" fmla="*/ 709451 w 12192000"/>
              <a:gd name="connsiteY11" fmla="*/ 837678 h 6858000"/>
              <a:gd name="connsiteX12" fmla="*/ 785410 w 12192000"/>
              <a:gd name="connsiteY12" fmla="*/ 1122906 h 6858000"/>
              <a:gd name="connsiteX13" fmla="*/ 935693 w 12192000"/>
              <a:gd name="connsiteY13" fmla="*/ 1122906 h 6858000"/>
              <a:gd name="connsiteX14" fmla="*/ 1011652 w 12192000"/>
              <a:gd name="connsiteY14" fmla="*/ 837678 h 6858000"/>
              <a:gd name="connsiteX15" fmla="*/ 1032070 w 12192000"/>
              <a:gd name="connsiteY15" fmla="*/ 752925 h 6858000"/>
              <a:gd name="connsiteX16" fmla="*/ 1032070 w 12192000"/>
              <a:gd name="connsiteY16" fmla="*/ 1122906 h 6858000"/>
              <a:gd name="connsiteX17" fmla="*/ 1178270 w 12192000"/>
              <a:gd name="connsiteY17" fmla="*/ 1122906 h 6858000"/>
              <a:gd name="connsiteX18" fmla="*/ 1178270 w 12192000"/>
              <a:gd name="connsiteY18" fmla="*/ 552450 h 6858000"/>
              <a:gd name="connsiteX19" fmla="*/ 950395 w 12192000"/>
              <a:gd name="connsiteY19" fmla="*/ 552450 h 6858000"/>
              <a:gd name="connsiteX20" fmla="*/ 879337 w 12192000"/>
              <a:gd name="connsiteY20" fmla="*/ 845827 h 6858000"/>
              <a:gd name="connsiteX21" fmla="*/ 862185 w 12192000"/>
              <a:gd name="connsiteY21" fmla="*/ 927321 h 6858000"/>
              <a:gd name="connsiteX22" fmla="*/ 845033 w 12192000"/>
              <a:gd name="connsiteY22" fmla="*/ 845827 h 6858000"/>
              <a:gd name="connsiteX23" fmla="*/ 773976 w 12192000"/>
              <a:gd name="connsiteY23" fmla="*/ 552450 h 6858000"/>
              <a:gd name="connsiteX24" fmla="*/ 0 w 12192000"/>
              <a:gd name="connsiteY24" fmla="*/ 0 h 6858000"/>
              <a:gd name="connsiteX25" fmla="*/ 12192000 w 12192000"/>
              <a:gd name="connsiteY25" fmla="*/ 0 h 6858000"/>
              <a:gd name="connsiteX26" fmla="*/ 12192000 w 12192000"/>
              <a:gd name="connsiteY26" fmla="*/ 6858000 h 6858000"/>
              <a:gd name="connsiteX27" fmla="*/ 0 w 12192000"/>
              <a:gd name="connsiteY2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2192000" h="6858000">
                <a:moveTo>
                  <a:pt x="1221554" y="552450"/>
                </a:moveTo>
                <a:lnTo>
                  <a:pt x="1221554" y="707287"/>
                </a:lnTo>
                <a:lnTo>
                  <a:pt x="1287710" y="707287"/>
                </a:lnTo>
                <a:lnTo>
                  <a:pt x="1243606" y="828714"/>
                </a:lnTo>
                <a:lnTo>
                  <a:pt x="1277094" y="828714"/>
                </a:lnTo>
                <a:lnTo>
                  <a:pt x="1376737" y="695063"/>
                </a:lnTo>
                <a:lnTo>
                  <a:pt x="1376737" y="552450"/>
                </a:lnTo>
                <a:close/>
                <a:moveTo>
                  <a:pt x="546100" y="552450"/>
                </a:moveTo>
                <a:lnTo>
                  <a:pt x="546100" y="1122906"/>
                </a:lnTo>
                <a:lnTo>
                  <a:pt x="689033" y="1122906"/>
                </a:lnTo>
                <a:lnTo>
                  <a:pt x="689033" y="752925"/>
                </a:lnTo>
                <a:lnTo>
                  <a:pt x="709451" y="837678"/>
                </a:lnTo>
                <a:lnTo>
                  <a:pt x="785410" y="1122906"/>
                </a:lnTo>
                <a:lnTo>
                  <a:pt x="935693" y="1122906"/>
                </a:lnTo>
                <a:lnTo>
                  <a:pt x="1011652" y="837678"/>
                </a:lnTo>
                <a:lnTo>
                  <a:pt x="1032070" y="752925"/>
                </a:lnTo>
                <a:lnTo>
                  <a:pt x="1032070" y="1122906"/>
                </a:lnTo>
                <a:lnTo>
                  <a:pt x="1178270" y="1122906"/>
                </a:lnTo>
                <a:lnTo>
                  <a:pt x="1178270" y="552450"/>
                </a:lnTo>
                <a:lnTo>
                  <a:pt x="950395" y="552450"/>
                </a:lnTo>
                <a:lnTo>
                  <a:pt x="879337" y="845827"/>
                </a:lnTo>
                <a:lnTo>
                  <a:pt x="862185" y="927321"/>
                </a:lnTo>
                <a:lnTo>
                  <a:pt x="845033" y="845827"/>
                </a:lnTo>
                <a:lnTo>
                  <a:pt x="773976" y="552450"/>
                </a:lnTo>
                <a:close/>
                <a:moveTo>
                  <a:pt x="0" y="0"/>
                </a:moveTo>
                <a:lnTo>
                  <a:pt x="12192000" y="0"/>
                </a:lnTo>
                <a:lnTo>
                  <a:pt x="12192000" y="6858000"/>
                </a:lnTo>
                <a:lnTo>
                  <a:pt x="0" y="6858000"/>
                </a:lnTo>
                <a:close/>
              </a:path>
            </a:pathLst>
          </a:custGeom>
          <a:solidFill>
            <a:srgbClr val="A6A9AA"/>
          </a:solidFill>
        </p:spPr>
        <p:txBody>
          <a:bodyPr wrap="square" tIns="2103120">
            <a:noAutofit/>
          </a:bodyPr>
          <a:lstStyle>
            <a:lvl1pPr algn="ctr">
              <a:defRPr>
                <a:solidFill>
                  <a:schemeClr val="tx1"/>
                </a:solidFill>
              </a:defRPr>
            </a:lvl1pPr>
          </a:lstStyle>
          <a:p>
            <a:r>
              <a:rPr lang="en-US"/>
              <a:t>Click icon to add picture</a:t>
            </a:r>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SG Product Update</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8" name="Title 17">
            <a:extLst>
              <a:ext uri="{FF2B5EF4-FFF2-40B4-BE49-F238E27FC236}">
                <a16:creationId xmlns:a16="http://schemas.microsoft.com/office/drawing/2014/main" id="{98D5B202-316D-9EDE-D8FC-C6D094C650D6}"/>
              </a:ext>
            </a:extLst>
          </p:cNvPr>
          <p:cNvSpPr>
            <a:spLocks noGrp="1"/>
          </p:cNvSpPr>
          <p:nvPr>
            <p:ph type="title" hasCustomPrompt="1"/>
          </p:nvPr>
        </p:nvSpPr>
        <p:spPr>
          <a:xfrm>
            <a:off x="546100" y="3295650"/>
            <a:ext cx="8267700" cy="1997075"/>
          </a:xfrm>
          <a:prstGeom prst="rect">
            <a:avLst/>
          </a:prstGeom>
        </p:spPr>
        <p:txBody>
          <a:bodyPr anchor="b"/>
          <a:lstStyle>
            <a:lvl1pPr marL="514350" indent="-514350" algn="l">
              <a:lnSpc>
                <a:spcPct val="100000"/>
              </a:lnSpc>
              <a:tabLst/>
              <a:defRPr sz="4800">
                <a:solidFill>
                  <a:schemeClr val="tx1"/>
                </a:solidFill>
              </a:defRPr>
            </a:lvl1pPr>
          </a:lstStyle>
          <a:p>
            <a:r>
              <a:rPr lang="en-US"/>
              <a:t>Use this divider only if your headline is short</a:t>
            </a:r>
          </a:p>
        </p:txBody>
      </p:sp>
    </p:spTree>
    <p:extLst>
      <p:ext uri="{BB962C8B-B14F-4D97-AF65-F5344CB8AC3E}">
        <p14:creationId xmlns:p14="http://schemas.microsoft.com/office/powerpoint/2010/main" val="2354499989"/>
      </p:ext>
    </p:extLst>
  </p:cSld>
  <p:clrMapOvr>
    <a:overrideClrMapping bg1="dk1" tx1="lt1" bg2="dk2" tx2="lt2" accent1="accent1" accent2="accent2" accent3="accent3" accent4="accent4" accent5="accent5" accent6="accent6" hlink="hlink" folHlink="folHlink"/>
  </p:clrMapOvr>
</p:sldLayout>
</file>

<file path=ppt/slideLayouts/slideLayout108.xml><?xml version="1.0" encoding="utf-8"?>
<p:sldLayout xmlns:a="http://schemas.openxmlformats.org/drawingml/2006/main" xmlns:r="http://schemas.openxmlformats.org/officeDocument/2006/relationships" xmlns:p="http://schemas.openxmlformats.org/presentationml/2006/main" preserve="1" userDrawn="1">
  <p:cSld name="Divider Photo - Long title">
    <p:bg>
      <p:bgPr>
        <a:solidFill>
          <a:schemeClr val="tx1"/>
        </a:solidFill>
        <a:effectLst/>
      </p:bgPr>
    </p:bg>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D2C1E244-876B-1F11-FE16-79C6C8406455}"/>
              </a:ext>
            </a:extLst>
          </p:cNvPr>
          <p:cNvSpPr>
            <a:spLocks noGrp="1"/>
          </p:cNvSpPr>
          <p:nvPr>
            <p:ph type="pic" sz="quarter" idx="14"/>
          </p:nvPr>
        </p:nvSpPr>
        <p:spPr>
          <a:xfrm>
            <a:off x="0" y="0"/>
            <a:ext cx="12192000" cy="6858000"/>
          </a:xfrm>
          <a:custGeom>
            <a:avLst/>
            <a:gdLst>
              <a:gd name="connsiteX0" fmla="*/ 1221554 w 12192000"/>
              <a:gd name="connsiteY0" fmla="*/ 552450 h 6858000"/>
              <a:gd name="connsiteX1" fmla="*/ 1221554 w 12192000"/>
              <a:gd name="connsiteY1" fmla="*/ 707287 h 6858000"/>
              <a:gd name="connsiteX2" fmla="*/ 1287710 w 12192000"/>
              <a:gd name="connsiteY2" fmla="*/ 707287 h 6858000"/>
              <a:gd name="connsiteX3" fmla="*/ 1243606 w 12192000"/>
              <a:gd name="connsiteY3" fmla="*/ 828714 h 6858000"/>
              <a:gd name="connsiteX4" fmla="*/ 1277094 w 12192000"/>
              <a:gd name="connsiteY4" fmla="*/ 828714 h 6858000"/>
              <a:gd name="connsiteX5" fmla="*/ 1376737 w 12192000"/>
              <a:gd name="connsiteY5" fmla="*/ 695063 h 6858000"/>
              <a:gd name="connsiteX6" fmla="*/ 1376737 w 12192000"/>
              <a:gd name="connsiteY6" fmla="*/ 552450 h 6858000"/>
              <a:gd name="connsiteX7" fmla="*/ 546100 w 12192000"/>
              <a:gd name="connsiteY7" fmla="*/ 552450 h 6858000"/>
              <a:gd name="connsiteX8" fmla="*/ 546100 w 12192000"/>
              <a:gd name="connsiteY8" fmla="*/ 1122906 h 6858000"/>
              <a:gd name="connsiteX9" fmla="*/ 689033 w 12192000"/>
              <a:gd name="connsiteY9" fmla="*/ 1122906 h 6858000"/>
              <a:gd name="connsiteX10" fmla="*/ 689033 w 12192000"/>
              <a:gd name="connsiteY10" fmla="*/ 752925 h 6858000"/>
              <a:gd name="connsiteX11" fmla="*/ 709451 w 12192000"/>
              <a:gd name="connsiteY11" fmla="*/ 837678 h 6858000"/>
              <a:gd name="connsiteX12" fmla="*/ 785410 w 12192000"/>
              <a:gd name="connsiteY12" fmla="*/ 1122906 h 6858000"/>
              <a:gd name="connsiteX13" fmla="*/ 935693 w 12192000"/>
              <a:gd name="connsiteY13" fmla="*/ 1122906 h 6858000"/>
              <a:gd name="connsiteX14" fmla="*/ 1011652 w 12192000"/>
              <a:gd name="connsiteY14" fmla="*/ 837678 h 6858000"/>
              <a:gd name="connsiteX15" fmla="*/ 1032070 w 12192000"/>
              <a:gd name="connsiteY15" fmla="*/ 752925 h 6858000"/>
              <a:gd name="connsiteX16" fmla="*/ 1032070 w 12192000"/>
              <a:gd name="connsiteY16" fmla="*/ 1122906 h 6858000"/>
              <a:gd name="connsiteX17" fmla="*/ 1178270 w 12192000"/>
              <a:gd name="connsiteY17" fmla="*/ 1122906 h 6858000"/>
              <a:gd name="connsiteX18" fmla="*/ 1178270 w 12192000"/>
              <a:gd name="connsiteY18" fmla="*/ 552450 h 6858000"/>
              <a:gd name="connsiteX19" fmla="*/ 950395 w 12192000"/>
              <a:gd name="connsiteY19" fmla="*/ 552450 h 6858000"/>
              <a:gd name="connsiteX20" fmla="*/ 879337 w 12192000"/>
              <a:gd name="connsiteY20" fmla="*/ 845827 h 6858000"/>
              <a:gd name="connsiteX21" fmla="*/ 862185 w 12192000"/>
              <a:gd name="connsiteY21" fmla="*/ 927321 h 6858000"/>
              <a:gd name="connsiteX22" fmla="*/ 845033 w 12192000"/>
              <a:gd name="connsiteY22" fmla="*/ 845827 h 6858000"/>
              <a:gd name="connsiteX23" fmla="*/ 773976 w 12192000"/>
              <a:gd name="connsiteY23" fmla="*/ 552450 h 6858000"/>
              <a:gd name="connsiteX24" fmla="*/ 0 w 12192000"/>
              <a:gd name="connsiteY24" fmla="*/ 0 h 6858000"/>
              <a:gd name="connsiteX25" fmla="*/ 12192000 w 12192000"/>
              <a:gd name="connsiteY25" fmla="*/ 0 h 6858000"/>
              <a:gd name="connsiteX26" fmla="*/ 12192000 w 12192000"/>
              <a:gd name="connsiteY26" fmla="*/ 6858000 h 6858000"/>
              <a:gd name="connsiteX27" fmla="*/ 0 w 12192000"/>
              <a:gd name="connsiteY2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2192000" h="6858000">
                <a:moveTo>
                  <a:pt x="1221554" y="552450"/>
                </a:moveTo>
                <a:lnTo>
                  <a:pt x="1221554" y="707287"/>
                </a:lnTo>
                <a:lnTo>
                  <a:pt x="1287710" y="707287"/>
                </a:lnTo>
                <a:lnTo>
                  <a:pt x="1243606" y="828714"/>
                </a:lnTo>
                <a:lnTo>
                  <a:pt x="1277094" y="828714"/>
                </a:lnTo>
                <a:lnTo>
                  <a:pt x="1376737" y="695063"/>
                </a:lnTo>
                <a:lnTo>
                  <a:pt x="1376737" y="552450"/>
                </a:lnTo>
                <a:close/>
                <a:moveTo>
                  <a:pt x="546100" y="552450"/>
                </a:moveTo>
                <a:lnTo>
                  <a:pt x="546100" y="1122906"/>
                </a:lnTo>
                <a:lnTo>
                  <a:pt x="689033" y="1122906"/>
                </a:lnTo>
                <a:lnTo>
                  <a:pt x="689033" y="752925"/>
                </a:lnTo>
                <a:lnTo>
                  <a:pt x="709451" y="837678"/>
                </a:lnTo>
                <a:lnTo>
                  <a:pt x="785410" y="1122906"/>
                </a:lnTo>
                <a:lnTo>
                  <a:pt x="935693" y="1122906"/>
                </a:lnTo>
                <a:lnTo>
                  <a:pt x="1011652" y="837678"/>
                </a:lnTo>
                <a:lnTo>
                  <a:pt x="1032070" y="752925"/>
                </a:lnTo>
                <a:lnTo>
                  <a:pt x="1032070" y="1122906"/>
                </a:lnTo>
                <a:lnTo>
                  <a:pt x="1178270" y="1122906"/>
                </a:lnTo>
                <a:lnTo>
                  <a:pt x="1178270" y="552450"/>
                </a:lnTo>
                <a:lnTo>
                  <a:pt x="950395" y="552450"/>
                </a:lnTo>
                <a:lnTo>
                  <a:pt x="879337" y="845827"/>
                </a:lnTo>
                <a:lnTo>
                  <a:pt x="862185" y="927321"/>
                </a:lnTo>
                <a:lnTo>
                  <a:pt x="845033" y="845827"/>
                </a:lnTo>
                <a:lnTo>
                  <a:pt x="773976" y="552450"/>
                </a:lnTo>
                <a:close/>
                <a:moveTo>
                  <a:pt x="0" y="0"/>
                </a:moveTo>
                <a:lnTo>
                  <a:pt x="12192000" y="0"/>
                </a:lnTo>
                <a:lnTo>
                  <a:pt x="12192000" y="6858000"/>
                </a:lnTo>
                <a:lnTo>
                  <a:pt x="0" y="6858000"/>
                </a:lnTo>
                <a:close/>
              </a:path>
            </a:pathLst>
          </a:custGeom>
          <a:solidFill>
            <a:srgbClr val="A6A9AA"/>
          </a:solidFill>
        </p:spPr>
        <p:txBody>
          <a:bodyPr wrap="square" tIns="2103120">
            <a:noAutofit/>
          </a:bodyPr>
          <a:lstStyle>
            <a:lvl1pPr algn="ctr">
              <a:defRPr>
                <a:solidFill>
                  <a:schemeClr val="tx1"/>
                </a:solidFill>
              </a:defRPr>
            </a:lvl1pPr>
          </a:lstStyle>
          <a:p>
            <a:r>
              <a:rPr lang="en-US"/>
              <a:t>Click icon to add picture</a:t>
            </a:r>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SG Product Update</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4676" cy="269875"/>
          </a:xfrm>
        </p:spPr>
        <p:txBody>
          <a:bodyPr/>
          <a:lstStyle/>
          <a:p>
            <a:fld id="{862A5111-985B-C14D-9115-5787026182A8}" type="slidenum">
              <a:rPr lang="en-US" smtClean="0"/>
              <a:t>‹#›</a:t>
            </a:fld>
            <a:endParaRPr lang="en-US"/>
          </a:p>
        </p:txBody>
      </p:sp>
      <p:sp>
        <p:nvSpPr>
          <p:cNvPr id="5" name="Title 17">
            <a:extLst>
              <a:ext uri="{FF2B5EF4-FFF2-40B4-BE49-F238E27FC236}">
                <a16:creationId xmlns:a16="http://schemas.microsoft.com/office/drawing/2014/main" id="{9FB85A57-AF49-344B-37C6-7EFC489A80CC}"/>
              </a:ext>
            </a:extLst>
          </p:cNvPr>
          <p:cNvSpPr>
            <a:spLocks noGrp="1"/>
          </p:cNvSpPr>
          <p:nvPr>
            <p:ph type="title" hasCustomPrompt="1"/>
          </p:nvPr>
        </p:nvSpPr>
        <p:spPr>
          <a:xfrm>
            <a:off x="546100" y="2425700"/>
            <a:ext cx="8267700" cy="2860221"/>
          </a:xfrm>
          <a:prstGeom prst="rect">
            <a:avLst/>
          </a:prstGeom>
        </p:spPr>
        <p:txBody>
          <a:bodyPr anchor="b"/>
          <a:lstStyle>
            <a:lvl1pPr marL="0" indent="0" algn="l">
              <a:lnSpc>
                <a:spcPct val="100000"/>
              </a:lnSpc>
              <a:tabLst/>
              <a:defRPr sz="4800">
                <a:solidFill>
                  <a:schemeClr val="tx1"/>
                </a:solidFill>
              </a:defRPr>
            </a:lvl1pPr>
          </a:lstStyle>
          <a:p>
            <a:r>
              <a:rPr lang="en-US"/>
              <a:t>Use this divider if your headline is long, or is equal to or greater than a total of three lines</a:t>
            </a:r>
          </a:p>
        </p:txBody>
      </p:sp>
    </p:spTree>
    <p:extLst>
      <p:ext uri="{BB962C8B-B14F-4D97-AF65-F5344CB8AC3E}">
        <p14:creationId xmlns:p14="http://schemas.microsoft.com/office/powerpoint/2010/main" val="4041763030"/>
      </p:ext>
    </p:extLst>
  </p:cSld>
  <p:clrMapOvr>
    <a:overrideClrMapping bg1="dk1" tx1="lt1" bg2="dk2" tx2="lt2" accent1="accent1" accent2="accent2" accent3="accent3" accent4="accent4" accent5="accent5" accent6="accent6" hlink="hlink" folHlink="folHlink"/>
  </p:clrMapOvr>
</p:sldLayout>
</file>

<file path=ppt/slideLayouts/slideLayout109.xml><?xml version="1.0" encoding="utf-8"?>
<p:sldLayout xmlns:a="http://schemas.openxmlformats.org/drawingml/2006/main" xmlns:r="http://schemas.openxmlformats.org/officeDocument/2006/relationships" xmlns:p="http://schemas.openxmlformats.org/presentationml/2006/main" preserve="1" userDrawn="1">
  <p:cSld name="Quote 1 - General">
    <p:bg>
      <p:bgPr>
        <a:solidFill>
          <a:schemeClr val="bg2"/>
        </a:solidFill>
        <a:effectLst/>
      </p:bgPr>
    </p:bg>
    <p:spTree>
      <p:nvGrpSpPr>
        <p:cNvPr id="1" name=""/>
        <p:cNvGrpSpPr/>
        <p:nvPr/>
      </p:nvGrpSpPr>
      <p:grpSpPr>
        <a:xfrm>
          <a:off x="0" y="0"/>
          <a:ext cx="0" cy="0"/>
          <a:chOff x="0" y="0"/>
          <a:chExt cx="0" cy="0"/>
        </a:xfrm>
      </p:grpSpPr>
      <p:pic>
        <p:nvPicPr>
          <p:cNvPr id="7" name="Picture 6" descr="A blue wavy lines on a black background&#10;&#10;Description automatically generated">
            <a:extLst>
              <a:ext uri="{FF2B5EF4-FFF2-40B4-BE49-F238E27FC236}">
                <a16:creationId xmlns:a16="http://schemas.microsoft.com/office/drawing/2014/main" id="{ABB7ED4C-416B-722A-BF88-042E3CA9DC4D}"/>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hidden">
          <a:xfrm>
            <a:off x="6350" y="-1"/>
            <a:ext cx="12179302" cy="6858000"/>
          </a:xfrm>
          <a:prstGeom prst="rect">
            <a:avLst/>
          </a:prstGeom>
        </p:spPr>
      </p:pic>
      <p:sp>
        <p:nvSpPr>
          <p:cNvPr id="20" name="Freeform 19">
            <a:extLst>
              <a:ext uri="{FF2B5EF4-FFF2-40B4-BE49-F238E27FC236}">
                <a16:creationId xmlns:a16="http://schemas.microsoft.com/office/drawing/2014/main" id="{6732315D-1057-6521-C359-22C1DAF4964C}"/>
              </a:ext>
            </a:extLst>
          </p:cNvPr>
          <p:cNvSpPr/>
          <p:nvPr/>
        </p:nvSpPr>
        <p:spPr bwMode="black">
          <a:xfrm>
            <a:off x="546100" y="552450"/>
            <a:ext cx="830637" cy="570456"/>
          </a:xfrm>
          <a:custGeom>
            <a:avLst/>
            <a:gdLst>
              <a:gd name="connsiteX0" fmla="*/ 6722902 w 8267463"/>
              <a:gd name="connsiteY0" fmla="*/ 0 h 5677842"/>
              <a:gd name="connsiteX1" fmla="*/ 8267463 w 8267463"/>
              <a:gd name="connsiteY1" fmla="*/ 0 h 5677842"/>
              <a:gd name="connsiteX2" fmla="*/ 8267463 w 8267463"/>
              <a:gd name="connsiteY2" fmla="*/ 1419448 h 5677842"/>
              <a:gd name="connsiteX3" fmla="*/ 7275694 w 8267463"/>
              <a:gd name="connsiteY3" fmla="*/ 2749701 h 5677842"/>
              <a:gd name="connsiteX4" fmla="*/ 6942385 w 8267463"/>
              <a:gd name="connsiteY4" fmla="*/ 2749701 h 5677842"/>
              <a:gd name="connsiteX5" fmla="*/ 7381363 w 8267463"/>
              <a:gd name="connsiteY5" fmla="*/ 1541121 h 5677842"/>
              <a:gd name="connsiteX6" fmla="*/ 6722902 w 8267463"/>
              <a:gd name="connsiteY6" fmla="*/ 1541121 h 5677842"/>
              <a:gd name="connsiteX7" fmla="*/ 0 w 8267463"/>
              <a:gd name="connsiteY7" fmla="*/ 0 h 5677842"/>
              <a:gd name="connsiteX8" fmla="*/ 2268085 w 8267463"/>
              <a:gd name="connsiteY8" fmla="*/ 0 h 5677842"/>
              <a:gd name="connsiteX9" fmla="*/ 2975321 w 8267463"/>
              <a:gd name="connsiteY9" fmla="*/ 2920028 h 5677842"/>
              <a:gd name="connsiteX10" fmla="*/ 3146041 w 8267463"/>
              <a:gd name="connsiteY10" fmla="*/ 3731148 h 5677842"/>
              <a:gd name="connsiteX11" fmla="*/ 3316761 w 8267463"/>
              <a:gd name="connsiteY11" fmla="*/ 2920028 h 5677842"/>
              <a:gd name="connsiteX12" fmla="*/ 4024010 w 8267463"/>
              <a:gd name="connsiteY12" fmla="*/ 0 h 5677842"/>
              <a:gd name="connsiteX13" fmla="*/ 6292082 w 8267463"/>
              <a:gd name="connsiteY13" fmla="*/ 0 h 5677842"/>
              <a:gd name="connsiteX14" fmla="*/ 6292082 w 8267463"/>
              <a:gd name="connsiteY14" fmla="*/ 5677842 h 5677842"/>
              <a:gd name="connsiteX15" fmla="*/ 4836940 w 8267463"/>
              <a:gd name="connsiteY15" fmla="*/ 5677842 h 5677842"/>
              <a:gd name="connsiteX16" fmla="*/ 4836940 w 8267463"/>
              <a:gd name="connsiteY16" fmla="*/ 1995360 h 5677842"/>
              <a:gd name="connsiteX17" fmla="*/ 4633708 w 8267463"/>
              <a:gd name="connsiteY17" fmla="*/ 2838921 h 5677842"/>
              <a:gd name="connsiteX18" fmla="*/ 3877684 w 8267463"/>
              <a:gd name="connsiteY18" fmla="*/ 5677842 h 5677842"/>
              <a:gd name="connsiteX19" fmla="*/ 2381886 w 8267463"/>
              <a:gd name="connsiteY19" fmla="*/ 5677842 h 5677842"/>
              <a:gd name="connsiteX20" fmla="*/ 1625861 w 8267463"/>
              <a:gd name="connsiteY20" fmla="*/ 2838921 h 5677842"/>
              <a:gd name="connsiteX21" fmla="*/ 1422629 w 8267463"/>
              <a:gd name="connsiteY21" fmla="*/ 1995360 h 5677842"/>
              <a:gd name="connsiteX22" fmla="*/ 1422629 w 8267463"/>
              <a:gd name="connsiteY22" fmla="*/ 5677842 h 5677842"/>
              <a:gd name="connsiteX23" fmla="*/ 0 w 8267463"/>
              <a:gd name="connsiteY23" fmla="*/ 5677842 h 56778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8267463" h="5677842">
                <a:moveTo>
                  <a:pt x="6722902" y="0"/>
                </a:moveTo>
                <a:lnTo>
                  <a:pt x="8267463" y="0"/>
                </a:lnTo>
                <a:lnTo>
                  <a:pt x="8267463" y="1419448"/>
                </a:lnTo>
                <a:lnTo>
                  <a:pt x="7275694" y="2749701"/>
                </a:lnTo>
                <a:lnTo>
                  <a:pt x="6942385" y="2749701"/>
                </a:lnTo>
                <a:lnTo>
                  <a:pt x="7381363" y="1541121"/>
                </a:lnTo>
                <a:lnTo>
                  <a:pt x="6722902" y="1541121"/>
                </a:lnTo>
                <a:close/>
                <a:moveTo>
                  <a:pt x="0" y="0"/>
                </a:moveTo>
                <a:lnTo>
                  <a:pt x="2268085" y="0"/>
                </a:lnTo>
                <a:lnTo>
                  <a:pt x="2975321" y="2920028"/>
                </a:lnTo>
                <a:lnTo>
                  <a:pt x="3146041" y="3731148"/>
                </a:lnTo>
                <a:lnTo>
                  <a:pt x="3316761" y="2920028"/>
                </a:lnTo>
                <a:lnTo>
                  <a:pt x="4024010" y="0"/>
                </a:lnTo>
                <a:lnTo>
                  <a:pt x="6292082" y="0"/>
                </a:lnTo>
                <a:lnTo>
                  <a:pt x="6292082" y="5677842"/>
                </a:lnTo>
                <a:lnTo>
                  <a:pt x="4836940" y="5677842"/>
                </a:lnTo>
                <a:lnTo>
                  <a:pt x="4836940" y="1995360"/>
                </a:lnTo>
                <a:lnTo>
                  <a:pt x="4633708" y="2838921"/>
                </a:lnTo>
                <a:lnTo>
                  <a:pt x="3877684" y="5677842"/>
                </a:lnTo>
                <a:lnTo>
                  <a:pt x="2381886" y="5677842"/>
                </a:lnTo>
                <a:lnTo>
                  <a:pt x="1625861" y="2838921"/>
                </a:lnTo>
                <a:lnTo>
                  <a:pt x="1422629" y="1995360"/>
                </a:lnTo>
                <a:lnTo>
                  <a:pt x="1422629" y="5677842"/>
                </a:lnTo>
                <a:lnTo>
                  <a:pt x="0" y="5677842"/>
                </a:lnTo>
                <a:close/>
              </a:path>
            </a:pathLst>
          </a:custGeom>
          <a:solidFill>
            <a:schemeClr val="tx1"/>
          </a:solidFill>
          <a:ln w="0" cap="flat">
            <a:noFill/>
            <a:prstDash val="solid"/>
            <a:miter/>
          </a:ln>
        </p:spPr>
        <p:txBody>
          <a:bodyPr rtlCol="0" anchor="ctr"/>
          <a:lstStyle/>
          <a:p>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SG Product Update</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8" name="Text Placeholder 7">
            <a:extLst>
              <a:ext uri="{FF2B5EF4-FFF2-40B4-BE49-F238E27FC236}">
                <a16:creationId xmlns:a16="http://schemas.microsoft.com/office/drawing/2014/main" id="{7708F947-658B-4354-AB87-AEB000F1AA54}"/>
              </a:ext>
            </a:extLst>
          </p:cNvPr>
          <p:cNvSpPr>
            <a:spLocks noGrp="1"/>
          </p:cNvSpPr>
          <p:nvPr>
            <p:ph type="body" sz="quarter" idx="15"/>
          </p:nvPr>
        </p:nvSpPr>
        <p:spPr>
          <a:xfrm>
            <a:off x="3367087" y="1415038"/>
            <a:ext cx="8270876" cy="4171375"/>
          </a:xfrm>
        </p:spPr>
        <p:txBody>
          <a:bodyPr anchor="b"/>
          <a:lstStyle>
            <a:lvl1pPr>
              <a:lnSpc>
                <a:spcPts val="4600"/>
              </a:lnSpc>
              <a:defRPr sz="4200">
                <a:solidFill>
                  <a:schemeClr val="tx1"/>
                </a:solidFill>
                <a:latin typeface="+mj-lt"/>
              </a:defRPr>
            </a:lvl1pPr>
            <a:lvl2pPr marL="0" indent="0">
              <a:spcAft>
                <a:spcPts val="0"/>
              </a:spcAft>
              <a:buNone/>
              <a:defRPr sz="2400">
                <a:solidFill>
                  <a:schemeClr val="tx1"/>
                </a:solidFill>
                <a:latin typeface="+mn-lt"/>
              </a:defRPr>
            </a:lvl2pPr>
            <a:lvl3pPr marL="0" indent="0">
              <a:spcAft>
                <a:spcPts val="0"/>
              </a:spcAft>
              <a:buNone/>
              <a:defRPr sz="2400">
                <a:solidFill>
                  <a:schemeClr val="tx1"/>
                </a:solidFill>
              </a:defRPr>
            </a:lvl3pPr>
            <a:lvl4pPr marL="0" indent="0">
              <a:spcAft>
                <a:spcPts val="0"/>
              </a:spcAft>
              <a:buNone/>
              <a:defRPr sz="2400">
                <a:solidFill>
                  <a:schemeClr val="tx1"/>
                </a:solidFill>
              </a:defRPr>
            </a:lvl4pPr>
            <a:lvl5pPr marL="0" indent="0">
              <a:spcAft>
                <a:spcPts val="0"/>
              </a:spcAft>
              <a:buNone/>
              <a:defRPr sz="2400">
                <a:solidFill>
                  <a:schemeClr val="tx1"/>
                </a:solidFill>
              </a:defRPr>
            </a:lvl5pPr>
            <a:lvl6pPr marL="0" indent="0">
              <a:spcAft>
                <a:spcPts val="0"/>
              </a:spcAft>
              <a:buNone/>
              <a:defRPr sz="2400">
                <a:solidFill>
                  <a:schemeClr val="tx1"/>
                </a:solidFill>
              </a:defRPr>
            </a:lvl6pPr>
            <a:lvl7pPr marL="0" indent="0">
              <a:spcAft>
                <a:spcPts val="0"/>
              </a:spcAft>
              <a:buNone/>
              <a:defRPr sz="2400">
                <a:solidFill>
                  <a:schemeClr val="tx1"/>
                </a:solidFill>
              </a:defRPr>
            </a:lvl7pPr>
            <a:lvl8pPr marL="0" indent="0">
              <a:spcAft>
                <a:spcPts val="0"/>
              </a:spcAft>
              <a:buNone/>
              <a:defRPr sz="2400">
                <a:solidFill>
                  <a:schemeClr val="tx1"/>
                </a:solidFill>
              </a:defRPr>
            </a:lvl8pPr>
            <a:lvl9pPr marL="0" indent="0">
              <a:spcAft>
                <a:spcPts val="0"/>
              </a:spcAft>
              <a:buNone/>
              <a:defRPr sz="2400">
                <a:solidFill>
                  <a:schemeClr val="tx1"/>
                </a:solidFill>
              </a:defRPr>
            </a:lvl9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1765450943"/>
      </p:ext>
    </p:extLst>
  </p:cSld>
  <p:clrMapOvr>
    <a:overrideClrMapping bg1="dk1" tx1="lt1" bg2="dk2" tx2="lt2" accent1="accent1" accent2="accent2" accent3="accent3" accent4="accent4" accent5="accent5" accent6="accent6" hlink="hlink" folHlink="folHlink"/>
  </p:clrMapOvr>
</p:sldLayout>
</file>

<file path=ppt/slideLayouts/slideLayout110.xml><?xml version="1.0" encoding="utf-8"?>
<p:sldLayout xmlns:a="http://schemas.openxmlformats.org/drawingml/2006/main" xmlns:r="http://schemas.openxmlformats.org/officeDocument/2006/relationships" xmlns:p="http://schemas.openxmlformats.org/presentationml/2006/main" preserve="1" userDrawn="1">
  <p:cSld name="Quote - Employee portrait">
    <p:bg>
      <p:bgPr>
        <a:solidFill>
          <a:schemeClr val="bg2"/>
        </a:solidFill>
        <a:effectLst/>
      </p:bgPr>
    </p:bg>
    <p:spTree>
      <p:nvGrpSpPr>
        <p:cNvPr id="1" name=""/>
        <p:cNvGrpSpPr/>
        <p:nvPr/>
      </p:nvGrpSpPr>
      <p:grpSpPr>
        <a:xfrm>
          <a:off x="0" y="0"/>
          <a:ext cx="0" cy="0"/>
          <a:chOff x="0" y="0"/>
          <a:chExt cx="0" cy="0"/>
        </a:xfrm>
      </p:grpSpPr>
      <p:sp>
        <p:nvSpPr>
          <p:cNvPr id="20" name="Freeform 19">
            <a:extLst>
              <a:ext uri="{FF2B5EF4-FFF2-40B4-BE49-F238E27FC236}">
                <a16:creationId xmlns:a16="http://schemas.microsoft.com/office/drawing/2014/main" id="{6732315D-1057-6521-C359-22C1DAF4964C}"/>
              </a:ext>
            </a:extLst>
          </p:cNvPr>
          <p:cNvSpPr/>
          <p:nvPr/>
        </p:nvSpPr>
        <p:spPr bwMode="black">
          <a:xfrm>
            <a:off x="546100" y="552450"/>
            <a:ext cx="830637" cy="570456"/>
          </a:xfrm>
          <a:custGeom>
            <a:avLst/>
            <a:gdLst>
              <a:gd name="connsiteX0" fmla="*/ 6722902 w 8267463"/>
              <a:gd name="connsiteY0" fmla="*/ 0 h 5677842"/>
              <a:gd name="connsiteX1" fmla="*/ 8267463 w 8267463"/>
              <a:gd name="connsiteY1" fmla="*/ 0 h 5677842"/>
              <a:gd name="connsiteX2" fmla="*/ 8267463 w 8267463"/>
              <a:gd name="connsiteY2" fmla="*/ 1419448 h 5677842"/>
              <a:gd name="connsiteX3" fmla="*/ 7275694 w 8267463"/>
              <a:gd name="connsiteY3" fmla="*/ 2749701 h 5677842"/>
              <a:gd name="connsiteX4" fmla="*/ 6942385 w 8267463"/>
              <a:gd name="connsiteY4" fmla="*/ 2749701 h 5677842"/>
              <a:gd name="connsiteX5" fmla="*/ 7381363 w 8267463"/>
              <a:gd name="connsiteY5" fmla="*/ 1541121 h 5677842"/>
              <a:gd name="connsiteX6" fmla="*/ 6722902 w 8267463"/>
              <a:gd name="connsiteY6" fmla="*/ 1541121 h 5677842"/>
              <a:gd name="connsiteX7" fmla="*/ 0 w 8267463"/>
              <a:gd name="connsiteY7" fmla="*/ 0 h 5677842"/>
              <a:gd name="connsiteX8" fmla="*/ 2268085 w 8267463"/>
              <a:gd name="connsiteY8" fmla="*/ 0 h 5677842"/>
              <a:gd name="connsiteX9" fmla="*/ 2975321 w 8267463"/>
              <a:gd name="connsiteY9" fmla="*/ 2920028 h 5677842"/>
              <a:gd name="connsiteX10" fmla="*/ 3146041 w 8267463"/>
              <a:gd name="connsiteY10" fmla="*/ 3731148 h 5677842"/>
              <a:gd name="connsiteX11" fmla="*/ 3316761 w 8267463"/>
              <a:gd name="connsiteY11" fmla="*/ 2920028 h 5677842"/>
              <a:gd name="connsiteX12" fmla="*/ 4024010 w 8267463"/>
              <a:gd name="connsiteY12" fmla="*/ 0 h 5677842"/>
              <a:gd name="connsiteX13" fmla="*/ 6292082 w 8267463"/>
              <a:gd name="connsiteY13" fmla="*/ 0 h 5677842"/>
              <a:gd name="connsiteX14" fmla="*/ 6292082 w 8267463"/>
              <a:gd name="connsiteY14" fmla="*/ 5677842 h 5677842"/>
              <a:gd name="connsiteX15" fmla="*/ 4836940 w 8267463"/>
              <a:gd name="connsiteY15" fmla="*/ 5677842 h 5677842"/>
              <a:gd name="connsiteX16" fmla="*/ 4836940 w 8267463"/>
              <a:gd name="connsiteY16" fmla="*/ 1995360 h 5677842"/>
              <a:gd name="connsiteX17" fmla="*/ 4633708 w 8267463"/>
              <a:gd name="connsiteY17" fmla="*/ 2838921 h 5677842"/>
              <a:gd name="connsiteX18" fmla="*/ 3877684 w 8267463"/>
              <a:gd name="connsiteY18" fmla="*/ 5677842 h 5677842"/>
              <a:gd name="connsiteX19" fmla="*/ 2381886 w 8267463"/>
              <a:gd name="connsiteY19" fmla="*/ 5677842 h 5677842"/>
              <a:gd name="connsiteX20" fmla="*/ 1625861 w 8267463"/>
              <a:gd name="connsiteY20" fmla="*/ 2838921 h 5677842"/>
              <a:gd name="connsiteX21" fmla="*/ 1422629 w 8267463"/>
              <a:gd name="connsiteY21" fmla="*/ 1995360 h 5677842"/>
              <a:gd name="connsiteX22" fmla="*/ 1422629 w 8267463"/>
              <a:gd name="connsiteY22" fmla="*/ 5677842 h 5677842"/>
              <a:gd name="connsiteX23" fmla="*/ 0 w 8267463"/>
              <a:gd name="connsiteY23" fmla="*/ 5677842 h 56778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8267463" h="5677842">
                <a:moveTo>
                  <a:pt x="6722902" y="0"/>
                </a:moveTo>
                <a:lnTo>
                  <a:pt x="8267463" y="0"/>
                </a:lnTo>
                <a:lnTo>
                  <a:pt x="8267463" y="1419448"/>
                </a:lnTo>
                <a:lnTo>
                  <a:pt x="7275694" y="2749701"/>
                </a:lnTo>
                <a:lnTo>
                  <a:pt x="6942385" y="2749701"/>
                </a:lnTo>
                <a:lnTo>
                  <a:pt x="7381363" y="1541121"/>
                </a:lnTo>
                <a:lnTo>
                  <a:pt x="6722902" y="1541121"/>
                </a:lnTo>
                <a:close/>
                <a:moveTo>
                  <a:pt x="0" y="0"/>
                </a:moveTo>
                <a:lnTo>
                  <a:pt x="2268085" y="0"/>
                </a:lnTo>
                <a:lnTo>
                  <a:pt x="2975321" y="2920028"/>
                </a:lnTo>
                <a:lnTo>
                  <a:pt x="3146041" y="3731148"/>
                </a:lnTo>
                <a:lnTo>
                  <a:pt x="3316761" y="2920028"/>
                </a:lnTo>
                <a:lnTo>
                  <a:pt x="4024010" y="0"/>
                </a:lnTo>
                <a:lnTo>
                  <a:pt x="6292082" y="0"/>
                </a:lnTo>
                <a:lnTo>
                  <a:pt x="6292082" y="5677842"/>
                </a:lnTo>
                <a:lnTo>
                  <a:pt x="4836940" y="5677842"/>
                </a:lnTo>
                <a:lnTo>
                  <a:pt x="4836940" y="1995360"/>
                </a:lnTo>
                <a:lnTo>
                  <a:pt x="4633708" y="2838921"/>
                </a:lnTo>
                <a:lnTo>
                  <a:pt x="3877684" y="5677842"/>
                </a:lnTo>
                <a:lnTo>
                  <a:pt x="2381886" y="5677842"/>
                </a:lnTo>
                <a:lnTo>
                  <a:pt x="1625861" y="2838921"/>
                </a:lnTo>
                <a:lnTo>
                  <a:pt x="1422629" y="1995360"/>
                </a:lnTo>
                <a:lnTo>
                  <a:pt x="1422629" y="5677842"/>
                </a:lnTo>
                <a:lnTo>
                  <a:pt x="0" y="5677842"/>
                </a:lnTo>
                <a:close/>
              </a:path>
            </a:pathLst>
          </a:custGeom>
          <a:solidFill>
            <a:schemeClr val="tx1"/>
          </a:solidFill>
          <a:ln w="0" cap="flat">
            <a:noFill/>
            <a:prstDash val="solid"/>
            <a:miter/>
          </a:ln>
        </p:spPr>
        <p:txBody>
          <a:bodyPr rtlCol="0" anchor="ctr"/>
          <a:lstStyle/>
          <a:p>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SG Product Update</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6" name="Picture Placeholder 9">
            <a:extLst>
              <a:ext uri="{FF2B5EF4-FFF2-40B4-BE49-F238E27FC236}">
                <a16:creationId xmlns:a16="http://schemas.microsoft.com/office/drawing/2014/main" id="{A9E39174-6051-6D2E-2D81-DADF3A2208E1}"/>
              </a:ext>
            </a:extLst>
          </p:cNvPr>
          <p:cNvSpPr>
            <a:spLocks noGrp="1"/>
          </p:cNvSpPr>
          <p:nvPr>
            <p:ph type="pic" sz="quarter" idx="29" hasCustomPrompt="1"/>
          </p:nvPr>
        </p:nvSpPr>
        <p:spPr>
          <a:xfrm>
            <a:off x="554039" y="2847976"/>
            <a:ext cx="1198562" cy="1276349"/>
          </a:xfrm>
          <a:solidFill>
            <a:schemeClr val="accent1"/>
          </a:solidFill>
          <a:ln>
            <a:noFill/>
          </a:ln>
        </p:spPr>
        <p:txBody>
          <a:bodyPr anchor="ctr"/>
          <a:lstStyle>
            <a:lvl1pPr algn="ctr">
              <a:defRPr>
                <a:solidFill>
                  <a:schemeClr val="bg1"/>
                </a:solidFill>
                <a:latin typeface="+mn-lt"/>
              </a:defRPr>
            </a:lvl1pPr>
          </a:lstStyle>
          <a:p>
            <a:r>
              <a:rPr lang="en-US"/>
              <a:t>Silhouette</a:t>
            </a:r>
            <a:br>
              <a:rPr lang="en-US"/>
            </a:br>
            <a:r>
              <a:rPr lang="en-US"/>
              <a:t>portrait</a:t>
            </a:r>
          </a:p>
        </p:txBody>
      </p:sp>
      <p:sp>
        <p:nvSpPr>
          <p:cNvPr id="7" name="Text Placeholder 3">
            <a:extLst>
              <a:ext uri="{FF2B5EF4-FFF2-40B4-BE49-F238E27FC236}">
                <a16:creationId xmlns:a16="http://schemas.microsoft.com/office/drawing/2014/main" id="{AB040204-E782-1C0F-4B3A-B9C7FF0AEEB7}"/>
              </a:ext>
            </a:extLst>
          </p:cNvPr>
          <p:cNvSpPr>
            <a:spLocks noGrp="1"/>
          </p:cNvSpPr>
          <p:nvPr>
            <p:ph type="body" sz="quarter" idx="42" hasCustomPrompt="1"/>
          </p:nvPr>
        </p:nvSpPr>
        <p:spPr>
          <a:xfrm>
            <a:off x="554038" y="4273550"/>
            <a:ext cx="2611437" cy="1458913"/>
          </a:xfrm>
        </p:spPr>
        <p:txBody>
          <a:bodyPr>
            <a:normAutofit/>
          </a:bodyPr>
          <a:lstStyle>
            <a:lvl1pPr>
              <a:spcAft>
                <a:spcPts val="200"/>
              </a:spcAft>
              <a:defRPr sz="1200" b="1">
                <a:solidFill>
                  <a:schemeClr val="tx1"/>
                </a:solidFill>
                <a:latin typeface="+mn-lt"/>
                <a:ea typeface="GT America Medium" panose="020B0604020202020204" charset="0"/>
                <a:cs typeface="GT America Medium" panose="020B0604020202020204" charset="0"/>
              </a:defRPr>
            </a:lvl1pPr>
            <a:lvl2pPr marL="0" indent="0">
              <a:buNone/>
              <a:defRPr sz="1200">
                <a:solidFill>
                  <a:schemeClr val="tx1"/>
                </a:solidFill>
              </a:defRPr>
            </a:lvl2pPr>
            <a:lvl3pPr marL="0" indent="0">
              <a:buFontTx/>
              <a:buNone/>
              <a:defRPr sz="1200">
                <a:solidFill>
                  <a:schemeClr val="tx1"/>
                </a:solidFill>
              </a:defRPr>
            </a:lvl3pPr>
            <a:lvl4pPr marL="0" indent="0">
              <a:buNone/>
              <a:defRPr sz="1200">
                <a:solidFill>
                  <a:schemeClr val="tx1"/>
                </a:solidFill>
              </a:defRPr>
            </a:lvl4pPr>
            <a:lvl5pPr marL="0" indent="0">
              <a:buNone/>
              <a:defRPr sz="1200">
                <a:solidFill>
                  <a:schemeClr val="tx1"/>
                </a:solidFill>
              </a:defRPr>
            </a:lvl5pPr>
            <a:lvl6pPr marL="0" indent="0">
              <a:buNone/>
              <a:defRPr sz="1200">
                <a:solidFill>
                  <a:schemeClr val="tx1"/>
                </a:solidFill>
              </a:defRPr>
            </a:lvl6pPr>
            <a:lvl7pPr marL="0" indent="0">
              <a:buNone/>
              <a:defRPr>
                <a:solidFill>
                  <a:schemeClr val="tx1"/>
                </a:solidFill>
              </a:defRPr>
            </a:lvl7pPr>
            <a:lvl8pPr marL="0" indent="0">
              <a:buNone/>
              <a:defRPr>
                <a:solidFill>
                  <a:schemeClr val="tx1"/>
                </a:solidFill>
              </a:defRPr>
            </a:lvl8pPr>
            <a:lvl9pPr marL="0" indent="0">
              <a:buNone/>
              <a:defRPr>
                <a:solidFill>
                  <a:schemeClr val="tx1"/>
                </a:solidFill>
              </a:defRPr>
            </a:lvl9pPr>
          </a:lstStyle>
          <a:p>
            <a:pPr lvl="0"/>
            <a:r>
              <a:rPr lang="en-US" err="1"/>
              <a:t>Firstname</a:t>
            </a:r>
            <a:r>
              <a:rPr lang="en-US"/>
              <a:t> </a:t>
            </a:r>
            <a:r>
              <a:rPr lang="en-US" err="1"/>
              <a:t>Lastname</a:t>
            </a:r>
            <a:r>
              <a:rPr lang="en-US"/>
              <a:t>, L1</a:t>
            </a:r>
          </a:p>
          <a:p>
            <a:pPr lvl="1"/>
            <a:r>
              <a:rPr lang="en-US"/>
              <a:t>Title/department, L2</a:t>
            </a:r>
          </a:p>
        </p:txBody>
      </p:sp>
      <p:sp>
        <p:nvSpPr>
          <p:cNvPr id="5" name="Text Placeholder 7">
            <a:extLst>
              <a:ext uri="{FF2B5EF4-FFF2-40B4-BE49-F238E27FC236}">
                <a16:creationId xmlns:a16="http://schemas.microsoft.com/office/drawing/2014/main" id="{C55CD7FE-FD96-5B7D-EB24-69E1A8EF9D81}"/>
              </a:ext>
            </a:extLst>
          </p:cNvPr>
          <p:cNvSpPr>
            <a:spLocks noGrp="1"/>
          </p:cNvSpPr>
          <p:nvPr>
            <p:ph type="body" sz="quarter" idx="15"/>
          </p:nvPr>
        </p:nvSpPr>
        <p:spPr>
          <a:xfrm>
            <a:off x="3367087" y="1415038"/>
            <a:ext cx="8270876" cy="4171375"/>
          </a:xfrm>
        </p:spPr>
        <p:txBody>
          <a:bodyPr anchor="b"/>
          <a:lstStyle>
            <a:lvl1pPr>
              <a:lnSpc>
                <a:spcPts val="4600"/>
              </a:lnSpc>
              <a:defRPr sz="4200">
                <a:solidFill>
                  <a:schemeClr val="tx1"/>
                </a:solidFill>
                <a:latin typeface="+mj-lt"/>
              </a:defRPr>
            </a:lvl1pPr>
            <a:lvl2pPr marL="0" indent="0">
              <a:spcAft>
                <a:spcPts val="0"/>
              </a:spcAft>
              <a:buNone/>
              <a:defRPr sz="2400">
                <a:solidFill>
                  <a:schemeClr val="tx1"/>
                </a:solidFill>
                <a:latin typeface="GT America Regular" panose="00000500000000000000" pitchFamily="50" charset="0"/>
              </a:defRPr>
            </a:lvl2pPr>
            <a:lvl3pPr marL="0" indent="0">
              <a:spcAft>
                <a:spcPts val="0"/>
              </a:spcAft>
              <a:buNone/>
              <a:defRPr sz="2400">
                <a:solidFill>
                  <a:schemeClr val="tx1"/>
                </a:solidFill>
              </a:defRPr>
            </a:lvl3pPr>
            <a:lvl4pPr marL="0" indent="0">
              <a:spcAft>
                <a:spcPts val="0"/>
              </a:spcAft>
              <a:buNone/>
              <a:defRPr sz="2400">
                <a:solidFill>
                  <a:schemeClr val="tx1"/>
                </a:solidFill>
              </a:defRPr>
            </a:lvl4pPr>
            <a:lvl5pPr marL="0" indent="0">
              <a:spcAft>
                <a:spcPts val="0"/>
              </a:spcAft>
              <a:buNone/>
              <a:defRPr sz="2400">
                <a:solidFill>
                  <a:schemeClr val="tx1"/>
                </a:solidFill>
              </a:defRPr>
            </a:lvl5pPr>
            <a:lvl6pPr marL="0" indent="0">
              <a:spcAft>
                <a:spcPts val="0"/>
              </a:spcAft>
              <a:buNone/>
              <a:defRPr sz="2400">
                <a:solidFill>
                  <a:schemeClr val="tx1"/>
                </a:solidFill>
              </a:defRPr>
            </a:lvl6pPr>
            <a:lvl7pPr marL="0" indent="0">
              <a:spcAft>
                <a:spcPts val="0"/>
              </a:spcAft>
              <a:buNone/>
              <a:defRPr sz="2400">
                <a:solidFill>
                  <a:schemeClr val="tx1"/>
                </a:solidFill>
              </a:defRPr>
            </a:lvl7pPr>
            <a:lvl8pPr marL="0" indent="0">
              <a:spcAft>
                <a:spcPts val="0"/>
              </a:spcAft>
              <a:buNone/>
              <a:defRPr sz="2400">
                <a:solidFill>
                  <a:schemeClr val="tx1"/>
                </a:solidFill>
              </a:defRPr>
            </a:lvl8pPr>
            <a:lvl9pPr marL="0" indent="0">
              <a:spcAft>
                <a:spcPts val="0"/>
              </a:spcAft>
              <a:buNone/>
              <a:defRPr sz="2400">
                <a:solidFill>
                  <a:schemeClr val="tx1"/>
                </a:solidFill>
              </a:defRPr>
            </a:lvl9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2963190806"/>
      </p:ext>
    </p:extLst>
  </p:cSld>
  <p:clrMapOvr>
    <a:overrideClrMapping bg1="dk1" tx1="lt1" bg2="dk2" tx2="lt2" accent1="accent1" accent2="accent2" accent3="accent3" accent4="accent4" accent5="accent5" accent6="accent6" hlink="hlink" folHlink="folHlink"/>
  </p:clrMapOvr>
</p:sldLayout>
</file>

<file path=ppt/slideLayouts/slideLayout111.xml><?xml version="1.0" encoding="utf-8"?>
<p:sldLayout xmlns:a="http://schemas.openxmlformats.org/drawingml/2006/main" xmlns:r="http://schemas.openxmlformats.org/officeDocument/2006/relationships" xmlns:p="http://schemas.openxmlformats.org/presentationml/2006/main" preserve="1" userDrawn="1">
  <p:cSld name="Quote - Photo">
    <p:bg>
      <p:bgPr>
        <a:solidFill>
          <a:schemeClr val="tx1"/>
        </a:solidFill>
        <a:effectLst/>
      </p:bgPr>
    </p:bg>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23F68FBE-251E-31B8-904E-1E16C461B772}"/>
              </a:ext>
            </a:extLst>
          </p:cNvPr>
          <p:cNvSpPr>
            <a:spLocks noGrp="1"/>
          </p:cNvSpPr>
          <p:nvPr>
            <p:ph type="pic" sz="quarter" idx="15"/>
          </p:nvPr>
        </p:nvSpPr>
        <p:spPr>
          <a:xfrm>
            <a:off x="0" y="0"/>
            <a:ext cx="12192000" cy="6858000"/>
          </a:xfrm>
          <a:custGeom>
            <a:avLst/>
            <a:gdLst>
              <a:gd name="connsiteX0" fmla="*/ 1221554 w 12192000"/>
              <a:gd name="connsiteY0" fmla="*/ 552450 h 6858000"/>
              <a:gd name="connsiteX1" fmla="*/ 1221554 w 12192000"/>
              <a:gd name="connsiteY1" fmla="*/ 707287 h 6858000"/>
              <a:gd name="connsiteX2" fmla="*/ 1287710 w 12192000"/>
              <a:gd name="connsiteY2" fmla="*/ 707287 h 6858000"/>
              <a:gd name="connsiteX3" fmla="*/ 1243606 w 12192000"/>
              <a:gd name="connsiteY3" fmla="*/ 828714 h 6858000"/>
              <a:gd name="connsiteX4" fmla="*/ 1277094 w 12192000"/>
              <a:gd name="connsiteY4" fmla="*/ 828714 h 6858000"/>
              <a:gd name="connsiteX5" fmla="*/ 1376737 w 12192000"/>
              <a:gd name="connsiteY5" fmla="*/ 695063 h 6858000"/>
              <a:gd name="connsiteX6" fmla="*/ 1376737 w 12192000"/>
              <a:gd name="connsiteY6" fmla="*/ 552450 h 6858000"/>
              <a:gd name="connsiteX7" fmla="*/ 546100 w 12192000"/>
              <a:gd name="connsiteY7" fmla="*/ 552450 h 6858000"/>
              <a:gd name="connsiteX8" fmla="*/ 546100 w 12192000"/>
              <a:gd name="connsiteY8" fmla="*/ 1122906 h 6858000"/>
              <a:gd name="connsiteX9" fmla="*/ 689033 w 12192000"/>
              <a:gd name="connsiteY9" fmla="*/ 1122906 h 6858000"/>
              <a:gd name="connsiteX10" fmla="*/ 689033 w 12192000"/>
              <a:gd name="connsiteY10" fmla="*/ 752925 h 6858000"/>
              <a:gd name="connsiteX11" fmla="*/ 709451 w 12192000"/>
              <a:gd name="connsiteY11" fmla="*/ 837678 h 6858000"/>
              <a:gd name="connsiteX12" fmla="*/ 785410 w 12192000"/>
              <a:gd name="connsiteY12" fmla="*/ 1122906 h 6858000"/>
              <a:gd name="connsiteX13" fmla="*/ 935693 w 12192000"/>
              <a:gd name="connsiteY13" fmla="*/ 1122906 h 6858000"/>
              <a:gd name="connsiteX14" fmla="*/ 1011652 w 12192000"/>
              <a:gd name="connsiteY14" fmla="*/ 837678 h 6858000"/>
              <a:gd name="connsiteX15" fmla="*/ 1032070 w 12192000"/>
              <a:gd name="connsiteY15" fmla="*/ 752925 h 6858000"/>
              <a:gd name="connsiteX16" fmla="*/ 1032070 w 12192000"/>
              <a:gd name="connsiteY16" fmla="*/ 1122906 h 6858000"/>
              <a:gd name="connsiteX17" fmla="*/ 1178270 w 12192000"/>
              <a:gd name="connsiteY17" fmla="*/ 1122906 h 6858000"/>
              <a:gd name="connsiteX18" fmla="*/ 1178270 w 12192000"/>
              <a:gd name="connsiteY18" fmla="*/ 552450 h 6858000"/>
              <a:gd name="connsiteX19" fmla="*/ 950395 w 12192000"/>
              <a:gd name="connsiteY19" fmla="*/ 552450 h 6858000"/>
              <a:gd name="connsiteX20" fmla="*/ 879337 w 12192000"/>
              <a:gd name="connsiteY20" fmla="*/ 845827 h 6858000"/>
              <a:gd name="connsiteX21" fmla="*/ 862185 w 12192000"/>
              <a:gd name="connsiteY21" fmla="*/ 927321 h 6858000"/>
              <a:gd name="connsiteX22" fmla="*/ 845033 w 12192000"/>
              <a:gd name="connsiteY22" fmla="*/ 845827 h 6858000"/>
              <a:gd name="connsiteX23" fmla="*/ 773976 w 12192000"/>
              <a:gd name="connsiteY23" fmla="*/ 552450 h 6858000"/>
              <a:gd name="connsiteX24" fmla="*/ 0 w 12192000"/>
              <a:gd name="connsiteY24" fmla="*/ 0 h 6858000"/>
              <a:gd name="connsiteX25" fmla="*/ 12192000 w 12192000"/>
              <a:gd name="connsiteY25" fmla="*/ 0 h 6858000"/>
              <a:gd name="connsiteX26" fmla="*/ 12192000 w 12192000"/>
              <a:gd name="connsiteY26" fmla="*/ 6858000 h 6858000"/>
              <a:gd name="connsiteX27" fmla="*/ 0 w 12192000"/>
              <a:gd name="connsiteY2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2192000" h="6858000">
                <a:moveTo>
                  <a:pt x="1221554" y="552450"/>
                </a:moveTo>
                <a:lnTo>
                  <a:pt x="1221554" y="707287"/>
                </a:lnTo>
                <a:lnTo>
                  <a:pt x="1287710" y="707287"/>
                </a:lnTo>
                <a:lnTo>
                  <a:pt x="1243606" y="828714"/>
                </a:lnTo>
                <a:lnTo>
                  <a:pt x="1277094" y="828714"/>
                </a:lnTo>
                <a:lnTo>
                  <a:pt x="1376737" y="695063"/>
                </a:lnTo>
                <a:lnTo>
                  <a:pt x="1376737" y="552450"/>
                </a:lnTo>
                <a:close/>
                <a:moveTo>
                  <a:pt x="546100" y="552450"/>
                </a:moveTo>
                <a:lnTo>
                  <a:pt x="546100" y="1122906"/>
                </a:lnTo>
                <a:lnTo>
                  <a:pt x="689033" y="1122906"/>
                </a:lnTo>
                <a:lnTo>
                  <a:pt x="689033" y="752925"/>
                </a:lnTo>
                <a:lnTo>
                  <a:pt x="709451" y="837678"/>
                </a:lnTo>
                <a:lnTo>
                  <a:pt x="785410" y="1122906"/>
                </a:lnTo>
                <a:lnTo>
                  <a:pt x="935693" y="1122906"/>
                </a:lnTo>
                <a:lnTo>
                  <a:pt x="1011652" y="837678"/>
                </a:lnTo>
                <a:lnTo>
                  <a:pt x="1032070" y="752925"/>
                </a:lnTo>
                <a:lnTo>
                  <a:pt x="1032070" y="1122906"/>
                </a:lnTo>
                <a:lnTo>
                  <a:pt x="1178270" y="1122906"/>
                </a:lnTo>
                <a:lnTo>
                  <a:pt x="1178270" y="552450"/>
                </a:lnTo>
                <a:lnTo>
                  <a:pt x="950395" y="552450"/>
                </a:lnTo>
                <a:lnTo>
                  <a:pt x="879337" y="845827"/>
                </a:lnTo>
                <a:lnTo>
                  <a:pt x="862185" y="927321"/>
                </a:lnTo>
                <a:lnTo>
                  <a:pt x="845033" y="845827"/>
                </a:lnTo>
                <a:lnTo>
                  <a:pt x="773976" y="552450"/>
                </a:lnTo>
                <a:close/>
                <a:moveTo>
                  <a:pt x="0" y="0"/>
                </a:moveTo>
                <a:lnTo>
                  <a:pt x="12192000" y="0"/>
                </a:lnTo>
                <a:lnTo>
                  <a:pt x="12192000" y="6858000"/>
                </a:lnTo>
                <a:lnTo>
                  <a:pt x="0" y="6858000"/>
                </a:lnTo>
                <a:close/>
              </a:path>
            </a:pathLst>
          </a:custGeom>
          <a:solidFill>
            <a:srgbClr val="A6A9AA"/>
          </a:solidFill>
        </p:spPr>
        <p:txBody>
          <a:bodyPr wrap="square" lIns="548640" tIns="0" anchor="ctr" anchorCtr="0">
            <a:noAutofit/>
          </a:bodyPr>
          <a:lstStyle>
            <a:lvl1pPr algn="l">
              <a:defRPr>
                <a:solidFill>
                  <a:schemeClr val="tx1"/>
                </a:solidFill>
              </a:defRPr>
            </a:lvl1pPr>
          </a:lstStyle>
          <a:p>
            <a:r>
              <a:rPr lang="en-US"/>
              <a:t>Click icon to add picture</a:t>
            </a:r>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SG Product Update</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7" name="Text Placeholder 7">
            <a:extLst>
              <a:ext uri="{FF2B5EF4-FFF2-40B4-BE49-F238E27FC236}">
                <a16:creationId xmlns:a16="http://schemas.microsoft.com/office/drawing/2014/main" id="{FF0E76BC-245F-8420-594E-37916313D315}"/>
              </a:ext>
            </a:extLst>
          </p:cNvPr>
          <p:cNvSpPr>
            <a:spLocks noGrp="1"/>
          </p:cNvSpPr>
          <p:nvPr>
            <p:ph type="body" sz="quarter" idx="16"/>
          </p:nvPr>
        </p:nvSpPr>
        <p:spPr>
          <a:xfrm>
            <a:off x="3367087" y="1415038"/>
            <a:ext cx="8270876" cy="4171375"/>
          </a:xfrm>
        </p:spPr>
        <p:txBody>
          <a:bodyPr anchor="b"/>
          <a:lstStyle>
            <a:lvl1pPr>
              <a:lnSpc>
                <a:spcPts val="4600"/>
              </a:lnSpc>
              <a:defRPr sz="4200">
                <a:solidFill>
                  <a:schemeClr val="tx1"/>
                </a:solidFill>
                <a:latin typeface="+mj-lt"/>
              </a:defRPr>
            </a:lvl1pPr>
            <a:lvl2pPr marL="0" indent="0">
              <a:spcAft>
                <a:spcPts val="0"/>
              </a:spcAft>
              <a:buNone/>
              <a:defRPr sz="2400">
                <a:solidFill>
                  <a:schemeClr val="tx1"/>
                </a:solidFill>
                <a:latin typeface="GT America Regular" panose="00000500000000000000" pitchFamily="50" charset="0"/>
              </a:defRPr>
            </a:lvl2pPr>
            <a:lvl3pPr marL="0" indent="0">
              <a:spcAft>
                <a:spcPts val="0"/>
              </a:spcAft>
              <a:buNone/>
              <a:defRPr sz="2400">
                <a:solidFill>
                  <a:schemeClr val="tx1"/>
                </a:solidFill>
              </a:defRPr>
            </a:lvl3pPr>
            <a:lvl4pPr marL="0" indent="0">
              <a:spcAft>
                <a:spcPts val="0"/>
              </a:spcAft>
              <a:buNone/>
              <a:defRPr sz="2400">
                <a:solidFill>
                  <a:schemeClr val="tx1"/>
                </a:solidFill>
              </a:defRPr>
            </a:lvl4pPr>
            <a:lvl5pPr marL="0" indent="0">
              <a:spcAft>
                <a:spcPts val="0"/>
              </a:spcAft>
              <a:buNone/>
              <a:defRPr sz="2400">
                <a:solidFill>
                  <a:schemeClr val="tx1"/>
                </a:solidFill>
              </a:defRPr>
            </a:lvl5pPr>
            <a:lvl6pPr marL="0" indent="0">
              <a:spcAft>
                <a:spcPts val="0"/>
              </a:spcAft>
              <a:buNone/>
              <a:defRPr sz="2400">
                <a:solidFill>
                  <a:schemeClr val="tx1"/>
                </a:solidFill>
              </a:defRPr>
            </a:lvl6pPr>
            <a:lvl7pPr marL="0" indent="0">
              <a:spcAft>
                <a:spcPts val="0"/>
              </a:spcAft>
              <a:buNone/>
              <a:defRPr sz="2400">
                <a:solidFill>
                  <a:schemeClr val="tx1"/>
                </a:solidFill>
              </a:defRPr>
            </a:lvl7pPr>
            <a:lvl8pPr marL="0" indent="0">
              <a:spcAft>
                <a:spcPts val="0"/>
              </a:spcAft>
              <a:buNone/>
              <a:defRPr sz="2400">
                <a:solidFill>
                  <a:schemeClr val="tx1"/>
                </a:solidFill>
              </a:defRPr>
            </a:lvl8pPr>
            <a:lvl9pPr marL="0" indent="0">
              <a:spcAft>
                <a:spcPts val="0"/>
              </a:spcAft>
              <a:buNone/>
              <a:defRPr sz="2400">
                <a:solidFill>
                  <a:schemeClr val="tx1"/>
                </a:solidFill>
              </a:defRPr>
            </a:lvl9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1639654938"/>
      </p:ext>
    </p:extLst>
  </p:cSld>
  <p:clrMapOvr>
    <a:overrideClrMapping bg1="dk1" tx1="lt1" bg2="dk2" tx2="lt2" accent1="accent1" accent2="accent2" accent3="accent3" accent4="accent4" accent5="accent5" accent6="accent6" hlink="hlink" folHlink="folHlink"/>
  </p:clrMapOvr>
</p:sldLayout>
</file>

<file path=ppt/slideLayouts/slideLayout112.xml><?xml version="1.0" encoding="utf-8"?>
<p:sldLayout xmlns:a="http://schemas.openxmlformats.org/drawingml/2006/main" xmlns:r="http://schemas.openxmlformats.org/officeDocument/2006/relationships" xmlns:p="http://schemas.openxmlformats.org/presentationml/2006/main" preserve="1" userDrawn="1">
  <p:cSld name="Executive Summary/Key Takeaways 1">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DE63420-A2BC-EC7A-3A8C-CA23AF97535A}"/>
              </a:ext>
            </a:extLst>
          </p:cNvPr>
          <p:cNvSpPr/>
          <p:nvPr userDrawn="1"/>
        </p:nvSpPr>
        <p:spPr bwMode="hidden">
          <a:xfrm>
            <a:off x="0" y="-1"/>
            <a:ext cx="4060556"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 name="Picture 1" descr="A blue and black background&#10;&#10;Description automatically generated">
            <a:extLst>
              <a:ext uri="{FF2B5EF4-FFF2-40B4-BE49-F238E27FC236}">
                <a16:creationId xmlns:a16="http://schemas.microsoft.com/office/drawing/2014/main" id="{97914066-9D48-E454-16D9-2005965187FB}"/>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r="-2" b="-8724"/>
          <a:stretch/>
        </p:blipFill>
        <p:spPr bwMode="hidden">
          <a:xfrm>
            <a:off x="0" y="1"/>
            <a:ext cx="4060556" cy="6861174"/>
          </a:xfrm>
          <a:prstGeom prst="rect">
            <a:avLst/>
          </a:prstGeom>
        </p:spPr>
      </p:pic>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8087" cy="269875"/>
          </a:xfrm>
        </p:spPr>
        <p:txBody>
          <a:bodyPr/>
          <a:lstStyle/>
          <a:p>
            <a:fld id="{862A5111-985B-C14D-9115-5787026182A8}" type="slidenum">
              <a:rPr lang="en-US" smtClean="0"/>
              <a:t>‹#›</a:t>
            </a:fld>
            <a:endParaRPr lang="en-US"/>
          </a:p>
        </p:txBody>
      </p:sp>
      <p:sp>
        <p:nvSpPr>
          <p:cNvPr id="6" name="Freeform 5">
            <a:extLst>
              <a:ext uri="{FF2B5EF4-FFF2-40B4-BE49-F238E27FC236}">
                <a16:creationId xmlns:a16="http://schemas.microsoft.com/office/drawing/2014/main" id="{5BCC6303-B8A8-E0F3-1B26-45B29EE4DC62}"/>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2" name="Freeform 5">
            <a:extLst>
              <a:ext uri="{FF2B5EF4-FFF2-40B4-BE49-F238E27FC236}">
                <a16:creationId xmlns:a16="http://schemas.microsoft.com/office/drawing/2014/main" id="{B2BF897B-C4FE-7F0C-FE2C-6956C830B315}"/>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1" name="Title 10">
            <a:extLst>
              <a:ext uri="{FF2B5EF4-FFF2-40B4-BE49-F238E27FC236}">
                <a16:creationId xmlns:a16="http://schemas.microsoft.com/office/drawing/2014/main" id="{B916CF33-A497-0AD3-3B6A-557E34121E76}"/>
              </a:ext>
            </a:extLst>
          </p:cNvPr>
          <p:cNvSpPr>
            <a:spLocks noGrp="1"/>
          </p:cNvSpPr>
          <p:nvPr>
            <p:ph type="title"/>
          </p:nvPr>
        </p:nvSpPr>
        <p:spPr>
          <a:xfrm>
            <a:off x="546100" y="552450"/>
            <a:ext cx="3514455" cy="869950"/>
          </a:xfrm>
        </p:spPr>
        <p:txBody>
          <a:bodyPr rIns="182880"/>
          <a:lstStyle>
            <a:lvl1pPr>
              <a:defRPr>
                <a:solidFill>
                  <a:schemeClr val="bg1"/>
                </a:solidFill>
              </a:defRPr>
            </a:lvl1pPr>
          </a:lstStyle>
          <a:p>
            <a:r>
              <a:rPr lang="en-US"/>
              <a:t>Click to edit Master title style</a:t>
            </a:r>
          </a:p>
        </p:txBody>
      </p:sp>
      <p:sp>
        <p:nvSpPr>
          <p:cNvPr id="5" name="Text Placeholder 5">
            <a:extLst>
              <a:ext uri="{FF2B5EF4-FFF2-40B4-BE49-F238E27FC236}">
                <a16:creationId xmlns:a16="http://schemas.microsoft.com/office/drawing/2014/main" id="{DAB1020F-2330-5C4C-014E-9A0A4D6C7B46}"/>
              </a:ext>
            </a:extLst>
          </p:cNvPr>
          <p:cNvSpPr>
            <a:spLocks noGrp="1"/>
          </p:cNvSpPr>
          <p:nvPr>
            <p:ph type="body" sz="quarter" idx="13" hasCustomPrompt="1"/>
          </p:nvPr>
        </p:nvSpPr>
        <p:spPr>
          <a:xfrm>
            <a:off x="546101" y="5586413"/>
            <a:ext cx="3514455" cy="725487"/>
          </a:xfrm>
        </p:spPr>
        <p:txBody>
          <a:bodyPr rIns="274320" anchor="b">
            <a:normAutofit/>
          </a:bodyPr>
          <a:lstStyle>
            <a:lvl1pPr>
              <a:defRPr sz="600">
                <a:solidFill>
                  <a:schemeClr val="bg1"/>
                </a:solidFill>
              </a:defRPr>
            </a:lvl1pPr>
            <a:lvl2pPr marL="0" indent="0">
              <a:buNone/>
              <a:defRPr sz="600">
                <a:solidFill>
                  <a:schemeClr val="bg1"/>
                </a:solidFill>
              </a:defRPr>
            </a:lvl2pPr>
            <a:lvl3pPr marL="0" indent="0">
              <a:buNone/>
              <a:defRPr sz="600">
                <a:solidFill>
                  <a:schemeClr val="bg1"/>
                </a:solidFill>
              </a:defRPr>
            </a:lvl3pPr>
            <a:lvl4pPr marL="0" indent="0">
              <a:buNone/>
              <a:defRPr sz="600">
                <a:solidFill>
                  <a:schemeClr val="bg1"/>
                </a:solidFill>
              </a:defRPr>
            </a:lvl4pPr>
            <a:lvl5pPr marL="0" indent="0">
              <a:buNone/>
              <a:defRPr sz="600">
                <a:solidFill>
                  <a:schemeClr val="bg1"/>
                </a:solidFill>
              </a:defRPr>
            </a:lvl5pPr>
            <a:lvl6pPr marL="0" indent="0">
              <a:buNone/>
              <a:defRPr sz="600">
                <a:solidFill>
                  <a:schemeClr val="bg1"/>
                </a:solidFill>
              </a:defRPr>
            </a:lvl6pPr>
            <a:lvl7pPr marL="0" indent="0">
              <a:buNone/>
              <a:defRPr sz="600">
                <a:solidFill>
                  <a:schemeClr val="bg1"/>
                </a:solidFill>
              </a:defRPr>
            </a:lvl7pPr>
            <a:lvl8pPr marL="0" indent="0">
              <a:buNone/>
              <a:defRPr sz="600">
                <a:solidFill>
                  <a:schemeClr val="bg1"/>
                </a:solidFill>
              </a:defRPr>
            </a:lvl8pPr>
            <a:lvl9pPr marL="0" indent="0">
              <a:buNone/>
              <a:defRPr sz="600">
                <a:solidFill>
                  <a:schemeClr val="bg1"/>
                </a:solidFill>
              </a:defRPr>
            </a:lvl9pPr>
          </a:lstStyle>
          <a:p>
            <a:pPr lvl="0"/>
            <a:r>
              <a:rPr lang="en-US"/>
              <a:t>Click to add footnotes or disclaimer information</a:t>
            </a:r>
          </a:p>
        </p:txBody>
      </p:sp>
      <p:sp>
        <p:nvSpPr>
          <p:cNvPr id="8" name="Content Placeholder 14">
            <a:extLst>
              <a:ext uri="{FF2B5EF4-FFF2-40B4-BE49-F238E27FC236}">
                <a16:creationId xmlns:a16="http://schemas.microsoft.com/office/drawing/2014/main" id="{A1DFA430-6288-90D6-63A5-55E9803EDA48}"/>
              </a:ext>
            </a:extLst>
          </p:cNvPr>
          <p:cNvSpPr>
            <a:spLocks noGrp="1"/>
          </p:cNvSpPr>
          <p:nvPr>
            <p:ph sz="quarter" idx="18"/>
          </p:nvPr>
        </p:nvSpPr>
        <p:spPr>
          <a:xfrm>
            <a:off x="4794909" y="550862"/>
            <a:ext cx="6843053" cy="5616576"/>
          </a:xfrm>
        </p:spPr>
        <p:txBody>
          <a:bodyPr/>
          <a:lstStyle>
            <a:lvl1pPr>
              <a:defRPr sz="1800" b="1">
                <a:solidFill>
                  <a:schemeClr val="tx2"/>
                </a:solidFill>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5FD3F13F-3407-E665-485F-994A6707FD73}"/>
              </a:ext>
            </a:extLst>
          </p:cNvPr>
          <p:cNvSpPr>
            <a:spLocks noGrp="1"/>
          </p:cNvSpPr>
          <p:nvPr>
            <p:ph type="body" sz="quarter" idx="15"/>
          </p:nvPr>
        </p:nvSpPr>
        <p:spPr>
          <a:xfrm>
            <a:off x="546100" y="1849439"/>
            <a:ext cx="2619375" cy="3443286"/>
          </a:xfrm>
        </p:spPr>
        <p:txBody>
          <a:bodyPr>
            <a:normAutofit/>
          </a:bodyPr>
          <a:lstStyle>
            <a:lvl1pPr>
              <a:spcBef>
                <a:spcPts val="2400"/>
              </a:spcBef>
              <a:defRPr b="0" i="0">
                <a:solidFill>
                  <a:schemeClr val="bg1"/>
                </a:solidFill>
                <a:latin typeface="+mn-lt"/>
                <a:ea typeface="GT America Regular" charset="0"/>
                <a:cs typeface="GT America Regular" charset="0"/>
              </a:defRPr>
            </a:lvl1pPr>
            <a:lvl2pPr marL="285750" indent="-285750">
              <a:buFont typeface="GT America Regular" pitchFamily="2" charset="77"/>
              <a:buChar char="→"/>
              <a:defRPr>
                <a:solidFill>
                  <a:schemeClr val="bg1"/>
                </a:solidFill>
              </a:defRPr>
            </a:lvl2pPr>
            <a:lvl3pPr marL="0" indent="0">
              <a:buNone/>
              <a:defRPr>
                <a:solidFill>
                  <a:schemeClr val="bg1"/>
                </a:solidFill>
              </a:defRPr>
            </a:lvl3pPr>
            <a:lvl4pPr marL="283464">
              <a:defRPr>
                <a:solidFill>
                  <a:schemeClr val="bg1"/>
                </a:solidFill>
              </a:defRPr>
            </a:lvl4pPr>
            <a:lvl5pPr marL="283464" indent="0">
              <a:buNone/>
              <a:defRPr sz="1400">
                <a:solidFill>
                  <a:schemeClr val="bg1"/>
                </a:solidFill>
              </a:defRPr>
            </a:lvl5pPr>
            <a:lvl6pPr marL="283464">
              <a:defRPr>
                <a:solidFill>
                  <a:schemeClr val="bg1"/>
                </a:solidFill>
              </a:defRPr>
            </a:lvl6pPr>
            <a:lvl7pPr marL="283464" indent="0">
              <a:buNone/>
              <a:defRPr>
                <a:solidFill>
                  <a:schemeClr val="bg1"/>
                </a:solidFill>
              </a:defRPr>
            </a:lvl7pPr>
            <a:lvl8pPr marL="283464">
              <a:defRPr>
                <a:solidFill>
                  <a:schemeClr val="bg1"/>
                </a:solidFill>
              </a:defRPr>
            </a:lvl8pPr>
            <a:lvl9pPr marL="283464" indent="0">
              <a:buNone/>
              <a:defRPr>
                <a:solidFill>
                  <a:schemeClr val="bg1"/>
                </a:solidFill>
              </a:defRPr>
            </a:lvl9pPr>
          </a:lstStyle>
          <a:p>
            <a:pPr lvl="0"/>
            <a:r>
              <a:rPr lang="en-US"/>
              <a:t>Click to edit Master text styles</a:t>
            </a:r>
          </a:p>
        </p:txBody>
      </p:sp>
      <p:sp>
        <p:nvSpPr>
          <p:cNvPr id="7" name="Footer Placeholder 7">
            <a:extLst>
              <a:ext uri="{FF2B5EF4-FFF2-40B4-BE49-F238E27FC236}">
                <a16:creationId xmlns:a16="http://schemas.microsoft.com/office/drawing/2014/main" id="{DCBDBDD5-B094-0F1A-DB63-7B97412AC85E}"/>
              </a:ext>
            </a:extLst>
          </p:cNvPr>
          <p:cNvSpPr>
            <a:spLocks noGrp="1"/>
          </p:cNvSpPr>
          <p:nvPr>
            <p:ph type="ftr" sz="quarter" idx="11"/>
          </p:nvPr>
        </p:nvSpPr>
        <p:spPr>
          <a:xfrm>
            <a:off x="4781550" y="6311900"/>
            <a:ext cx="5448300" cy="269875"/>
          </a:xfrm>
        </p:spPr>
        <p:txBody>
          <a:bodyPr/>
          <a:lstStyle/>
          <a:p>
            <a:r>
              <a:rPr lang="en-US"/>
              <a:t>SG Product Update</a:t>
            </a:r>
          </a:p>
        </p:txBody>
      </p:sp>
      <p:grpSp>
        <p:nvGrpSpPr>
          <p:cNvPr id="3" name="Group 2">
            <a:extLst>
              <a:ext uri="{FF2B5EF4-FFF2-40B4-BE49-F238E27FC236}">
                <a16:creationId xmlns:a16="http://schemas.microsoft.com/office/drawing/2014/main" id="{8B23E3FA-4010-7CB1-B3EF-E3ACCDAA0DEB}"/>
              </a:ext>
            </a:extLst>
          </p:cNvPr>
          <p:cNvGrpSpPr/>
          <p:nvPr userDrawn="1"/>
        </p:nvGrpSpPr>
        <p:grpSpPr>
          <a:xfrm>
            <a:off x="12356815" y="0"/>
            <a:ext cx="756834" cy="6872642"/>
            <a:chOff x="12356815" y="0"/>
            <a:chExt cx="756834" cy="6872642"/>
          </a:xfrm>
        </p:grpSpPr>
        <p:sp>
          <p:nvSpPr>
            <p:cNvPr id="13" name="Rectangle 12">
              <a:extLst>
                <a:ext uri="{FF2B5EF4-FFF2-40B4-BE49-F238E27FC236}">
                  <a16:creationId xmlns:a16="http://schemas.microsoft.com/office/drawing/2014/main" id="{C8C95E57-36D7-3349-F2D4-6A57C44FD589}"/>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4" name="TextBox 13">
              <a:extLst>
                <a:ext uri="{FF2B5EF4-FFF2-40B4-BE49-F238E27FC236}">
                  <a16:creationId xmlns:a16="http://schemas.microsoft.com/office/drawing/2014/main" id="{F8C7E406-A30D-93DA-03CB-B8C0CEBBC9F9}"/>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5" name="Rectangle 14">
              <a:extLst>
                <a:ext uri="{FF2B5EF4-FFF2-40B4-BE49-F238E27FC236}">
                  <a16:creationId xmlns:a16="http://schemas.microsoft.com/office/drawing/2014/main" id="{512E8516-40F4-18B5-DF54-9C91D26558CD}"/>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6" name="Group 15">
              <a:extLst>
                <a:ext uri="{FF2B5EF4-FFF2-40B4-BE49-F238E27FC236}">
                  <a16:creationId xmlns:a16="http://schemas.microsoft.com/office/drawing/2014/main" id="{861FC897-402A-71B3-EDE5-618142B36AC2}"/>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3C3D97BC-FD92-3444-A1B9-33A8E5C66ECC}"/>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40382687-B0FD-7C93-84B1-3B4BE25F66DB}"/>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4DEBA0A3-3752-FD36-BDB9-22476FE8E416}"/>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695FBF14-E337-37F6-64D8-923E4ED8E22E}"/>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7801CDF1-A52B-3107-844A-1DF969CF5A1A}"/>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42405028-AE0B-F95E-70D0-793F70211983}"/>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BF5724A8-34A8-B571-DEE4-38283C370F4C}"/>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693E2B21-16D0-9A25-BF14-4AAD59B5D509}"/>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B7435C7E-D87A-4C0B-7D25-798F4BBFB779}"/>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C2D24A58-7113-D8FE-DDD7-3AFAE86F9625}"/>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7" name="Group 16">
              <a:extLst>
                <a:ext uri="{FF2B5EF4-FFF2-40B4-BE49-F238E27FC236}">
                  <a16:creationId xmlns:a16="http://schemas.microsoft.com/office/drawing/2014/main" id="{3F884E18-B9DF-1C7B-32A3-A61A971AC8BD}"/>
                </a:ext>
              </a:extLst>
            </p:cNvPr>
            <p:cNvGrpSpPr/>
            <p:nvPr userDrawn="1"/>
          </p:nvGrpSpPr>
          <p:grpSpPr>
            <a:xfrm>
              <a:off x="12442019" y="198485"/>
              <a:ext cx="382660" cy="2882942"/>
              <a:chOff x="12742785" y="3716048"/>
              <a:chExt cx="316248" cy="3171236"/>
            </a:xfrm>
          </p:grpSpPr>
          <p:sp>
            <p:nvSpPr>
              <p:cNvPr id="19" name="Rectangle 18">
                <a:extLst>
                  <a:ext uri="{FF2B5EF4-FFF2-40B4-BE49-F238E27FC236}">
                    <a16:creationId xmlns:a16="http://schemas.microsoft.com/office/drawing/2014/main" id="{9FFC2D58-6BEA-87D0-5E74-EC646F6CC6A5}"/>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0EC4919A-129F-655B-7A46-CA4C6EEECF83}"/>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21DF2720-1339-66BF-E3F9-DF95E6621D24}"/>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A5671355-8A55-0F86-0918-5CB30CA87906}"/>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9D6F6664-F7C3-0E04-55D7-69A0E6D8677A}"/>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E22E30D7-CED0-14B1-731C-929129F557E1}"/>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A75DF65B-80B6-A033-E45B-0D93333CDA94}"/>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098202AE-57E9-7D46-D36A-E7BD99416D64}"/>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C7DDCA0C-04EB-0E4E-3694-A4E6AF8B1A1A}"/>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B9599B7E-7F43-3E76-A023-6D3E13010D28}"/>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8" name="TextBox 17">
              <a:extLst>
                <a:ext uri="{FF2B5EF4-FFF2-40B4-BE49-F238E27FC236}">
                  <a16:creationId xmlns:a16="http://schemas.microsoft.com/office/drawing/2014/main" id="{D98FEC1E-AC36-9642-FC2C-7AC0E067C6E7}"/>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67AF1F7D-6730-DA66-23F0-3C3E9BA8EC5E}"/>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343313279"/>
      </p:ext>
    </p:extLst>
  </p:cSld>
  <p:clrMapOvr>
    <a:masterClrMapping/>
  </p:clrMapOvr>
</p:sldLayout>
</file>

<file path=ppt/slideLayouts/slideLayout113.xml><?xml version="1.0" encoding="utf-8"?>
<p:sldLayout xmlns:a="http://schemas.openxmlformats.org/drawingml/2006/main" xmlns:r="http://schemas.openxmlformats.org/officeDocument/2006/relationships" xmlns:p="http://schemas.openxmlformats.org/presentationml/2006/main" preserve="1" userDrawn="1">
  <p:cSld name="Executive Summary/Key Takeaways 2">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DE63420-A2BC-EC7A-3A8C-CA23AF97535A}"/>
              </a:ext>
            </a:extLst>
          </p:cNvPr>
          <p:cNvSpPr/>
          <p:nvPr userDrawn="1"/>
        </p:nvSpPr>
        <p:spPr bwMode="hidden">
          <a:xfrm>
            <a:off x="0" y="-1"/>
            <a:ext cx="4060556"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SG Product Update</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8087" cy="269875"/>
          </a:xfrm>
        </p:spPr>
        <p:txBody>
          <a:bodyPr/>
          <a:lstStyle/>
          <a:p>
            <a:fld id="{862A5111-985B-C14D-9115-5787026182A8}" type="slidenum">
              <a:rPr lang="en-US" smtClean="0"/>
              <a:t>‹#›</a:t>
            </a:fld>
            <a:endParaRPr lang="en-US"/>
          </a:p>
        </p:txBody>
      </p:sp>
      <p:sp>
        <p:nvSpPr>
          <p:cNvPr id="6" name="Freeform 5">
            <a:extLst>
              <a:ext uri="{FF2B5EF4-FFF2-40B4-BE49-F238E27FC236}">
                <a16:creationId xmlns:a16="http://schemas.microsoft.com/office/drawing/2014/main" id="{5BCC6303-B8A8-E0F3-1B26-45B29EE4DC62}"/>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2" name="Freeform 5">
            <a:extLst>
              <a:ext uri="{FF2B5EF4-FFF2-40B4-BE49-F238E27FC236}">
                <a16:creationId xmlns:a16="http://schemas.microsoft.com/office/drawing/2014/main" id="{B2BF897B-C4FE-7F0C-FE2C-6956C830B315}"/>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7" name="Title 6">
            <a:extLst>
              <a:ext uri="{FF2B5EF4-FFF2-40B4-BE49-F238E27FC236}">
                <a16:creationId xmlns:a16="http://schemas.microsoft.com/office/drawing/2014/main" id="{B276AB9C-7568-C5F8-9325-202B3FE1D2DB}"/>
              </a:ext>
            </a:extLst>
          </p:cNvPr>
          <p:cNvSpPr>
            <a:spLocks noGrp="1"/>
          </p:cNvSpPr>
          <p:nvPr>
            <p:ph type="title"/>
          </p:nvPr>
        </p:nvSpPr>
        <p:spPr>
          <a:xfrm>
            <a:off x="546101" y="548640"/>
            <a:ext cx="3198585" cy="873760"/>
          </a:xfrm>
        </p:spPr>
        <p:txBody>
          <a:bodyPr rIns="182880"/>
          <a:lstStyle>
            <a:lvl1pPr>
              <a:defRPr>
                <a:solidFill>
                  <a:schemeClr val="bg1"/>
                </a:solidFill>
              </a:defRPr>
            </a:lvl1pPr>
          </a:lstStyle>
          <a:p>
            <a:r>
              <a:rPr lang="en-US"/>
              <a:t>Click to edit Master title style</a:t>
            </a:r>
          </a:p>
        </p:txBody>
      </p:sp>
      <p:sp>
        <p:nvSpPr>
          <p:cNvPr id="5" name="Text Placeholder 5">
            <a:extLst>
              <a:ext uri="{FF2B5EF4-FFF2-40B4-BE49-F238E27FC236}">
                <a16:creationId xmlns:a16="http://schemas.microsoft.com/office/drawing/2014/main" id="{F220F211-F00A-3592-8474-A66D511E9505}"/>
              </a:ext>
            </a:extLst>
          </p:cNvPr>
          <p:cNvSpPr>
            <a:spLocks noGrp="1"/>
          </p:cNvSpPr>
          <p:nvPr>
            <p:ph type="body" sz="quarter" idx="13" hasCustomPrompt="1"/>
          </p:nvPr>
        </p:nvSpPr>
        <p:spPr>
          <a:xfrm>
            <a:off x="546102" y="5586413"/>
            <a:ext cx="3198585" cy="725487"/>
          </a:xfrm>
        </p:spPr>
        <p:txBody>
          <a:bodyPr rIns="274320" anchor="b">
            <a:normAutofit/>
          </a:bodyPr>
          <a:lstStyle>
            <a:lvl1pPr>
              <a:defRPr sz="600">
                <a:solidFill>
                  <a:schemeClr val="bg1"/>
                </a:solidFill>
              </a:defRPr>
            </a:lvl1pPr>
            <a:lvl2pPr marL="0" indent="0">
              <a:buNone/>
              <a:defRPr sz="600">
                <a:solidFill>
                  <a:schemeClr val="bg1"/>
                </a:solidFill>
              </a:defRPr>
            </a:lvl2pPr>
            <a:lvl3pPr marL="0" indent="0">
              <a:buNone/>
              <a:defRPr sz="600">
                <a:solidFill>
                  <a:schemeClr val="bg1"/>
                </a:solidFill>
              </a:defRPr>
            </a:lvl3pPr>
            <a:lvl4pPr marL="0" indent="0">
              <a:buNone/>
              <a:defRPr sz="600">
                <a:solidFill>
                  <a:schemeClr val="bg1"/>
                </a:solidFill>
              </a:defRPr>
            </a:lvl4pPr>
            <a:lvl5pPr marL="0" indent="0">
              <a:buNone/>
              <a:defRPr sz="600">
                <a:solidFill>
                  <a:schemeClr val="bg1"/>
                </a:solidFill>
              </a:defRPr>
            </a:lvl5pPr>
            <a:lvl6pPr marL="0" indent="0">
              <a:buNone/>
              <a:defRPr sz="600">
                <a:solidFill>
                  <a:schemeClr val="bg1"/>
                </a:solidFill>
              </a:defRPr>
            </a:lvl6pPr>
            <a:lvl7pPr marL="0" indent="0">
              <a:buNone/>
              <a:defRPr sz="600">
                <a:solidFill>
                  <a:schemeClr val="bg1"/>
                </a:solidFill>
              </a:defRPr>
            </a:lvl7pPr>
            <a:lvl8pPr marL="0" indent="0">
              <a:buNone/>
              <a:defRPr sz="600">
                <a:solidFill>
                  <a:schemeClr val="bg1"/>
                </a:solidFill>
              </a:defRPr>
            </a:lvl8pPr>
            <a:lvl9pPr marL="0" indent="0">
              <a:buNone/>
              <a:defRPr sz="600">
                <a:solidFill>
                  <a:schemeClr val="bg1"/>
                </a:solidFill>
              </a:defRPr>
            </a:lvl9pPr>
          </a:lstStyle>
          <a:p>
            <a:pPr lvl="0"/>
            <a:r>
              <a:rPr lang="en-US"/>
              <a:t>Click to add footnotes or disclaimer information</a:t>
            </a:r>
          </a:p>
        </p:txBody>
      </p:sp>
      <p:sp>
        <p:nvSpPr>
          <p:cNvPr id="8" name="Content Placeholder 14">
            <a:extLst>
              <a:ext uri="{FF2B5EF4-FFF2-40B4-BE49-F238E27FC236}">
                <a16:creationId xmlns:a16="http://schemas.microsoft.com/office/drawing/2014/main" id="{F09DC10E-18F7-F606-AA7D-1F193D692076}"/>
              </a:ext>
            </a:extLst>
          </p:cNvPr>
          <p:cNvSpPr>
            <a:spLocks noGrp="1"/>
          </p:cNvSpPr>
          <p:nvPr>
            <p:ph sz="quarter" idx="18"/>
          </p:nvPr>
        </p:nvSpPr>
        <p:spPr>
          <a:xfrm>
            <a:off x="4794909" y="550862"/>
            <a:ext cx="6843053" cy="5616576"/>
          </a:xfrm>
        </p:spPr>
        <p:txBody>
          <a:bodyPr/>
          <a:lstStyle>
            <a:lvl1pPr>
              <a:defRPr sz="1800" b="1">
                <a:solidFill>
                  <a:schemeClr val="tx2"/>
                </a:solidFill>
              </a:defRPr>
            </a:lvl1pPr>
            <a:lvl5pPr>
              <a:defRPr/>
            </a:lvl5pPr>
            <a:lvl8pPr>
              <a:defRPr/>
            </a:lvl8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B9FF1161-F7B1-9563-3A3E-4823B2DEDED6}"/>
              </a:ext>
            </a:extLst>
          </p:cNvPr>
          <p:cNvSpPr>
            <a:spLocks noGrp="1"/>
          </p:cNvSpPr>
          <p:nvPr>
            <p:ph type="body" sz="quarter" idx="15"/>
          </p:nvPr>
        </p:nvSpPr>
        <p:spPr>
          <a:xfrm>
            <a:off x="546100" y="1849439"/>
            <a:ext cx="2619375" cy="3443286"/>
          </a:xfrm>
        </p:spPr>
        <p:txBody>
          <a:bodyPr>
            <a:normAutofit/>
          </a:bodyPr>
          <a:lstStyle>
            <a:lvl1pPr>
              <a:spcBef>
                <a:spcPts val="2400"/>
              </a:spcBef>
              <a:defRPr b="0" i="0">
                <a:solidFill>
                  <a:schemeClr val="bg1"/>
                </a:solidFill>
                <a:latin typeface="+mn-lt"/>
                <a:ea typeface="GT America Regular" charset="0"/>
                <a:cs typeface="GT America Regular" charset="0"/>
              </a:defRPr>
            </a:lvl1pPr>
            <a:lvl2pPr marL="285750" indent="-285750">
              <a:buFont typeface="GT America Regular" pitchFamily="2" charset="77"/>
              <a:buChar char="→"/>
              <a:defRPr>
                <a:solidFill>
                  <a:schemeClr val="bg1"/>
                </a:solidFill>
              </a:defRPr>
            </a:lvl2pPr>
            <a:lvl3pPr marL="0" indent="0">
              <a:buNone/>
              <a:defRPr>
                <a:solidFill>
                  <a:schemeClr val="bg1"/>
                </a:solidFill>
              </a:defRPr>
            </a:lvl3pPr>
            <a:lvl4pPr marL="283464">
              <a:defRPr>
                <a:solidFill>
                  <a:schemeClr val="bg1"/>
                </a:solidFill>
              </a:defRPr>
            </a:lvl4pPr>
            <a:lvl5pPr marL="283464" indent="0">
              <a:buNone/>
              <a:defRPr sz="1400">
                <a:solidFill>
                  <a:schemeClr val="bg1"/>
                </a:solidFill>
              </a:defRPr>
            </a:lvl5pPr>
            <a:lvl6pPr marL="283464">
              <a:defRPr>
                <a:solidFill>
                  <a:schemeClr val="bg1"/>
                </a:solidFill>
              </a:defRPr>
            </a:lvl6pPr>
            <a:lvl7pPr marL="283464" indent="0">
              <a:buNone/>
              <a:defRPr>
                <a:solidFill>
                  <a:schemeClr val="bg1"/>
                </a:solidFill>
              </a:defRPr>
            </a:lvl7pPr>
            <a:lvl8pPr marL="283464">
              <a:defRPr>
                <a:solidFill>
                  <a:schemeClr val="bg1"/>
                </a:solidFill>
              </a:defRPr>
            </a:lvl8pPr>
            <a:lvl9pPr marL="283464" indent="0">
              <a:buNone/>
              <a:defRPr>
                <a:solidFill>
                  <a:schemeClr val="bg1"/>
                </a:solidFill>
              </a:defRPr>
            </a:lvl9pPr>
          </a:lstStyle>
          <a:p>
            <a:pPr lvl="0"/>
            <a:r>
              <a:rPr lang="en-US"/>
              <a:t>Click to edit Master text styles</a:t>
            </a:r>
          </a:p>
        </p:txBody>
      </p:sp>
      <p:grpSp>
        <p:nvGrpSpPr>
          <p:cNvPr id="2" name="Group 1">
            <a:extLst>
              <a:ext uri="{FF2B5EF4-FFF2-40B4-BE49-F238E27FC236}">
                <a16:creationId xmlns:a16="http://schemas.microsoft.com/office/drawing/2014/main" id="{FCD2E41C-78C7-D1A1-FAFF-710EC6E800E1}"/>
              </a:ext>
            </a:extLst>
          </p:cNvPr>
          <p:cNvGrpSpPr/>
          <p:nvPr userDrawn="1"/>
        </p:nvGrpSpPr>
        <p:grpSpPr>
          <a:xfrm>
            <a:off x="12356815" y="0"/>
            <a:ext cx="756834" cy="6872642"/>
            <a:chOff x="12356815" y="0"/>
            <a:chExt cx="756834" cy="6872642"/>
          </a:xfrm>
        </p:grpSpPr>
        <p:sp>
          <p:nvSpPr>
            <p:cNvPr id="11" name="Rectangle 10">
              <a:extLst>
                <a:ext uri="{FF2B5EF4-FFF2-40B4-BE49-F238E27FC236}">
                  <a16:creationId xmlns:a16="http://schemas.microsoft.com/office/drawing/2014/main" id="{78CAC3D2-51CB-C07C-E3B6-8A2591F44307}"/>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3" name="TextBox 12">
              <a:extLst>
                <a:ext uri="{FF2B5EF4-FFF2-40B4-BE49-F238E27FC236}">
                  <a16:creationId xmlns:a16="http://schemas.microsoft.com/office/drawing/2014/main" id="{CF688852-4044-97B8-9A86-A9997C73159F}"/>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4" name="Rectangle 13">
              <a:extLst>
                <a:ext uri="{FF2B5EF4-FFF2-40B4-BE49-F238E27FC236}">
                  <a16:creationId xmlns:a16="http://schemas.microsoft.com/office/drawing/2014/main" id="{C1AF0357-586A-41E4-C247-E6DF940688E8}"/>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5" name="Group 14">
              <a:extLst>
                <a:ext uri="{FF2B5EF4-FFF2-40B4-BE49-F238E27FC236}">
                  <a16:creationId xmlns:a16="http://schemas.microsoft.com/office/drawing/2014/main" id="{B7F928F3-D666-3999-7039-5A6EB837D3E3}"/>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8C8888D1-4251-4E37-17BB-C99107CF988A}"/>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0DDC6BFA-FB7E-9400-1C9F-C4CE39E0429F}"/>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08ED67D2-A5DB-019F-F4AF-CC90053FADA9}"/>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21B6DA71-1355-34F3-ECDF-D6AFC10654CC}"/>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B590A322-8A38-6BE1-E7ED-1201E3CFD0CA}"/>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3694B0F3-6B3B-D81C-4E0A-67BFE07754F9}"/>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A6AE657D-F2BB-05AC-E6B9-022C5544CEF6}"/>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B8323157-43E9-80F1-7F55-7EE97D51DF30}"/>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398F9A5D-0513-DCA2-9FD8-49FE2DF5A4E1}"/>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2E6A04E4-BC8B-36D2-2D6E-E98B0E395033}"/>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6" name="Group 15">
              <a:extLst>
                <a:ext uri="{FF2B5EF4-FFF2-40B4-BE49-F238E27FC236}">
                  <a16:creationId xmlns:a16="http://schemas.microsoft.com/office/drawing/2014/main" id="{A4D336A7-9251-4B78-0D2E-2099DE6B138E}"/>
                </a:ext>
              </a:extLst>
            </p:cNvPr>
            <p:cNvGrpSpPr/>
            <p:nvPr userDrawn="1"/>
          </p:nvGrpSpPr>
          <p:grpSpPr>
            <a:xfrm>
              <a:off x="12442019" y="198485"/>
              <a:ext cx="382660" cy="2882942"/>
              <a:chOff x="12742785" y="3716048"/>
              <a:chExt cx="316248" cy="3171236"/>
            </a:xfrm>
          </p:grpSpPr>
          <p:sp>
            <p:nvSpPr>
              <p:cNvPr id="18" name="Rectangle 17">
                <a:extLst>
                  <a:ext uri="{FF2B5EF4-FFF2-40B4-BE49-F238E27FC236}">
                    <a16:creationId xmlns:a16="http://schemas.microsoft.com/office/drawing/2014/main" id="{C2BE1293-612E-D4F4-2D4A-A8A7AF0E5CE7}"/>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12F96EF7-46DE-49D9-0A71-370D5C5EB282}"/>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C240FFE7-3801-8585-B018-77A095F51000}"/>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5A45CE42-B1F5-8518-5372-307E96F8A5C2}"/>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7223F747-46A0-EC8D-5510-E15D9B0972FB}"/>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E89687C9-F1A2-8767-8E85-27642003E5EE}"/>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0BD9812A-EEE2-5386-27CC-E0650CEE2651}"/>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E3EAAE39-8034-8040-FCC4-DE581F08E554}"/>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5F1CE099-ED54-DE5F-02D6-67F32981FBD2}"/>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E50D84FA-2F57-DC79-4B43-E2FD06A62EC6}"/>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7" name="TextBox 16">
              <a:extLst>
                <a:ext uri="{FF2B5EF4-FFF2-40B4-BE49-F238E27FC236}">
                  <a16:creationId xmlns:a16="http://schemas.microsoft.com/office/drawing/2014/main" id="{3C7C345A-0E6F-1B16-148D-CAFA7DB4FDB3}"/>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572E4A03-E5CD-20C8-6961-A0E5C02AE79D}"/>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577284969"/>
      </p:ext>
    </p:extLst>
  </p:cSld>
  <p:clrMapOvr>
    <a:masterClrMapping/>
  </p:clrMapOvr>
</p:sldLayout>
</file>

<file path=ppt/slideLayouts/slideLayout114.xml><?xml version="1.0" encoding="utf-8"?>
<p:sldLayout xmlns:a="http://schemas.openxmlformats.org/drawingml/2006/main" xmlns:r="http://schemas.openxmlformats.org/officeDocument/2006/relationships" xmlns:p="http://schemas.openxmlformats.org/presentationml/2006/main" preserve="1" userDrawn="1">
  <p:cSld name="Executive Summary/Key Takeaways 3">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DE63420-A2BC-EC7A-3A8C-CA23AF97535A}"/>
              </a:ext>
            </a:extLst>
          </p:cNvPr>
          <p:cNvSpPr/>
          <p:nvPr userDrawn="1"/>
        </p:nvSpPr>
        <p:spPr bwMode="hidden">
          <a:xfrm>
            <a:off x="0" y="-1"/>
            <a:ext cx="4060556"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SG Product Update</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8087" cy="269875"/>
          </a:xfrm>
        </p:spPr>
        <p:txBody>
          <a:bodyPr/>
          <a:lstStyle/>
          <a:p>
            <a:fld id="{862A5111-985B-C14D-9115-5787026182A8}" type="slidenum">
              <a:rPr lang="en-US" smtClean="0"/>
              <a:t>‹#›</a:t>
            </a:fld>
            <a:endParaRPr lang="en-US"/>
          </a:p>
        </p:txBody>
      </p:sp>
      <p:sp>
        <p:nvSpPr>
          <p:cNvPr id="6" name="Freeform 5">
            <a:extLst>
              <a:ext uri="{FF2B5EF4-FFF2-40B4-BE49-F238E27FC236}">
                <a16:creationId xmlns:a16="http://schemas.microsoft.com/office/drawing/2014/main" id="{5BCC6303-B8A8-E0F3-1B26-45B29EE4DC62}"/>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2" name="Freeform 5">
            <a:extLst>
              <a:ext uri="{FF2B5EF4-FFF2-40B4-BE49-F238E27FC236}">
                <a16:creationId xmlns:a16="http://schemas.microsoft.com/office/drawing/2014/main" id="{B2BF897B-C4FE-7F0C-FE2C-6956C830B315}"/>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8" name="Title 7">
            <a:extLst>
              <a:ext uri="{FF2B5EF4-FFF2-40B4-BE49-F238E27FC236}">
                <a16:creationId xmlns:a16="http://schemas.microsoft.com/office/drawing/2014/main" id="{52C52A17-5F09-5FCF-A0E2-C9D9ECF06226}"/>
              </a:ext>
            </a:extLst>
          </p:cNvPr>
          <p:cNvSpPr>
            <a:spLocks noGrp="1"/>
          </p:cNvSpPr>
          <p:nvPr>
            <p:ph type="title"/>
          </p:nvPr>
        </p:nvSpPr>
        <p:spPr>
          <a:xfrm>
            <a:off x="546100" y="548640"/>
            <a:ext cx="3514455" cy="873760"/>
          </a:xfrm>
        </p:spPr>
        <p:txBody>
          <a:bodyPr rIns="182880"/>
          <a:lstStyle>
            <a:lvl1pPr>
              <a:defRPr>
                <a:solidFill>
                  <a:schemeClr val="bg1"/>
                </a:solidFill>
              </a:defRPr>
            </a:lvl1pPr>
          </a:lstStyle>
          <a:p>
            <a:r>
              <a:rPr lang="en-US"/>
              <a:t>Click to edit Master title style</a:t>
            </a:r>
          </a:p>
        </p:txBody>
      </p:sp>
      <p:sp>
        <p:nvSpPr>
          <p:cNvPr id="5" name="Text Placeholder 5">
            <a:extLst>
              <a:ext uri="{FF2B5EF4-FFF2-40B4-BE49-F238E27FC236}">
                <a16:creationId xmlns:a16="http://schemas.microsoft.com/office/drawing/2014/main" id="{287913A0-E5F8-8CDA-9C09-B31372EAF985}"/>
              </a:ext>
            </a:extLst>
          </p:cNvPr>
          <p:cNvSpPr>
            <a:spLocks noGrp="1"/>
          </p:cNvSpPr>
          <p:nvPr>
            <p:ph type="body" sz="quarter" idx="13" hasCustomPrompt="1"/>
          </p:nvPr>
        </p:nvSpPr>
        <p:spPr>
          <a:xfrm>
            <a:off x="546101" y="5586413"/>
            <a:ext cx="3514455" cy="725487"/>
          </a:xfrm>
        </p:spPr>
        <p:txBody>
          <a:bodyPr rIns="274320" anchor="b">
            <a:normAutofit/>
          </a:bodyPr>
          <a:lstStyle>
            <a:lvl1pPr>
              <a:defRPr sz="600">
                <a:solidFill>
                  <a:schemeClr val="bg1"/>
                </a:solidFill>
              </a:defRPr>
            </a:lvl1pPr>
            <a:lvl2pPr marL="0" indent="0">
              <a:buNone/>
              <a:defRPr sz="600">
                <a:solidFill>
                  <a:schemeClr val="bg1"/>
                </a:solidFill>
              </a:defRPr>
            </a:lvl2pPr>
            <a:lvl3pPr marL="0" indent="0">
              <a:buNone/>
              <a:defRPr sz="600">
                <a:solidFill>
                  <a:schemeClr val="bg1"/>
                </a:solidFill>
              </a:defRPr>
            </a:lvl3pPr>
            <a:lvl4pPr marL="0" indent="0">
              <a:buNone/>
              <a:defRPr sz="600">
                <a:solidFill>
                  <a:schemeClr val="bg1"/>
                </a:solidFill>
              </a:defRPr>
            </a:lvl4pPr>
            <a:lvl5pPr marL="0" indent="0">
              <a:buNone/>
              <a:defRPr sz="600">
                <a:solidFill>
                  <a:schemeClr val="bg1"/>
                </a:solidFill>
              </a:defRPr>
            </a:lvl5pPr>
            <a:lvl6pPr marL="0" indent="0">
              <a:buNone/>
              <a:defRPr sz="600">
                <a:solidFill>
                  <a:schemeClr val="bg1"/>
                </a:solidFill>
              </a:defRPr>
            </a:lvl6pPr>
            <a:lvl7pPr marL="0" indent="0">
              <a:buNone/>
              <a:defRPr sz="600">
                <a:solidFill>
                  <a:schemeClr val="bg1"/>
                </a:solidFill>
              </a:defRPr>
            </a:lvl7pPr>
            <a:lvl8pPr marL="0" indent="0">
              <a:buNone/>
              <a:defRPr sz="600">
                <a:solidFill>
                  <a:schemeClr val="bg1"/>
                </a:solidFill>
              </a:defRPr>
            </a:lvl8pPr>
            <a:lvl9pPr marL="0" indent="0">
              <a:buNone/>
              <a:defRPr sz="600">
                <a:solidFill>
                  <a:schemeClr val="bg1"/>
                </a:solidFill>
              </a:defRPr>
            </a:lvl9pPr>
          </a:lstStyle>
          <a:p>
            <a:pPr lvl="0"/>
            <a:r>
              <a:rPr lang="en-US"/>
              <a:t>Click to add footnotes or disclaimer information</a:t>
            </a:r>
          </a:p>
        </p:txBody>
      </p:sp>
      <p:sp>
        <p:nvSpPr>
          <p:cNvPr id="10" name="Text Placeholder 9">
            <a:extLst>
              <a:ext uri="{FF2B5EF4-FFF2-40B4-BE49-F238E27FC236}">
                <a16:creationId xmlns:a16="http://schemas.microsoft.com/office/drawing/2014/main" id="{98FAD3A1-95EF-57C4-18DC-C6F6870DB482}"/>
              </a:ext>
            </a:extLst>
          </p:cNvPr>
          <p:cNvSpPr>
            <a:spLocks noGrp="1"/>
          </p:cNvSpPr>
          <p:nvPr>
            <p:ph type="body" sz="quarter" idx="15"/>
          </p:nvPr>
        </p:nvSpPr>
        <p:spPr>
          <a:xfrm>
            <a:off x="546100" y="1849439"/>
            <a:ext cx="2619375" cy="3443286"/>
          </a:xfrm>
        </p:spPr>
        <p:txBody>
          <a:bodyPr>
            <a:normAutofit/>
          </a:bodyPr>
          <a:lstStyle>
            <a:lvl1pPr>
              <a:spcBef>
                <a:spcPts val="2400"/>
              </a:spcBef>
              <a:defRPr b="0" i="0">
                <a:solidFill>
                  <a:schemeClr val="bg1"/>
                </a:solidFill>
                <a:latin typeface="+mn-lt"/>
                <a:ea typeface="GT America Regular" charset="0"/>
                <a:cs typeface="GT America Regular" charset="0"/>
              </a:defRPr>
            </a:lvl1pPr>
            <a:lvl2pPr marL="285750" indent="-285750">
              <a:buFont typeface="GT America Regular" pitchFamily="2" charset="77"/>
              <a:buChar char="→"/>
              <a:defRPr>
                <a:solidFill>
                  <a:schemeClr val="bg1"/>
                </a:solidFill>
              </a:defRPr>
            </a:lvl2pPr>
            <a:lvl3pPr marL="0" indent="0">
              <a:buNone/>
              <a:defRPr>
                <a:solidFill>
                  <a:schemeClr val="bg1"/>
                </a:solidFill>
              </a:defRPr>
            </a:lvl3pPr>
            <a:lvl4pPr marL="283464">
              <a:defRPr>
                <a:solidFill>
                  <a:schemeClr val="bg1"/>
                </a:solidFill>
              </a:defRPr>
            </a:lvl4pPr>
            <a:lvl5pPr marL="283464" indent="0">
              <a:buNone/>
              <a:defRPr sz="1400">
                <a:solidFill>
                  <a:schemeClr val="bg1"/>
                </a:solidFill>
              </a:defRPr>
            </a:lvl5pPr>
            <a:lvl6pPr marL="283464">
              <a:defRPr>
                <a:solidFill>
                  <a:schemeClr val="bg1"/>
                </a:solidFill>
              </a:defRPr>
            </a:lvl6pPr>
            <a:lvl7pPr marL="283464" indent="0">
              <a:buNone/>
              <a:defRPr>
                <a:solidFill>
                  <a:schemeClr val="bg1"/>
                </a:solidFill>
              </a:defRPr>
            </a:lvl7pPr>
            <a:lvl8pPr marL="283464">
              <a:defRPr>
                <a:solidFill>
                  <a:schemeClr val="bg1"/>
                </a:solidFill>
              </a:defRPr>
            </a:lvl8pPr>
            <a:lvl9pPr marL="283464" indent="0">
              <a:buNone/>
              <a:defRPr>
                <a:solidFill>
                  <a:schemeClr val="bg1"/>
                </a:solidFill>
              </a:defRPr>
            </a:lvl9pPr>
          </a:lstStyle>
          <a:p>
            <a:pPr lvl="0"/>
            <a:r>
              <a:rPr lang="en-US"/>
              <a:t>Click to edit Master text styles</a:t>
            </a:r>
          </a:p>
        </p:txBody>
      </p:sp>
      <p:sp>
        <p:nvSpPr>
          <p:cNvPr id="2" name="Content Placeholder 30">
            <a:extLst>
              <a:ext uri="{FF2B5EF4-FFF2-40B4-BE49-F238E27FC236}">
                <a16:creationId xmlns:a16="http://schemas.microsoft.com/office/drawing/2014/main" id="{F0F02397-A9A7-9451-4B86-0093DE0C5DAC}"/>
              </a:ext>
            </a:extLst>
          </p:cNvPr>
          <p:cNvSpPr>
            <a:spLocks noGrp="1"/>
          </p:cNvSpPr>
          <p:nvPr>
            <p:ph sz="quarter" idx="49" hasCustomPrompt="1"/>
          </p:nvPr>
        </p:nvSpPr>
        <p:spPr>
          <a:xfrm>
            <a:off x="4781550" y="552448"/>
            <a:ext cx="2103120" cy="2057400"/>
          </a:xfrm>
        </p:spPr>
        <p:txBody>
          <a:bodyPr/>
          <a:lstStyle>
            <a:lvl1pPr>
              <a:defRPr sz="4800">
                <a:solidFill>
                  <a:schemeClr val="accent1"/>
                </a:solidFill>
                <a:latin typeface="+mj-lt"/>
              </a:defRPr>
            </a:lvl1pPr>
            <a:lvl2pPr>
              <a:defRPr>
                <a:solidFill>
                  <a:schemeClr val="tx1"/>
                </a:solidFill>
              </a:defRPr>
            </a:lvl2pPr>
            <a:lvl3pPr>
              <a:buClr>
                <a:schemeClr val="accent1"/>
              </a:buClr>
              <a:defRPr>
                <a:solidFill>
                  <a:schemeClr val="tx1"/>
                </a:solidFill>
              </a:defRPr>
            </a:lvl3pPr>
            <a:lvl4pPr marL="457200" indent="0">
              <a:buNone/>
              <a:defRPr>
                <a:solidFill>
                  <a:schemeClr val="tx1"/>
                </a:solidFill>
              </a:defRPr>
            </a:lvl4pPr>
            <a:lvl5pPr>
              <a:buClr>
                <a:schemeClr val="accent1"/>
              </a:buClr>
              <a:defRPr>
                <a:solidFill>
                  <a:schemeClr val="tx1"/>
                </a:solidFill>
              </a:defRPr>
            </a:lvl5pPr>
            <a:lvl6pPr>
              <a:buClrTx/>
              <a:defRPr>
                <a:solidFill>
                  <a:schemeClr val="tx1"/>
                </a:solidFill>
              </a:defRPr>
            </a:lvl6pPr>
            <a:lvl7pPr>
              <a:buClr>
                <a:schemeClr val="accent1"/>
              </a:buClr>
              <a:defRPr>
                <a:solidFill>
                  <a:schemeClr val="tx1"/>
                </a:solidFill>
              </a:defRPr>
            </a:lvl7pPr>
            <a:lvl8pPr>
              <a:buClrTx/>
              <a:defRPr>
                <a:solidFill>
                  <a:schemeClr val="tx1"/>
                </a:solidFill>
              </a:defRPr>
            </a:lvl8pPr>
            <a:lvl9pPr>
              <a:buClr>
                <a:schemeClr val="accent1"/>
              </a:buClr>
              <a:defRPr>
                <a:solidFill>
                  <a:schemeClr val="tx1"/>
                </a:solidFill>
              </a:defRPr>
            </a:lvl9pPr>
          </a:lstStyle>
          <a:p>
            <a:pPr lvl="0"/>
            <a:r>
              <a:rPr lang="en-US"/>
              <a:t>00</a:t>
            </a:r>
          </a:p>
          <a:p>
            <a:pPr lvl="1"/>
            <a:r>
              <a:rPr lang="en-US"/>
              <a:t>Second level</a:t>
            </a:r>
          </a:p>
          <a:p>
            <a:pPr lvl="2"/>
            <a:r>
              <a:rPr lang="en-US"/>
              <a:t>Third level</a:t>
            </a:r>
          </a:p>
        </p:txBody>
      </p:sp>
      <p:sp>
        <p:nvSpPr>
          <p:cNvPr id="11" name="Content Placeholder 33">
            <a:extLst>
              <a:ext uri="{FF2B5EF4-FFF2-40B4-BE49-F238E27FC236}">
                <a16:creationId xmlns:a16="http://schemas.microsoft.com/office/drawing/2014/main" id="{E08A6D02-5787-2EA8-5353-86CF167EE5C0}"/>
              </a:ext>
            </a:extLst>
          </p:cNvPr>
          <p:cNvSpPr>
            <a:spLocks noGrp="1"/>
          </p:cNvSpPr>
          <p:nvPr>
            <p:ph sz="quarter" idx="50" hasCustomPrompt="1"/>
          </p:nvPr>
        </p:nvSpPr>
        <p:spPr>
          <a:xfrm>
            <a:off x="7157707" y="552449"/>
            <a:ext cx="2103120"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tx1"/>
                </a:solidFill>
              </a:defRPr>
            </a:lvl2pPr>
            <a:lvl3pPr>
              <a:buClr>
                <a:schemeClr val="accent1"/>
              </a:buClr>
              <a:defRPr>
                <a:solidFill>
                  <a:schemeClr val="tx1"/>
                </a:solidFill>
              </a:defRPr>
            </a:lvl3pPr>
            <a:lvl4pPr marL="457200" indent="0">
              <a:buClrTx/>
              <a:buNone/>
              <a:defRPr>
                <a:solidFill>
                  <a:schemeClr val="tx1"/>
                </a:solidFill>
              </a:defRPr>
            </a:lvl4pPr>
            <a:lvl5pPr>
              <a:buClr>
                <a:schemeClr val="accent1"/>
              </a:buClr>
              <a:defRPr>
                <a:solidFill>
                  <a:schemeClr val="tx1"/>
                </a:solidFill>
              </a:defRPr>
            </a:lvl5pPr>
            <a:lvl6pPr>
              <a:buClrTx/>
              <a:defRPr>
                <a:solidFill>
                  <a:schemeClr val="tx1"/>
                </a:solidFill>
              </a:defRPr>
            </a:lvl6pPr>
            <a:lvl7pPr>
              <a:buClr>
                <a:schemeClr val="accent1"/>
              </a:buClr>
              <a:defRPr>
                <a:solidFill>
                  <a:schemeClr val="tx1"/>
                </a:solidFill>
              </a:defRPr>
            </a:lvl7pPr>
            <a:lvl8pPr>
              <a:buClrTx/>
              <a:defRPr>
                <a:solidFill>
                  <a:schemeClr val="tx1"/>
                </a:solidFill>
              </a:defRPr>
            </a:lvl8pPr>
            <a:lvl9pPr>
              <a:buClr>
                <a:schemeClr val="accent1"/>
              </a:buClr>
              <a:defRPr>
                <a:solidFill>
                  <a:schemeClr val="tx1"/>
                </a:solidFill>
              </a:defRPr>
            </a:lvl9pPr>
          </a:lstStyle>
          <a:p>
            <a:pPr lvl="0"/>
            <a:r>
              <a:rPr lang="en-US"/>
              <a:t>00</a:t>
            </a:r>
          </a:p>
          <a:p>
            <a:pPr lvl="1"/>
            <a:r>
              <a:rPr lang="en-US"/>
              <a:t>Second level</a:t>
            </a:r>
          </a:p>
          <a:p>
            <a:pPr lvl="2"/>
            <a:r>
              <a:rPr lang="en-US"/>
              <a:t>Third level</a:t>
            </a:r>
          </a:p>
        </p:txBody>
      </p:sp>
      <p:sp>
        <p:nvSpPr>
          <p:cNvPr id="13" name="Content Placeholder 35">
            <a:extLst>
              <a:ext uri="{FF2B5EF4-FFF2-40B4-BE49-F238E27FC236}">
                <a16:creationId xmlns:a16="http://schemas.microsoft.com/office/drawing/2014/main" id="{F25358D4-61D4-B82A-AA95-040B8023E1BF}"/>
              </a:ext>
            </a:extLst>
          </p:cNvPr>
          <p:cNvSpPr>
            <a:spLocks noGrp="1"/>
          </p:cNvSpPr>
          <p:nvPr>
            <p:ph sz="quarter" idx="51" hasCustomPrompt="1"/>
          </p:nvPr>
        </p:nvSpPr>
        <p:spPr>
          <a:xfrm>
            <a:off x="9533864" y="552449"/>
            <a:ext cx="2103120"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tx1"/>
                </a:solidFill>
              </a:defRPr>
            </a:lvl2pPr>
            <a:lvl3pPr>
              <a:buClr>
                <a:schemeClr val="accent1"/>
              </a:buClr>
              <a:defRPr>
                <a:solidFill>
                  <a:schemeClr val="tx1"/>
                </a:solidFill>
              </a:defRPr>
            </a:lvl3pPr>
            <a:lvl4pPr marL="457200" indent="0">
              <a:buClrTx/>
              <a:buNone/>
              <a:defRPr>
                <a:solidFill>
                  <a:schemeClr val="tx1"/>
                </a:solidFill>
              </a:defRPr>
            </a:lvl4pPr>
            <a:lvl5pPr>
              <a:buClr>
                <a:schemeClr val="accent1"/>
              </a:buClr>
              <a:defRPr>
                <a:solidFill>
                  <a:schemeClr val="tx1"/>
                </a:solidFill>
              </a:defRPr>
            </a:lvl5pPr>
            <a:lvl6pPr>
              <a:buClrTx/>
              <a:defRPr>
                <a:solidFill>
                  <a:schemeClr val="tx1"/>
                </a:solidFill>
              </a:defRPr>
            </a:lvl6pPr>
            <a:lvl7pPr>
              <a:buClr>
                <a:schemeClr val="accent1"/>
              </a:buClr>
              <a:defRPr>
                <a:solidFill>
                  <a:schemeClr val="tx1"/>
                </a:solidFill>
              </a:defRPr>
            </a:lvl7pPr>
            <a:lvl8pPr>
              <a:buClrTx/>
              <a:defRPr>
                <a:solidFill>
                  <a:schemeClr val="tx1"/>
                </a:solidFill>
              </a:defRPr>
            </a:lvl8pPr>
            <a:lvl9pPr>
              <a:buClr>
                <a:schemeClr val="accent1"/>
              </a:buClr>
              <a:defRPr>
                <a:solidFill>
                  <a:schemeClr val="tx1"/>
                </a:solidFill>
              </a:defRPr>
            </a:lvl9pPr>
          </a:lstStyle>
          <a:p>
            <a:pPr lvl="0"/>
            <a:r>
              <a:rPr lang="en-US"/>
              <a:t>00</a:t>
            </a:r>
          </a:p>
          <a:p>
            <a:pPr lvl="1"/>
            <a:r>
              <a:rPr lang="en-US"/>
              <a:t>Second level</a:t>
            </a:r>
          </a:p>
          <a:p>
            <a:pPr lvl="2"/>
            <a:r>
              <a:rPr lang="en-US"/>
              <a:t>Third level</a:t>
            </a:r>
          </a:p>
        </p:txBody>
      </p:sp>
      <p:sp>
        <p:nvSpPr>
          <p:cNvPr id="15" name="Content Placeholder 37">
            <a:extLst>
              <a:ext uri="{FF2B5EF4-FFF2-40B4-BE49-F238E27FC236}">
                <a16:creationId xmlns:a16="http://schemas.microsoft.com/office/drawing/2014/main" id="{28D07FDD-A130-72D7-5662-2F5893A2F61C}"/>
              </a:ext>
            </a:extLst>
          </p:cNvPr>
          <p:cNvSpPr>
            <a:spLocks noGrp="1"/>
          </p:cNvSpPr>
          <p:nvPr>
            <p:ph sz="quarter" idx="52" hasCustomPrompt="1"/>
          </p:nvPr>
        </p:nvSpPr>
        <p:spPr>
          <a:xfrm>
            <a:off x="4768285" y="3013075"/>
            <a:ext cx="2103120" cy="2057400"/>
          </a:xfrm>
        </p:spPr>
        <p:txBody>
          <a:bodyPr/>
          <a:lstStyle>
            <a:lvl1pPr>
              <a:buClr>
                <a:schemeClr val="accent1"/>
              </a:buClr>
              <a:defRPr lang="en-US" sz="4800" b="0" i="0" kern="1200" dirty="0" smtClean="0">
                <a:solidFill>
                  <a:schemeClr val="accent1"/>
                </a:solidFill>
                <a:latin typeface="+mj-lt"/>
                <a:ea typeface="GT America Regular" charset="0"/>
                <a:cs typeface="GT America Regular" charset="0"/>
              </a:defRPr>
            </a:lvl1pPr>
            <a:lvl2pPr>
              <a:buClrTx/>
              <a:defRPr>
                <a:solidFill>
                  <a:schemeClr val="tx1"/>
                </a:solidFill>
              </a:defRPr>
            </a:lvl2pPr>
            <a:lvl3pPr>
              <a:buClr>
                <a:schemeClr val="accent1"/>
              </a:buClr>
              <a:defRPr>
                <a:solidFill>
                  <a:schemeClr val="tx1"/>
                </a:solidFill>
              </a:defRPr>
            </a:lvl3pPr>
            <a:lvl4pPr>
              <a:buClrTx/>
              <a:defRPr>
                <a:solidFill>
                  <a:schemeClr val="tx1"/>
                </a:solidFill>
              </a:defRPr>
            </a:lvl4pPr>
            <a:lvl5pPr>
              <a:buClr>
                <a:schemeClr val="accent1"/>
              </a:buClr>
              <a:defRPr>
                <a:solidFill>
                  <a:schemeClr val="tx1"/>
                </a:solidFill>
              </a:defRPr>
            </a:lvl5pPr>
            <a:lvl6pPr>
              <a:buClrTx/>
              <a:defRPr>
                <a:solidFill>
                  <a:schemeClr val="tx1"/>
                </a:solidFill>
              </a:defRPr>
            </a:lvl6pPr>
            <a:lvl7pPr>
              <a:buClr>
                <a:schemeClr val="accent1"/>
              </a:buClr>
              <a:defRPr>
                <a:solidFill>
                  <a:schemeClr val="tx1"/>
                </a:solidFill>
              </a:defRPr>
            </a:lvl7pPr>
            <a:lvl8pPr>
              <a:buClrTx/>
              <a:defRPr>
                <a:solidFill>
                  <a:schemeClr val="tx1"/>
                </a:solidFill>
              </a:defRPr>
            </a:lvl8pPr>
            <a:lvl9pPr>
              <a:buClr>
                <a:schemeClr val="accent1"/>
              </a:buClr>
              <a:defRPr>
                <a:solidFill>
                  <a:schemeClr val="tx1"/>
                </a:solidFill>
              </a:defRPr>
            </a:lvl9pPr>
          </a:lstStyle>
          <a:p>
            <a:pPr lvl="0"/>
            <a:r>
              <a:rPr lang="en-US"/>
              <a:t>00</a:t>
            </a:r>
          </a:p>
          <a:p>
            <a:pPr lvl="1"/>
            <a:r>
              <a:rPr lang="en-US"/>
              <a:t>Second level</a:t>
            </a:r>
          </a:p>
          <a:p>
            <a:pPr lvl="2"/>
            <a:r>
              <a:rPr lang="en-US"/>
              <a:t>Third </a:t>
            </a:r>
            <a:r>
              <a:rPr lang="en-US" err="1"/>
              <a:t>leve</a:t>
            </a:r>
            <a:endParaRPr lang="en-US"/>
          </a:p>
        </p:txBody>
      </p:sp>
      <p:sp>
        <p:nvSpPr>
          <p:cNvPr id="17" name="Content Placeholder 39">
            <a:extLst>
              <a:ext uri="{FF2B5EF4-FFF2-40B4-BE49-F238E27FC236}">
                <a16:creationId xmlns:a16="http://schemas.microsoft.com/office/drawing/2014/main" id="{A58291F8-7E75-1EB3-64FC-0B3465A92BFE}"/>
              </a:ext>
            </a:extLst>
          </p:cNvPr>
          <p:cNvSpPr>
            <a:spLocks noGrp="1"/>
          </p:cNvSpPr>
          <p:nvPr>
            <p:ph sz="quarter" idx="53" hasCustomPrompt="1"/>
          </p:nvPr>
        </p:nvSpPr>
        <p:spPr>
          <a:xfrm>
            <a:off x="7138252" y="3013074"/>
            <a:ext cx="2103120" cy="2057400"/>
          </a:xfrm>
        </p:spPr>
        <p:txBody>
          <a:bodyPr/>
          <a:lstStyle>
            <a:lvl1pPr>
              <a:buClr>
                <a:schemeClr val="accent1"/>
              </a:buClr>
              <a:defRPr lang="en-US" sz="4800" b="0" i="0" kern="1200" dirty="0" smtClean="0">
                <a:solidFill>
                  <a:schemeClr val="accent1"/>
                </a:solidFill>
                <a:latin typeface="+mj-lt"/>
                <a:ea typeface="GT America Regular" charset="0"/>
                <a:cs typeface="GT America Regular" charset="0"/>
              </a:defRPr>
            </a:lvl1pPr>
            <a:lvl2pPr>
              <a:buClrTx/>
              <a:defRPr>
                <a:solidFill>
                  <a:schemeClr val="tx1"/>
                </a:solidFill>
              </a:defRPr>
            </a:lvl2pPr>
            <a:lvl3pPr>
              <a:buClr>
                <a:schemeClr val="accent1"/>
              </a:buClr>
              <a:defRPr>
                <a:solidFill>
                  <a:schemeClr val="tx1"/>
                </a:solidFill>
              </a:defRPr>
            </a:lvl3pPr>
            <a:lvl4pPr marL="457200" indent="0">
              <a:buClrTx/>
              <a:buNone/>
              <a:defRPr>
                <a:solidFill>
                  <a:schemeClr val="tx1"/>
                </a:solidFill>
              </a:defRPr>
            </a:lvl4pPr>
            <a:lvl5pPr>
              <a:buClr>
                <a:schemeClr val="accent1"/>
              </a:buClr>
              <a:defRPr>
                <a:solidFill>
                  <a:schemeClr val="tx1"/>
                </a:solidFill>
              </a:defRPr>
            </a:lvl5pPr>
            <a:lvl6pPr>
              <a:buClrTx/>
              <a:defRPr>
                <a:solidFill>
                  <a:schemeClr val="tx1"/>
                </a:solidFill>
              </a:defRPr>
            </a:lvl6pPr>
            <a:lvl7pPr>
              <a:buClr>
                <a:schemeClr val="accent1"/>
              </a:buClr>
              <a:defRPr>
                <a:solidFill>
                  <a:schemeClr val="tx1"/>
                </a:solidFill>
              </a:defRPr>
            </a:lvl7pPr>
            <a:lvl8pPr>
              <a:buClrTx/>
              <a:defRPr>
                <a:solidFill>
                  <a:schemeClr val="tx1"/>
                </a:solidFill>
              </a:defRPr>
            </a:lvl8pPr>
            <a:lvl9pPr>
              <a:buClr>
                <a:schemeClr val="accent1"/>
              </a:buClr>
              <a:defRPr>
                <a:solidFill>
                  <a:schemeClr val="tx1"/>
                </a:solidFill>
              </a:defRPr>
            </a:lvl9pPr>
          </a:lstStyle>
          <a:p>
            <a:pPr lvl="0"/>
            <a:r>
              <a:rPr lang="en-US"/>
              <a:t>00</a:t>
            </a:r>
          </a:p>
          <a:p>
            <a:pPr lvl="1"/>
            <a:r>
              <a:rPr lang="en-US"/>
              <a:t>Second level</a:t>
            </a:r>
          </a:p>
          <a:p>
            <a:pPr lvl="2"/>
            <a:r>
              <a:rPr lang="en-US"/>
              <a:t>Third level</a:t>
            </a:r>
          </a:p>
        </p:txBody>
      </p:sp>
      <p:sp>
        <p:nvSpPr>
          <p:cNvPr id="18" name="Content Placeholder 41">
            <a:extLst>
              <a:ext uri="{FF2B5EF4-FFF2-40B4-BE49-F238E27FC236}">
                <a16:creationId xmlns:a16="http://schemas.microsoft.com/office/drawing/2014/main" id="{2C124D70-1F9D-DF72-C740-7D33E7E919BB}"/>
              </a:ext>
            </a:extLst>
          </p:cNvPr>
          <p:cNvSpPr>
            <a:spLocks noGrp="1"/>
          </p:cNvSpPr>
          <p:nvPr>
            <p:ph sz="quarter" idx="54" hasCustomPrompt="1"/>
          </p:nvPr>
        </p:nvSpPr>
        <p:spPr>
          <a:xfrm>
            <a:off x="9520599" y="3013074"/>
            <a:ext cx="2116385"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tx1"/>
                </a:solidFill>
              </a:defRPr>
            </a:lvl2pPr>
            <a:lvl3pPr>
              <a:buClr>
                <a:schemeClr val="accent1"/>
              </a:buClr>
              <a:defRPr>
                <a:solidFill>
                  <a:schemeClr val="tx1"/>
                </a:solidFill>
              </a:defRPr>
            </a:lvl3pPr>
            <a:lvl4pPr marL="457200" indent="0">
              <a:buClrTx/>
              <a:buNone/>
              <a:defRPr>
                <a:solidFill>
                  <a:schemeClr val="tx1"/>
                </a:solidFill>
              </a:defRPr>
            </a:lvl4pPr>
            <a:lvl5pPr>
              <a:buClr>
                <a:schemeClr val="accent1"/>
              </a:buClr>
              <a:defRPr>
                <a:solidFill>
                  <a:schemeClr val="tx1"/>
                </a:solidFill>
              </a:defRPr>
            </a:lvl5pPr>
            <a:lvl6pPr>
              <a:buClrTx/>
              <a:defRPr>
                <a:solidFill>
                  <a:schemeClr val="tx1"/>
                </a:solidFill>
              </a:defRPr>
            </a:lvl6pPr>
            <a:lvl7pPr>
              <a:buClr>
                <a:schemeClr val="accent1"/>
              </a:buClr>
              <a:defRPr>
                <a:solidFill>
                  <a:schemeClr val="tx1"/>
                </a:solidFill>
              </a:defRPr>
            </a:lvl7pPr>
            <a:lvl8pPr>
              <a:buClrTx/>
              <a:defRPr>
                <a:solidFill>
                  <a:schemeClr val="tx1"/>
                </a:solidFill>
              </a:defRPr>
            </a:lvl8pPr>
            <a:lvl9pPr>
              <a:buClr>
                <a:schemeClr val="accent1"/>
              </a:buClr>
              <a:defRPr>
                <a:solidFill>
                  <a:schemeClr val="tx1"/>
                </a:solidFill>
              </a:defRPr>
            </a:lvl9pPr>
          </a:lstStyle>
          <a:p>
            <a:pPr lvl="0"/>
            <a:r>
              <a:rPr lang="en-US"/>
              <a:t>00</a:t>
            </a:r>
          </a:p>
          <a:p>
            <a:pPr lvl="1"/>
            <a:r>
              <a:rPr lang="en-US"/>
              <a:t>Second level</a:t>
            </a:r>
          </a:p>
          <a:p>
            <a:pPr lvl="2"/>
            <a:r>
              <a:rPr lang="en-US"/>
              <a:t>Third level</a:t>
            </a:r>
          </a:p>
        </p:txBody>
      </p:sp>
      <p:grpSp>
        <p:nvGrpSpPr>
          <p:cNvPr id="7" name="Group 6">
            <a:extLst>
              <a:ext uri="{FF2B5EF4-FFF2-40B4-BE49-F238E27FC236}">
                <a16:creationId xmlns:a16="http://schemas.microsoft.com/office/drawing/2014/main" id="{EF3F0F0B-C139-4676-9F0E-65CA35C95D9F}"/>
              </a:ext>
            </a:extLst>
          </p:cNvPr>
          <p:cNvGrpSpPr/>
          <p:nvPr userDrawn="1"/>
        </p:nvGrpSpPr>
        <p:grpSpPr>
          <a:xfrm>
            <a:off x="12356815" y="0"/>
            <a:ext cx="756834" cy="6872642"/>
            <a:chOff x="12356815" y="0"/>
            <a:chExt cx="756834" cy="6872642"/>
          </a:xfrm>
        </p:grpSpPr>
        <p:sp>
          <p:nvSpPr>
            <p:cNvPr id="14" name="Rectangle 13">
              <a:extLst>
                <a:ext uri="{FF2B5EF4-FFF2-40B4-BE49-F238E27FC236}">
                  <a16:creationId xmlns:a16="http://schemas.microsoft.com/office/drawing/2014/main" id="{6CA50A41-ABA1-C659-4C40-E605787E490B}"/>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6" name="TextBox 15">
              <a:extLst>
                <a:ext uri="{FF2B5EF4-FFF2-40B4-BE49-F238E27FC236}">
                  <a16:creationId xmlns:a16="http://schemas.microsoft.com/office/drawing/2014/main" id="{13706875-87E7-09F0-DB97-D58995E5B405}"/>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9" name="Rectangle 18">
              <a:extLst>
                <a:ext uri="{FF2B5EF4-FFF2-40B4-BE49-F238E27FC236}">
                  <a16:creationId xmlns:a16="http://schemas.microsoft.com/office/drawing/2014/main" id="{568B2C96-0E10-D933-F806-C3F37C4F4FB9}"/>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20" name="Group 19">
              <a:extLst>
                <a:ext uri="{FF2B5EF4-FFF2-40B4-BE49-F238E27FC236}">
                  <a16:creationId xmlns:a16="http://schemas.microsoft.com/office/drawing/2014/main" id="{5674EBC2-017B-C2D3-8CF8-69E56B3CDD6E}"/>
                </a:ext>
              </a:extLst>
            </p:cNvPr>
            <p:cNvGrpSpPr/>
            <p:nvPr userDrawn="1"/>
          </p:nvGrpSpPr>
          <p:grpSpPr>
            <a:xfrm>
              <a:off x="12442019" y="3791214"/>
              <a:ext cx="382660" cy="2882942"/>
              <a:chOff x="14001569" y="3716048"/>
              <a:chExt cx="316248" cy="3171236"/>
            </a:xfrm>
          </p:grpSpPr>
          <p:sp>
            <p:nvSpPr>
              <p:cNvPr id="33" name="Rectangle 32">
                <a:extLst>
                  <a:ext uri="{FF2B5EF4-FFF2-40B4-BE49-F238E27FC236}">
                    <a16:creationId xmlns:a16="http://schemas.microsoft.com/office/drawing/2014/main" id="{D67D344D-0A01-0849-B70F-0A92DB345DA5}"/>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4682A0E2-E93C-5DB0-288D-F94F78DF1459}"/>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A711BD2D-F701-BBDB-9499-7A2795182705}"/>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FE39CFF2-101E-EEF2-BBAA-DF5E51198828}"/>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F92A64A3-C721-293D-01AA-FF78625E2D88}"/>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D710AFAA-5D2D-143D-84B9-F32B41346EEB}"/>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7F9DCD38-FC5B-B836-FB4A-13D5A32F1335}"/>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34FFA1EF-CFAF-5671-CB0D-88A08BF169DE}"/>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02FBC5E5-1D17-8A39-F094-2F1686D5D560}"/>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2" name="Rectangle 41">
                <a:extLst>
                  <a:ext uri="{FF2B5EF4-FFF2-40B4-BE49-F238E27FC236}">
                    <a16:creationId xmlns:a16="http://schemas.microsoft.com/office/drawing/2014/main" id="{959D42E8-D041-0C2F-3127-F3AB33CAF59E}"/>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21" name="Group 20">
              <a:extLst>
                <a:ext uri="{FF2B5EF4-FFF2-40B4-BE49-F238E27FC236}">
                  <a16:creationId xmlns:a16="http://schemas.microsoft.com/office/drawing/2014/main" id="{81F715F4-7E0B-106F-6745-7085DDECFD62}"/>
                </a:ext>
              </a:extLst>
            </p:cNvPr>
            <p:cNvGrpSpPr/>
            <p:nvPr userDrawn="1"/>
          </p:nvGrpSpPr>
          <p:grpSpPr>
            <a:xfrm>
              <a:off x="12442019" y="198485"/>
              <a:ext cx="382660" cy="2882942"/>
              <a:chOff x="12742785" y="3716048"/>
              <a:chExt cx="316248" cy="3171236"/>
            </a:xfrm>
          </p:grpSpPr>
          <p:sp>
            <p:nvSpPr>
              <p:cNvPr id="23" name="Rectangle 22">
                <a:extLst>
                  <a:ext uri="{FF2B5EF4-FFF2-40B4-BE49-F238E27FC236}">
                    <a16:creationId xmlns:a16="http://schemas.microsoft.com/office/drawing/2014/main" id="{83B816CF-5A6D-7E28-F991-9D6B1BE224CA}"/>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79D5FC6B-BFBC-7CC7-050A-F9DC9AD80882}"/>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E09D2D72-ECEE-014F-67B5-9FC58CDC3EE0}"/>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5BFA7F9A-E365-76EF-6011-091288DC89FF}"/>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8FA01E36-33EA-C0EF-5B44-52258BA2480F}"/>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0537B143-334E-BD20-C6EE-8EABB3FC6763}"/>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3233781E-8DA0-D1E7-7A12-26FDD90509C3}"/>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15DC8992-FDEB-D2AA-4EDA-77DD243C0F8E}"/>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ED807A69-6D4C-8834-DDB2-1AC361C6BE61}"/>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493CBFC3-9C22-DEF9-1680-CC1E7A5AA1A4}"/>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22" name="TextBox 21">
              <a:extLst>
                <a:ext uri="{FF2B5EF4-FFF2-40B4-BE49-F238E27FC236}">
                  <a16:creationId xmlns:a16="http://schemas.microsoft.com/office/drawing/2014/main" id="{19B525FA-E4DD-209F-5988-93D9C678E515}"/>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3" name="TextBox 42">
            <a:extLst>
              <a:ext uri="{FF2B5EF4-FFF2-40B4-BE49-F238E27FC236}">
                <a16:creationId xmlns:a16="http://schemas.microsoft.com/office/drawing/2014/main" id="{3952BB80-2690-4DA2-0304-A86BAC6AF2F7}"/>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908436580"/>
      </p:ext>
    </p:extLst>
  </p:cSld>
  <p:clrMapOvr>
    <a:masterClrMapping/>
  </p:clrMapOvr>
</p:sldLayout>
</file>

<file path=ppt/slideLayouts/slideLayout115.xml><?xml version="1.0" encoding="utf-8"?>
<p:sldLayout xmlns:a="http://schemas.openxmlformats.org/drawingml/2006/main" xmlns:r="http://schemas.openxmlformats.org/officeDocument/2006/relationships" xmlns:p="http://schemas.openxmlformats.org/presentationml/2006/main" preserve="1" userDrawn="1">
  <p:cSld name="Executive Summary/Key Takeaways 4">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DE63420-A2BC-EC7A-3A8C-CA23AF97535A}"/>
              </a:ext>
            </a:extLst>
          </p:cNvPr>
          <p:cNvSpPr/>
          <p:nvPr userDrawn="1"/>
        </p:nvSpPr>
        <p:spPr bwMode="hidden">
          <a:xfrm>
            <a:off x="0" y="-1"/>
            <a:ext cx="4060556"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SG Product Update</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8087" cy="269875"/>
          </a:xfrm>
        </p:spPr>
        <p:txBody>
          <a:bodyPr/>
          <a:lstStyle/>
          <a:p>
            <a:fld id="{862A5111-985B-C14D-9115-5787026182A8}" type="slidenum">
              <a:rPr lang="en-US" smtClean="0"/>
              <a:t>‹#›</a:t>
            </a:fld>
            <a:endParaRPr lang="en-US"/>
          </a:p>
        </p:txBody>
      </p:sp>
      <p:sp>
        <p:nvSpPr>
          <p:cNvPr id="6" name="Freeform 5">
            <a:extLst>
              <a:ext uri="{FF2B5EF4-FFF2-40B4-BE49-F238E27FC236}">
                <a16:creationId xmlns:a16="http://schemas.microsoft.com/office/drawing/2014/main" id="{5BCC6303-B8A8-E0F3-1B26-45B29EE4DC62}"/>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2" name="Freeform 5">
            <a:extLst>
              <a:ext uri="{FF2B5EF4-FFF2-40B4-BE49-F238E27FC236}">
                <a16:creationId xmlns:a16="http://schemas.microsoft.com/office/drawing/2014/main" id="{B2BF897B-C4FE-7F0C-FE2C-6956C830B315}"/>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7" name="Title 6">
            <a:extLst>
              <a:ext uri="{FF2B5EF4-FFF2-40B4-BE49-F238E27FC236}">
                <a16:creationId xmlns:a16="http://schemas.microsoft.com/office/drawing/2014/main" id="{4B503A39-567B-2C37-49D9-E2E6B92AB503}"/>
              </a:ext>
            </a:extLst>
          </p:cNvPr>
          <p:cNvSpPr>
            <a:spLocks noGrp="1"/>
          </p:cNvSpPr>
          <p:nvPr>
            <p:ph type="title"/>
          </p:nvPr>
        </p:nvSpPr>
        <p:spPr>
          <a:xfrm>
            <a:off x="546100" y="548640"/>
            <a:ext cx="3514455" cy="873760"/>
          </a:xfrm>
        </p:spPr>
        <p:txBody>
          <a:bodyPr rIns="182880"/>
          <a:lstStyle>
            <a:lvl1pPr>
              <a:defRPr>
                <a:solidFill>
                  <a:schemeClr val="bg1"/>
                </a:solidFill>
              </a:defRPr>
            </a:lvl1pPr>
          </a:lstStyle>
          <a:p>
            <a:r>
              <a:rPr lang="en-US"/>
              <a:t>Click to edit Master title style</a:t>
            </a:r>
          </a:p>
        </p:txBody>
      </p:sp>
      <p:sp>
        <p:nvSpPr>
          <p:cNvPr id="5" name="Text Placeholder 5">
            <a:extLst>
              <a:ext uri="{FF2B5EF4-FFF2-40B4-BE49-F238E27FC236}">
                <a16:creationId xmlns:a16="http://schemas.microsoft.com/office/drawing/2014/main" id="{52482AC7-FB54-E014-C3C0-45AEDF0A6AF6}"/>
              </a:ext>
            </a:extLst>
          </p:cNvPr>
          <p:cNvSpPr>
            <a:spLocks noGrp="1"/>
          </p:cNvSpPr>
          <p:nvPr>
            <p:ph type="body" sz="quarter" idx="13" hasCustomPrompt="1"/>
          </p:nvPr>
        </p:nvSpPr>
        <p:spPr>
          <a:xfrm>
            <a:off x="546101" y="5586413"/>
            <a:ext cx="3514455" cy="725487"/>
          </a:xfrm>
        </p:spPr>
        <p:txBody>
          <a:bodyPr rIns="274320" anchor="b">
            <a:normAutofit/>
          </a:bodyPr>
          <a:lstStyle>
            <a:lvl1pPr>
              <a:defRPr sz="600">
                <a:solidFill>
                  <a:schemeClr val="bg1"/>
                </a:solidFill>
              </a:defRPr>
            </a:lvl1pPr>
            <a:lvl2pPr marL="0" indent="0">
              <a:buNone/>
              <a:defRPr sz="600">
                <a:solidFill>
                  <a:schemeClr val="bg1"/>
                </a:solidFill>
              </a:defRPr>
            </a:lvl2pPr>
            <a:lvl3pPr marL="0" indent="0">
              <a:buNone/>
              <a:defRPr sz="600">
                <a:solidFill>
                  <a:schemeClr val="bg1"/>
                </a:solidFill>
              </a:defRPr>
            </a:lvl3pPr>
            <a:lvl4pPr marL="0" indent="0">
              <a:buNone/>
              <a:defRPr sz="600">
                <a:solidFill>
                  <a:schemeClr val="bg1"/>
                </a:solidFill>
              </a:defRPr>
            </a:lvl4pPr>
            <a:lvl5pPr marL="0" indent="0">
              <a:buNone/>
              <a:defRPr sz="600">
                <a:solidFill>
                  <a:schemeClr val="bg1"/>
                </a:solidFill>
              </a:defRPr>
            </a:lvl5pPr>
            <a:lvl6pPr marL="0" indent="0">
              <a:buNone/>
              <a:defRPr sz="600">
                <a:solidFill>
                  <a:schemeClr val="bg1"/>
                </a:solidFill>
              </a:defRPr>
            </a:lvl6pPr>
            <a:lvl7pPr marL="0" indent="0">
              <a:buNone/>
              <a:defRPr sz="600">
                <a:solidFill>
                  <a:schemeClr val="bg1"/>
                </a:solidFill>
              </a:defRPr>
            </a:lvl7pPr>
            <a:lvl8pPr marL="0" indent="0">
              <a:buNone/>
              <a:defRPr sz="600">
                <a:solidFill>
                  <a:schemeClr val="bg1"/>
                </a:solidFill>
              </a:defRPr>
            </a:lvl8pPr>
            <a:lvl9pPr marL="0" indent="0">
              <a:buNone/>
              <a:defRPr sz="600">
                <a:solidFill>
                  <a:schemeClr val="bg1"/>
                </a:solidFill>
              </a:defRPr>
            </a:lvl9pPr>
          </a:lstStyle>
          <a:p>
            <a:pPr lvl="5"/>
            <a:r>
              <a:rPr lang="en-US"/>
              <a:t>Click to add footnotes or disclaimer information</a:t>
            </a:r>
          </a:p>
        </p:txBody>
      </p:sp>
      <p:sp>
        <p:nvSpPr>
          <p:cNvPr id="8" name="Content Placeholder 14">
            <a:extLst>
              <a:ext uri="{FF2B5EF4-FFF2-40B4-BE49-F238E27FC236}">
                <a16:creationId xmlns:a16="http://schemas.microsoft.com/office/drawing/2014/main" id="{236722AC-0E89-9D63-9FAE-23FD3FEFCEE5}"/>
              </a:ext>
            </a:extLst>
          </p:cNvPr>
          <p:cNvSpPr>
            <a:spLocks noGrp="1"/>
          </p:cNvSpPr>
          <p:nvPr>
            <p:ph sz="quarter" idx="19"/>
          </p:nvPr>
        </p:nvSpPr>
        <p:spPr>
          <a:xfrm>
            <a:off x="4794909" y="2714625"/>
            <a:ext cx="6843053" cy="3452813"/>
          </a:xfrm>
        </p:spPr>
        <p:txBody>
          <a:bodyPr/>
          <a:lstStyle>
            <a:lvl1pPr>
              <a:defRPr sz="1800" b="1">
                <a:solidFill>
                  <a:schemeClr val="tx2"/>
                </a:solidFill>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Content Placeholder 14">
            <a:extLst>
              <a:ext uri="{FF2B5EF4-FFF2-40B4-BE49-F238E27FC236}">
                <a16:creationId xmlns:a16="http://schemas.microsoft.com/office/drawing/2014/main" id="{A30EF87B-5A48-3E5D-B7D1-5EC1FEC7DE51}"/>
              </a:ext>
            </a:extLst>
          </p:cNvPr>
          <p:cNvSpPr>
            <a:spLocks noGrp="1"/>
          </p:cNvSpPr>
          <p:nvPr>
            <p:ph sz="quarter" idx="20"/>
          </p:nvPr>
        </p:nvSpPr>
        <p:spPr>
          <a:xfrm>
            <a:off x="4060556" y="0"/>
            <a:ext cx="8131443" cy="2425700"/>
          </a:xfrm>
          <a:solidFill>
            <a:schemeClr val="accent1"/>
          </a:solidFill>
        </p:spPr>
        <p:txBody>
          <a:bodyPr lIns="731520" tIns="548640" rIns="548640"/>
          <a:lstStyle>
            <a:lvl1pPr>
              <a:defRPr sz="1800" b="1">
                <a:solidFill>
                  <a:schemeClr val="bg1"/>
                </a:solidFill>
              </a:defRPr>
            </a:lvl1pPr>
            <a:lvl2pPr>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
                <a:srgbClr val="FEFEFE"/>
              </a:buClr>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Text Placeholder 9">
            <a:extLst>
              <a:ext uri="{FF2B5EF4-FFF2-40B4-BE49-F238E27FC236}">
                <a16:creationId xmlns:a16="http://schemas.microsoft.com/office/drawing/2014/main" id="{89AAFAA9-5AFB-6E67-56FB-1590A25DCD7E}"/>
              </a:ext>
            </a:extLst>
          </p:cNvPr>
          <p:cNvSpPr>
            <a:spLocks noGrp="1"/>
          </p:cNvSpPr>
          <p:nvPr>
            <p:ph type="body" sz="quarter" idx="15"/>
          </p:nvPr>
        </p:nvSpPr>
        <p:spPr>
          <a:xfrm>
            <a:off x="546100" y="1849439"/>
            <a:ext cx="2619375" cy="3443286"/>
          </a:xfrm>
        </p:spPr>
        <p:txBody>
          <a:bodyPr>
            <a:normAutofit/>
          </a:bodyPr>
          <a:lstStyle>
            <a:lvl1pPr>
              <a:spcBef>
                <a:spcPts val="2400"/>
              </a:spcBef>
              <a:defRPr b="0" i="0">
                <a:solidFill>
                  <a:schemeClr val="bg1"/>
                </a:solidFill>
                <a:latin typeface="+mn-lt"/>
                <a:ea typeface="GT America Regular" charset="0"/>
                <a:cs typeface="GT America Regular" charset="0"/>
              </a:defRPr>
            </a:lvl1pPr>
            <a:lvl2pPr marL="285750" indent="-285750">
              <a:buFont typeface="GT America Regular" pitchFamily="2" charset="77"/>
              <a:buChar char="→"/>
              <a:defRPr>
                <a:solidFill>
                  <a:schemeClr val="bg1"/>
                </a:solidFill>
              </a:defRPr>
            </a:lvl2pPr>
            <a:lvl3pPr marL="0" indent="0">
              <a:buNone/>
              <a:defRPr>
                <a:solidFill>
                  <a:schemeClr val="bg1"/>
                </a:solidFill>
              </a:defRPr>
            </a:lvl3pPr>
            <a:lvl4pPr marL="283464">
              <a:defRPr>
                <a:solidFill>
                  <a:schemeClr val="bg1"/>
                </a:solidFill>
              </a:defRPr>
            </a:lvl4pPr>
            <a:lvl5pPr marL="283464" indent="0">
              <a:buNone/>
              <a:defRPr sz="1400">
                <a:solidFill>
                  <a:schemeClr val="bg1"/>
                </a:solidFill>
              </a:defRPr>
            </a:lvl5pPr>
            <a:lvl6pPr marL="283464">
              <a:defRPr>
                <a:solidFill>
                  <a:schemeClr val="bg1"/>
                </a:solidFill>
              </a:defRPr>
            </a:lvl6pPr>
            <a:lvl7pPr marL="283464" indent="0">
              <a:buNone/>
              <a:defRPr>
                <a:solidFill>
                  <a:schemeClr val="bg1"/>
                </a:solidFill>
              </a:defRPr>
            </a:lvl7pPr>
            <a:lvl8pPr marL="283464">
              <a:defRPr>
                <a:solidFill>
                  <a:schemeClr val="bg1"/>
                </a:solidFill>
              </a:defRPr>
            </a:lvl8pPr>
            <a:lvl9pPr marL="283464" indent="0">
              <a:buNone/>
              <a:defRPr>
                <a:solidFill>
                  <a:schemeClr val="bg1"/>
                </a:solidFill>
              </a:defRPr>
            </a:lvl9pPr>
          </a:lstStyle>
          <a:p>
            <a:pPr lvl="0"/>
            <a:r>
              <a:rPr lang="en-US"/>
              <a:t>Click to edit Master text styles</a:t>
            </a:r>
          </a:p>
        </p:txBody>
      </p:sp>
      <p:grpSp>
        <p:nvGrpSpPr>
          <p:cNvPr id="2" name="Group 1">
            <a:extLst>
              <a:ext uri="{FF2B5EF4-FFF2-40B4-BE49-F238E27FC236}">
                <a16:creationId xmlns:a16="http://schemas.microsoft.com/office/drawing/2014/main" id="{B3A4C126-EEDD-78E5-8AA0-D97C82A110D1}"/>
              </a:ext>
            </a:extLst>
          </p:cNvPr>
          <p:cNvGrpSpPr/>
          <p:nvPr userDrawn="1"/>
        </p:nvGrpSpPr>
        <p:grpSpPr>
          <a:xfrm>
            <a:off x="12356815" y="0"/>
            <a:ext cx="756834" cy="6872642"/>
            <a:chOff x="12356815" y="0"/>
            <a:chExt cx="756834" cy="6872642"/>
          </a:xfrm>
        </p:grpSpPr>
        <p:sp>
          <p:nvSpPr>
            <p:cNvPr id="13" name="Rectangle 12">
              <a:extLst>
                <a:ext uri="{FF2B5EF4-FFF2-40B4-BE49-F238E27FC236}">
                  <a16:creationId xmlns:a16="http://schemas.microsoft.com/office/drawing/2014/main" id="{341BD8EB-7C92-1A27-2788-B82F670DCA9C}"/>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4" name="TextBox 13">
              <a:extLst>
                <a:ext uri="{FF2B5EF4-FFF2-40B4-BE49-F238E27FC236}">
                  <a16:creationId xmlns:a16="http://schemas.microsoft.com/office/drawing/2014/main" id="{ED2378A7-D06C-5DE1-3A2F-1BF7BEA9AD47}"/>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5" name="Rectangle 14">
              <a:extLst>
                <a:ext uri="{FF2B5EF4-FFF2-40B4-BE49-F238E27FC236}">
                  <a16:creationId xmlns:a16="http://schemas.microsoft.com/office/drawing/2014/main" id="{0C9AEDE6-9CF2-EE71-C4F8-004FB3AD1CDB}"/>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6" name="Group 15">
              <a:extLst>
                <a:ext uri="{FF2B5EF4-FFF2-40B4-BE49-F238E27FC236}">
                  <a16:creationId xmlns:a16="http://schemas.microsoft.com/office/drawing/2014/main" id="{C872A541-3CFC-7089-5456-FD4F963E22C9}"/>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4A8674A0-B9DF-B3FB-263C-9B934C17AF9B}"/>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66C6F023-31D4-F8E8-C929-A44E84F6CF81}"/>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5ABBD2EF-9AAE-65F2-2946-256024495943}"/>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09A5CB81-CDB9-1D02-3694-84CA82CBEC1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FFD6824B-5DE5-F3D3-DE17-20197388F146}"/>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79C8D2FB-C661-15FA-3FC5-EB44A61D7C84}"/>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A994691B-9314-8945-40BA-EE464A768868}"/>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249C578E-2D5B-5BA6-E22E-A1C73B43C094}"/>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5AE522A2-23FD-07C4-70C1-91B5ED735E37}"/>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E7B53D8B-A116-EC39-C05D-6F3228A28CC5}"/>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7" name="Group 16">
              <a:extLst>
                <a:ext uri="{FF2B5EF4-FFF2-40B4-BE49-F238E27FC236}">
                  <a16:creationId xmlns:a16="http://schemas.microsoft.com/office/drawing/2014/main" id="{9605659A-5AB3-98A4-631A-9328ED101FE7}"/>
                </a:ext>
              </a:extLst>
            </p:cNvPr>
            <p:cNvGrpSpPr/>
            <p:nvPr userDrawn="1"/>
          </p:nvGrpSpPr>
          <p:grpSpPr>
            <a:xfrm>
              <a:off x="12442019" y="198485"/>
              <a:ext cx="382660" cy="2882942"/>
              <a:chOff x="12742785" y="3716048"/>
              <a:chExt cx="316248" cy="3171236"/>
            </a:xfrm>
          </p:grpSpPr>
          <p:sp>
            <p:nvSpPr>
              <p:cNvPr id="19" name="Rectangle 18">
                <a:extLst>
                  <a:ext uri="{FF2B5EF4-FFF2-40B4-BE49-F238E27FC236}">
                    <a16:creationId xmlns:a16="http://schemas.microsoft.com/office/drawing/2014/main" id="{EAB43A20-18DF-3415-1BA1-2697EB4CB6E2}"/>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D7C7C6B7-D566-8219-87AC-20A80FB6308C}"/>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57E7D62C-C3F5-6447-403A-69BF4AE5A855}"/>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04F191B1-DDD7-BD35-9D33-B7907CA6D867}"/>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2ED08288-C21A-F779-6528-6C034AE10B8D}"/>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B373F516-2D0F-0B6C-CBEE-985D6E10D922}"/>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ED0D75B5-2D78-B21D-D095-7902E14A4475}"/>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1AA47815-9C07-4726-A87A-7799637814B3}"/>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BE3B8FB0-1A63-AD97-6BB5-BC564BE864B6}"/>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C31BC67E-3ECF-F852-C6FA-CE1D4168EDE4}"/>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8" name="TextBox 17">
              <a:extLst>
                <a:ext uri="{FF2B5EF4-FFF2-40B4-BE49-F238E27FC236}">
                  <a16:creationId xmlns:a16="http://schemas.microsoft.com/office/drawing/2014/main" id="{0B3D39F7-54ED-BED4-F293-26C0632157C8}"/>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CAE3FDA2-153A-5268-C01E-51660F873292}"/>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4156287690"/>
      </p:ext>
    </p:extLst>
  </p:cSld>
  <p:clrMapOvr>
    <a:masterClrMapping/>
  </p:clrMapOvr>
</p:sldLayout>
</file>

<file path=ppt/slideLayouts/slideLayout116.xml><?xml version="1.0" encoding="utf-8"?>
<p:sldLayout xmlns:a="http://schemas.openxmlformats.org/drawingml/2006/main" xmlns:r="http://schemas.openxmlformats.org/officeDocument/2006/relationships" xmlns:p="http://schemas.openxmlformats.org/presentationml/2006/main" preserve="1" userDrawn="1">
  <p:cSld name="Executive Summary/Key Takeaways 5">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DE63420-A2BC-EC7A-3A8C-CA23AF97535A}"/>
              </a:ext>
            </a:extLst>
          </p:cNvPr>
          <p:cNvSpPr/>
          <p:nvPr userDrawn="1"/>
        </p:nvSpPr>
        <p:spPr bwMode="hidden">
          <a:xfrm>
            <a:off x="0" y="-1"/>
            <a:ext cx="4060556" cy="6861175"/>
          </a:xfrm>
          <a:prstGeom prst="rect">
            <a:avLst/>
          </a:prstGeom>
          <a:solidFill>
            <a:srgbClr val="F0F0F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SG Product Update</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8087" cy="269875"/>
          </a:xfrm>
        </p:spPr>
        <p:txBody>
          <a:bodyPr/>
          <a:lstStyle/>
          <a:p>
            <a:fld id="{862A5111-985B-C14D-9115-5787026182A8}" type="slidenum">
              <a:rPr lang="en-US" smtClean="0"/>
              <a:t>‹#›</a:t>
            </a:fld>
            <a:endParaRPr lang="en-US"/>
          </a:p>
        </p:txBody>
      </p:sp>
      <p:sp>
        <p:nvSpPr>
          <p:cNvPr id="6" name="Freeform 5">
            <a:extLst>
              <a:ext uri="{FF2B5EF4-FFF2-40B4-BE49-F238E27FC236}">
                <a16:creationId xmlns:a16="http://schemas.microsoft.com/office/drawing/2014/main" id="{5BCC6303-B8A8-E0F3-1B26-45B29EE4DC62}"/>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2" name="Freeform 5">
            <a:extLst>
              <a:ext uri="{FF2B5EF4-FFF2-40B4-BE49-F238E27FC236}">
                <a16:creationId xmlns:a16="http://schemas.microsoft.com/office/drawing/2014/main" id="{B2BF897B-C4FE-7F0C-FE2C-6956C830B315}"/>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1" name="Title 10">
            <a:extLst>
              <a:ext uri="{FF2B5EF4-FFF2-40B4-BE49-F238E27FC236}">
                <a16:creationId xmlns:a16="http://schemas.microsoft.com/office/drawing/2014/main" id="{39BB85B3-5F62-677A-7B5A-1B952D90B3A6}"/>
              </a:ext>
            </a:extLst>
          </p:cNvPr>
          <p:cNvSpPr>
            <a:spLocks noGrp="1"/>
          </p:cNvSpPr>
          <p:nvPr>
            <p:ph type="title"/>
          </p:nvPr>
        </p:nvSpPr>
        <p:spPr>
          <a:xfrm>
            <a:off x="546101" y="548640"/>
            <a:ext cx="3271156" cy="794544"/>
          </a:xfrm>
        </p:spPr>
        <p:txBody>
          <a:bodyPr rIns="182880"/>
          <a:lstStyle/>
          <a:p>
            <a:r>
              <a:rPr lang="en-US"/>
              <a:t>Click to edit Master title style</a:t>
            </a:r>
          </a:p>
        </p:txBody>
      </p:sp>
      <p:sp>
        <p:nvSpPr>
          <p:cNvPr id="5" name="Text Placeholder 5">
            <a:extLst>
              <a:ext uri="{FF2B5EF4-FFF2-40B4-BE49-F238E27FC236}">
                <a16:creationId xmlns:a16="http://schemas.microsoft.com/office/drawing/2014/main" id="{0DBC71B0-EDFA-73E1-2685-8B96936EB6D6}"/>
              </a:ext>
            </a:extLst>
          </p:cNvPr>
          <p:cNvSpPr>
            <a:spLocks noGrp="1"/>
          </p:cNvSpPr>
          <p:nvPr>
            <p:ph type="body" sz="quarter" idx="13" hasCustomPrompt="1"/>
          </p:nvPr>
        </p:nvSpPr>
        <p:spPr>
          <a:xfrm>
            <a:off x="546102" y="5586413"/>
            <a:ext cx="3271156" cy="725487"/>
          </a:xfrm>
        </p:spPr>
        <p:txBody>
          <a:bodyPr rIns="274320" anchor="b">
            <a:normAutofit/>
          </a:bodyPr>
          <a:lstStyle>
            <a:lvl1pPr>
              <a:defRPr sz="600">
                <a:solidFill>
                  <a:srgbClr val="75787B"/>
                </a:solidFill>
              </a:defRPr>
            </a:lvl1pPr>
            <a:lvl2pPr marL="0" indent="0">
              <a:buNone/>
              <a:defRPr sz="600">
                <a:solidFill>
                  <a:srgbClr val="75787B"/>
                </a:solidFill>
              </a:defRPr>
            </a:lvl2pPr>
            <a:lvl3pPr marL="0" indent="0">
              <a:buNone/>
              <a:defRPr sz="600">
                <a:solidFill>
                  <a:srgbClr val="75787B"/>
                </a:solidFill>
              </a:defRPr>
            </a:lvl3pPr>
            <a:lvl4pPr marL="0" indent="0">
              <a:buNone/>
              <a:defRPr sz="600">
                <a:solidFill>
                  <a:srgbClr val="75787B"/>
                </a:solidFill>
              </a:defRPr>
            </a:lvl4pPr>
            <a:lvl5pPr marL="0" indent="0">
              <a:buNone/>
              <a:defRPr sz="600">
                <a:solidFill>
                  <a:srgbClr val="75787B"/>
                </a:solidFill>
              </a:defRPr>
            </a:lvl5pPr>
            <a:lvl6pPr marL="0" indent="0">
              <a:buNone/>
              <a:defRPr sz="600">
                <a:solidFill>
                  <a:srgbClr val="75787B"/>
                </a:solidFill>
              </a:defRPr>
            </a:lvl6pPr>
            <a:lvl7pPr marL="0" indent="0">
              <a:buNone/>
              <a:defRPr sz="600">
                <a:solidFill>
                  <a:srgbClr val="75787B"/>
                </a:solidFill>
              </a:defRPr>
            </a:lvl7pPr>
            <a:lvl8pPr marL="0" indent="0">
              <a:buNone/>
              <a:defRPr sz="600">
                <a:solidFill>
                  <a:srgbClr val="75787B"/>
                </a:solidFill>
              </a:defRPr>
            </a:lvl8pPr>
            <a:lvl9pPr marL="0" indent="0">
              <a:buNone/>
              <a:defRPr sz="600">
                <a:solidFill>
                  <a:srgbClr val="75787B"/>
                </a:solidFill>
              </a:defRPr>
            </a:lvl9pPr>
          </a:lstStyle>
          <a:p>
            <a:pPr lvl="8"/>
            <a:r>
              <a:rPr lang="en-US"/>
              <a:t>Click to add footnotes or disclaimer information</a:t>
            </a:r>
          </a:p>
        </p:txBody>
      </p:sp>
      <p:sp>
        <p:nvSpPr>
          <p:cNvPr id="7" name="Content Placeholder 14">
            <a:extLst>
              <a:ext uri="{FF2B5EF4-FFF2-40B4-BE49-F238E27FC236}">
                <a16:creationId xmlns:a16="http://schemas.microsoft.com/office/drawing/2014/main" id="{8BE58806-493A-43A7-588A-8383D4BFD9E2}"/>
              </a:ext>
            </a:extLst>
          </p:cNvPr>
          <p:cNvSpPr>
            <a:spLocks noGrp="1"/>
          </p:cNvSpPr>
          <p:nvPr>
            <p:ph sz="quarter" idx="18"/>
          </p:nvPr>
        </p:nvSpPr>
        <p:spPr>
          <a:xfrm>
            <a:off x="4794909" y="550862"/>
            <a:ext cx="6843053" cy="5616576"/>
          </a:xfrm>
        </p:spPr>
        <p:txBody>
          <a:bodyPr/>
          <a:lstStyle>
            <a:lvl1pPr>
              <a:defRPr sz="1800" b="1">
                <a:solidFill>
                  <a:schemeClr val="tx2"/>
                </a:solidFill>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ext Placeholder 7">
            <a:extLst>
              <a:ext uri="{FF2B5EF4-FFF2-40B4-BE49-F238E27FC236}">
                <a16:creationId xmlns:a16="http://schemas.microsoft.com/office/drawing/2014/main" id="{10CFFF09-1B4E-AF15-7727-AEE05D2B9337}"/>
              </a:ext>
            </a:extLst>
          </p:cNvPr>
          <p:cNvSpPr>
            <a:spLocks noGrp="1"/>
          </p:cNvSpPr>
          <p:nvPr>
            <p:ph type="body" sz="quarter" idx="19"/>
          </p:nvPr>
        </p:nvSpPr>
        <p:spPr>
          <a:xfrm>
            <a:off x="554038" y="1849437"/>
            <a:ext cx="2611437" cy="3443288"/>
          </a:xfrm>
        </p:spPr>
        <p:txBody>
          <a:bodyPr r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0E1C2AAA-BC64-6A11-B516-E0D34E847347}"/>
              </a:ext>
            </a:extLst>
          </p:cNvPr>
          <p:cNvGrpSpPr/>
          <p:nvPr userDrawn="1"/>
        </p:nvGrpSpPr>
        <p:grpSpPr>
          <a:xfrm>
            <a:off x="12356815" y="0"/>
            <a:ext cx="756834" cy="6872642"/>
            <a:chOff x="12356815" y="0"/>
            <a:chExt cx="756834" cy="6872642"/>
          </a:xfrm>
        </p:grpSpPr>
        <p:sp>
          <p:nvSpPr>
            <p:cNvPr id="8" name="Rectangle 7">
              <a:extLst>
                <a:ext uri="{FF2B5EF4-FFF2-40B4-BE49-F238E27FC236}">
                  <a16:creationId xmlns:a16="http://schemas.microsoft.com/office/drawing/2014/main" id="{47ACD5C2-7C3A-96E6-E436-2A41A21515FB}"/>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0" name="TextBox 9">
              <a:extLst>
                <a:ext uri="{FF2B5EF4-FFF2-40B4-BE49-F238E27FC236}">
                  <a16:creationId xmlns:a16="http://schemas.microsoft.com/office/drawing/2014/main" id="{95B52AF7-BDBD-4E6E-D435-92CC66F73200}"/>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4" name="Rectangle 13">
              <a:extLst>
                <a:ext uri="{FF2B5EF4-FFF2-40B4-BE49-F238E27FC236}">
                  <a16:creationId xmlns:a16="http://schemas.microsoft.com/office/drawing/2014/main" id="{C5087273-6280-73DA-97D6-DCFE3A617D64}"/>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5" name="Group 14">
              <a:extLst>
                <a:ext uri="{FF2B5EF4-FFF2-40B4-BE49-F238E27FC236}">
                  <a16:creationId xmlns:a16="http://schemas.microsoft.com/office/drawing/2014/main" id="{2E4C21AF-E281-00DA-0E6D-1C0199CAF567}"/>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3CE3FCF7-7C8F-7959-5623-BFDCF6724DBF}"/>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84A9C3D6-9A73-BAAD-D5BC-4C57954966FC}"/>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D8E2093D-DD1C-E2D9-FBAF-0F0C218D078D}"/>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3661996A-D36E-3AB0-EF98-6E8EE86292B0}"/>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D210BB09-AC69-62BC-DD3B-F4DA2B53E573}"/>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532091AD-D825-6A8B-0A0F-FF43232675F3}"/>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71B52AF8-A4AD-80C7-189B-8749271A9541}"/>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C270DEF0-F3A2-4E40-ED3B-91844F2E24D5}"/>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D7A52342-1871-E6E9-8975-99C84A93F430}"/>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946AAEBF-7534-08EE-0CDC-93A47738CDD1}"/>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6" name="Group 15">
              <a:extLst>
                <a:ext uri="{FF2B5EF4-FFF2-40B4-BE49-F238E27FC236}">
                  <a16:creationId xmlns:a16="http://schemas.microsoft.com/office/drawing/2014/main" id="{EBE9B32A-3245-0B11-E283-A8CCFCD9C40D}"/>
                </a:ext>
              </a:extLst>
            </p:cNvPr>
            <p:cNvGrpSpPr/>
            <p:nvPr userDrawn="1"/>
          </p:nvGrpSpPr>
          <p:grpSpPr>
            <a:xfrm>
              <a:off x="12442019" y="198485"/>
              <a:ext cx="382660" cy="2882942"/>
              <a:chOff x="12742785" y="3716048"/>
              <a:chExt cx="316248" cy="3171236"/>
            </a:xfrm>
          </p:grpSpPr>
          <p:sp>
            <p:nvSpPr>
              <p:cNvPr id="18" name="Rectangle 17">
                <a:extLst>
                  <a:ext uri="{FF2B5EF4-FFF2-40B4-BE49-F238E27FC236}">
                    <a16:creationId xmlns:a16="http://schemas.microsoft.com/office/drawing/2014/main" id="{198CAFEA-FE5E-6141-D2DC-141AAB8B6275}"/>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B6311CCF-6110-511D-2401-F9928CAD9C1E}"/>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CB53ED97-FDE1-9903-EDF4-28CDD4C2327E}"/>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F40623FC-3C18-6ACD-B62E-987067DE87D9}"/>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5C64BFA5-5DA6-95ED-F627-264B03D42791}"/>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D12FA08F-9C0D-3D21-D14E-CC1A87272487}"/>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771791AF-E338-0E7A-2094-7B6AF1668BE4}"/>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E0E19ED9-AC3A-2BAB-BCC8-687F2B10E371}"/>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C7AAB1D9-9CDD-3746-25F9-0AEA37B88268}"/>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735D1FD7-182D-5469-B6EB-16F5A0FAD168}"/>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7" name="TextBox 16">
              <a:extLst>
                <a:ext uri="{FF2B5EF4-FFF2-40B4-BE49-F238E27FC236}">
                  <a16:creationId xmlns:a16="http://schemas.microsoft.com/office/drawing/2014/main" id="{B08B3B70-6B49-1BF1-B428-1EDB0C3FB872}"/>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7EA4F4CF-752C-46AC-FB98-8EDB0829C5B8}"/>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146238692"/>
      </p:ext>
    </p:extLst>
  </p:cSld>
  <p:clrMapOvr>
    <a:masterClrMapping/>
  </p:clrMapOvr>
</p:sldLayout>
</file>

<file path=ppt/slideLayouts/slideLayout117.xml><?xml version="1.0" encoding="utf-8"?>
<p:sldLayout xmlns:a="http://schemas.openxmlformats.org/drawingml/2006/main" xmlns:r="http://schemas.openxmlformats.org/officeDocument/2006/relationships" xmlns:p="http://schemas.openxmlformats.org/presentationml/2006/main" preserve="1" userDrawn="1">
  <p:cSld name="1 Column">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0" name="Title 9">
            <a:extLst>
              <a:ext uri="{FF2B5EF4-FFF2-40B4-BE49-F238E27FC236}">
                <a16:creationId xmlns:a16="http://schemas.microsoft.com/office/drawing/2014/main" id="{8E2B9BA9-73F8-28A2-869E-838E80997668}"/>
              </a:ext>
            </a:extLst>
          </p:cNvPr>
          <p:cNvSpPr>
            <a:spLocks noGrp="1"/>
          </p:cNvSpPr>
          <p:nvPr>
            <p:ph type="title"/>
          </p:nvPr>
        </p:nvSpPr>
        <p:spPr>
          <a:xfrm>
            <a:off x="546100" y="548640"/>
            <a:ext cx="11091862" cy="432063"/>
          </a:xfrm>
        </p:spPr>
        <p:txBody>
          <a:bodyPr/>
          <a:lstStyle/>
          <a:p>
            <a:r>
              <a:rPr lang="en-US"/>
              <a:t>Click to edit Master title style</a:t>
            </a:r>
          </a:p>
        </p:txBody>
      </p:sp>
      <p:sp>
        <p:nvSpPr>
          <p:cNvPr id="3" name="Content Placeholder 3">
            <a:extLst>
              <a:ext uri="{FF2B5EF4-FFF2-40B4-BE49-F238E27FC236}">
                <a16:creationId xmlns:a16="http://schemas.microsoft.com/office/drawing/2014/main" id="{506B7D9A-8BD0-5502-C579-8561F103F261}"/>
              </a:ext>
            </a:extLst>
          </p:cNvPr>
          <p:cNvSpPr>
            <a:spLocks noGrp="1"/>
          </p:cNvSpPr>
          <p:nvPr>
            <p:ph sz="half" idx="2"/>
          </p:nvPr>
        </p:nvSpPr>
        <p:spPr>
          <a:xfrm>
            <a:off x="554038" y="1849438"/>
            <a:ext cx="9664699"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Freeform 5">
            <a:extLst>
              <a:ext uri="{FF2B5EF4-FFF2-40B4-BE49-F238E27FC236}">
                <a16:creationId xmlns:a16="http://schemas.microsoft.com/office/drawing/2014/main" id="{2C85CF37-61E7-96B9-82FD-13B91452A340}"/>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6" name="Text Placeholder 15">
            <a:extLst>
              <a:ext uri="{FF2B5EF4-FFF2-40B4-BE49-F238E27FC236}">
                <a16:creationId xmlns:a16="http://schemas.microsoft.com/office/drawing/2014/main" id="{AFC29369-935E-1E53-CDD2-12BC112FBFB4}"/>
              </a:ext>
            </a:extLst>
          </p:cNvPr>
          <p:cNvSpPr>
            <a:spLocks noGrp="1"/>
          </p:cNvSpPr>
          <p:nvPr>
            <p:ph type="body" sz="quarter" idx="17"/>
          </p:nvPr>
        </p:nvSpPr>
        <p:spPr>
          <a:xfrm>
            <a:off x="546101" y="1127125"/>
            <a:ext cx="11091862" cy="292101"/>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8" name="Text Placeholder 17">
            <a:extLst>
              <a:ext uri="{FF2B5EF4-FFF2-40B4-BE49-F238E27FC236}">
                <a16:creationId xmlns:a16="http://schemas.microsoft.com/office/drawing/2014/main" id="{E78755CC-4D8C-AEDB-963F-10EFA240ED6E}"/>
              </a:ext>
            </a:extLst>
          </p:cNvPr>
          <p:cNvSpPr>
            <a:spLocks noGrp="1"/>
          </p:cNvSpPr>
          <p:nvPr>
            <p:ph type="body" sz="quarter" idx="18"/>
          </p:nvPr>
        </p:nvSpPr>
        <p:spPr>
          <a:xfrm>
            <a:off x="554036" y="6019800"/>
            <a:ext cx="6843713" cy="29210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32582EF1-0A95-ED4C-8323-D6BBDC07CDD5}"/>
              </a:ext>
            </a:extLst>
          </p:cNvPr>
          <p:cNvGrpSpPr/>
          <p:nvPr userDrawn="1"/>
        </p:nvGrpSpPr>
        <p:grpSpPr>
          <a:xfrm>
            <a:off x="12356815" y="0"/>
            <a:ext cx="756834" cy="6872642"/>
            <a:chOff x="12356815" y="0"/>
            <a:chExt cx="756834" cy="6872642"/>
          </a:xfrm>
        </p:grpSpPr>
        <p:sp>
          <p:nvSpPr>
            <p:cNvPr id="5" name="Rectangle 4">
              <a:extLst>
                <a:ext uri="{FF2B5EF4-FFF2-40B4-BE49-F238E27FC236}">
                  <a16:creationId xmlns:a16="http://schemas.microsoft.com/office/drawing/2014/main" id="{8A2AA402-6B3E-7785-4A97-BA3ADB1DF958}"/>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FF1DC694-00D9-49C8-0870-57C79ED877F3}"/>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C0DC8E51-336D-E996-26A9-7DDB47C083E9}"/>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1" name="Group 10">
              <a:extLst>
                <a:ext uri="{FF2B5EF4-FFF2-40B4-BE49-F238E27FC236}">
                  <a16:creationId xmlns:a16="http://schemas.microsoft.com/office/drawing/2014/main" id="{525F1D48-5E93-510E-D427-11B6F0551B82}"/>
                </a:ext>
              </a:extLst>
            </p:cNvPr>
            <p:cNvGrpSpPr/>
            <p:nvPr userDrawn="1"/>
          </p:nvGrpSpPr>
          <p:grpSpPr>
            <a:xfrm>
              <a:off x="12442019" y="3791214"/>
              <a:ext cx="382660" cy="2882942"/>
              <a:chOff x="14001569" y="3716048"/>
              <a:chExt cx="316248" cy="3171236"/>
            </a:xfrm>
          </p:grpSpPr>
          <p:sp>
            <p:nvSpPr>
              <p:cNvPr id="26" name="Rectangle 25">
                <a:extLst>
                  <a:ext uri="{FF2B5EF4-FFF2-40B4-BE49-F238E27FC236}">
                    <a16:creationId xmlns:a16="http://schemas.microsoft.com/office/drawing/2014/main" id="{6C08B392-05F4-5138-CCAF-A76EE0642FC9}"/>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7CDC1159-09BA-2DDA-C38D-DE1B12790AA2}"/>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4EF84125-9741-B860-FDC1-D28DD09EE37C}"/>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2D585D34-1439-5B78-0349-795C52197883}"/>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36E325F8-963A-DE1C-1BDF-B4121905D061}"/>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98F87FEB-55AC-0003-690D-C5988A645F48}"/>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DB8FF2FB-0C26-2B5E-9689-4F3BD1A4293C}"/>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3AAFF089-5A77-C431-A56D-6AA59D0F7E5C}"/>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EEC16D65-4A0B-2186-F0B8-A84B991600CB}"/>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42178103-8B6A-6802-6235-32CDDBAE4D84}"/>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1273E5E6-F4B8-2D40-8DA6-1CC47553AD1F}"/>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AF301929-E607-67E3-31B4-4CB11B4BDA00}"/>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A2F557D2-86DD-D1F4-A715-2BDF04087EC8}"/>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36961085-E025-0A4B-8EC3-64098FD9E4B7}"/>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D673607A-5BF4-5165-03B1-3CF25C9128FE}"/>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E60D6DC4-23AF-2784-0B96-3CCCA725E75B}"/>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EDC5B893-4154-A2AE-B39D-DF76022D3C6C}"/>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F0B60EC3-7E1A-64ED-6EA8-86969F25555D}"/>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2EE0C977-F3A0-7E9F-1650-5CD6CD4D2931}"/>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7D440D27-F97C-9B39-CF3B-404450E1EBE0}"/>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0636DDE9-E99A-190F-D00B-10D9AEAED3FD}"/>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6C790DE1-B4B3-A266-BCB6-B168250C54DB}"/>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6" name="TextBox 35">
            <a:extLst>
              <a:ext uri="{FF2B5EF4-FFF2-40B4-BE49-F238E27FC236}">
                <a16:creationId xmlns:a16="http://schemas.microsoft.com/office/drawing/2014/main" id="{1C70441A-D2CF-F833-3C93-AF895C05EA77}"/>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466806311"/>
      </p:ext>
    </p:extLst>
  </p:cSld>
  <p:clrMapOvr>
    <a:masterClrMapping/>
  </p:clrMapOvr>
</p:sldLayout>
</file>

<file path=ppt/slideLayouts/slideLayout118.xml><?xml version="1.0" encoding="utf-8"?>
<p:sldLayout xmlns:a="http://schemas.openxmlformats.org/drawingml/2006/main" xmlns:r="http://schemas.openxmlformats.org/officeDocument/2006/relationships" xmlns:p="http://schemas.openxmlformats.org/presentationml/2006/main" preserve="1" userDrawn="1">
  <p:cSld name="1 Column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1" name="Title 10">
            <a:extLst>
              <a:ext uri="{FF2B5EF4-FFF2-40B4-BE49-F238E27FC236}">
                <a16:creationId xmlns:a16="http://schemas.microsoft.com/office/drawing/2014/main" id="{DE7DA74E-D875-C25E-3313-FF110AB47A00}"/>
              </a:ext>
            </a:extLst>
          </p:cNvPr>
          <p:cNvSpPr>
            <a:spLocks noGrp="1"/>
          </p:cNvSpPr>
          <p:nvPr>
            <p:ph type="title"/>
          </p:nvPr>
        </p:nvSpPr>
        <p:spPr>
          <a:xfrm>
            <a:off x="546100" y="548640"/>
            <a:ext cx="11091862" cy="428888"/>
          </a:xfrm>
        </p:spPr>
        <p:txBody>
          <a:bodyPr/>
          <a:lstStyle/>
          <a:p>
            <a:r>
              <a:rPr lang="en-US"/>
              <a:t>Click to edit Master title style</a:t>
            </a:r>
          </a:p>
        </p:txBody>
      </p:sp>
      <p:sp>
        <p:nvSpPr>
          <p:cNvPr id="2" name="Freeform 5">
            <a:extLst>
              <a:ext uri="{FF2B5EF4-FFF2-40B4-BE49-F238E27FC236}">
                <a16:creationId xmlns:a16="http://schemas.microsoft.com/office/drawing/2014/main" id="{350075EE-B234-372B-92E8-BAF5D3459DD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2" name="Text Placeholder 11">
            <a:extLst>
              <a:ext uri="{FF2B5EF4-FFF2-40B4-BE49-F238E27FC236}">
                <a16:creationId xmlns:a16="http://schemas.microsoft.com/office/drawing/2014/main" id="{B8003664-EBF7-AE05-456F-9D95210B1FB2}"/>
              </a:ext>
            </a:extLst>
          </p:cNvPr>
          <p:cNvSpPr>
            <a:spLocks noGrp="1"/>
          </p:cNvSpPr>
          <p:nvPr>
            <p:ph type="body" sz="quarter" idx="18"/>
          </p:nvPr>
        </p:nvSpPr>
        <p:spPr>
          <a:xfrm>
            <a:off x="548640" y="1127126"/>
            <a:ext cx="11091672" cy="295274"/>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26" name="Content Placeholder 25">
            <a:extLst>
              <a:ext uri="{FF2B5EF4-FFF2-40B4-BE49-F238E27FC236}">
                <a16:creationId xmlns:a16="http://schemas.microsoft.com/office/drawing/2014/main" id="{8063A536-29D2-B27C-39FB-210C8061D1E6}"/>
              </a:ext>
            </a:extLst>
          </p:cNvPr>
          <p:cNvSpPr>
            <a:spLocks noGrp="1"/>
          </p:cNvSpPr>
          <p:nvPr>
            <p:ph sz="quarter" idx="22"/>
          </p:nvPr>
        </p:nvSpPr>
        <p:spPr>
          <a:xfrm>
            <a:off x="539750" y="2425700"/>
            <a:ext cx="9692640"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3">
            <a:extLst>
              <a:ext uri="{FF2B5EF4-FFF2-40B4-BE49-F238E27FC236}">
                <a16:creationId xmlns:a16="http://schemas.microsoft.com/office/drawing/2014/main" id="{9094911E-2752-AC7C-9E32-0AEEF31F4D4A}"/>
              </a:ext>
            </a:extLst>
          </p:cNvPr>
          <p:cNvSpPr>
            <a:spLocks noGrp="1"/>
          </p:cNvSpPr>
          <p:nvPr>
            <p:ph type="body" sz="quarter" idx="29"/>
          </p:nvPr>
        </p:nvSpPr>
        <p:spPr>
          <a:xfrm>
            <a:off x="547687" y="1849436"/>
            <a:ext cx="9692640" cy="296861"/>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3" name="Group 2">
            <a:extLst>
              <a:ext uri="{FF2B5EF4-FFF2-40B4-BE49-F238E27FC236}">
                <a16:creationId xmlns:a16="http://schemas.microsoft.com/office/drawing/2014/main" id="{A6FDDC57-0B2B-2BCB-C4F6-212AB9833640}"/>
              </a:ext>
            </a:extLst>
          </p:cNvPr>
          <p:cNvGrpSpPr/>
          <p:nvPr userDrawn="1"/>
        </p:nvGrpSpPr>
        <p:grpSpPr>
          <a:xfrm>
            <a:off x="12356815" y="0"/>
            <a:ext cx="756834" cy="6872642"/>
            <a:chOff x="12356815" y="0"/>
            <a:chExt cx="756834" cy="6872642"/>
          </a:xfrm>
        </p:grpSpPr>
        <p:sp>
          <p:nvSpPr>
            <p:cNvPr id="5" name="Rectangle 4">
              <a:extLst>
                <a:ext uri="{FF2B5EF4-FFF2-40B4-BE49-F238E27FC236}">
                  <a16:creationId xmlns:a16="http://schemas.microsoft.com/office/drawing/2014/main" id="{EEA5C71B-C229-46CB-F79C-8CA0353B2FA5}"/>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B9279DBD-15C0-A7ED-49DF-676378AB2AB6}"/>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8A072686-1BD9-7A34-92A9-9A3870290E5C}"/>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E38BFD49-1D43-7E1E-98F2-9DA2D71F56C2}"/>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C60883C8-9F96-85FF-5189-DBF753E8FE27}"/>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23EFC666-9AE0-8AC8-3F50-71512BD4A7D5}"/>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C329D0E2-9C79-6D77-6291-65C20524FA4E}"/>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306B7BBE-444B-40EA-AE81-2B41E06E4F97}"/>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FE42C555-E816-63F4-3332-FD19E54DABEB}"/>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E4E9256D-C263-CF1F-245B-16CAA39743AB}"/>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2D0094C8-9164-9BC2-F035-A548C83E30DB}"/>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C4CF359F-BC61-90D4-F072-BB8E256B79D1}"/>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D6412813-45DC-3116-5D42-2F004F76956A}"/>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8BE06CB8-FF03-0773-C587-4832E6760E8D}"/>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3" name="Group 12">
              <a:extLst>
                <a:ext uri="{FF2B5EF4-FFF2-40B4-BE49-F238E27FC236}">
                  <a16:creationId xmlns:a16="http://schemas.microsoft.com/office/drawing/2014/main" id="{538F7087-AFC6-DEDE-C9C5-CA898F1F11E1}"/>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8AAEAEDF-FA6E-65DB-6F29-22441AD3CAD9}"/>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09A13C19-AB8F-8944-1236-F971A9499ABC}"/>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E95A8D85-92D9-B668-24F8-CEF3154D536F}"/>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74FD15E0-8468-B43C-D047-85BF0F131F97}"/>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D2574206-151E-F8DA-E817-FEA8360367C1}"/>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96BE3959-1239-9BEF-CAA5-BE4EFD93AC87}"/>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4743C174-A2A5-F44F-E96C-FB2A95E1EB6C}"/>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62ABFF7C-24B9-C63A-53DF-DFBD38375398}"/>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573A5BC7-E9EE-575D-C29C-8C922E6D258B}"/>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37B5D23D-8F62-7CC6-E660-19F1F8D6DBF7}"/>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92F6EF40-2D00-94CE-26F5-E19F81429283}"/>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8DBDFBAC-B613-98F1-8700-51CD2ED8F655}"/>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38" name="Text Placeholder 15">
            <a:extLst>
              <a:ext uri="{FF2B5EF4-FFF2-40B4-BE49-F238E27FC236}">
                <a16:creationId xmlns:a16="http://schemas.microsoft.com/office/drawing/2014/main" id="{78EDB024-ECFB-865D-E9A1-70A732F12857}"/>
              </a:ext>
            </a:extLst>
          </p:cNvPr>
          <p:cNvSpPr>
            <a:spLocks noGrp="1"/>
          </p:cNvSpPr>
          <p:nvPr>
            <p:ph type="body" sz="quarter" idx="30"/>
          </p:nvPr>
        </p:nvSpPr>
        <p:spPr>
          <a:xfrm>
            <a:off x="546100" y="6019800"/>
            <a:ext cx="685165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3385656095"/>
      </p:ext>
    </p:extLst>
  </p:cSld>
  <p:clrMapOvr>
    <a:masterClrMapping/>
  </p:clrMapOvr>
</p:sldLayout>
</file>

<file path=ppt/slideLayouts/slideLayout119.xml><?xml version="1.0" encoding="utf-8"?>
<p:sldLayout xmlns:a="http://schemas.openxmlformats.org/drawingml/2006/main" xmlns:r="http://schemas.openxmlformats.org/officeDocument/2006/relationships" xmlns:p="http://schemas.openxmlformats.org/presentationml/2006/main" preserve="1" userDrawn="1">
  <p:cSld name="2 Column, Equal">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2" name="Title 11">
            <a:extLst>
              <a:ext uri="{FF2B5EF4-FFF2-40B4-BE49-F238E27FC236}">
                <a16:creationId xmlns:a16="http://schemas.microsoft.com/office/drawing/2014/main" id="{E91C9FC0-5A4D-B663-9FBA-261AA765C0A6}"/>
              </a:ext>
            </a:extLst>
          </p:cNvPr>
          <p:cNvSpPr>
            <a:spLocks noGrp="1"/>
          </p:cNvSpPr>
          <p:nvPr>
            <p:ph type="title"/>
          </p:nvPr>
        </p:nvSpPr>
        <p:spPr>
          <a:xfrm>
            <a:off x="546100" y="548640"/>
            <a:ext cx="11091862" cy="441960"/>
          </a:xfrm>
        </p:spPr>
        <p:txBody>
          <a:bodyPr/>
          <a:lstStyle/>
          <a:p>
            <a:r>
              <a:rPr lang="en-US"/>
              <a:t>Click to edit Master title style</a:t>
            </a:r>
          </a:p>
        </p:txBody>
      </p:sp>
      <p:sp>
        <p:nvSpPr>
          <p:cNvPr id="4" name="Freeform 5">
            <a:extLst>
              <a:ext uri="{FF2B5EF4-FFF2-40B4-BE49-F238E27FC236}">
                <a16:creationId xmlns:a16="http://schemas.microsoft.com/office/drawing/2014/main" id="{87E865E7-C3CB-8EB7-5B8A-C0FE32443EA1}"/>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1" name="Text Placeholder 10">
            <a:extLst>
              <a:ext uri="{FF2B5EF4-FFF2-40B4-BE49-F238E27FC236}">
                <a16:creationId xmlns:a16="http://schemas.microsoft.com/office/drawing/2014/main" id="{89FE669B-9179-2192-FE7E-E7F257EFD40C}"/>
              </a:ext>
            </a:extLst>
          </p:cNvPr>
          <p:cNvSpPr>
            <a:spLocks noGrp="1"/>
          </p:cNvSpPr>
          <p:nvPr>
            <p:ph type="body" sz="quarter" idx="21"/>
          </p:nvPr>
        </p:nvSpPr>
        <p:spPr>
          <a:xfrm>
            <a:off x="548640" y="1127125"/>
            <a:ext cx="1109167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6" name="Text Placeholder 15">
            <a:extLst>
              <a:ext uri="{FF2B5EF4-FFF2-40B4-BE49-F238E27FC236}">
                <a16:creationId xmlns:a16="http://schemas.microsoft.com/office/drawing/2014/main" id="{799DC228-25E7-A515-7C6E-578A7287752D}"/>
              </a:ext>
            </a:extLst>
          </p:cNvPr>
          <p:cNvSpPr>
            <a:spLocks noGrp="1"/>
          </p:cNvSpPr>
          <p:nvPr>
            <p:ph type="body" sz="quarter" idx="22"/>
          </p:nvPr>
        </p:nvSpPr>
        <p:spPr>
          <a:xfrm>
            <a:off x="546100" y="6019800"/>
            <a:ext cx="685165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23" name="Content Placeholder 22">
            <a:extLst>
              <a:ext uri="{FF2B5EF4-FFF2-40B4-BE49-F238E27FC236}">
                <a16:creationId xmlns:a16="http://schemas.microsoft.com/office/drawing/2014/main" id="{ADE7A618-3F91-D576-7D4B-F03CA5E408BF}"/>
              </a:ext>
            </a:extLst>
          </p:cNvPr>
          <p:cNvSpPr>
            <a:spLocks noGrp="1"/>
          </p:cNvSpPr>
          <p:nvPr>
            <p:ph sz="quarter" idx="23"/>
          </p:nvPr>
        </p:nvSpPr>
        <p:spPr>
          <a:xfrm>
            <a:off x="546100" y="1849438"/>
            <a:ext cx="5443537"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5" name="Content Placeholder 24">
            <a:extLst>
              <a:ext uri="{FF2B5EF4-FFF2-40B4-BE49-F238E27FC236}">
                <a16:creationId xmlns:a16="http://schemas.microsoft.com/office/drawing/2014/main" id="{F2FCD4E4-D365-CC7E-80F7-3790352FE369}"/>
              </a:ext>
            </a:extLst>
          </p:cNvPr>
          <p:cNvSpPr>
            <a:spLocks noGrp="1"/>
          </p:cNvSpPr>
          <p:nvPr>
            <p:ph sz="quarter" idx="24"/>
          </p:nvPr>
        </p:nvSpPr>
        <p:spPr>
          <a:xfrm>
            <a:off x="6194425" y="1849438"/>
            <a:ext cx="5443537"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5CEA07BB-D68A-3FCD-F57E-C8604C26C8DB}"/>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00297AA8-FAE5-7733-3FBF-8E185EF74FC4}"/>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DD4AEDC9-5C97-46A2-E199-C6C64DA95296}"/>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CD1EA037-25F7-E549-01BF-8659C4883DEC}"/>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E1CEFC1B-F329-98AA-1EA8-0738B22DEE3D}"/>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16E38BA6-22F6-1317-B50C-142F3F481DB2}"/>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4F73249A-8B85-692D-FF1D-7DE6EF64C1CE}"/>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338AEEBB-F133-D66A-8AC8-BE4258CF138F}"/>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404B2073-A337-2040-5CEE-C91596F89ACF}"/>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EE750D42-F40F-1D17-4C04-DE379451D3A3}"/>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A10F3AC2-8DF2-3B99-97BB-E161BD81103D}"/>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455FD52E-95E5-5BAD-FA1E-F8D8D1EEE1BF}"/>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9B06B2E3-F86E-4334-354E-138374426B4C}"/>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C729191C-EA5A-574E-5912-52EDC1190324}"/>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A1FE052B-4DC1-3DC0-5E3B-905F33B576D9}"/>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7E95D93A-B2D4-9FDD-F491-4F693C8A0946}"/>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45F3DF4F-C7F6-97F2-F828-23696F96FC4C}"/>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80D73741-D127-FE70-2FC2-8B2DD4B123F6}"/>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CABDC5E6-558B-4CA6-B019-EB1F18C99CAE}"/>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45127515-22C9-9DD1-759E-44D88DCC66CF}"/>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245D4A27-9B14-EE3B-DD93-E9A279D1F1CA}"/>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AC253AF8-1AEC-CE74-B93A-9070ADDF04C1}"/>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2B36073A-C15B-7E57-E8C7-14EC34C6524D}"/>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10CB32FE-B977-FD89-52F9-671950B80B2A}"/>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5380EC7D-ABF1-E63C-A143-A8AFDB422194}"/>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1E8DE2C3-5C17-104C-D38E-8F2EB779E6B8}"/>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D638D673-6021-35DB-7D66-64D15E399B4B}"/>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5A307380-2BDE-0F10-C718-580375CBA309}"/>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233629087"/>
      </p:ext>
    </p:extLst>
  </p:cSld>
  <p:clrMapOvr>
    <a:masterClrMapping/>
  </p:clrMapOvr>
</p:sldLayout>
</file>

<file path=ppt/slideLayouts/slideLayout120.xml><?xml version="1.0" encoding="utf-8"?>
<p:sldLayout xmlns:a="http://schemas.openxmlformats.org/drawingml/2006/main" xmlns:r="http://schemas.openxmlformats.org/officeDocument/2006/relationships" xmlns:p="http://schemas.openxmlformats.org/presentationml/2006/main" preserve="1" userDrawn="1">
  <p:cSld name="2 Column, Equal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8" name="Title 17">
            <a:extLst>
              <a:ext uri="{FF2B5EF4-FFF2-40B4-BE49-F238E27FC236}">
                <a16:creationId xmlns:a16="http://schemas.microsoft.com/office/drawing/2014/main" id="{EC9D0933-64E3-BFA1-9514-B7DF150292A4}"/>
              </a:ext>
            </a:extLst>
          </p:cNvPr>
          <p:cNvSpPr>
            <a:spLocks noGrp="1"/>
          </p:cNvSpPr>
          <p:nvPr>
            <p:ph type="title"/>
          </p:nvPr>
        </p:nvSpPr>
        <p:spPr>
          <a:xfrm>
            <a:off x="546100" y="548640"/>
            <a:ext cx="11091862" cy="441960"/>
          </a:xfrm>
        </p:spPr>
        <p:txBody>
          <a:bodyPr/>
          <a:lstStyle/>
          <a:p>
            <a:r>
              <a:rPr lang="en-US"/>
              <a:t>Click to edit Master title style</a:t>
            </a:r>
          </a:p>
        </p:txBody>
      </p:sp>
      <p:sp>
        <p:nvSpPr>
          <p:cNvPr id="5" name="Freeform 5">
            <a:extLst>
              <a:ext uri="{FF2B5EF4-FFF2-40B4-BE49-F238E27FC236}">
                <a16:creationId xmlns:a16="http://schemas.microsoft.com/office/drawing/2014/main" id="{815BB915-D4A3-4B77-441D-189B3126183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2" name="Text Placeholder 11">
            <a:extLst>
              <a:ext uri="{FF2B5EF4-FFF2-40B4-BE49-F238E27FC236}">
                <a16:creationId xmlns:a16="http://schemas.microsoft.com/office/drawing/2014/main" id="{5D9301CB-D124-C2F5-CEF2-1087073EEC8A}"/>
              </a:ext>
            </a:extLst>
          </p:cNvPr>
          <p:cNvSpPr>
            <a:spLocks noGrp="1"/>
          </p:cNvSpPr>
          <p:nvPr>
            <p:ph type="body" sz="quarter" idx="21"/>
          </p:nvPr>
        </p:nvSpPr>
        <p:spPr>
          <a:xfrm>
            <a:off x="548640" y="1127125"/>
            <a:ext cx="11095038" cy="292608"/>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4" name="Text Placeholder 13">
            <a:extLst>
              <a:ext uri="{FF2B5EF4-FFF2-40B4-BE49-F238E27FC236}">
                <a16:creationId xmlns:a16="http://schemas.microsoft.com/office/drawing/2014/main" id="{927E5978-3DC9-2522-00F6-781CF3B6DBE0}"/>
              </a:ext>
            </a:extLst>
          </p:cNvPr>
          <p:cNvSpPr>
            <a:spLocks noGrp="1"/>
          </p:cNvSpPr>
          <p:nvPr>
            <p:ph type="body" sz="quarter" idx="22"/>
          </p:nvPr>
        </p:nvSpPr>
        <p:spPr>
          <a:xfrm>
            <a:off x="539750" y="6019801"/>
            <a:ext cx="6858000"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30" name="Content Placeholder 29">
            <a:extLst>
              <a:ext uri="{FF2B5EF4-FFF2-40B4-BE49-F238E27FC236}">
                <a16:creationId xmlns:a16="http://schemas.microsoft.com/office/drawing/2014/main" id="{0BDF59AF-B2BA-5A83-3E07-990E126292C1}"/>
              </a:ext>
            </a:extLst>
          </p:cNvPr>
          <p:cNvSpPr>
            <a:spLocks noGrp="1"/>
          </p:cNvSpPr>
          <p:nvPr>
            <p:ph sz="quarter" idx="27"/>
          </p:nvPr>
        </p:nvSpPr>
        <p:spPr>
          <a:xfrm>
            <a:off x="539750" y="2425700"/>
            <a:ext cx="5437186"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2" name="Content Placeholder 31">
            <a:extLst>
              <a:ext uri="{FF2B5EF4-FFF2-40B4-BE49-F238E27FC236}">
                <a16:creationId xmlns:a16="http://schemas.microsoft.com/office/drawing/2014/main" id="{6F691F75-1851-7040-01A9-AB8C9E4CA60B}"/>
              </a:ext>
            </a:extLst>
          </p:cNvPr>
          <p:cNvSpPr>
            <a:spLocks noGrp="1"/>
          </p:cNvSpPr>
          <p:nvPr>
            <p:ph sz="quarter" idx="28"/>
          </p:nvPr>
        </p:nvSpPr>
        <p:spPr>
          <a:xfrm>
            <a:off x="6194425" y="2425700"/>
            <a:ext cx="5443538"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4" name="Text Placeholder 33">
            <a:extLst>
              <a:ext uri="{FF2B5EF4-FFF2-40B4-BE49-F238E27FC236}">
                <a16:creationId xmlns:a16="http://schemas.microsoft.com/office/drawing/2014/main" id="{5FE0CD66-027F-AA7D-2F1F-385DF569B800}"/>
              </a:ext>
            </a:extLst>
          </p:cNvPr>
          <p:cNvSpPr>
            <a:spLocks noGrp="1"/>
          </p:cNvSpPr>
          <p:nvPr>
            <p:ph type="body" sz="quarter" idx="29"/>
          </p:nvPr>
        </p:nvSpPr>
        <p:spPr>
          <a:xfrm>
            <a:off x="547688" y="1849436"/>
            <a:ext cx="5443537" cy="296861"/>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36" name="Text Placeholder 35">
            <a:extLst>
              <a:ext uri="{FF2B5EF4-FFF2-40B4-BE49-F238E27FC236}">
                <a16:creationId xmlns:a16="http://schemas.microsoft.com/office/drawing/2014/main" id="{3A72DFFD-6972-74A3-175B-07193979F2E8}"/>
              </a:ext>
            </a:extLst>
          </p:cNvPr>
          <p:cNvSpPr>
            <a:spLocks noGrp="1"/>
          </p:cNvSpPr>
          <p:nvPr>
            <p:ph type="body" sz="quarter" idx="30"/>
          </p:nvPr>
        </p:nvSpPr>
        <p:spPr>
          <a:xfrm>
            <a:off x="6194426" y="1849436"/>
            <a:ext cx="5443536" cy="296862"/>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EC67E9EA-C9F1-CA92-EB61-F3E04E041705}"/>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1D7B5C0E-9769-B1D4-8963-60A4FF919E45}"/>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4" name="TextBox 3">
              <a:extLst>
                <a:ext uri="{FF2B5EF4-FFF2-40B4-BE49-F238E27FC236}">
                  <a16:creationId xmlns:a16="http://schemas.microsoft.com/office/drawing/2014/main" id="{99230C70-799D-D78E-6002-A1FCEB8A229A}"/>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7FD08B3F-8999-8294-5B1A-10AB9116DBA6}"/>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080BF7AE-BBDE-AFD4-2AAD-3FAE1D53CA69}"/>
                </a:ext>
              </a:extLst>
            </p:cNvPr>
            <p:cNvGrpSpPr/>
            <p:nvPr userDrawn="1"/>
          </p:nvGrpSpPr>
          <p:grpSpPr>
            <a:xfrm>
              <a:off x="12442019" y="3791214"/>
              <a:ext cx="382660" cy="2882942"/>
              <a:chOff x="14001569" y="3716048"/>
              <a:chExt cx="316248" cy="3171236"/>
            </a:xfrm>
          </p:grpSpPr>
          <p:sp>
            <p:nvSpPr>
              <p:cNvPr id="25" name="Rectangle 24">
                <a:extLst>
                  <a:ext uri="{FF2B5EF4-FFF2-40B4-BE49-F238E27FC236}">
                    <a16:creationId xmlns:a16="http://schemas.microsoft.com/office/drawing/2014/main" id="{4F85ABC9-14A3-D218-82B6-78F1A97B53B0}"/>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43C3CEB7-3EB1-F51F-5A6F-CA6F51B12BE2}"/>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780C22EF-10EC-47EB-74EE-EE89A6FA8236}"/>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E78311F7-5501-713A-B4B8-B8B1342D9B06}"/>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0C18F884-4D76-CF05-607C-99E7CD6BD419}"/>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51373E29-6384-A056-743C-871310F18F79}"/>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7A317DA5-EFA6-8AE4-6BE6-0DF7FFF58504}"/>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6BF18E44-C18F-2693-5190-7C0B054A2012}"/>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5677F851-416A-6847-9BF7-8CC39B6977C9}"/>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21FEC8FA-2C9E-AE1E-8713-75E0160778C3}"/>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32B7BD29-5808-271A-9281-F6BBFE45DCA9}"/>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DFB98E40-F33B-D1C9-DE88-72E190C598D3}"/>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59B857FC-4CA5-9A11-5498-AD54401E7A48}"/>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A65B3EDB-C99A-49D4-D943-1F6DE4A4C718}"/>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8DA491D2-5A31-6D83-7BAF-7A35FF4868BE}"/>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3358F4C4-A54E-C05F-EB05-33E6B5D18B27}"/>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1F7B8677-BC65-C141-4DA2-D86D81433D9F}"/>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744C30A4-1757-E4B2-E501-3D8CFD0B8456}"/>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0C43A39C-1571-34B1-BE4E-0C5C27E30296}"/>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C2C9B958-6D84-C42D-322C-C6753A0D4A83}"/>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93D77FD0-665B-7B2F-C20D-DAA5DD4D307D}"/>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1" name="TextBox 10">
              <a:extLst>
                <a:ext uri="{FF2B5EF4-FFF2-40B4-BE49-F238E27FC236}">
                  <a16:creationId xmlns:a16="http://schemas.microsoft.com/office/drawing/2014/main" id="{D8B19D09-3B1C-48C0-1C19-EF7C4AE0DAC0}"/>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D7BAB821-B17F-B9BF-AA3E-5EA1FC9FC669}"/>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610994608"/>
      </p:ext>
    </p:extLst>
  </p:cSld>
  <p:clrMapOvr>
    <a:masterClrMapping/>
  </p:clrMapOvr>
</p:sldLayout>
</file>

<file path=ppt/slideLayouts/slideLayout121.xml><?xml version="1.0" encoding="utf-8"?>
<p:sldLayout xmlns:a="http://schemas.openxmlformats.org/drawingml/2006/main" xmlns:r="http://schemas.openxmlformats.org/officeDocument/2006/relationships" xmlns:p="http://schemas.openxmlformats.org/presentationml/2006/main" preserve="1" userDrawn="1">
  <p:cSld name="2 Column, Equal - Icons">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0" name="Picture Placeholder 9">
            <a:extLst>
              <a:ext uri="{FF2B5EF4-FFF2-40B4-BE49-F238E27FC236}">
                <a16:creationId xmlns:a16="http://schemas.microsoft.com/office/drawing/2014/main" id="{3BB3CD90-7B8A-B179-4BE0-1306245D8C1F}"/>
              </a:ext>
            </a:extLst>
          </p:cNvPr>
          <p:cNvSpPr>
            <a:spLocks noGrp="1"/>
          </p:cNvSpPr>
          <p:nvPr>
            <p:ph type="pic" sz="quarter" idx="37" hasCustomPrompt="1"/>
          </p:nvPr>
        </p:nvSpPr>
        <p:spPr>
          <a:xfrm>
            <a:off x="546100" y="1849438"/>
            <a:ext cx="731520" cy="730250"/>
          </a:xfrm>
          <a:noFill/>
          <a:ln>
            <a:noFill/>
          </a:ln>
        </p:spPr>
        <p:txBody>
          <a:bodyPr anchor="ctr"/>
          <a:lstStyle>
            <a:lvl1pPr algn="ctr">
              <a:defRPr>
                <a:solidFill>
                  <a:schemeClr val="bg1"/>
                </a:solidFill>
              </a:defRPr>
            </a:lvl1pPr>
          </a:lstStyle>
          <a:p>
            <a:r>
              <a:rPr lang="en-US"/>
              <a:t>Icon</a:t>
            </a:r>
          </a:p>
        </p:txBody>
      </p:sp>
      <p:sp>
        <p:nvSpPr>
          <p:cNvPr id="13" name="Picture Placeholder 9">
            <a:extLst>
              <a:ext uri="{FF2B5EF4-FFF2-40B4-BE49-F238E27FC236}">
                <a16:creationId xmlns:a16="http://schemas.microsoft.com/office/drawing/2014/main" id="{3759C39D-789E-C620-C4CA-F2BAB3460CEA}"/>
              </a:ext>
            </a:extLst>
          </p:cNvPr>
          <p:cNvSpPr>
            <a:spLocks noGrp="1"/>
          </p:cNvSpPr>
          <p:nvPr>
            <p:ph type="pic" sz="quarter" idx="38" hasCustomPrompt="1"/>
          </p:nvPr>
        </p:nvSpPr>
        <p:spPr>
          <a:xfrm>
            <a:off x="6194425" y="1855789"/>
            <a:ext cx="731520" cy="730250"/>
          </a:xfrm>
          <a:noFill/>
          <a:ln>
            <a:noFill/>
          </a:ln>
        </p:spPr>
        <p:txBody>
          <a:bodyPr anchor="ctr"/>
          <a:lstStyle>
            <a:lvl1pPr algn="ctr">
              <a:defRPr>
                <a:solidFill>
                  <a:schemeClr val="bg1"/>
                </a:solidFill>
              </a:defRPr>
            </a:lvl1pPr>
          </a:lstStyle>
          <a:p>
            <a:r>
              <a:rPr lang="en-US"/>
              <a:t>Icon</a:t>
            </a:r>
          </a:p>
        </p:txBody>
      </p:sp>
      <p:sp>
        <p:nvSpPr>
          <p:cNvPr id="15" name="Title 14">
            <a:extLst>
              <a:ext uri="{FF2B5EF4-FFF2-40B4-BE49-F238E27FC236}">
                <a16:creationId xmlns:a16="http://schemas.microsoft.com/office/drawing/2014/main" id="{83293C95-F2D4-1B62-3972-21D684C69D6B}"/>
              </a:ext>
            </a:extLst>
          </p:cNvPr>
          <p:cNvSpPr>
            <a:spLocks noGrp="1"/>
          </p:cNvSpPr>
          <p:nvPr>
            <p:ph type="title"/>
          </p:nvPr>
        </p:nvSpPr>
        <p:spPr/>
        <p:txBody>
          <a:bodyPr/>
          <a:lstStyle/>
          <a:p>
            <a:r>
              <a:rPr lang="en-US"/>
              <a:t>Click to edit Master title style</a:t>
            </a:r>
          </a:p>
        </p:txBody>
      </p:sp>
      <p:sp>
        <p:nvSpPr>
          <p:cNvPr id="4" name="Freeform 5">
            <a:extLst>
              <a:ext uri="{FF2B5EF4-FFF2-40B4-BE49-F238E27FC236}">
                <a16:creationId xmlns:a16="http://schemas.microsoft.com/office/drawing/2014/main" id="{BDF8D966-D4D5-8345-BCCE-83ADA78DF007}"/>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22" name="Text Placeholder 11">
            <a:extLst>
              <a:ext uri="{FF2B5EF4-FFF2-40B4-BE49-F238E27FC236}">
                <a16:creationId xmlns:a16="http://schemas.microsoft.com/office/drawing/2014/main" id="{E3714C5C-1F27-C398-E400-5C0795EDB8E8}"/>
              </a:ext>
            </a:extLst>
          </p:cNvPr>
          <p:cNvSpPr>
            <a:spLocks noGrp="1"/>
          </p:cNvSpPr>
          <p:nvPr>
            <p:ph type="body" sz="quarter" idx="21"/>
          </p:nvPr>
        </p:nvSpPr>
        <p:spPr>
          <a:xfrm>
            <a:off x="548640" y="1127125"/>
            <a:ext cx="11095038" cy="292608"/>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23" name="Text Placeholder 13">
            <a:extLst>
              <a:ext uri="{FF2B5EF4-FFF2-40B4-BE49-F238E27FC236}">
                <a16:creationId xmlns:a16="http://schemas.microsoft.com/office/drawing/2014/main" id="{7AD587B1-D6EF-264C-B2FD-D3B6CF8CC777}"/>
              </a:ext>
            </a:extLst>
          </p:cNvPr>
          <p:cNvSpPr>
            <a:spLocks noGrp="1"/>
          </p:cNvSpPr>
          <p:nvPr>
            <p:ph type="body" sz="quarter" idx="22"/>
          </p:nvPr>
        </p:nvSpPr>
        <p:spPr>
          <a:xfrm>
            <a:off x="539750" y="6019801"/>
            <a:ext cx="6858000"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24" name="Content Placeholder 29">
            <a:extLst>
              <a:ext uri="{FF2B5EF4-FFF2-40B4-BE49-F238E27FC236}">
                <a16:creationId xmlns:a16="http://schemas.microsoft.com/office/drawing/2014/main" id="{BC7EB0C9-FA9F-3888-8848-B5F248F576E9}"/>
              </a:ext>
            </a:extLst>
          </p:cNvPr>
          <p:cNvSpPr>
            <a:spLocks noGrp="1"/>
          </p:cNvSpPr>
          <p:nvPr>
            <p:ph sz="quarter" idx="27"/>
          </p:nvPr>
        </p:nvSpPr>
        <p:spPr>
          <a:xfrm>
            <a:off x="554039" y="2847975"/>
            <a:ext cx="5437186" cy="301942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5" name="Content Placeholder 31">
            <a:extLst>
              <a:ext uri="{FF2B5EF4-FFF2-40B4-BE49-F238E27FC236}">
                <a16:creationId xmlns:a16="http://schemas.microsoft.com/office/drawing/2014/main" id="{791D8777-C2DB-5F33-F63B-04B9C6AF8C52}"/>
              </a:ext>
            </a:extLst>
          </p:cNvPr>
          <p:cNvSpPr>
            <a:spLocks noGrp="1"/>
          </p:cNvSpPr>
          <p:nvPr>
            <p:ph sz="quarter" idx="28"/>
          </p:nvPr>
        </p:nvSpPr>
        <p:spPr>
          <a:xfrm>
            <a:off x="6194425" y="2847975"/>
            <a:ext cx="5443538" cy="301942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1C2858A0-6B59-142C-831B-90292DCBB59C}"/>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9E0FAE09-4260-2861-4321-B2E3527C6CD3}"/>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8605616C-6792-0BEF-E835-ED5B2910AE67}"/>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8103472B-CE28-5EBF-F91C-49F318407300}"/>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0C92E9C7-CF39-9B26-74CC-D17C30E2E3C2}"/>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04B31925-83C4-148B-2187-D22DF891284F}"/>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D5973C8A-E78A-8683-41E4-25F8A9C03A1D}"/>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8B935030-76B2-BAB2-9C32-9F6FDAC64DD5}"/>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F6D72135-6CAC-129C-4C22-3CB415C13A98}"/>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E25F252D-B2DB-9989-7AED-42460B0BFF38}"/>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226572B6-9C0A-FD4B-BC12-B0E5BE5F73D8}"/>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5CE1BB6F-4C69-122C-51AC-9EC50A974294}"/>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B64B6F6C-B5B0-688C-60A6-267121F3BAF6}"/>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A2728905-4360-B8E9-170B-E3F4BBF9989D}"/>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39D1F1A4-46B0-77E8-9B28-C46E2686EFF3}"/>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98B99B11-781F-C70D-8C7C-8FAC10925D0A}"/>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1409C2DF-3C31-D01B-C9B1-69A5DB2E31F5}"/>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12C74E4B-BA04-5C57-42B1-BEE6D9466D88}"/>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D2BD70D6-0575-3927-CFD2-432056F0FB7D}"/>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B69D0000-24F9-1793-9485-084792E9194C}"/>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6650D939-0384-D534-17E6-49DAB4296277}"/>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A1634F63-EE42-60BE-9D20-DFF344C44E3A}"/>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08DD1708-A756-74C6-F661-508E37665DDC}"/>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E315F6CD-19F4-B7DC-8130-20374E16CD91}"/>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24C8D081-AE55-AADC-8760-8064DCD6DFF9}"/>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084051E4-82E0-3566-9C39-B74E2C96944B}"/>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B7E13C45-0E50-776D-6CDA-F0811B6D0FCD}"/>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876928FC-ACE5-412F-EEB1-6C31599B42D0}"/>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971962030"/>
      </p:ext>
    </p:extLst>
  </p:cSld>
  <p:clrMapOvr>
    <a:masterClrMapping/>
  </p:clrMapOvr>
</p:sldLayout>
</file>

<file path=ppt/slideLayouts/slideLayout122.xml><?xml version="1.0" encoding="utf-8"?>
<p:sldLayout xmlns:a="http://schemas.openxmlformats.org/drawingml/2006/main" xmlns:r="http://schemas.openxmlformats.org/officeDocument/2006/relationships" xmlns:p="http://schemas.openxmlformats.org/presentationml/2006/main" preserve="1" userDrawn="1">
  <p:cSld name="2 Column, Equal - Subhead/Icons">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0" name="Picture Placeholder 9">
            <a:extLst>
              <a:ext uri="{FF2B5EF4-FFF2-40B4-BE49-F238E27FC236}">
                <a16:creationId xmlns:a16="http://schemas.microsoft.com/office/drawing/2014/main" id="{3BB3CD90-7B8A-B179-4BE0-1306245D8C1F}"/>
              </a:ext>
            </a:extLst>
          </p:cNvPr>
          <p:cNvSpPr>
            <a:spLocks noGrp="1"/>
          </p:cNvSpPr>
          <p:nvPr>
            <p:ph type="pic" sz="quarter" idx="37" hasCustomPrompt="1"/>
          </p:nvPr>
        </p:nvSpPr>
        <p:spPr>
          <a:xfrm>
            <a:off x="546100" y="1849438"/>
            <a:ext cx="731520" cy="730250"/>
          </a:xfrm>
          <a:noFill/>
          <a:ln>
            <a:noFill/>
          </a:ln>
        </p:spPr>
        <p:txBody>
          <a:bodyPr anchor="ctr"/>
          <a:lstStyle>
            <a:lvl1pPr algn="ctr">
              <a:defRPr>
                <a:solidFill>
                  <a:schemeClr val="bg1"/>
                </a:solidFill>
              </a:defRPr>
            </a:lvl1pPr>
          </a:lstStyle>
          <a:p>
            <a:r>
              <a:rPr lang="en-US"/>
              <a:t>Icon</a:t>
            </a:r>
          </a:p>
        </p:txBody>
      </p:sp>
      <p:sp>
        <p:nvSpPr>
          <p:cNvPr id="13" name="Picture Placeholder 9">
            <a:extLst>
              <a:ext uri="{FF2B5EF4-FFF2-40B4-BE49-F238E27FC236}">
                <a16:creationId xmlns:a16="http://schemas.microsoft.com/office/drawing/2014/main" id="{3759C39D-789E-C620-C4CA-F2BAB3460CEA}"/>
              </a:ext>
            </a:extLst>
          </p:cNvPr>
          <p:cNvSpPr>
            <a:spLocks noGrp="1"/>
          </p:cNvSpPr>
          <p:nvPr>
            <p:ph type="pic" sz="quarter" idx="38" hasCustomPrompt="1"/>
          </p:nvPr>
        </p:nvSpPr>
        <p:spPr>
          <a:xfrm>
            <a:off x="6194425" y="1855789"/>
            <a:ext cx="731520" cy="730250"/>
          </a:xfrm>
          <a:noFill/>
          <a:ln>
            <a:noFill/>
          </a:ln>
        </p:spPr>
        <p:txBody>
          <a:bodyPr anchor="ctr"/>
          <a:lstStyle>
            <a:lvl1pPr algn="ctr">
              <a:defRPr>
                <a:solidFill>
                  <a:schemeClr val="bg1"/>
                </a:solidFill>
              </a:defRPr>
            </a:lvl1pPr>
          </a:lstStyle>
          <a:p>
            <a:r>
              <a:rPr lang="en-US"/>
              <a:t>Icon</a:t>
            </a:r>
          </a:p>
        </p:txBody>
      </p:sp>
      <p:sp>
        <p:nvSpPr>
          <p:cNvPr id="19" name="Title 18">
            <a:extLst>
              <a:ext uri="{FF2B5EF4-FFF2-40B4-BE49-F238E27FC236}">
                <a16:creationId xmlns:a16="http://schemas.microsoft.com/office/drawing/2014/main" id="{4203C809-6284-F504-FD1D-2F733D8EF672}"/>
              </a:ext>
            </a:extLst>
          </p:cNvPr>
          <p:cNvSpPr>
            <a:spLocks noGrp="1"/>
          </p:cNvSpPr>
          <p:nvPr>
            <p:ph type="title"/>
          </p:nvPr>
        </p:nvSpPr>
        <p:spPr/>
        <p:txBody>
          <a:bodyPr/>
          <a:lstStyle/>
          <a:p>
            <a:r>
              <a:rPr lang="en-US"/>
              <a:t>Click to edit Master title style</a:t>
            </a:r>
          </a:p>
        </p:txBody>
      </p:sp>
      <p:sp>
        <p:nvSpPr>
          <p:cNvPr id="4" name="Freeform 5">
            <a:extLst>
              <a:ext uri="{FF2B5EF4-FFF2-40B4-BE49-F238E27FC236}">
                <a16:creationId xmlns:a16="http://schemas.microsoft.com/office/drawing/2014/main" id="{FD35FFA2-B061-C6C6-9525-75F69775617A}"/>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2" name="Text Placeholder 11">
            <a:extLst>
              <a:ext uri="{FF2B5EF4-FFF2-40B4-BE49-F238E27FC236}">
                <a16:creationId xmlns:a16="http://schemas.microsoft.com/office/drawing/2014/main" id="{9DBD8FF5-701A-95F4-260E-E54FC660C38F}"/>
              </a:ext>
            </a:extLst>
          </p:cNvPr>
          <p:cNvSpPr>
            <a:spLocks noGrp="1"/>
          </p:cNvSpPr>
          <p:nvPr>
            <p:ph type="body" sz="quarter" idx="41"/>
          </p:nvPr>
        </p:nvSpPr>
        <p:spPr>
          <a:xfrm>
            <a:off x="548640" y="1124712"/>
            <a:ext cx="11091672" cy="292608"/>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5" name="Text Placeholder 14">
            <a:extLst>
              <a:ext uri="{FF2B5EF4-FFF2-40B4-BE49-F238E27FC236}">
                <a16:creationId xmlns:a16="http://schemas.microsoft.com/office/drawing/2014/main" id="{FC3E1B1C-BFB6-509F-0D82-C1AA2860E141}"/>
              </a:ext>
            </a:extLst>
          </p:cNvPr>
          <p:cNvSpPr>
            <a:spLocks noGrp="1"/>
          </p:cNvSpPr>
          <p:nvPr>
            <p:ph type="body" sz="quarter" idx="42"/>
          </p:nvPr>
        </p:nvSpPr>
        <p:spPr>
          <a:xfrm>
            <a:off x="539748" y="6019800"/>
            <a:ext cx="6858001" cy="292099"/>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7" name="Content Placeholder 16">
            <a:extLst>
              <a:ext uri="{FF2B5EF4-FFF2-40B4-BE49-F238E27FC236}">
                <a16:creationId xmlns:a16="http://schemas.microsoft.com/office/drawing/2014/main" id="{EE99AD3F-BADC-0A62-5455-2F629230E03A}"/>
              </a:ext>
            </a:extLst>
          </p:cNvPr>
          <p:cNvSpPr>
            <a:spLocks noGrp="1"/>
          </p:cNvSpPr>
          <p:nvPr>
            <p:ph sz="quarter" idx="43"/>
          </p:nvPr>
        </p:nvSpPr>
        <p:spPr>
          <a:xfrm>
            <a:off x="546100" y="3295650"/>
            <a:ext cx="5445125" cy="243763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5" name="Content Placeholder 24">
            <a:extLst>
              <a:ext uri="{FF2B5EF4-FFF2-40B4-BE49-F238E27FC236}">
                <a16:creationId xmlns:a16="http://schemas.microsoft.com/office/drawing/2014/main" id="{F13C4FDE-A81E-EF79-BD4B-61C6431C7630}"/>
              </a:ext>
            </a:extLst>
          </p:cNvPr>
          <p:cNvSpPr>
            <a:spLocks noGrp="1"/>
          </p:cNvSpPr>
          <p:nvPr>
            <p:ph sz="quarter" idx="44"/>
          </p:nvPr>
        </p:nvSpPr>
        <p:spPr>
          <a:xfrm>
            <a:off x="6200776" y="3295650"/>
            <a:ext cx="5437185" cy="243763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7" name="Text Placeholder 26">
            <a:extLst>
              <a:ext uri="{FF2B5EF4-FFF2-40B4-BE49-F238E27FC236}">
                <a16:creationId xmlns:a16="http://schemas.microsoft.com/office/drawing/2014/main" id="{79AA7307-4097-61A7-6D7C-E1E31662FD7C}"/>
              </a:ext>
            </a:extLst>
          </p:cNvPr>
          <p:cNvSpPr>
            <a:spLocks noGrp="1"/>
          </p:cNvSpPr>
          <p:nvPr>
            <p:ph type="body" sz="quarter" idx="45"/>
          </p:nvPr>
        </p:nvSpPr>
        <p:spPr>
          <a:xfrm>
            <a:off x="538161" y="2714625"/>
            <a:ext cx="5451477" cy="298450"/>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29" name="Text Placeholder 28">
            <a:extLst>
              <a:ext uri="{FF2B5EF4-FFF2-40B4-BE49-F238E27FC236}">
                <a16:creationId xmlns:a16="http://schemas.microsoft.com/office/drawing/2014/main" id="{B89766A0-7AF7-514F-D906-7F7B54DCA000}"/>
              </a:ext>
            </a:extLst>
          </p:cNvPr>
          <p:cNvSpPr>
            <a:spLocks noGrp="1"/>
          </p:cNvSpPr>
          <p:nvPr>
            <p:ph type="body" sz="quarter" idx="46"/>
          </p:nvPr>
        </p:nvSpPr>
        <p:spPr>
          <a:xfrm>
            <a:off x="6194425" y="2717037"/>
            <a:ext cx="5443537" cy="292099"/>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FC6A18EC-AED9-1350-32B5-41C72EDE16B6}"/>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BFD7372B-5D2C-A08F-55CC-0B7DC774A0AB}"/>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EBE50351-8C51-8AE5-BF1F-55E5D6C48C72}"/>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9562D3D5-67A6-A1D4-97E0-808B7274C87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7FC365DE-9490-9172-82CF-5DC9D4562B27}"/>
                </a:ext>
              </a:extLst>
            </p:cNvPr>
            <p:cNvGrpSpPr/>
            <p:nvPr userDrawn="1"/>
          </p:nvGrpSpPr>
          <p:grpSpPr>
            <a:xfrm>
              <a:off x="12442019" y="3791214"/>
              <a:ext cx="382660" cy="2882942"/>
              <a:chOff x="14001569" y="3716048"/>
              <a:chExt cx="316248" cy="3171236"/>
            </a:xfrm>
          </p:grpSpPr>
          <p:sp>
            <p:nvSpPr>
              <p:cNvPr id="31" name="Rectangle 30">
                <a:extLst>
                  <a:ext uri="{FF2B5EF4-FFF2-40B4-BE49-F238E27FC236}">
                    <a16:creationId xmlns:a16="http://schemas.microsoft.com/office/drawing/2014/main" id="{8882AD45-698E-70CB-17D1-587EE5AE59AD}"/>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BFFA1A75-FB53-20FE-3ED9-C6EDEE22E6AC}"/>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FACDD65A-1615-E938-0506-11AC5E1B45D3}"/>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11927EF9-5ECB-843E-F993-4BAFA47E38CB}"/>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948CDEAD-31F7-397A-DBC0-2F59ABFB24B3}"/>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64236B49-3CB8-C735-2E57-F611A4C052F3}"/>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B00137F1-81DD-EB0B-4FF1-B61270BEE152}"/>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863FD889-A09D-B32D-A22A-4E7A376D149A}"/>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2E2405E5-C190-530A-8999-CDD2092A1255}"/>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DC4B617B-CAC1-B1EA-B7D4-53B38C6F1C03}"/>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D6C0CA5E-D6F9-E1A9-1CC9-B443AFF50F8C}"/>
                </a:ext>
              </a:extLst>
            </p:cNvPr>
            <p:cNvGrpSpPr/>
            <p:nvPr userDrawn="1"/>
          </p:nvGrpSpPr>
          <p:grpSpPr>
            <a:xfrm>
              <a:off x="12442019" y="198485"/>
              <a:ext cx="382660" cy="2882942"/>
              <a:chOff x="12742785" y="3716048"/>
              <a:chExt cx="316248" cy="3171236"/>
            </a:xfrm>
          </p:grpSpPr>
          <p:sp>
            <p:nvSpPr>
              <p:cNvPr id="16" name="Rectangle 15">
                <a:extLst>
                  <a:ext uri="{FF2B5EF4-FFF2-40B4-BE49-F238E27FC236}">
                    <a16:creationId xmlns:a16="http://schemas.microsoft.com/office/drawing/2014/main" id="{59D09A18-5DF1-C399-2F4B-027D20FCAC53}"/>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D3AF6DBB-3187-2668-35A8-4237B18E7254}"/>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6986B53E-B466-FA4A-6C85-D03665F27A58}"/>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31EE5D29-073B-7950-7C7D-6A75585C5721}"/>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4FB9F544-6991-ECAE-29D3-DCD66FB06DBB}"/>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A76FE11E-E81A-884D-8743-D3630523BA50}"/>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E694A4B1-8689-3A3A-6DF0-61081F3A9BA0}"/>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FD76F88A-826C-9906-BB81-FBF53B17CC87}"/>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7567DEEA-F18A-070F-855C-5A01F5098BED}"/>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4AD937D9-CD1B-BE81-42DB-B5B538C4A94A}"/>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22ECC6EB-3F2F-E31D-2C2F-BE5F05DFDF55}"/>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1" name="TextBox 40">
            <a:extLst>
              <a:ext uri="{FF2B5EF4-FFF2-40B4-BE49-F238E27FC236}">
                <a16:creationId xmlns:a16="http://schemas.microsoft.com/office/drawing/2014/main" id="{F34B3449-F102-4F03-F990-3188C4038DF7}"/>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4270794092"/>
      </p:ext>
    </p:extLst>
  </p:cSld>
  <p:clrMapOvr>
    <a:masterClrMapping/>
  </p:clrMapOvr>
</p:sldLayout>
</file>

<file path=ppt/slideLayouts/slideLayout123.xml><?xml version="1.0" encoding="utf-8"?>
<p:sldLayout xmlns:a="http://schemas.openxmlformats.org/drawingml/2006/main" xmlns:r="http://schemas.openxmlformats.org/officeDocument/2006/relationships" xmlns:p="http://schemas.openxmlformats.org/presentationml/2006/main" preserve="1" userDrawn="1">
  <p:cSld name="2 Column, Split Right">
    <p:spTree>
      <p:nvGrpSpPr>
        <p:cNvPr id="1" name=""/>
        <p:cNvGrpSpPr/>
        <p:nvPr/>
      </p:nvGrpSpPr>
      <p:grpSpPr>
        <a:xfrm>
          <a:off x="0" y="0"/>
          <a:ext cx="0" cy="0"/>
          <a:chOff x="0" y="0"/>
          <a:chExt cx="0" cy="0"/>
        </a:xfrm>
      </p:grpSpPr>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2" name="Title 11">
            <a:extLst>
              <a:ext uri="{FF2B5EF4-FFF2-40B4-BE49-F238E27FC236}">
                <a16:creationId xmlns:a16="http://schemas.microsoft.com/office/drawing/2014/main" id="{8D19B5F2-6756-55DC-BEE5-E7E670D49ACA}"/>
              </a:ext>
            </a:extLst>
          </p:cNvPr>
          <p:cNvSpPr>
            <a:spLocks noGrp="1"/>
          </p:cNvSpPr>
          <p:nvPr>
            <p:ph type="title"/>
          </p:nvPr>
        </p:nvSpPr>
        <p:spPr/>
        <p:txBody>
          <a:bodyPr/>
          <a:lstStyle/>
          <a:p>
            <a:r>
              <a:rPr lang="en-US"/>
              <a:t>Click to edit Master title style</a:t>
            </a:r>
          </a:p>
        </p:txBody>
      </p:sp>
      <p:sp>
        <p:nvSpPr>
          <p:cNvPr id="4" name="Freeform 5">
            <a:extLst>
              <a:ext uri="{FF2B5EF4-FFF2-40B4-BE49-F238E27FC236}">
                <a16:creationId xmlns:a16="http://schemas.microsoft.com/office/drawing/2014/main" id="{8ED44C0D-92D1-75F9-458B-D180FE9F59C8}"/>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4" name="Text Placeholder 10">
            <a:extLst>
              <a:ext uri="{FF2B5EF4-FFF2-40B4-BE49-F238E27FC236}">
                <a16:creationId xmlns:a16="http://schemas.microsoft.com/office/drawing/2014/main" id="{48414F29-27E4-4DBB-3173-E9D3EF4CC95C}"/>
              </a:ext>
            </a:extLst>
          </p:cNvPr>
          <p:cNvSpPr>
            <a:spLocks noGrp="1"/>
          </p:cNvSpPr>
          <p:nvPr>
            <p:ph type="body" sz="quarter" idx="21"/>
          </p:nvPr>
        </p:nvSpPr>
        <p:spPr>
          <a:xfrm>
            <a:off x="548640" y="1127125"/>
            <a:ext cx="1109167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6" name="Text Placeholder 15">
            <a:extLst>
              <a:ext uri="{FF2B5EF4-FFF2-40B4-BE49-F238E27FC236}">
                <a16:creationId xmlns:a16="http://schemas.microsoft.com/office/drawing/2014/main" id="{B81373EC-AE8A-5B25-87D5-D572EA8ACE5F}"/>
              </a:ext>
            </a:extLst>
          </p:cNvPr>
          <p:cNvSpPr>
            <a:spLocks noGrp="1"/>
          </p:cNvSpPr>
          <p:nvPr>
            <p:ph type="body" sz="quarter" idx="22"/>
          </p:nvPr>
        </p:nvSpPr>
        <p:spPr>
          <a:xfrm>
            <a:off x="546100" y="6019800"/>
            <a:ext cx="685165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7" name="Content Placeholder 22">
            <a:extLst>
              <a:ext uri="{FF2B5EF4-FFF2-40B4-BE49-F238E27FC236}">
                <a16:creationId xmlns:a16="http://schemas.microsoft.com/office/drawing/2014/main" id="{6F420E2B-2A9E-7565-8D5D-70095A93099F}"/>
              </a:ext>
            </a:extLst>
          </p:cNvPr>
          <p:cNvSpPr>
            <a:spLocks noGrp="1"/>
          </p:cNvSpPr>
          <p:nvPr>
            <p:ph sz="quarter" idx="23"/>
          </p:nvPr>
        </p:nvSpPr>
        <p:spPr>
          <a:xfrm>
            <a:off x="546100" y="1849438"/>
            <a:ext cx="3524249"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8" name="Content Placeholder 24">
            <a:extLst>
              <a:ext uri="{FF2B5EF4-FFF2-40B4-BE49-F238E27FC236}">
                <a16:creationId xmlns:a16="http://schemas.microsoft.com/office/drawing/2014/main" id="{2A2549F7-6A27-1EA2-0010-4F6705CEC0FC}"/>
              </a:ext>
            </a:extLst>
          </p:cNvPr>
          <p:cNvSpPr>
            <a:spLocks noGrp="1"/>
          </p:cNvSpPr>
          <p:nvPr>
            <p:ph sz="quarter" idx="24"/>
          </p:nvPr>
        </p:nvSpPr>
        <p:spPr>
          <a:xfrm>
            <a:off x="4330541" y="1849438"/>
            <a:ext cx="7307422"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Footer Placeholder 7">
            <a:extLst>
              <a:ext uri="{FF2B5EF4-FFF2-40B4-BE49-F238E27FC236}">
                <a16:creationId xmlns:a16="http://schemas.microsoft.com/office/drawing/2014/main" id="{3C8C71E0-2592-50F3-059F-AB797ABBBFCA}"/>
              </a:ext>
            </a:extLst>
          </p:cNvPr>
          <p:cNvSpPr>
            <a:spLocks noGrp="1"/>
          </p:cNvSpPr>
          <p:nvPr>
            <p:ph type="ftr" sz="quarter" idx="11"/>
          </p:nvPr>
        </p:nvSpPr>
        <p:spPr>
          <a:xfrm>
            <a:off x="4781550" y="6311900"/>
            <a:ext cx="5448300" cy="269875"/>
          </a:xfrm>
        </p:spPr>
        <p:txBody>
          <a:bodyPr/>
          <a:lstStyle/>
          <a:p>
            <a:r>
              <a:rPr lang="en-US"/>
              <a:t>SG Product Update</a:t>
            </a:r>
          </a:p>
        </p:txBody>
      </p:sp>
      <p:grpSp>
        <p:nvGrpSpPr>
          <p:cNvPr id="3" name="Group 2">
            <a:extLst>
              <a:ext uri="{FF2B5EF4-FFF2-40B4-BE49-F238E27FC236}">
                <a16:creationId xmlns:a16="http://schemas.microsoft.com/office/drawing/2014/main" id="{894C04EB-33E3-8AE8-A920-1617E0AE718E}"/>
              </a:ext>
            </a:extLst>
          </p:cNvPr>
          <p:cNvGrpSpPr/>
          <p:nvPr userDrawn="1"/>
        </p:nvGrpSpPr>
        <p:grpSpPr>
          <a:xfrm>
            <a:off x="12356815" y="0"/>
            <a:ext cx="756834" cy="6872642"/>
            <a:chOff x="12356815" y="0"/>
            <a:chExt cx="756834" cy="6872642"/>
          </a:xfrm>
        </p:grpSpPr>
        <p:sp>
          <p:nvSpPr>
            <p:cNvPr id="5" name="Rectangle 4">
              <a:extLst>
                <a:ext uri="{FF2B5EF4-FFF2-40B4-BE49-F238E27FC236}">
                  <a16:creationId xmlns:a16="http://schemas.microsoft.com/office/drawing/2014/main" id="{D998EA6E-D237-1723-8897-6000BF285179}"/>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7B7B4D9E-C20D-55AE-027B-6E9FB831930D}"/>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FE7CA79D-1876-FBA1-86A4-FDF25A7232EF}"/>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8" name="Group 7">
              <a:extLst>
                <a:ext uri="{FF2B5EF4-FFF2-40B4-BE49-F238E27FC236}">
                  <a16:creationId xmlns:a16="http://schemas.microsoft.com/office/drawing/2014/main" id="{13C3734D-B5A2-5864-C02B-F37A35CFD461}"/>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8D2AFADB-F49E-6AF7-3E23-367A5E5F050B}"/>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311B11D2-D87A-1DFF-C383-8813989B7D6B}"/>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96E248FC-64FF-DC1D-51D3-14CC7F5F874D}"/>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82E7F159-FB49-35D9-37EC-140BC7EAD394}"/>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3744DEB4-7A12-8115-FADA-23E3356ECEF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A9AA57D0-A35C-EBDA-FB8C-BE35E22D120E}"/>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D56FBDAF-9F69-A763-39EB-456BE8A2F456}"/>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C7C0AF07-21E8-8D7B-712B-6D7CE9648C0C}"/>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E7EB4317-5EC2-415C-B52D-220C5C88CFD0}"/>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AB10C1EC-C0B9-13C7-7A8E-B73EA273CC50}"/>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13F0BB96-2029-919C-27BA-734AC0BFCACD}"/>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ACBE1EBB-1B1E-B79E-F01E-0D6CED1EC2F2}"/>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DC682B58-B4B6-9839-1A52-675DD0C55833}"/>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D41D0C6D-12E9-8B26-ABC9-EC82DACEC0E6}"/>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6CEEB411-BF29-A6B8-2CC8-82B53C925C13}"/>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CEB66F62-546A-4D71-1A3D-A6477F0DC4E0}"/>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4B1DF919-AD82-9BE3-4F3D-C2F550EE4A4B}"/>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AA328EA1-AB8B-65FB-8DA6-8A326AA07B08}"/>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E2ED62A8-0D64-1B29-6E31-A982320C7E08}"/>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F7EB7E13-897F-9DD1-49F2-CE0C4DC66790}"/>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A307BE49-FE67-43FB-35A9-E3749545D637}"/>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1" name="TextBox 10">
              <a:extLst>
                <a:ext uri="{FF2B5EF4-FFF2-40B4-BE49-F238E27FC236}">
                  <a16:creationId xmlns:a16="http://schemas.microsoft.com/office/drawing/2014/main" id="{39185C04-CE2C-B5DA-CCA5-B37345E75AB1}"/>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A6FEFC5E-C7C8-083E-67C4-9AD40D97744C}"/>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407139836"/>
      </p:ext>
    </p:extLst>
  </p:cSld>
  <p:clrMapOvr>
    <a:masterClrMapping/>
  </p:clrMapOvr>
</p:sldLayout>
</file>

<file path=ppt/slideLayouts/slideLayout124.xml><?xml version="1.0" encoding="utf-8"?>
<p:sldLayout xmlns:a="http://schemas.openxmlformats.org/drawingml/2006/main" xmlns:r="http://schemas.openxmlformats.org/officeDocument/2006/relationships" xmlns:p="http://schemas.openxmlformats.org/presentationml/2006/main" preserve="1" userDrawn="1">
  <p:cSld name="2 Column, Split Right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9" name="Title 18">
            <a:extLst>
              <a:ext uri="{FF2B5EF4-FFF2-40B4-BE49-F238E27FC236}">
                <a16:creationId xmlns:a16="http://schemas.microsoft.com/office/drawing/2014/main" id="{4127724E-0B84-AA37-D926-B3D06E81CABD}"/>
              </a:ext>
            </a:extLst>
          </p:cNvPr>
          <p:cNvSpPr>
            <a:spLocks noGrp="1"/>
          </p:cNvSpPr>
          <p:nvPr>
            <p:ph type="title"/>
          </p:nvPr>
        </p:nvSpPr>
        <p:spPr/>
        <p:txBody>
          <a:bodyPr/>
          <a:lstStyle/>
          <a:p>
            <a:r>
              <a:rPr lang="en-US"/>
              <a:t>Click to edit Master title style</a:t>
            </a:r>
          </a:p>
        </p:txBody>
      </p:sp>
      <p:sp>
        <p:nvSpPr>
          <p:cNvPr id="4" name="Freeform 5">
            <a:extLst>
              <a:ext uri="{FF2B5EF4-FFF2-40B4-BE49-F238E27FC236}">
                <a16:creationId xmlns:a16="http://schemas.microsoft.com/office/drawing/2014/main" id="{076869E4-6FE8-072A-3700-20BFBA1437F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1" name="Text Placeholder 11">
            <a:extLst>
              <a:ext uri="{FF2B5EF4-FFF2-40B4-BE49-F238E27FC236}">
                <a16:creationId xmlns:a16="http://schemas.microsoft.com/office/drawing/2014/main" id="{5C728F5B-E1E8-3C29-EDD5-AA886A74A6C3}"/>
              </a:ext>
            </a:extLst>
          </p:cNvPr>
          <p:cNvSpPr>
            <a:spLocks noGrp="1"/>
          </p:cNvSpPr>
          <p:nvPr>
            <p:ph type="body" sz="quarter" idx="21"/>
          </p:nvPr>
        </p:nvSpPr>
        <p:spPr>
          <a:xfrm>
            <a:off x="548640" y="1127125"/>
            <a:ext cx="11095038" cy="292608"/>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2" name="Text Placeholder 13">
            <a:extLst>
              <a:ext uri="{FF2B5EF4-FFF2-40B4-BE49-F238E27FC236}">
                <a16:creationId xmlns:a16="http://schemas.microsoft.com/office/drawing/2014/main" id="{D437BE9A-8A37-12FD-FF09-D132746CA34A}"/>
              </a:ext>
            </a:extLst>
          </p:cNvPr>
          <p:cNvSpPr>
            <a:spLocks noGrp="1"/>
          </p:cNvSpPr>
          <p:nvPr>
            <p:ph type="body" sz="quarter" idx="22"/>
          </p:nvPr>
        </p:nvSpPr>
        <p:spPr>
          <a:xfrm>
            <a:off x="539750" y="6019801"/>
            <a:ext cx="6858000"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3" name="Content Placeholder 29">
            <a:extLst>
              <a:ext uri="{FF2B5EF4-FFF2-40B4-BE49-F238E27FC236}">
                <a16:creationId xmlns:a16="http://schemas.microsoft.com/office/drawing/2014/main" id="{DF7192E9-18E0-4BBC-6544-BEEF161CD9BF}"/>
              </a:ext>
            </a:extLst>
          </p:cNvPr>
          <p:cNvSpPr>
            <a:spLocks noGrp="1"/>
          </p:cNvSpPr>
          <p:nvPr>
            <p:ph sz="quarter" idx="27"/>
          </p:nvPr>
        </p:nvSpPr>
        <p:spPr>
          <a:xfrm>
            <a:off x="539750" y="2425700"/>
            <a:ext cx="3516311"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4" name="Content Placeholder 31">
            <a:extLst>
              <a:ext uri="{FF2B5EF4-FFF2-40B4-BE49-F238E27FC236}">
                <a16:creationId xmlns:a16="http://schemas.microsoft.com/office/drawing/2014/main" id="{D9F0FF52-13E2-E833-F9CE-AC3FA1D713DD}"/>
              </a:ext>
            </a:extLst>
          </p:cNvPr>
          <p:cNvSpPr>
            <a:spLocks noGrp="1"/>
          </p:cNvSpPr>
          <p:nvPr>
            <p:ph sz="quarter" idx="28"/>
          </p:nvPr>
        </p:nvSpPr>
        <p:spPr>
          <a:xfrm>
            <a:off x="4337686" y="2425700"/>
            <a:ext cx="7300277"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Text Placeholder 33">
            <a:extLst>
              <a:ext uri="{FF2B5EF4-FFF2-40B4-BE49-F238E27FC236}">
                <a16:creationId xmlns:a16="http://schemas.microsoft.com/office/drawing/2014/main" id="{08AA2D12-29FA-271A-D47B-631180E59030}"/>
              </a:ext>
            </a:extLst>
          </p:cNvPr>
          <p:cNvSpPr>
            <a:spLocks noGrp="1"/>
          </p:cNvSpPr>
          <p:nvPr>
            <p:ph type="body" sz="quarter" idx="29"/>
          </p:nvPr>
        </p:nvSpPr>
        <p:spPr>
          <a:xfrm>
            <a:off x="539751" y="1849436"/>
            <a:ext cx="3520418" cy="296861"/>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16" name="Text Placeholder 35">
            <a:extLst>
              <a:ext uri="{FF2B5EF4-FFF2-40B4-BE49-F238E27FC236}">
                <a16:creationId xmlns:a16="http://schemas.microsoft.com/office/drawing/2014/main" id="{92CE57A3-BE6C-DBDE-1A82-38D8E92441DD}"/>
              </a:ext>
            </a:extLst>
          </p:cNvPr>
          <p:cNvSpPr>
            <a:spLocks noGrp="1"/>
          </p:cNvSpPr>
          <p:nvPr>
            <p:ph type="body" sz="quarter" idx="30"/>
          </p:nvPr>
        </p:nvSpPr>
        <p:spPr>
          <a:xfrm>
            <a:off x="4337688" y="1849436"/>
            <a:ext cx="7300274" cy="296862"/>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FCAE5B51-3259-242E-EA6E-8565E905095E}"/>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E6E4FD02-E3CB-871F-B47A-F8AADEB9B38A}"/>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896268B9-B080-E5B1-E677-E783019B431B}"/>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FCD4C5FE-8505-03A8-9D2B-111F65D6CF1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D6BCFBD6-53AA-FCCB-3BA0-516E1E9B978F}"/>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CAAFFF4E-B653-18E6-ADF4-BE54B7BCBDEE}"/>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47FF2AD4-16CE-2BD2-7E0A-CE3B729507D7}"/>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7E80EBC9-C48D-53CE-12B6-AB5ABA0FAF93}"/>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EE6EA688-839C-F60E-5C7D-9F64B48A1C30}"/>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680E1C1F-6264-89C8-CCDE-B48A4C4EAB4E}"/>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15F9A371-2F8D-D9A0-EA8D-DED50970E363}"/>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22D28701-865B-ADC7-F809-C3B57B86CDCD}"/>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3A1E8ABF-DB3A-6F2E-A1D5-5F23C1A78495}"/>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C32A0EA3-8C4A-5F77-8D71-87E8682A2624}"/>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897C3781-EFDD-D283-7287-9263A1C25C4B}"/>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714D0608-C55A-9734-DE46-60DA77CAD87D}"/>
                </a:ext>
              </a:extLst>
            </p:cNvPr>
            <p:cNvGrpSpPr/>
            <p:nvPr userDrawn="1"/>
          </p:nvGrpSpPr>
          <p:grpSpPr>
            <a:xfrm>
              <a:off x="12442019" y="198485"/>
              <a:ext cx="382660" cy="2882942"/>
              <a:chOff x="12742785" y="3716048"/>
              <a:chExt cx="316248" cy="3171236"/>
            </a:xfrm>
          </p:grpSpPr>
          <p:sp>
            <p:nvSpPr>
              <p:cNvPr id="18" name="Rectangle 17">
                <a:extLst>
                  <a:ext uri="{FF2B5EF4-FFF2-40B4-BE49-F238E27FC236}">
                    <a16:creationId xmlns:a16="http://schemas.microsoft.com/office/drawing/2014/main" id="{AED6AC5E-8D05-64F7-EFFE-9088EE373A48}"/>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C2EDCB68-78F6-C63F-9691-7C0837CE11DD}"/>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DD4D0716-5832-A601-DC11-A30877DEC5BB}"/>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E3C2A879-ECA5-121C-A341-16866B470EE8}"/>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04C7A15C-20C0-DE00-725B-014A92EA2FC5}"/>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607B77F4-3594-1669-E0ED-B47B224AA026}"/>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6F27CE5C-D80F-7B4B-0DC6-55D0B3FF3DF9}"/>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95187BB2-11B2-CBAB-3303-A674F6BDA391}"/>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B7ACC534-7BE7-B432-E434-6F014123DF80}"/>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029225B2-3682-1889-C676-CC116AB3B09B}"/>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7" name="TextBox 16">
              <a:extLst>
                <a:ext uri="{FF2B5EF4-FFF2-40B4-BE49-F238E27FC236}">
                  <a16:creationId xmlns:a16="http://schemas.microsoft.com/office/drawing/2014/main" id="{C2E4BE49-3AB2-0135-7AC8-602A517C0571}"/>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6DDE84CE-3D41-B9B6-6053-80FFBF3A1F68}"/>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985672111"/>
      </p:ext>
    </p:extLst>
  </p:cSld>
  <p:clrMapOvr>
    <a:masterClrMapping/>
  </p:clrMapOvr>
</p:sldLayout>
</file>

<file path=ppt/slideLayouts/slideLayout125.xml><?xml version="1.0" encoding="utf-8"?>
<p:sldLayout xmlns:a="http://schemas.openxmlformats.org/drawingml/2006/main" xmlns:r="http://schemas.openxmlformats.org/officeDocument/2006/relationships" xmlns:p="http://schemas.openxmlformats.org/presentationml/2006/main" preserve="1" userDrawn="1">
  <p:cSld name="2 Column, Split Left">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5" name="Title 4">
            <a:extLst>
              <a:ext uri="{FF2B5EF4-FFF2-40B4-BE49-F238E27FC236}">
                <a16:creationId xmlns:a16="http://schemas.microsoft.com/office/drawing/2014/main" id="{FEDB0BC8-832D-FCF8-A69B-2C85E902AFF7}"/>
              </a:ext>
            </a:extLst>
          </p:cNvPr>
          <p:cNvSpPr>
            <a:spLocks noGrp="1"/>
          </p:cNvSpPr>
          <p:nvPr>
            <p:ph type="title"/>
          </p:nvPr>
        </p:nvSpPr>
        <p:spPr/>
        <p:txBody>
          <a:bodyPr/>
          <a:lstStyle/>
          <a:p>
            <a:r>
              <a:rPr lang="en-US"/>
              <a:t>Click to edit Master title style</a:t>
            </a:r>
          </a:p>
        </p:txBody>
      </p:sp>
      <p:sp>
        <p:nvSpPr>
          <p:cNvPr id="4" name="Freeform 5">
            <a:extLst>
              <a:ext uri="{FF2B5EF4-FFF2-40B4-BE49-F238E27FC236}">
                <a16:creationId xmlns:a16="http://schemas.microsoft.com/office/drawing/2014/main" id="{7472A942-DCD2-7E19-26F4-1DD113420ED0}"/>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4" name="Text Placeholder 10">
            <a:extLst>
              <a:ext uri="{FF2B5EF4-FFF2-40B4-BE49-F238E27FC236}">
                <a16:creationId xmlns:a16="http://schemas.microsoft.com/office/drawing/2014/main" id="{F9DE8466-9524-5260-777B-27EB7449C0BA}"/>
              </a:ext>
            </a:extLst>
          </p:cNvPr>
          <p:cNvSpPr>
            <a:spLocks noGrp="1"/>
          </p:cNvSpPr>
          <p:nvPr>
            <p:ph type="body" sz="quarter" idx="21"/>
          </p:nvPr>
        </p:nvSpPr>
        <p:spPr>
          <a:xfrm>
            <a:off x="548640" y="1127125"/>
            <a:ext cx="1109167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6" name="Text Placeholder 15">
            <a:extLst>
              <a:ext uri="{FF2B5EF4-FFF2-40B4-BE49-F238E27FC236}">
                <a16:creationId xmlns:a16="http://schemas.microsoft.com/office/drawing/2014/main" id="{C8E82BB7-912C-BDF2-041D-1CF0F86357C0}"/>
              </a:ext>
            </a:extLst>
          </p:cNvPr>
          <p:cNvSpPr>
            <a:spLocks noGrp="1"/>
          </p:cNvSpPr>
          <p:nvPr>
            <p:ph type="body" sz="quarter" idx="22"/>
          </p:nvPr>
        </p:nvSpPr>
        <p:spPr>
          <a:xfrm>
            <a:off x="546100" y="6019800"/>
            <a:ext cx="685165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7" name="Content Placeholder 22">
            <a:extLst>
              <a:ext uri="{FF2B5EF4-FFF2-40B4-BE49-F238E27FC236}">
                <a16:creationId xmlns:a16="http://schemas.microsoft.com/office/drawing/2014/main" id="{A1943844-20A2-F090-70FC-9F445822268A}"/>
              </a:ext>
            </a:extLst>
          </p:cNvPr>
          <p:cNvSpPr>
            <a:spLocks noGrp="1"/>
          </p:cNvSpPr>
          <p:nvPr>
            <p:ph sz="quarter" idx="23"/>
          </p:nvPr>
        </p:nvSpPr>
        <p:spPr>
          <a:xfrm>
            <a:off x="546100" y="1849438"/>
            <a:ext cx="7326312"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8" name="Content Placeholder 24">
            <a:extLst>
              <a:ext uri="{FF2B5EF4-FFF2-40B4-BE49-F238E27FC236}">
                <a16:creationId xmlns:a16="http://schemas.microsoft.com/office/drawing/2014/main" id="{F46CA1E9-3B79-03D7-0EE9-A3FE6A5AF033}"/>
              </a:ext>
            </a:extLst>
          </p:cNvPr>
          <p:cNvSpPr>
            <a:spLocks noGrp="1"/>
          </p:cNvSpPr>
          <p:nvPr>
            <p:ph sz="quarter" idx="24"/>
          </p:nvPr>
        </p:nvSpPr>
        <p:spPr>
          <a:xfrm>
            <a:off x="8220075" y="1849438"/>
            <a:ext cx="3417888"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033367F7-D90F-960F-CB36-ED9AE4832919}"/>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33731429-B62B-D2F4-0CB0-02DBAD12886C}"/>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078EFC7B-8EC8-B275-42CD-64186FFD71A4}"/>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971F8AE5-DCFE-BC87-01D8-16D4DA2AF71A}"/>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33AAB715-0FAE-9A98-099D-4056E1D335D9}"/>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8C82AA47-68F6-2177-8FE3-D42F5BA26534}"/>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3DBBF328-777C-25A5-D158-B00312B1FB23}"/>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E3CC54F3-5FC6-1ABF-F069-419D18D71CD1}"/>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8E24CDE3-A167-166C-6937-A04865EBCB3B}"/>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845EBDBC-36D7-BF08-148B-4A24D48F46D0}"/>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D9D13180-2AA2-D926-D69A-03E7A4D03304}"/>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54142BFC-B6E4-9908-79AA-178B5C100BC5}"/>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42D9D6CD-9BA6-4FF6-69D8-9CAE461D504A}"/>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30BF71E3-035B-1E9E-4479-7BF4E231A245}"/>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5912F333-9F00-484F-29C1-0A573521AA95}"/>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2ACBE616-9F96-BFE4-BA82-D76CCD81EB8F}"/>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39D8CC41-7BF7-CDE5-3AB7-719E4A068AC6}"/>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2435AA2B-B8AA-DBCC-91C2-1F0E770C01E3}"/>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D3F17853-B05A-D1F9-2C84-593F4BF19E3D}"/>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8D9757AB-95DF-05E4-37A0-507C6C0D18B5}"/>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35911C46-0EE8-69E5-45BC-8D276775F9AA}"/>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8DAC0F67-9771-26E9-E392-0AF77135F316}"/>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6BD5A7D1-3CA6-6E86-2A94-A783373CBE55}"/>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D097AF0B-ABBF-505A-C558-7CE396AE2257}"/>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7BD909C7-759A-198A-AD48-8960AE0F2339}"/>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3B74120E-6348-2801-4E0B-4E94E50A8BE4}"/>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8308443E-63C0-8A4A-8D48-CF16CD547795}"/>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6968F6E7-C79C-185C-997E-880A9303C848}"/>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117764933"/>
      </p:ext>
    </p:extLst>
  </p:cSld>
  <p:clrMapOvr>
    <a:masterClrMapping/>
  </p:clrMapOvr>
</p:sldLayout>
</file>

<file path=ppt/slideLayouts/slideLayout126.xml><?xml version="1.0" encoding="utf-8"?>
<p:sldLayout xmlns:a="http://schemas.openxmlformats.org/drawingml/2006/main" xmlns:r="http://schemas.openxmlformats.org/officeDocument/2006/relationships" xmlns:p="http://schemas.openxmlformats.org/presentationml/2006/main" preserve="1" userDrawn="1">
  <p:cSld name="2 Column, Split Left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5" name="Title 4">
            <a:extLst>
              <a:ext uri="{FF2B5EF4-FFF2-40B4-BE49-F238E27FC236}">
                <a16:creationId xmlns:a16="http://schemas.microsoft.com/office/drawing/2014/main" id="{B6E166BE-0A53-7F77-1DCC-AD1A78C2EB77}"/>
              </a:ext>
            </a:extLst>
          </p:cNvPr>
          <p:cNvSpPr>
            <a:spLocks noGrp="1"/>
          </p:cNvSpPr>
          <p:nvPr>
            <p:ph type="title"/>
          </p:nvPr>
        </p:nvSpPr>
        <p:spPr/>
        <p:txBody>
          <a:bodyPr/>
          <a:lstStyle/>
          <a:p>
            <a:r>
              <a:rPr lang="en-US"/>
              <a:t>Click to edit Master title style</a:t>
            </a:r>
          </a:p>
        </p:txBody>
      </p:sp>
      <p:sp>
        <p:nvSpPr>
          <p:cNvPr id="4" name="Freeform 5">
            <a:extLst>
              <a:ext uri="{FF2B5EF4-FFF2-40B4-BE49-F238E27FC236}">
                <a16:creationId xmlns:a16="http://schemas.microsoft.com/office/drawing/2014/main" id="{D5B0B17B-3FAA-1710-3603-FB4FC3C89648}"/>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2" name="Text Placeholder 11">
            <a:extLst>
              <a:ext uri="{FF2B5EF4-FFF2-40B4-BE49-F238E27FC236}">
                <a16:creationId xmlns:a16="http://schemas.microsoft.com/office/drawing/2014/main" id="{39956789-A368-206C-891C-9234628518A9}"/>
              </a:ext>
            </a:extLst>
          </p:cNvPr>
          <p:cNvSpPr>
            <a:spLocks noGrp="1"/>
          </p:cNvSpPr>
          <p:nvPr>
            <p:ph type="body" sz="quarter" idx="21"/>
          </p:nvPr>
        </p:nvSpPr>
        <p:spPr>
          <a:xfrm>
            <a:off x="548640" y="1127125"/>
            <a:ext cx="11095038" cy="292608"/>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3" name="Text Placeholder 13">
            <a:extLst>
              <a:ext uri="{FF2B5EF4-FFF2-40B4-BE49-F238E27FC236}">
                <a16:creationId xmlns:a16="http://schemas.microsoft.com/office/drawing/2014/main" id="{28027E45-9CB5-7484-0F70-49F140E7FA05}"/>
              </a:ext>
            </a:extLst>
          </p:cNvPr>
          <p:cNvSpPr>
            <a:spLocks noGrp="1"/>
          </p:cNvSpPr>
          <p:nvPr>
            <p:ph type="body" sz="quarter" idx="22"/>
          </p:nvPr>
        </p:nvSpPr>
        <p:spPr>
          <a:xfrm>
            <a:off x="539750" y="6019801"/>
            <a:ext cx="6858000"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4" name="Content Placeholder 29">
            <a:extLst>
              <a:ext uri="{FF2B5EF4-FFF2-40B4-BE49-F238E27FC236}">
                <a16:creationId xmlns:a16="http://schemas.microsoft.com/office/drawing/2014/main" id="{E8BB7705-DC57-1434-CECD-5A495C790A47}"/>
              </a:ext>
            </a:extLst>
          </p:cNvPr>
          <p:cNvSpPr>
            <a:spLocks noGrp="1"/>
          </p:cNvSpPr>
          <p:nvPr>
            <p:ph sz="quarter" idx="27"/>
          </p:nvPr>
        </p:nvSpPr>
        <p:spPr>
          <a:xfrm>
            <a:off x="554039" y="2425700"/>
            <a:ext cx="7318373"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Text Placeholder 33">
            <a:extLst>
              <a:ext uri="{FF2B5EF4-FFF2-40B4-BE49-F238E27FC236}">
                <a16:creationId xmlns:a16="http://schemas.microsoft.com/office/drawing/2014/main" id="{78775353-37B3-D36C-8C56-73152F79587F}"/>
              </a:ext>
            </a:extLst>
          </p:cNvPr>
          <p:cNvSpPr>
            <a:spLocks noGrp="1"/>
          </p:cNvSpPr>
          <p:nvPr>
            <p:ph type="body" sz="quarter" idx="29"/>
          </p:nvPr>
        </p:nvSpPr>
        <p:spPr>
          <a:xfrm>
            <a:off x="539750" y="1849436"/>
            <a:ext cx="7326921" cy="296861"/>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6BCD9226-B03B-6363-E737-039C4771C29B}"/>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04F5D147-0688-400D-BEA4-D4B1CDC331BB}"/>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EBF1CF0C-8DCE-965E-69B8-DDC8B214289B}"/>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BA6C528E-7AFB-3D2D-8055-DEAA4F58235E}"/>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A643156C-306C-A9CC-F67D-DF156419828D}"/>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85B97D66-5BFF-2D1D-F969-8E340C5DF203}"/>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DFDCE30A-3A35-29B7-F961-650F8157D19F}"/>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B41382A9-7735-38AB-A050-FAF6C0307EE7}"/>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243E134C-813F-E900-8FD1-96AEF0CA3B4F}"/>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0E55E2A0-FD4C-CBE6-A3BB-0DAD8C54146A}"/>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E2F39371-74AE-D2BE-08E2-1EDF17BE6D42}"/>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184E7671-E3DB-06B7-2D11-5257B233D18D}"/>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75068D8A-BC44-AAAC-45FD-9FA3113B9480}"/>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D1C483DF-42AD-B335-52FD-DA86BB388A23}"/>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4225072C-3267-1F4E-8401-54452337CED9}"/>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2B4C8E35-3D77-F6C8-9EDF-4AAF0A8B1B07}"/>
                </a:ext>
              </a:extLst>
            </p:cNvPr>
            <p:cNvGrpSpPr/>
            <p:nvPr userDrawn="1"/>
          </p:nvGrpSpPr>
          <p:grpSpPr>
            <a:xfrm>
              <a:off x="12442019" y="198485"/>
              <a:ext cx="382660" cy="2882942"/>
              <a:chOff x="12742785" y="3716048"/>
              <a:chExt cx="316248" cy="3171236"/>
            </a:xfrm>
          </p:grpSpPr>
          <p:sp>
            <p:nvSpPr>
              <p:cNvPr id="19" name="Rectangle 18">
                <a:extLst>
                  <a:ext uri="{FF2B5EF4-FFF2-40B4-BE49-F238E27FC236}">
                    <a16:creationId xmlns:a16="http://schemas.microsoft.com/office/drawing/2014/main" id="{A918A6BF-C221-7C74-ACA0-B68015BA0CE3}"/>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0566B0CD-53D9-A77B-407F-415AB28DDFD2}"/>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8FAAE55D-086B-B6E2-D5AB-5515E8C49C1C}"/>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4D430EB1-6692-AD69-1C88-430E7FEFB309}"/>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E03F286A-ED78-9E8D-9F56-32A9AE5D53C8}"/>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FBFCD6C8-0B0D-A3B9-1528-FD416536B5D9}"/>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99872003-86BC-2276-FDFA-8DE5CDE747DE}"/>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17D187CF-9D20-F7F3-3215-40318E7D7C8C}"/>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15DE2139-F0CD-42FB-04EB-877D772B3A8B}"/>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D73521EB-FDFF-68AB-0BF8-0986EA9BB7EE}"/>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7" name="TextBox 16">
              <a:extLst>
                <a:ext uri="{FF2B5EF4-FFF2-40B4-BE49-F238E27FC236}">
                  <a16:creationId xmlns:a16="http://schemas.microsoft.com/office/drawing/2014/main" id="{29B63B80-C836-FDE1-920A-5F68D8CAFBAD}"/>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87735117-80D3-B597-4846-CD3E66F94818}"/>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40" name="Content Placeholder 20">
            <a:extLst>
              <a:ext uri="{FF2B5EF4-FFF2-40B4-BE49-F238E27FC236}">
                <a16:creationId xmlns:a16="http://schemas.microsoft.com/office/drawing/2014/main" id="{2F44DA6F-4041-42E4-9E29-4286951689B4}"/>
              </a:ext>
            </a:extLst>
          </p:cNvPr>
          <p:cNvSpPr>
            <a:spLocks noGrp="1"/>
          </p:cNvSpPr>
          <p:nvPr>
            <p:ph sz="quarter" idx="25"/>
          </p:nvPr>
        </p:nvSpPr>
        <p:spPr>
          <a:xfrm>
            <a:off x="8138158" y="2425701"/>
            <a:ext cx="3499805" cy="344169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1" name="Text Placeholder 26">
            <a:extLst>
              <a:ext uri="{FF2B5EF4-FFF2-40B4-BE49-F238E27FC236}">
                <a16:creationId xmlns:a16="http://schemas.microsoft.com/office/drawing/2014/main" id="{71B633D1-43C7-B7E7-9FE8-C4342495A786}"/>
              </a:ext>
            </a:extLst>
          </p:cNvPr>
          <p:cNvSpPr>
            <a:spLocks noGrp="1"/>
          </p:cNvSpPr>
          <p:nvPr>
            <p:ph type="body" sz="quarter" idx="31"/>
          </p:nvPr>
        </p:nvSpPr>
        <p:spPr>
          <a:xfrm>
            <a:off x="8121653" y="1849436"/>
            <a:ext cx="3530596" cy="296862"/>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1451939423"/>
      </p:ext>
    </p:extLst>
  </p:cSld>
  <p:clrMapOvr>
    <a:masterClrMapping/>
  </p:clrMapOvr>
</p:sldLayout>
</file>

<file path=ppt/slideLayouts/slideLayout127.xml><?xml version="1.0" encoding="utf-8"?>
<p:sldLayout xmlns:a="http://schemas.openxmlformats.org/drawingml/2006/main" xmlns:r="http://schemas.openxmlformats.org/officeDocument/2006/relationships" xmlns:p="http://schemas.openxmlformats.org/presentationml/2006/main" preserve="1" userDrawn="1">
  <p:cSld name="3 Column">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5" name="Title 4">
            <a:extLst>
              <a:ext uri="{FF2B5EF4-FFF2-40B4-BE49-F238E27FC236}">
                <a16:creationId xmlns:a16="http://schemas.microsoft.com/office/drawing/2014/main" id="{4AAF8DFA-0F14-8785-78EE-DD8DD1562C33}"/>
              </a:ext>
            </a:extLst>
          </p:cNvPr>
          <p:cNvSpPr>
            <a:spLocks noGrp="1"/>
          </p:cNvSpPr>
          <p:nvPr>
            <p:ph type="title"/>
          </p:nvPr>
        </p:nvSpPr>
        <p:spPr/>
        <p:txBody>
          <a:bodyPr/>
          <a:lstStyle/>
          <a:p>
            <a:r>
              <a:rPr lang="en-US"/>
              <a:t>Click to edit Master title style</a:t>
            </a:r>
          </a:p>
        </p:txBody>
      </p:sp>
      <p:sp>
        <p:nvSpPr>
          <p:cNvPr id="4" name="Freeform 5">
            <a:extLst>
              <a:ext uri="{FF2B5EF4-FFF2-40B4-BE49-F238E27FC236}">
                <a16:creationId xmlns:a16="http://schemas.microsoft.com/office/drawing/2014/main" id="{EECD8680-6F2A-3CCE-4560-C8BE364FA7D1}"/>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6" name="Text Placeholder 10">
            <a:extLst>
              <a:ext uri="{FF2B5EF4-FFF2-40B4-BE49-F238E27FC236}">
                <a16:creationId xmlns:a16="http://schemas.microsoft.com/office/drawing/2014/main" id="{4521AD86-38BC-F263-3ED6-1AB6299844D4}"/>
              </a:ext>
            </a:extLst>
          </p:cNvPr>
          <p:cNvSpPr>
            <a:spLocks noGrp="1"/>
          </p:cNvSpPr>
          <p:nvPr>
            <p:ph type="body" sz="quarter" idx="21"/>
          </p:nvPr>
        </p:nvSpPr>
        <p:spPr>
          <a:xfrm>
            <a:off x="548640" y="1127125"/>
            <a:ext cx="1109167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7" name="Text Placeholder 15">
            <a:extLst>
              <a:ext uri="{FF2B5EF4-FFF2-40B4-BE49-F238E27FC236}">
                <a16:creationId xmlns:a16="http://schemas.microsoft.com/office/drawing/2014/main" id="{12FE50E3-7513-9736-28AF-9A454F8B04F6}"/>
              </a:ext>
            </a:extLst>
          </p:cNvPr>
          <p:cNvSpPr>
            <a:spLocks noGrp="1"/>
          </p:cNvSpPr>
          <p:nvPr>
            <p:ph type="body" sz="quarter" idx="22"/>
          </p:nvPr>
        </p:nvSpPr>
        <p:spPr>
          <a:xfrm>
            <a:off x="546100" y="6019800"/>
            <a:ext cx="685165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8" name="Content Placeholder 22">
            <a:extLst>
              <a:ext uri="{FF2B5EF4-FFF2-40B4-BE49-F238E27FC236}">
                <a16:creationId xmlns:a16="http://schemas.microsoft.com/office/drawing/2014/main" id="{DCF97E64-8DB2-6198-B460-E350D96243ED}"/>
              </a:ext>
            </a:extLst>
          </p:cNvPr>
          <p:cNvSpPr>
            <a:spLocks noGrp="1"/>
          </p:cNvSpPr>
          <p:nvPr>
            <p:ph sz="quarter" idx="23"/>
          </p:nvPr>
        </p:nvSpPr>
        <p:spPr>
          <a:xfrm>
            <a:off x="546100" y="1849438"/>
            <a:ext cx="3524249"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9" name="Content Placeholder 24">
            <a:extLst>
              <a:ext uri="{FF2B5EF4-FFF2-40B4-BE49-F238E27FC236}">
                <a16:creationId xmlns:a16="http://schemas.microsoft.com/office/drawing/2014/main" id="{4C915BCD-3D1D-852B-25D7-EEA4860AA307}"/>
              </a:ext>
            </a:extLst>
          </p:cNvPr>
          <p:cNvSpPr>
            <a:spLocks noGrp="1"/>
          </p:cNvSpPr>
          <p:nvPr>
            <p:ph sz="quarter" idx="24"/>
          </p:nvPr>
        </p:nvSpPr>
        <p:spPr>
          <a:xfrm>
            <a:off x="4344033" y="1849438"/>
            <a:ext cx="3520440"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1" name="Content Placeholder 20">
            <a:extLst>
              <a:ext uri="{FF2B5EF4-FFF2-40B4-BE49-F238E27FC236}">
                <a16:creationId xmlns:a16="http://schemas.microsoft.com/office/drawing/2014/main" id="{EAE08981-1E40-ECE5-28D7-BC196D49B683}"/>
              </a:ext>
            </a:extLst>
          </p:cNvPr>
          <p:cNvSpPr>
            <a:spLocks noGrp="1"/>
          </p:cNvSpPr>
          <p:nvPr>
            <p:ph sz="quarter" idx="25"/>
          </p:nvPr>
        </p:nvSpPr>
        <p:spPr>
          <a:xfrm>
            <a:off x="8138158" y="1849439"/>
            <a:ext cx="3499805" cy="401796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8B804BA9-F124-627A-589E-C7BC33A94EB6}"/>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9E20CA0A-7297-3310-2D00-70673267F6EB}"/>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675662B8-DEF3-2C97-127F-8D9D5A6AF145}"/>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C0165EF5-6E25-8FEA-1AE9-2E3F113D4DBA}"/>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1D7E2B7D-3CD3-A894-5E5B-EC743EF02D74}"/>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1B70C96D-67BA-A9C2-D987-5F6C4064D0D6}"/>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2F5A6E9F-534C-BCFF-175A-D9F2F88B6878}"/>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328479DF-FBF7-0668-349D-B0E0511E0278}"/>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720CE5E9-53E7-37FB-FF8D-15614448BC0F}"/>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DE88117B-C6A3-BC7B-1C67-5899943A0737}"/>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CA03D04C-80F8-D79F-3BC0-70774D8A770D}"/>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E9C7C548-03C4-AC74-0A43-F3306577B1F0}"/>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F1171AE0-8F45-02AD-8293-0E2A8F65E8FE}"/>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AFC970C1-F3E4-F07B-6149-5248618E5E96}"/>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14F0D045-9272-F0B9-3A21-DCFCFA01C49D}"/>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A9B00254-2C14-E9E6-BF8A-A8B798109376}"/>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F2C3C44F-7707-A717-9BC7-E0EC8576930C}"/>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4" name="Rectangle 13">
                <a:extLst>
                  <a:ext uri="{FF2B5EF4-FFF2-40B4-BE49-F238E27FC236}">
                    <a16:creationId xmlns:a16="http://schemas.microsoft.com/office/drawing/2014/main" id="{7D1A4214-FC37-709A-AA13-B6BE77812B1B}"/>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E262A651-442A-BB74-1A51-E6D1EB3DE53A}"/>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C87A145C-2AAC-42D2-F087-83D12A320D93}"/>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98641F46-43C7-FB04-CE2D-CAFB8D98965F}"/>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27EC4FB8-8427-8A68-5A62-FC11692D6ED8}"/>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D95C3846-36C3-5316-2575-7EED958A74F6}"/>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CBD6650B-C98F-4CF3-3912-5EBA51978A8F}"/>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88C31F23-C448-3349-1ECB-0883FB0D0C6A}"/>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10AC704F-3EAF-BAA4-DCFE-504524134AA9}"/>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F49A0B3C-01AF-56FF-2455-08789D75128E}"/>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A0E0C113-8642-A561-0FA9-4D76E5A5D2E1}"/>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223972263"/>
      </p:ext>
    </p:extLst>
  </p:cSld>
  <p:clrMapOvr>
    <a:masterClrMapping/>
  </p:clrMapOvr>
</p:sldLayout>
</file>

<file path=ppt/slideLayouts/slideLayout128.xml><?xml version="1.0" encoding="utf-8"?>
<p:sldLayout xmlns:a="http://schemas.openxmlformats.org/drawingml/2006/main" xmlns:r="http://schemas.openxmlformats.org/officeDocument/2006/relationships" xmlns:p="http://schemas.openxmlformats.org/presentationml/2006/main" preserve="1" userDrawn="1">
  <p:cSld name="3 Column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5" name="Title 4">
            <a:extLst>
              <a:ext uri="{FF2B5EF4-FFF2-40B4-BE49-F238E27FC236}">
                <a16:creationId xmlns:a16="http://schemas.microsoft.com/office/drawing/2014/main" id="{4D3A07AB-930B-F509-FF11-FF7EA66F18A9}"/>
              </a:ext>
            </a:extLst>
          </p:cNvPr>
          <p:cNvSpPr>
            <a:spLocks noGrp="1"/>
          </p:cNvSpPr>
          <p:nvPr>
            <p:ph type="title"/>
          </p:nvPr>
        </p:nvSpPr>
        <p:spPr/>
        <p:txBody>
          <a:bodyPr/>
          <a:lstStyle/>
          <a:p>
            <a:r>
              <a:rPr lang="en-US"/>
              <a:t>Click to edit Master title style</a:t>
            </a:r>
          </a:p>
        </p:txBody>
      </p:sp>
      <p:sp>
        <p:nvSpPr>
          <p:cNvPr id="4" name="Freeform 5">
            <a:extLst>
              <a:ext uri="{FF2B5EF4-FFF2-40B4-BE49-F238E27FC236}">
                <a16:creationId xmlns:a16="http://schemas.microsoft.com/office/drawing/2014/main" id="{8B69F93D-EF0B-4D4E-BBE4-C724E821A90D}"/>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2" name="Text Placeholder 10">
            <a:extLst>
              <a:ext uri="{FF2B5EF4-FFF2-40B4-BE49-F238E27FC236}">
                <a16:creationId xmlns:a16="http://schemas.microsoft.com/office/drawing/2014/main" id="{E7C5C99F-2E27-32AA-A2BB-FD22347F3EE1}"/>
              </a:ext>
            </a:extLst>
          </p:cNvPr>
          <p:cNvSpPr>
            <a:spLocks noGrp="1"/>
          </p:cNvSpPr>
          <p:nvPr>
            <p:ph type="body" sz="quarter" idx="21"/>
          </p:nvPr>
        </p:nvSpPr>
        <p:spPr>
          <a:xfrm>
            <a:off x="548640" y="1127125"/>
            <a:ext cx="1109167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3" name="Text Placeholder 15">
            <a:extLst>
              <a:ext uri="{FF2B5EF4-FFF2-40B4-BE49-F238E27FC236}">
                <a16:creationId xmlns:a16="http://schemas.microsoft.com/office/drawing/2014/main" id="{D7FBEDD3-5B7A-AD55-B261-024183A617D5}"/>
              </a:ext>
            </a:extLst>
          </p:cNvPr>
          <p:cNvSpPr>
            <a:spLocks noGrp="1"/>
          </p:cNvSpPr>
          <p:nvPr>
            <p:ph type="body" sz="quarter" idx="22"/>
          </p:nvPr>
        </p:nvSpPr>
        <p:spPr>
          <a:xfrm>
            <a:off x="546100" y="6019800"/>
            <a:ext cx="685165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4" name="Content Placeholder 22">
            <a:extLst>
              <a:ext uri="{FF2B5EF4-FFF2-40B4-BE49-F238E27FC236}">
                <a16:creationId xmlns:a16="http://schemas.microsoft.com/office/drawing/2014/main" id="{C12BF8D2-A9C1-A94F-0BD2-3090AFC52369}"/>
              </a:ext>
            </a:extLst>
          </p:cNvPr>
          <p:cNvSpPr>
            <a:spLocks noGrp="1"/>
          </p:cNvSpPr>
          <p:nvPr>
            <p:ph sz="quarter" idx="23"/>
          </p:nvPr>
        </p:nvSpPr>
        <p:spPr>
          <a:xfrm>
            <a:off x="546100" y="2425700"/>
            <a:ext cx="3524249"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Content Placeholder 24">
            <a:extLst>
              <a:ext uri="{FF2B5EF4-FFF2-40B4-BE49-F238E27FC236}">
                <a16:creationId xmlns:a16="http://schemas.microsoft.com/office/drawing/2014/main" id="{9CD544D2-832B-F777-218B-C0F2BDC73B8C}"/>
              </a:ext>
            </a:extLst>
          </p:cNvPr>
          <p:cNvSpPr>
            <a:spLocks noGrp="1"/>
          </p:cNvSpPr>
          <p:nvPr>
            <p:ph sz="quarter" idx="24"/>
          </p:nvPr>
        </p:nvSpPr>
        <p:spPr>
          <a:xfrm>
            <a:off x="4344033" y="2425700"/>
            <a:ext cx="3520440"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Content Placeholder 20">
            <a:extLst>
              <a:ext uri="{FF2B5EF4-FFF2-40B4-BE49-F238E27FC236}">
                <a16:creationId xmlns:a16="http://schemas.microsoft.com/office/drawing/2014/main" id="{65B5C789-A5F1-EB2A-667A-4B57F4569728}"/>
              </a:ext>
            </a:extLst>
          </p:cNvPr>
          <p:cNvSpPr>
            <a:spLocks noGrp="1"/>
          </p:cNvSpPr>
          <p:nvPr>
            <p:ph sz="quarter" idx="25"/>
          </p:nvPr>
        </p:nvSpPr>
        <p:spPr>
          <a:xfrm>
            <a:off x="8138158" y="2425701"/>
            <a:ext cx="3499805" cy="344169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Text Placeholder 33">
            <a:extLst>
              <a:ext uri="{FF2B5EF4-FFF2-40B4-BE49-F238E27FC236}">
                <a16:creationId xmlns:a16="http://schemas.microsoft.com/office/drawing/2014/main" id="{72BCF22D-7BA9-AFDD-8C6C-56F01183A358}"/>
              </a:ext>
            </a:extLst>
          </p:cNvPr>
          <p:cNvSpPr>
            <a:spLocks noGrp="1"/>
          </p:cNvSpPr>
          <p:nvPr>
            <p:ph type="body" sz="quarter" idx="29"/>
          </p:nvPr>
        </p:nvSpPr>
        <p:spPr>
          <a:xfrm>
            <a:off x="539750" y="1849436"/>
            <a:ext cx="3530599" cy="296861"/>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18" name="Text Placeholder 35">
            <a:extLst>
              <a:ext uri="{FF2B5EF4-FFF2-40B4-BE49-F238E27FC236}">
                <a16:creationId xmlns:a16="http://schemas.microsoft.com/office/drawing/2014/main" id="{57D9938D-921A-98B4-2E9A-9625F5D4F3CA}"/>
              </a:ext>
            </a:extLst>
          </p:cNvPr>
          <p:cNvSpPr>
            <a:spLocks noGrp="1"/>
          </p:cNvSpPr>
          <p:nvPr>
            <p:ph type="body" sz="quarter" idx="30"/>
          </p:nvPr>
        </p:nvSpPr>
        <p:spPr>
          <a:xfrm>
            <a:off x="4344034" y="1849436"/>
            <a:ext cx="3520440" cy="296862"/>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27" name="Text Placeholder 26">
            <a:extLst>
              <a:ext uri="{FF2B5EF4-FFF2-40B4-BE49-F238E27FC236}">
                <a16:creationId xmlns:a16="http://schemas.microsoft.com/office/drawing/2014/main" id="{447DAA16-0F93-6662-9A40-3E39052A6110}"/>
              </a:ext>
            </a:extLst>
          </p:cNvPr>
          <p:cNvSpPr>
            <a:spLocks noGrp="1"/>
          </p:cNvSpPr>
          <p:nvPr>
            <p:ph type="body" sz="quarter" idx="31"/>
          </p:nvPr>
        </p:nvSpPr>
        <p:spPr>
          <a:xfrm>
            <a:off x="8121653" y="1849436"/>
            <a:ext cx="3530596" cy="296862"/>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45D0A337-9801-ECB0-E6D8-0E5C9128B535}"/>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1D605A1C-2DB6-B2EF-4E50-0991C1955414}"/>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1B15704B-DA4F-35D1-A9F8-02FBDC3CF330}"/>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EEDEED63-CAA8-E1AE-B3C5-F4080FE0CC64}"/>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D74A9A6C-D8AF-6C4B-59D6-BA28919EB837}"/>
                </a:ext>
              </a:extLst>
            </p:cNvPr>
            <p:cNvGrpSpPr/>
            <p:nvPr userDrawn="1"/>
          </p:nvGrpSpPr>
          <p:grpSpPr>
            <a:xfrm>
              <a:off x="12442019" y="3791214"/>
              <a:ext cx="382660" cy="2882942"/>
              <a:chOff x="14001569" y="3716048"/>
              <a:chExt cx="316248" cy="3171236"/>
            </a:xfrm>
          </p:grpSpPr>
          <p:sp>
            <p:nvSpPr>
              <p:cNvPr id="31" name="Rectangle 30">
                <a:extLst>
                  <a:ext uri="{FF2B5EF4-FFF2-40B4-BE49-F238E27FC236}">
                    <a16:creationId xmlns:a16="http://schemas.microsoft.com/office/drawing/2014/main" id="{A9442388-391B-F7F4-12C4-9456D546C511}"/>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8652F092-56A1-AD20-9460-BC8CA80DC4DF}"/>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72D0BFEB-ABBC-0AAC-7D5A-5D5E9F22B0F3}"/>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DB422543-4B50-8A45-C424-37F867C3D95C}"/>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C37B94FE-51F3-1473-43C6-89266032A121}"/>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0A8DC028-6AFA-A1D1-AE1E-386435B5ACB4}"/>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4CBC238C-D547-CE0B-47D1-6DD8FD4A1721}"/>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BD8B4A11-55F5-7923-18DE-30119F22D271}"/>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FE4C232C-640F-E2B4-8A41-6116BC764774}"/>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29A280E6-C8F2-6B99-68FB-80F03329E389}"/>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90C82CFE-B8BA-0094-A45D-D21BAEDAA5CE}"/>
                </a:ext>
              </a:extLst>
            </p:cNvPr>
            <p:cNvGrpSpPr/>
            <p:nvPr userDrawn="1"/>
          </p:nvGrpSpPr>
          <p:grpSpPr>
            <a:xfrm>
              <a:off x="12442019" y="198485"/>
              <a:ext cx="382660" cy="2882942"/>
              <a:chOff x="12742785" y="3716048"/>
              <a:chExt cx="316248" cy="3171236"/>
            </a:xfrm>
          </p:grpSpPr>
          <p:sp>
            <p:nvSpPr>
              <p:cNvPr id="20" name="Rectangle 19">
                <a:extLst>
                  <a:ext uri="{FF2B5EF4-FFF2-40B4-BE49-F238E27FC236}">
                    <a16:creationId xmlns:a16="http://schemas.microsoft.com/office/drawing/2014/main" id="{67F0B0EB-AB02-4495-151F-9DE5E9F7EBE2}"/>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79187AC6-265A-56ED-8BC2-387D82D21B35}"/>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3D3A9C9D-9B0E-0CD2-CA42-69F6DB9B6321}"/>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3A69B512-B48F-4F1E-F0A2-7740CADE8C4D}"/>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F753699D-B64F-0398-10A1-2E9383104DA8}"/>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E008298B-084D-DE41-C84E-67243F8B35ED}"/>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21E32E57-141C-8AE6-F1FE-1AF40707C4E3}"/>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A8A73EC3-655B-16BB-558B-A1A00440BC4D}"/>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E3753F3A-DD32-6A59-0B5A-7BFE28E5CEE0}"/>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5563C69B-2D04-B2E4-9C1C-14A73FABF17C}"/>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9" name="TextBox 18">
              <a:extLst>
                <a:ext uri="{FF2B5EF4-FFF2-40B4-BE49-F238E27FC236}">
                  <a16:creationId xmlns:a16="http://schemas.microsoft.com/office/drawing/2014/main" id="{AE72545D-42CF-8B7C-B927-FCDB3580C578}"/>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1" name="TextBox 40">
            <a:extLst>
              <a:ext uri="{FF2B5EF4-FFF2-40B4-BE49-F238E27FC236}">
                <a16:creationId xmlns:a16="http://schemas.microsoft.com/office/drawing/2014/main" id="{97276EBF-ADE1-0DBA-D087-2EAE77A1D725}"/>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115688103"/>
      </p:ext>
    </p:extLst>
  </p:cSld>
  <p:clrMapOvr>
    <a:masterClrMapping/>
  </p:clrMapOvr>
</p:sldLayout>
</file>

<file path=ppt/slideLayouts/slideLayout129.xml><?xml version="1.0" encoding="utf-8"?>
<p:sldLayout xmlns:a="http://schemas.openxmlformats.org/drawingml/2006/main" xmlns:r="http://schemas.openxmlformats.org/officeDocument/2006/relationships" xmlns:p="http://schemas.openxmlformats.org/presentationml/2006/main" preserve="1" userDrawn="1">
  <p:cSld name="4 Column">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5" name="Title 4">
            <a:extLst>
              <a:ext uri="{FF2B5EF4-FFF2-40B4-BE49-F238E27FC236}">
                <a16:creationId xmlns:a16="http://schemas.microsoft.com/office/drawing/2014/main" id="{85784134-256C-0D0A-56EB-9B8FA18EDBBE}"/>
              </a:ext>
            </a:extLst>
          </p:cNvPr>
          <p:cNvSpPr>
            <a:spLocks noGrp="1"/>
          </p:cNvSpPr>
          <p:nvPr>
            <p:ph type="title"/>
          </p:nvPr>
        </p:nvSpPr>
        <p:spPr/>
        <p:txBody>
          <a:bodyPr/>
          <a:lstStyle/>
          <a:p>
            <a:r>
              <a:rPr lang="en-US"/>
              <a:t>Click to edit Master title style</a:t>
            </a:r>
          </a:p>
        </p:txBody>
      </p:sp>
      <p:sp>
        <p:nvSpPr>
          <p:cNvPr id="4" name="Freeform 5">
            <a:extLst>
              <a:ext uri="{FF2B5EF4-FFF2-40B4-BE49-F238E27FC236}">
                <a16:creationId xmlns:a16="http://schemas.microsoft.com/office/drawing/2014/main" id="{A236F864-CE71-6DCB-9217-F14F9E1405A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7" name="Text Placeholder 10">
            <a:extLst>
              <a:ext uri="{FF2B5EF4-FFF2-40B4-BE49-F238E27FC236}">
                <a16:creationId xmlns:a16="http://schemas.microsoft.com/office/drawing/2014/main" id="{FDFED583-30F4-021C-4B0E-446E8B03BA98}"/>
              </a:ext>
            </a:extLst>
          </p:cNvPr>
          <p:cNvSpPr>
            <a:spLocks noGrp="1"/>
          </p:cNvSpPr>
          <p:nvPr>
            <p:ph type="body" sz="quarter" idx="21"/>
          </p:nvPr>
        </p:nvSpPr>
        <p:spPr>
          <a:xfrm>
            <a:off x="548640" y="1127125"/>
            <a:ext cx="1109167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8" name="Text Placeholder 15">
            <a:extLst>
              <a:ext uri="{FF2B5EF4-FFF2-40B4-BE49-F238E27FC236}">
                <a16:creationId xmlns:a16="http://schemas.microsoft.com/office/drawing/2014/main" id="{329AC388-4A5D-40CE-9F94-924EEC9F04BB}"/>
              </a:ext>
            </a:extLst>
          </p:cNvPr>
          <p:cNvSpPr>
            <a:spLocks noGrp="1"/>
          </p:cNvSpPr>
          <p:nvPr>
            <p:ph type="body" sz="quarter" idx="22"/>
          </p:nvPr>
        </p:nvSpPr>
        <p:spPr>
          <a:xfrm>
            <a:off x="546100" y="6019800"/>
            <a:ext cx="685165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9" name="Content Placeholder 22">
            <a:extLst>
              <a:ext uri="{FF2B5EF4-FFF2-40B4-BE49-F238E27FC236}">
                <a16:creationId xmlns:a16="http://schemas.microsoft.com/office/drawing/2014/main" id="{FF54BDBD-731D-CB8C-D47B-CA629E8069CD}"/>
              </a:ext>
            </a:extLst>
          </p:cNvPr>
          <p:cNvSpPr>
            <a:spLocks noGrp="1"/>
          </p:cNvSpPr>
          <p:nvPr>
            <p:ph sz="quarter" idx="23"/>
          </p:nvPr>
        </p:nvSpPr>
        <p:spPr>
          <a:xfrm>
            <a:off x="546100" y="1849438"/>
            <a:ext cx="2619375"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0" name="Content Placeholder 24">
            <a:extLst>
              <a:ext uri="{FF2B5EF4-FFF2-40B4-BE49-F238E27FC236}">
                <a16:creationId xmlns:a16="http://schemas.microsoft.com/office/drawing/2014/main" id="{C8E9ABC3-F6D2-BACA-257F-94E800767689}"/>
              </a:ext>
            </a:extLst>
          </p:cNvPr>
          <p:cNvSpPr>
            <a:spLocks noGrp="1"/>
          </p:cNvSpPr>
          <p:nvPr>
            <p:ph sz="quarter" idx="24"/>
          </p:nvPr>
        </p:nvSpPr>
        <p:spPr>
          <a:xfrm>
            <a:off x="3367088" y="1849438"/>
            <a:ext cx="2624137"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1" name="Content Placeholder 20">
            <a:extLst>
              <a:ext uri="{FF2B5EF4-FFF2-40B4-BE49-F238E27FC236}">
                <a16:creationId xmlns:a16="http://schemas.microsoft.com/office/drawing/2014/main" id="{81EFF807-BC6D-4436-06F4-FC320A023745}"/>
              </a:ext>
            </a:extLst>
          </p:cNvPr>
          <p:cNvSpPr>
            <a:spLocks noGrp="1"/>
          </p:cNvSpPr>
          <p:nvPr>
            <p:ph sz="quarter" idx="25"/>
          </p:nvPr>
        </p:nvSpPr>
        <p:spPr>
          <a:xfrm>
            <a:off x="6189664" y="1849439"/>
            <a:ext cx="2624136" cy="401796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3" name="Content Placeholder 22">
            <a:extLst>
              <a:ext uri="{FF2B5EF4-FFF2-40B4-BE49-F238E27FC236}">
                <a16:creationId xmlns:a16="http://schemas.microsoft.com/office/drawing/2014/main" id="{32FD5E28-DACE-C0A6-698B-E77424A9EBBA}"/>
              </a:ext>
            </a:extLst>
          </p:cNvPr>
          <p:cNvSpPr>
            <a:spLocks noGrp="1"/>
          </p:cNvSpPr>
          <p:nvPr>
            <p:ph sz="quarter" idx="26"/>
          </p:nvPr>
        </p:nvSpPr>
        <p:spPr>
          <a:xfrm>
            <a:off x="9015414" y="1849439"/>
            <a:ext cx="2622548" cy="40179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B292E7CA-D544-EEB3-B7B9-64C60B8F9B31}"/>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C4A803A8-4121-D582-413F-1499C149C20C}"/>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6780BCDD-E1E2-ACF5-22B6-ADF778939BF1}"/>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A7681CEA-FF67-7D8A-4CE1-1A7B11F0B800}"/>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05248493-A38F-DC40-FB7B-416CBEE7111B}"/>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90FB6CE4-672E-7344-7D17-31186692B872}"/>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8142E221-E548-47D6-65CB-540D0BF09470}"/>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CF440095-C733-B9C2-D07A-CB40EC976002}"/>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6C29D5FE-58FB-CC5E-278E-3279F67547C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63FE43C3-D51A-2C62-7AA9-18CEFD064206}"/>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B31C7280-1381-1C1B-3A88-176BE5BCAFFE}"/>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48ECDD9A-91AF-CCEC-3CA0-5A11B5CFCDB5}"/>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27FE4E0B-302E-7C7B-9457-C6A7E66F93EB}"/>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E4BD49F9-7DC1-9F53-86B3-3FEE358B2C66}"/>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7A768623-6944-4053-0698-C58BF96847A6}"/>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3189CF19-12FF-28D2-2623-D757F88ACE9F}"/>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4DF08071-B3AA-1A12-351C-380A83DA86BC}"/>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4" name="Rectangle 13">
                <a:extLst>
                  <a:ext uri="{FF2B5EF4-FFF2-40B4-BE49-F238E27FC236}">
                    <a16:creationId xmlns:a16="http://schemas.microsoft.com/office/drawing/2014/main" id="{AB5D577B-F6B6-B3C9-2D06-84C921F8A915}"/>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DF3E7ECD-27EE-BFF9-657B-1A4EE4EF3F3D}"/>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17391A63-3F48-4D73-3ED2-9685C5BA1C26}"/>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A3D4D5B8-D80C-E9BF-CB79-0978655AD2E0}"/>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DF0AC0E7-16DF-3830-89BC-6C7E836ACDE2}"/>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FEBC9D35-02B2-DAD3-12CE-23CED5CCFE00}"/>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5287356B-064F-0854-C845-E357B7FB75E5}"/>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06932814-621A-F943-5D5D-202B6365F2D7}"/>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790D490B-A75C-BF40-21BC-F46752C37715}"/>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859D5B77-CF2B-E3FE-5985-FA8A7852E3E9}"/>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C412A7EE-E9D6-E712-A9CF-1299C30F1388}"/>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118211931"/>
      </p:ext>
    </p:extLst>
  </p:cSld>
  <p:clrMapOvr>
    <a:masterClrMapping/>
  </p:clrMapOvr>
</p:sldLayout>
</file>

<file path=ppt/slideLayouts/slideLayout130.xml><?xml version="1.0" encoding="utf-8"?>
<p:sldLayout xmlns:a="http://schemas.openxmlformats.org/drawingml/2006/main" xmlns:r="http://schemas.openxmlformats.org/officeDocument/2006/relationships" xmlns:p="http://schemas.openxmlformats.org/presentationml/2006/main" preserve="1" userDrawn="1">
  <p:cSld name="4 Column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5" name="Title 14">
            <a:extLst>
              <a:ext uri="{FF2B5EF4-FFF2-40B4-BE49-F238E27FC236}">
                <a16:creationId xmlns:a16="http://schemas.microsoft.com/office/drawing/2014/main" id="{EAD91B94-EA98-484A-C309-7B941BD49803}"/>
              </a:ext>
            </a:extLst>
          </p:cNvPr>
          <p:cNvSpPr>
            <a:spLocks noGrp="1"/>
          </p:cNvSpPr>
          <p:nvPr>
            <p:ph type="title"/>
          </p:nvPr>
        </p:nvSpPr>
        <p:spPr/>
        <p:txBody>
          <a:bodyPr/>
          <a:lstStyle/>
          <a:p>
            <a:r>
              <a:rPr lang="en-US"/>
              <a:t>Click to edit Master title style</a:t>
            </a:r>
          </a:p>
        </p:txBody>
      </p:sp>
      <p:sp>
        <p:nvSpPr>
          <p:cNvPr id="3" name="Freeform 5">
            <a:extLst>
              <a:ext uri="{FF2B5EF4-FFF2-40B4-BE49-F238E27FC236}">
                <a16:creationId xmlns:a16="http://schemas.microsoft.com/office/drawing/2014/main" id="{5C3F480E-7787-3C79-2F28-2BD141C8A6B3}"/>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20" name="Text Placeholder 10">
            <a:extLst>
              <a:ext uri="{FF2B5EF4-FFF2-40B4-BE49-F238E27FC236}">
                <a16:creationId xmlns:a16="http://schemas.microsoft.com/office/drawing/2014/main" id="{E816675F-4CFF-1424-BC2E-EB168984C8A9}"/>
              </a:ext>
            </a:extLst>
          </p:cNvPr>
          <p:cNvSpPr>
            <a:spLocks noGrp="1"/>
          </p:cNvSpPr>
          <p:nvPr>
            <p:ph type="body" sz="quarter" idx="21"/>
          </p:nvPr>
        </p:nvSpPr>
        <p:spPr>
          <a:xfrm>
            <a:off x="548640" y="1127125"/>
            <a:ext cx="1109167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21" name="Text Placeholder 15">
            <a:extLst>
              <a:ext uri="{FF2B5EF4-FFF2-40B4-BE49-F238E27FC236}">
                <a16:creationId xmlns:a16="http://schemas.microsoft.com/office/drawing/2014/main" id="{5ABFA4E5-EE7C-B181-6613-2BCBB984ABF8}"/>
              </a:ext>
            </a:extLst>
          </p:cNvPr>
          <p:cNvSpPr>
            <a:spLocks noGrp="1"/>
          </p:cNvSpPr>
          <p:nvPr>
            <p:ph type="body" sz="quarter" idx="22"/>
          </p:nvPr>
        </p:nvSpPr>
        <p:spPr>
          <a:xfrm>
            <a:off x="546100" y="6019800"/>
            <a:ext cx="685165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22" name="Content Placeholder 22">
            <a:extLst>
              <a:ext uri="{FF2B5EF4-FFF2-40B4-BE49-F238E27FC236}">
                <a16:creationId xmlns:a16="http://schemas.microsoft.com/office/drawing/2014/main" id="{13CECA2D-47BD-D0C9-FDDA-04E397E25899}"/>
              </a:ext>
            </a:extLst>
          </p:cNvPr>
          <p:cNvSpPr>
            <a:spLocks noGrp="1"/>
          </p:cNvSpPr>
          <p:nvPr>
            <p:ph sz="quarter" idx="23"/>
          </p:nvPr>
        </p:nvSpPr>
        <p:spPr>
          <a:xfrm>
            <a:off x="546101" y="2425700"/>
            <a:ext cx="2625726"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3" name="Content Placeholder 24">
            <a:extLst>
              <a:ext uri="{FF2B5EF4-FFF2-40B4-BE49-F238E27FC236}">
                <a16:creationId xmlns:a16="http://schemas.microsoft.com/office/drawing/2014/main" id="{662EF311-9306-5498-F3D9-6F3991FF1E09}"/>
              </a:ext>
            </a:extLst>
          </p:cNvPr>
          <p:cNvSpPr>
            <a:spLocks noGrp="1"/>
          </p:cNvSpPr>
          <p:nvPr>
            <p:ph sz="quarter" idx="24"/>
          </p:nvPr>
        </p:nvSpPr>
        <p:spPr>
          <a:xfrm>
            <a:off x="3367088" y="2425700"/>
            <a:ext cx="2625725"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4" name="Content Placeholder 20">
            <a:extLst>
              <a:ext uri="{FF2B5EF4-FFF2-40B4-BE49-F238E27FC236}">
                <a16:creationId xmlns:a16="http://schemas.microsoft.com/office/drawing/2014/main" id="{3A80FA08-2EA7-E26E-1786-7FC321C07BC6}"/>
              </a:ext>
            </a:extLst>
          </p:cNvPr>
          <p:cNvSpPr>
            <a:spLocks noGrp="1"/>
          </p:cNvSpPr>
          <p:nvPr>
            <p:ph sz="quarter" idx="25"/>
          </p:nvPr>
        </p:nvSpPr>
        <p:spPr>
          <a:xfrm>
            <a:off x="6210933" y="2425701"/>
            <a:ext cx="2602868" cy="344169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5" name="Text Placeholder 33">
            <a:extLst>
              <a:ext uri="{FF2B5EF4-FFF2-40B4-BE49-F238E27FC236}">
                <a16:creationId xmlns:a16="http://schemas.microsoft.com/office/drawing/2014/main" id="{6F3D1EEF-0D0B-1B3D-790A-E903BCE7629F}"/>
              </a:ext>
            </a:extLst>
          </p:cNvPr>
          <p:cNvSpPr>
            <a:spLocks noGrp="1"/>
          </p:cNvSpPr>
          <p:nvPr>
            <p:ph type="body" sz="quarter" idx="29"/>
          </p:nvPr>
        </p:nvSpPr>
        <p:spPr>
          <a:xfrm>
            <a:off x="539750" y="1849436"/>
            <a:ext cx="2625725" cy="296861"/>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36" name="Text Placeholder 35">
            <a:extLst>
              <a:ext uri="{FF2B5EF4-FFF2-40B4-BE49-F238E27FC236}">
                <a16:creationId xmlns:a16="http://schemas.microsoft.com/office/drawing/2014/main" id="{F3E66951-696C-1D73-0C63-711EFABB807E}"/>
              </a:ext>
            </a:extLst>
          </p:cNvPr>
          <p:cNvSpPr>
            <a:spLocks noGrp="1"/>
          </p:cNvSpPr>
          <p:nvPr>
            <p:ph type="body" sz="quarter" idx="30"/>
          </p:nvPr>
        </p:nvSpPr>
        <p:spPr>
          <a:xfrm>
            <a:off x="3367089" y="1849436"/>
            <a:ext cx="2625725" cy="296862"/>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37" name="Text Placeholder 26">
            <a:extLst>
              <a:ext uri="{FF2B5EF4-FFF2-40B4-BE49-F238E27FC236}">
                <a16:creationId xmlns:a16="http://schemas.microsoft.com/office/drawing/2014/main" id="{22CCB024-1C7A-358D-17AA-DB143CC33E1A}"/>
              </a:ext>
            </a:extLst>
          </p:cNvPr>
          <p:cNvSpPr>
            <a:spLocks noGrp="1"/>
          </p:cNvSpPr>
          <p:nvPr>
            <p:ph type="body" sz="quarter" idx="31"/>
          </p:nvPr>
        </p:nvSpPr>
        <p:spPr>
          <a:xfrm>
            <a:off x="6194427" y="1849436"/>
            <a:ext cx="2625768" cy="296862"/>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39" name="Content Placeholder 38">
            <a:extLst>
              <a:ext uri="{FF2B5EF4-FFF2-40B4-BE49-F238E27FC236}">
                <a16:creationId xmlns:a16="http://schemas.microsoft.com/office/drawing/2014/main" id="{4C336508-10E1-4F40-6089-6E416628EAAC}"/>
              </a:ext>
            </a:extLst>
          </p:cNvPr>
          <p:cNvSpPr>
            <a:spLocks noGrp="1"/>
          </p:cNvSpPr>
          <p:nvPr>
            <p:ph sz="quarter" idx="32"/>
          </p:nvPr>
        </p:nvSpPr>
        <p:spPr>
          <a:xfrm>
            <a:off x="9020175" y="2425700"/>
            <a:ext cx="2625724"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1" name="Text Placeholder 40">
            <a:extLst>
              <a:ext uri="{FF2B5EF4-FFF2-40B4-BE49-F238E27FC236}">
                <a16:creationId xmlns:a16="http://schemas.microsoft.com/office/drawing/2014/main" id="{53BBD7EF-C3BF-D4E8-EF2B-6BC68E04ACCA}"/>
              </a:ext>
            </a:extLst>
          </p:cNvPr>
          <p:cNvSpPr>
            <a:spLocks noGrp="1"/>
          </p:cNvSpPr>
          <p:nvPr>
            <p:ph type="body" sz="quarter" idx="33"/>
          </p:nvPr>
        </p:nvSpPr>
        <p:spPr>
          <a:xfrm>
            <a:off x="9021766" y="1849436"/>
            <a:ext cx="2616196" cy="296861"/>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F4855E4F-A8C0-4521-F692-1C40CA63954A}"/>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3F2A338C-59CE-3F3B-ECAD-5988DE1035A8}"/>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9A4C65BC-E016-AC22-DB83-BAEA85F48189}"/>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66C92B61-4A1A-00CD-A534-AD818D1428DE}"/>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4439BA1B-DE36-BBBD-9998-81F7A029376A}"/>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84F31B2E-232C-C8CE-5C99-97CA23C043A1}"/>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306DFAE4-E316-274F-ADEA-47420EFCDC9E}"/>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9408AE08-4A14-8B84-BD91-49DD3EEF1788}"/>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3F9DE7FE-2F9A-BDCA-E9B8-3BFA082DA9F4}"/>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09397DE8-A8E3-5152-7946-A54946F07869}"/>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6E72BCDA-45E2-8F82-F68D-2D3920E658C6}"/>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AD4B7144-238B-009D-D93A-74E9C2FB59A4}"/>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38B27C80-101B-F547-5884-CB7A800D79B4}"/>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4BAF75B1-EC7C-A832-67B5-355668C8737A}"/>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2" name="Rectangle 41">
                <a:extLst>
                  <a:ext uri="{FF2B5EF4-FFF2-40B4-BE49-F238E27FC236}">
                    <a16:creationId xmlns:a16="http://schemas.microsoft.com/office/drawing/2014/main" id="{F1ABC02E-075A-4824-1FBA-DD57E5E9C95D}"/>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65EAAEB8-A851-0187-25CD-8BB4DD970154}"/>
                </a:ext>
              </a:extLst>
            </p:cNvPr>
            <p:cNvGrpSpPr/>
            <p:nvPr userDrawn="1"/>
          </p:nvGrpSpPr>
          <p:grpSpPr>
            <a:xfrm>
              <a:off x="12442019" y="198485"/>
              <a:ext cx="382660" cy="2882942"/>
              <a:chOff x="12742785" y="3716048"/>
              <a:chExt cx="316248" cy="3171236"/>
            </a:xfrm>
          </p:grpSpPr>
          <p:sp>
            <p:nvSpPr>
              <p:cNvPr id="12" name="Rectangle 11">
                <a:extLst>
                  <a:ext uri="{FF2B5EF4-FFF2-40B4-BE49-F238E27FC236}">
                    <a16:creationId xmlns:a16="http://schemas.microsoft.com/office/drawing/2014/main" id="{860EE940-78A2-B7C1-4158-D81FE4891AE0}"/>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3" name="Rectangle 12">
                <a:extLst>
                  <a:ext uri="{FF2B5EF4-FFF2-40B4-BE49-F238E27FC236}">
                    <a16:creationId xmlns:a16="http://schemas.microsoft.com/office/drawing/2014/main" id="{2C8322CB-D94C-8D6D-8BE8-2D1B4EB76B80}"/>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4" name="Rectangle 13">
                <a:extLst>
                  <a:ext uri="{FF2B5EF4-FFF2-40B4-BE49-F238E27FC236}">
                    <a16:creationId xmlns:a16="http://schemas.microsoft.com/office/drawing/2014/main" id="{82C5CA7E-6D4F-8550-1F42-5B4EDDECA8F0}"/>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331C8E2A-4D62-CFEF-41EA-BB0FE13FB681}"/>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65501447-C677-B3FF-7835-916BCD21545E}"/>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5057583F-49BF-C306-A5E7-69244E42CA35}"/>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34D42A16-4BA7-E6C3-25B6-039596E7A46E}"/>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DE880880-CEE7-27B9-48BB-0085DAC844D6}"/>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52AE1439-EB2B-9CAF-4ED4-0134382BC789}"/>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BFEFEFF9-8570-4656-0863-461B02B92DE9}"/>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1" name="TextBox 10">
              <a:extLst>
                <a:ext uri="{FF2B5EF4-FFF2-40B4-BE49-F238E27FC236}">
                  <a16:creationId xmlns:a16="http://schemas.microsoft.com/office/drawing/2014/main" id="{D5C6FC8F-D9F5-4B9A-488E-6FD130952F18}"/>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3" name="TextBox 42">
            <a:extLst>
              <a:ext uri="{FF2B5EF4-FFF2-40B4-BE49-F238E27FC236}">
                <a16:creationId xmlns:a16="http://schemas.microsoft.com/office/drawing/2014/main" id="{87B8120D-3C60-DB4E-4A58-0AE39C0442CC}"/>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269368182"/>
      </p:ext>
    </p:extLst>
  </p:cSld>
  <p:clrMapOvr>
    <a:masterClrMapping/>
  </p:clrMapOvr>
</p:sldLayout>
</file>

<file path=ppt/slideLayouts/slideLayout131.xml><?xml version="1.0" encoding="utf-8"?>
<p:sldLayout xmlns:a="http://schemas.openxmlformats.org/drawingml/2006/main" xmlns:r="http://schemas.openxmlformats.org/officeDocument/2006/relationships" xmlns:p="http://schemas.openxmlformats.org/presentationml/2006/main" preserve="1" userDrawn="1">
  <p:cSld name="2 Column with icons / Photo">
    <p:spTree>
      <p:nvGrpSpPr>
        <p:cNvPr id="1" name=""/>
        <p:cNvGrpSpPr/>
        <p:nvPr/>
      </p:nvGrpSpPr>
      <p:grpSpPr>
        <a:xfrm>
          <a:off x="0" y="0"/>
          <a:ext cx="0" cy="0"/>
          <a:chOff x="0" y="0"/>
          <a:chExt cx="0" cy="0"/>
        </a:xfrm>
      </p:grpSpPr>
      <p:sp>
        <p:nvSpPr>
          <p:cNvPr id="2" name="Picture Placeholder 9">
            <a:extLst>
              <a:ext uri="{FF2B5EF4-FFF2-40B4-BE49-F238E27FC236}">
                <a16:creationId xmlns:a16="http://schemas.microsoft.com/office/drawing/2014/main" id="{022A5C62-D45C-2BB3-822A-521A9E835830}"/>
              </a:ext>
            </a:extLst>
          </p:cNvPr>
          <p:cNvSpPr>
            <a:spLocks noGrp="1"/>
          </p:cNvSpPr>
          <p:nvPr>
            <p:ph type="pic" sz="quarter" idx="13"/>
          </p:nvPr>
        </p:nvSpPr>
        <p:spPr>
          <a:xfrm>
            <a:off x="6194424" y="0"/>
            <a:ext cx="5997575" cy="6858000"/>
          </a:xfrm>
          <a:solidFill>
            <a:schemeClr val="bg1">
              <a:lumMod val="65000"/>
            </a:schemeClr>
          </a:solidFill>
        </p:spPr>
        <p:txBody>
          <a:bodyPr anchor="ctr"/>
          <a:lstStyle>
            <a:lvl1pPr algn="ctr">
              <a:defRPr>
                <a:solidFill>
                  <a:schemeClr val="bg1"/>
                </a:solidFill>
              </a:defRPr>
            </a:lvl1pPr>
          </a:lstStyle>
          <a:p>
            <a:r>
              <a:rPr lang="en-US"/>
              <a:t>Click icon to add picture</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bg1"/>
                </a:solidFill>
              </a:defRPr>
            </a:lvl1p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5" name="Title 4">
            <a:extLst>
              <a:ext uri="{FF2B5EF4-FFF2-40B4-BE49-F238E27FC236}">
                <a16:creationId xmlns:a16="http://schemas.microsoft.com/office/drawing/2014/main" id="{37E1B056-6E37-0195-3E1E-328A2FEFCC8B}"/>
              </a:ext>
            </a:extLst>
          </p:cNvPr>
          <p:cNvSpPr>
            <a:spLocks noGrp="1"/>
          </p:cNvSpPr>
          <p:nvPr>
            <p:ph type="title"/>
          </p:nvPr>
        </p:nvSpPr>
        <p:spPr>
          <a:xfrm>
            <a:off x="546893" y="548640"/>
            <a:ext cx="5450684" cy="432436"/>
          </a:xfrm>
        </p:spPr>
        <p:txBody>
          <a:bodyPr/>
          <a:lstStyle/>
          <a:p>
            <a:r>
              <a:rPr lang="en-US"/>
              <a:t>Click to edit Master title style</a:t>
            </a:r>
          </a:p>
        </p:txBody>
      </p:sp>
      <p:sp>
        <p:nvSpPr>
          <p:cNvPr id="3" name="Picture Placeholder 9">
            <a:extLst>
              <a:ext uri="{FF2B5EF4-FFF2-40B4-BE49-F238E27FC236}">
                <a16:creationId xmlns:a16="http://schemas.microsoft.com/office/drawing/2014/main" id="{071C30E2-10A6-5251-1FC6-8810B8777FFE}"/>
              </a:ext>
            </a:extLst>
          </p:cNvPr>
          <p:cNvSpPr>
            <a:spLocks noGrp="1"/>
          </p:cNvSpPr>
          <p:nvPr>
            <p:ph type="pic" sz="quarter" idx="37" hasCustomPrompt="1"/>
          </p:nvPr>
        </p:nvSpPr>
        <p:spPr>
          <a:xfrm>
            <a:off x="546100" y="1849438"/>
            <a:ext cx="731520" cy="730250"/>
          </a:xfrm>
          <a:solidFill>
            <a:schemeClr val="bg1">
              <a:lumMod val="65000"/>
            </a:schemeClr>
          </a:solidFill>
          <a:ln>
            <a:noFill/>
          </a:ln>
        </p:spPr>
        <p:txBody>
          <a:bodyPr anchor="ctr"/>
          <a:lstStyle>
            <a:lvl1pPr algn="ctr">
              <a:defRPr>
                <a:solidFill>
                  <a:schemeClr val="bg1"/>
                </a:solidFill>
              </a:defRPr>
            </a:lvl1pPr>
          </a:lstStyle>
          <a:p>
            <a:r>
              <a:rPr lang="en-US"/>
              <a:t>Icon</a:t>
            </a:r>
          </a:p>
        </p:txBody>
      </p:sp>
      <p:sp>
        <p:nvSpPr>
          <p:cNvPr id="11" name="Picture Placeholder 9">
            <a:extLst>
              <a:ext uri="{FF2B5EF4-FFF2-40B4-BE49-F238E27FC236}">
                <a16:creationId xmlns:a16="http://schemas.microsoft.com/office/drawing/2014/main" id="{2779889F-8243-735B-D407-39B553561C4A}"/>
              </a:ext>
            </a:extLst>
          </p:cNvPr>
          <p:cNvSpPr>
            <a:spLocks noGrp="1"/>
          </p:cNvSpPr>
          <p:nvPr>
            <p:ph type="pic" sz="quarter" idx="38" hasCustomPrompt="1"/>
          </p:nvPr>
        </p:nvSpPr>
        <p:spPr>
          <a:xfrm>
            <a:off x="546100" y="3135313"/>
            <a:ext cx="731520" cy="730250"/>
          </a:xfrm>
          <a:solidFill>
            <a:schemeClr val="bg1">
              <a:lumMod val="65000"/>
            </a:schemeClr>
          </a:solidFill>
          <a:ln>
            <a:noFill/>
          </a:ln>
        </p:spPr>
        <p:txBody>
          <a:bodyPr anchor="ctr"/>
          <a:lstStyle>
            <a:lvl1pPr algn="ctr">
              <a:defRPr>
                <a:solidFill>
                  <a:schemeClr val="bg1"/>
                </a:solidFill>
              </a:defRPr>
            </a:lvl1pPr>
          </a:lstStyle>
          <a:p>
            <a:r>
              <a:rPr lang="en-US"/>
              <a:t>Icon</a:t>
            </a:r>
          </a:p>
        </p:txBody>
      </p:sp>
      <p:sp>
        <p:nvSpPr>
          <p:cNvPr id="12" name="Picture Placeholder 9">
            <a:extLst>
              <a:ext uri="{FF2B5EF4-FFF2-40B4-BE49-F238E27FC236}">
                <a16:creationId xmlns:a16="http://schemas.microsoft.com/office/drawing/2014/main" id="{7E3BD4E3-4BCD-3C87-CEE7-D70639AB32E4}"/>
              </a:ext>
            </a:extLst>
          </p:cNvPr>
          <p:cNvSpPr>
            <a:spLocks noGrp="1"/>
          </p:cNvSpPr>
          <p:nvPr>
            <p:ph type="pic" sz="quarter" idx="39" hasCustomPrompt="1"/>
          </p:nvPr>
        </p:nvSpPr>
        <p:spPr>
          <a:xfrm>
            <a:off x="546100" y="4421188"/>
            <a:ext cx="731520" cy="730250"/>
          </a:xfrm>
          <a:solidFill>
            <a:schemeClr val="bg1">
              <a:lumMod val="65000"/>
            </a:schemeClr>
          </a:solidFill>
          <a:ln>
            <a:noFill/>
          </a:ln>
        </p:spPr>
        <p:txBody>
          <a:bodyPr anchor="ctr"/>
          <a:lstStyle>
            <a:lvl1pPr algn="ctr">
              <a:defRPr>
                <a:solidFill>
                  <a:schemeClr val="bg1"/>
                </a:solidFill>
              </a:defRPr>
            </a:lvl1pPr>
          </a:lstStyle>
          <a:p>
            <a:r>
              <a:rPr lang="en-US"/>
              <a:t>Icon</a:t>
            </a:r>
          </a:p>
        </p:txBody>
      </p:sp>
      <p:sp>
        <p:nvSpPr>
          <p:cNvPr id="4" name="Freeform 5">
            <a:extLst>
              <a:ext uri="{FF2B5EF4-FFF2-40B4-BE49-F238E27FC236}">
                <a16:creationId xmlns:a16="http://schemas.microsoft.com/office/drawing/2014/main" id="{DC2B09DE-A1A4-4C35-6E17-FAA89478D0BB}"/>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30" name="Text Placeholder 10">
            <a:extLst>
              <a:ext uri="{FF2B5EF4-FFF2-40B4-BE49-F238E27FC236}">
                <a16:creationId xmlns:a16="http://schemas.microsoft.com/office/drawing/2014/main" id="{3CA37D90-0D74-AE2A-B25D-69FCBDEAD1C9}"/>
              </a:ext>
            </a:extLst>
          </p:cNvPr>
          <p:cNvSpPr>
            <a:spLocks noGrp="1"/>
          </p:cNvSpPr>
          <p:nvPr>
            <p:ph type="body" sz="quarter" idx="21"/>
          </p:nvPr>
        </p:nvSpPr>
        <p:spPr>
          <a:xfrm>
            <a:off x="548640" y="1127125"/>
            <a:ext cx="5442585"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31" name="Text Placeholder 15">
            <a:extLst>
              <a:ext uri="{FF2B5EF4-FFF2-40B4-BE49-F238E27FC236}">
                <a16:creationId xmlns:a16="http://schemas.microsoft.com/office/drawing/2014/main" id="{91CF4EAB-36B2-D655-23E6-0560D7AA1292}"/>
              </a:ext>
            </a:extLst>
          </p:cNvPr>
          <p:cNvSpPr>
            <a:spLocks noGrp="1"/>
          </p:cNvSpPr>
          <p:nvPr>
            <p:ph type="body" sz="quarter" idx="22"/>
          </p:nvPr>
        </p:nvSpPr>
        <p:spPr>
          <a:xfrm>
            <a:off x="546100" y="6019800"/>
            <a:ext cx="5445125"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33" name="Content Placeholder 32">
            <a:extLst>
              <a:ext uri="{FF2B5EF4-FFF2-40B4-BE49-F238E27FC236}">
                <a16:creationId xmlns:a16="http://schemas.microsoft.com/office/drawing/2014/main" id="{F52E03F2-F72D-3919-6A71-4CEA2D954B96}"/>
              </a:ext>
            </a:extLst>
          </p:cNvPr>
          <p:cNvSpPr>
            <a:spLocks noGrp="1"/>
          </p:cNvSpPr>
          <p:nvPr>
            <p:ph sz="quarter" idx="40"/>
          </p:nvPr>
        </p:nvSpPr>
        <p:spPr>
          <a:xfrm>
            <a:off x="1485901" y="1849438"/>
            <a:ext cx="4511676" cy="998537"/>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35" name="Content Placeholder 34">
            <a:extLst>
              <a:ext uri="{FF2B5EF4-FFF2-40B4-BE49-F238E27FC236}">
                <a16:creationId xmlns:a16="http://schemas.microsoft.com/office/drawing/2014/main" id="{B626F10D-848A-E6CB-7D19-295563F81456}"/>
              </a:ext>
            </a:extLst>
          </p:cNvPr>
          <p:cNvSpPr>
            <a:spLocks noGrp="1"/>
          </p:cNvSpPr>
          <p:nvPr>
            <p:ph sz="quarter" idx="41"/>
          </p:nvPr>
        </p:nvSpPr>
        <p:spPr>
          <a:xfrm>
            <a:off x="1485900" y="3146426"/>
            <a:ext cx="4505325" cy="838200"/>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37" name="Content Placeholder 36">
            <a:extLst>
              <a:ext uri="{FF2B5EF4-FFF2-40B4-BE49-F238E27FC236}">
                <a16:creationId xmlns:a16="http://schemas.microsoft.com/office/drawing/2014/main" id="{FE10D5E1-C329-1061-FDA3-9EC5BE5ECB6F}"/>
              </a:ext>
            </a:extLst>
          </p:cNvPr>
          <p:cNvSpPr>
            <a:spLocks noGrp="1"/>
          </p:cNvSpPr>
          <p:nvPr>
            <p:ph sz="quarter" idx="42"/>
          </p:nvPr>
        </p:nvSpPr>
        <p:spPr>
          <a:xfrm>
            <a:off x="1485900" y="4421189"/>
            <a:ext cx="4505325" cy="1020762"/>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grpSp>
        <p:nvGrpSpPr>
          <p:cNvPr id="6" name="Group 5">
            <a:extLst>
              <a:ext uri="{FF2B5EF4-FFF2-40B4-BE49-F238E27FC236}">
                <a16:creationId xmlns:a16="http://schemas.microsoft.com/office/drawing/2014/main" id="{AB05F36B-BD53-0135-842F-3D206E59D71D}"/>
              </a:ext>
            </a:extLst>
          </p:cNvPr>
          <p:cNvGrpSpPr/>
          <p:nvPr userDrawn="1"/>
        </p:nvGrpSpPr>
        <p:grpSpPr>
          <a:xfrm>
            <a:off x="12356815" y="0"/>
            <a:ext cx="756834" cy="6872642"/>
            <a:chOff x="12356815" y="0"/>
            <a:chExt cx="756834" cy="6872642"/>
          </a:xfrm>
        </p:grpSpPr>
        <p:sp>
          <p:nvSpPr>
            <p:cNvPr id="7" name="Rectangle 6">
              <a:extLst>
                <a:ext uri="{FF2B5EF4-FFF2-40B4-BE49-F238E27FC236}">
                  <a16:creationId xmlns:a16="http://schemas.microsoft.com/office/drawing/2014/main" id="{29F85194-FE2B-CADB-B5C5-8C38F9CA9147}"/>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0" name="TextBox 9">
              <a:extLst>
                <a:ext uri="{FF2B5EF4-FFF2-40B4-BE49-F238E27FC236}">
                  <a16:creationId xmlns:a16="http://schemas.microsoft.com/office/drawing/2014/main" id="{8347FC5B-3FA1-669A-2DD7-FFBAB8064966}"/>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3" name="Rectangle 12">
              <a:extLst>
                <a:ext uri="{FF2B5EF4-FFF2-40B4-BE49-F238E27FC236}">
                  <a16:creationId xmlns:a16="http://schemas.microsoft.com/office/drawing/2014/main" id="{ED6C3303-A812-8334-D9F1-15A032CB1970}"/>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4" name="Group 13">
              <a:extLst>
                <a:ext uri="{FF2B5EF4-FFF2-40B4-BE49-F238E27FC236}">
                  <a16:creationId xmlns:a16="http://schemas.microsoft.com/office/drawing/2014/main" id="{DAA7DF7D-5203-757F-52B5-6D6B3E74361B}"/>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0F1B5872-82AA-25F0-FDCD-C5059931A163}"/>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E1F4AF14-FA68-FA58-04D3-0A750CABF29B}"/>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6040302A-1830-AC4C-8CE4-0F4FA7E9F3AB}"/>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19305D8A-5D8F-6852-A42B-AAA886EA570F}"/>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488E01A2-CE3A-4479-3488-FB31BB42E5FA}"/>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EFB72412-535F-5873-7C8B-B750170D2D34}"/>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A6FD1FAA-9812-8614-1090-299B53F29087}"/>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DCE2A29D-4846-A01C-F180-13425F266970}"/>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24FF2149-CFFD-B86A-3962-70A8C9AE6FB8}"/>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DBD0AD86-E932-E1F8-148C-E2B4AAF199A2}"/>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5" name="Group 14">
              <a:extLst>
                <a:ext uri="{FF2B5EF4-FFF2-40B4-BE49-F238E27FC236}">
                  <a16:creationId xmlns:a16="http://schemas.microsoft.com/office/drawing/2014/main" id="{97517A96-266C-5D72-B574-7474966DC676}"/>
                </a:ext>
              </a:extLst>
            </p:cNvPr>
            <p:cNvGrpSpPr/>
            <p:nvPr userDrawn="1"/>
          </p:nvGrpSpPr>
          <p:grpSpPr>
            <a:xfrm>
              <a:off x="12442019" y="198485"/>
              <a:ext cx="382660" cy="2882942"/>
              <a:chOff x="12742785" y="3716048"/>
              <a:chExt cx="316248" cy="3171236"/>
            </a:xfrm>
          </p:grpSpPr>
          <p:sp>
            <p:nvSpPr>
              <p:cNvPr id="17" name="Rectangle 16">
                <a:extLst>
                  <a:ext uri="{FF2B5EF4-FFF2-40B4-BE49-F238E27FC236}">
                    <a16:creationId xmlns:a16="http://schemas.microsoft.com/office/drawing/2014/main" id="{A889ED63-829D-E0F9-80DD-8501969DFE44}"/>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B2D4D034-B194-8E1C-A9F0-D549ABB9F9F1}"/>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B1899EB1-BA45-60E4-755E-D4B583BE644A}"/>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4DCAA06F-A163-5488-0CFB-F1ABAA5C86E9}"/>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F637915D-E79C-BE15-6A23-31FDE8667DDD}"/>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4D0533CA-0C7D-F585-F662-E8FDF5F80136}"/>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29DA2334-A185-EC78-DD2F-EE379F988FBB}"/>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8FE975B2-D74E-A1CA-BAF0-9FBCA86B6D4B}"/>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9E41826A-DD22-3EED-8F68-31C40E2A528F}"/>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E0B705A6-4626-D55E-8E49-A4F2772BFD14}"/>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6" name="TextBox 15">
              <a:extLst>
                <a:ext uri="{FF2B5EF4-FFF2-40B4-BE49-F238E27FC236}">
                  <a16:creationId xmlns:a16="http://schemas.microsoft.com/office/drawing/2014/main" id="{0965AABF-0B5D-180B-353F-E0293D05667F}"/>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2" name="TextBox 41">
            <a:extLst>
              <a:ext uri="{FF2B5EF4-FFF2-40B4-BE49-F238E27FC236}">
                <a16:creationId xmlns:a16="http://schemas.microsoft.com/office/drawing/2014/main" id="{AC9235A0-ECFE-0C62-7606-60167D3C1998}"/>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164115112"/>
      </p:ext>
    </p:extLst>
  </p:cSld>
  <p:clrMapOvr>
    <a:masterClrMapping/>
  </p:clrMapOvr>
</p:sldLayout>
</file>

<file path=ppt/slideLayouts/slideLayout132.xml><?xml version="1.0" encoding="utf-8"?>
<p:sldLayout xmlns:a="http://schemas.openxmlformats.org/drawingml/2006/main" xmlns:r="http://schemas.openxmlformats.org/officeDocument/2006/relationships" xmlns:p="http://schemas.openxmlformats.org/presentationml/2006/main" preserve="1" userDrawn="1">
  <p:cSld name="2 Column, Photo">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p:nvPr>
        </p:nvSpPr>
        <p:spPr>
          <a:xfrm>
            <a:off x="6194424" y="0"/>
            <a:ext cx="5997575" cy="6858000"/>
          </a:xfrm>
          <a:solidFill>
            <a:schemeClr val="bg1">
              <a:lumMod val="65000"/>
            </a:schemeClr>
          </a:solidFill>
        </p:spPr>
        <p:txBody>
          <a:bodyPr anchor="ctr"/>
          <a:lstStyle>
            <a:lvl1pPr algn="ctr">
              <a:defRPr>
                <a:solidFill>
                  <a:schemeClr val="bg1"/>
                </a:solidFill>
              </a:defRPr>
            </a:lvl1pPr>
          </a:lstStyle>
          <a:p>
            <a:r>
              <a:rPr lang="en-US"/>
              <a:t>Click icon to add picture</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bg1"/>
                </a:solidFill>
              </a:defRPr>
            </a:lvl1p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5" name="Title 4">
            <a:extLst>
              <a:ext uri="{FF2B5EF4-FFF2-40B4-BE49-F238E27FC236}">
                <a16:creationId xmlns:a16="http://schemas.microsoft.com/office/drawing/2014/main" id="{37E1B056-6E37-0195-3E1E-328A2FEFCC8B}"/>
              </a:ext>
            </a:extLst>
          </p:cNvPr>
          <p:cNvSpPr>
            <a:spLocks noGrp="1"/>
          </p:cNvSpPr>
          <p:nvPr>
            <p:ph type="title"/>
          </p:nvPr>
        </p:nvSpPr>
        <p:spPr>
          <a:xfrm>
            <a:off x="546893" y="548640"/>
            <a:ext cx="5450684" cy="438785"/>
          </a:xfrm>
        </p:spPr>
        <p:txBody>
          <a:bodyPr/>
          <a:lstStyle/>
          <a:p>
            <a:r>
              <a:rPr lang="en-US"/>
              <a:t>Click to edit Master title style</a:t>
            </a:r>
          </a:p>
        </p:txBody>
      </p:sp>
      <p:sp>
        <p:nvSpPr>
          <p:cNvPr id="4" name="Freeform 5">
            <a:extLst>
              <a:ext uri="{FF2B5EF4-FFF2-40B4-BE49-F238E27FC236}">
                <a16:creationId xmlns:a16="http://schemas.microsoft.com/office/drawing/2014/main" id="{90FFE920-B320-B303-4558-0F631F47685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5" name="Text Placeholder 11">
            <a:extLst>
              <a:ext uri="{FF2B5EF4-FFF2-40B4-BE49-F238E27FC236}">
                <a16:creationId xmlns:a16="http://schemas.microsoft.com/office/drawing/2014/main" id="{5E92B4B8-6955-9D30-1BC3-A16EF74E8AD5}"/>
              </a:ext>
            </a:extLst>
          </p:cNvPr>
          <p:cNvSpPr>
            <a:spLocks noGrp="1"/>
          </p:cNvSpPr>
          <p:nvPr>
            <p:ph type="body" sz="quarter" idx="18"/>
          </p:nvPr>
        </p:nvSpPr>
        <p:spPr>
          <a:xfrm>
            <a:off x="548640" y="1127126"/>
            <a:ext cx="5451475" cy="295274"/>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7" name="Content Placeholder 25">
            <a:extLst>
              <a:ext uri="{FF2B5EF4-FFF2-40B4-BE49-F238E27FC236}">
                <a16:creationId xmlns:a16="http://schemas.microsoft.com/office/drawing/2014/main" id="{5C8016BC-6435-33AA-70C0-6D27BA55395C}"/>
              </a:ext>
            </a:extLst>
          </p:cNvPr>
          <p:cNvSpPr>
            <a:spLocks noGrp="1"/>
          </p:cNvSpPr>
          <p:nvPr>
            <p:ph sz="quarter" idx="23"/>
          </p:nvPr>
        </p:nvSpPr>
        <p:spPr>
          <a:xfrm>
            <a:off x="539750" y="1849438"/>
            <a:ext cx="5451475"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C8EAABA0-7BE0-6567-99C7-4D3874764ADE}"/>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3BFC099E-FDC2-6628-7C8A-7410E278B541}"/>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E4A45B8A-3B76-4621-7C74-4C1680EDE2B1}"/>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DD98C4B0-62E9-BA40-B301-7CC88F237768}"/>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1" name="Group 10">
              <a:extLst>
                <a:ext uri="{FF2B5EF4-FFF2-40B4-BE49-F238E27FC236}">
                  <a16:creationId xmlns:a16="http://schemas.microsoft.com/office/drawing/2014/main" id="{BB6EEDA5-9E8B-F301-E678-A04088DAB63C}"/>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F0576624-2F59-C6BD-1FE6-A2BD4A2F0EC1}"/>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0FA64AA9-DB33-FA9B-A749-5D216BFDB769}"/>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C7345B6A-A685-D1C3-A173-7E988DB6A989}"/>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DC6677B5-2959-60C9-FD29-4D3291C5FDE0}"/>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151EDE00-86AE-3DDC-E257-B83B58C1FFC1}"/>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83F2CDB7-6199-FEA9-795A-46CBAEA1B840}"/>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36956026-0D81-FD96-52F7-B3E86E5EF49A}"/>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9C84B1E9-CEDE-6D40-2C5F-81E42B6146A3}"/>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20CB14F1-6034-E366-DF83-8BB20F023FFE}"/>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D0F231B8-A508-8B01-3495-87E24E20D755}"/>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934B7652-C35F-3B12-D94C-445BE90A1BE3}"/>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E3C573A7-5A72-A9AE-9E02-3D7EE72790F0}"/>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D6CAB65B-5C31-209A-8FD9-356589A46D6F}"/>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74017BD2-ECCC-DF81-7547-EA9BC78D0DDD}"/>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6BB5D219-4B4B-966E-263F-DC34F5A5FEBA}"/>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5E0EEA16-7237-4002-80A9-40FDE608355D}"/>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046870A5-4A99-FA21-F311-3EF17A578B53}"/>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40A0AEC7-009C-5853-D634-05D87956C0BB}"/>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F49BE313-3A42-CAAD-50C6-F81CB7DFBA96}"/>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B7CB09AF-189C-15BD-6425-1FCBC90A7E65}"/>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251E0DBB-DF51-B1F7-F3A5-3305C99FA93A}"/>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BC5AE43C-6CC6-F9CF-DB78-A49999A67826}"/>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5F6E45DD-B874-434B-DE78-10202B48E76F}"/>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38" name="Text Placeholder 15">
            <a:extLst>
              <a:ext uri="{FF2B5EF4-FFF2-40B4-BE49-F238E27FC236}">
                <a16:creationId xmlns:a16="http://schemas.microsoft.com/office/drawing/2014/main" id="{897B7762-3957-2272-551C-3C4BF07B8B1D}"/>
              </a:ext>
            </a:extLst>
          </p:cNvPr>
          <p:cNvSpPr>
            <a:spLocks noGrp="1"/>
          </p:cNvSpPr>
          <p:nvPr>
            <p:ph type="body" sz="quarter" idx="22"/>
          </p:nvPr>
        </p:nvSpPr>
        <p:spPr>
          <a:xfrm>
            <a:off x="546100" y="6019800"/>
            <a:ext cx="5445125"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168249748"/>
      </p:ext>
    </p:extLst>
  </p:cSld>
  <p:clrMapOvr>
    <a:masterClrMapping/>
  </p:clrMapOvr>
</p:sldLayout>
</file>

<file path=ppt/slideLayouts/slideLayout133.xml><?xml version="1.0" encoding="utf-8"?>
<p:sldLayout xmlns:a="http://schemas.openxmlformats.org/drawingml/2006/main" xmlns:r="http://schemas.openxmlformats.org/officeDocument/2006/relationships" xmlns:p="http://schemas.openxmlformats.org/presentationml/2006/main" preserve="1" userDrawn="1">
  <p:cSld name="2 Column, Photo - Subhead">
    <p:spTree>
      <p:nvGrpSpPr>
        <p:cNvPr id="1" name=""/>
        <p:cNvGrpSpPr/>
        <p:nvPr/>
      </p:nvGrpSpPr>
      <p:grpSpPr>
        <a:xfrm>
          <a:off x="0" y="0"/>
          <a:ext cx="0" cy="0"/>
          <a:chOff x="0" y="0"/>
          <a:chExt cx="0" cy="0"/>
        </a:xfrm>
      </p:grpSpPr>
      <p:sp>
        <p:nvSpPr>
          <p:cNvPr id="5" name="Picture Placeholder 9">
            <a:extLst>
              <a:ext uri="{FF2B5EF4-FFF2-40B4-BE49-F238E27FC236}">
                <a16:creationId xmlns:a16="http://schemas.microsoft.com/office/drawing/2014/main" id="{8F064F9C-2C4C-16AC-63CA-1A9DA5BA7670}"/>
              </a:ext>
            </a:extLst>
          </p:cNvPr>
          <p:cNvSpPr>
            <a:spLocks noGrp="1"/>
          </p:cNvSpPr>
          <p:nvPr>
            <p:ph type="pic" sz="quarter" idx="13"/>
          </p:nvPr>
        </p:nvSpPr>
        <p:spPr>
          <a:xfrm>
            <a:off x="6194424" y="0"/>
            <a:ext cx="5997575" cy="6858000"/>
          </a:xfrm>
          <a:solidFill>
            <a:schemeClr val="bg1">
              <a:lumMod val="65000"/>
            </a:schemeClr>
          </a:solidFill>
        </p:spPr>
        <p:txBody>
          <a:bodyPr anchor="ctr"/>
          <a:lstStyle>
            <a:lvl1pPr algn="ctr">
              <a:defRPr>
                <a:solidFill>
                  <a:schemeClr val="bg1"/>
                </a:solidFill>
              </a:defRPr>
            </a:lvl1pPr>
          </a:lstStyle>
          <a:p>
            <a:r>
              <a:rPr lang="en-US"/>
              <a:t>Click icon to add picture</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bg1"/>
                </a:solidFill>
              </a:defRPr>
            </a:lvl1p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6" name="Title 5">
            <a:extLst>
              <a:ext uri="{FF2B5EF4-FFF2-40B4-BE49-F238E27FC236}">
                <a16:creationId xmlns:a16="http://schemas.microsoft.com/office/drawing/2014/main" id="{FA65A5E6-24CF-BD36-5E96-8042A9E0ECC7}"/>
              </a:ext>
            </a:extLst>
          </p:cNvPr>
          <p:cNvSpPr>
            <a:spLocks noGrp="1"/>
          </p:cNvSpPr>
          <p:nvPr>
            <p:ph type="title"/>
          </p:nvPr>
        </p:nvSpPr>
        <p:spPr>
          <a:xfrm>
            <a:off x="546893" y="548640"/>
            <a:ext cx="5433538" cy="438785"/>
          </a:xfrm>
        </p:spPr>
        <p:txBody>
          <a:bodyPr/>
          <a:lstStyle/>
          <a:p>
            <a:r>
              <a:rPr lang="en-US"/>
              <a:t>Click to edit Master title style</a:t>
            </a:r>
          </a:p>
        </p:txBody>
      </p:sp>
      <p:sp>
        <p:nvSpPr>
          <p:cNvPr id="4" name="Freeform 5">
            <a:extLst>
              <a:ext uri="{FF2B5EF4-FFF2-40B4-BE49-F238E27FC236}">
                <a16:creationId xmlns:a16="http://schemas.microsoft.com/office/drawing/2014/main" id="{83F80ED4-EB7B-394D-C29E-898DB0D61D00}"/>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6" name="Text Placeholder 11">
            <a:extLst>
              <a:ext uri="{FF2B5EF4-FFF2-40B4-BE49-F238E27FC236}">
                <a16:creationId xmlns:a16="http://schemas.microsoft.com/office/drawing/2014/main" id="{163054C7-C247-490C-C290-6EB0D4E9DC74}"/>
              </a:ext>
            </a:extLst>
          </p:cNvPr>
          <p:cNvSpPr>
            <a:spLocks noGrp="1"/>
          </p:cNvSpPr>
          <p:nvPr>
            <p:ph type="body" sz="quarter" idx="23"/>
          </p:nvPr>
        </p:nvSpPr>
        <p:spPr>
          <a:xfrm>
            <a:off x="548640" y="1127125"/>
            <a:ext cx="5442585" cy="292608"/>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8" name="Content Placeholder 29">
            <a:extLst>
              <a:ext uri="{FF2B5EF4-FFF2-40B4-BE49-F238E27FC236}">
                <a16:creationId xmlns:a16="http://schemas.microsoft.com/office/drawing/2014/main" id="{75ADEAFE-4009-A3BC-3F86-F58A050AF5C0}"/>
              </a:ext>
            </a:extLst>
          </p:cNvPr>
          <p:cNvSpPr>
            <a:spLocks noGrp="1"/>
          </p:cNvSpPr>
          <p:nvPr>
            <p:ph sz="quarter" idx="27"/>
          </p:nvPr>
        </p:nvSpPr>
        <p:spPr>
          <a:xfrm>
            <a:off x="554040" y="2425700"/>
            <a:ext cx="5437186"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9" name="Text Placeholder 33">
            <a:extLst>
              <a:ext uri="{FF2B5EF4-FFF2-40B4-BE49-F238E27FC236}">
                <a16:creationId xmlns:a16="http://schemas.microsoft.com/office/drawing/2014/main" id="{C8FCEF29-492C-8F4E-A702-5AD89C03B6B4}"/>
              </a:ext>
            </a:extLst>
          </p:cNvPr>
          <p:cNvSpPr>
            <a:spLocks noGrp="1"/>
          </p:cNvSpPr>
          <p:nvPr>
            <p:ph type="body" sz="quarter" idx="29"/>
          </p:nvPr>
        </p:nvSpPr>
        <p:spPr>
          <a:xfrm>
            <a:off x="539750" y="1849437"/>
            <a:ext cx="5443537" cy="296861"/>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9B781AB7-6D52-B69E-0ED5-392763CB4629}"/>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8BEF811A-90EB-20B1-C635-05955050EDA3}"/>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A833412E-DA48-205E-BBCF-118382CBA89A}"/>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0" name="Rectangle 9">
              <a:extLst>
                <a:ext uri="{FF2B5EF4-FFF2-40B4-BE49-F238E27FC236}">
                  <a16:creationId xmlns:a16="http://schemas.microsoft.com/office/drawing/2014/main" id="{36736950-E6A8-817F-326D-152AB1EE49C4}"/>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1" name="Group 10">
              <a:extLst>
                <a:ext uri="{FF2B5EF4-FFF2-40B4-BE49-F238E27FC236}">
                  <a16:creationId xmlns:a16="http://schemas.microsoft.com/office/drawing/2014/main" id="{74036481-FFDB-7A93-B6A3-1C8B410ED252}"/>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E9A10850-0094-F778-3214-9FC346600E49}"/>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DB5C40EB-4CED-F0DB-90E3-739A060EB62E}"/>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54D80274-2F05-826B-A8C8-8ABF18B91373}"/>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0BA671C9-3296-240F-F86A-49B3A2626059}"/>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A8A6F910-ABC8-7EBF-B7CB-3E6F1D38C28B}"/>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682C0E73-63C9-4941-A8F1-9F3C8F949343}"/>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676BA3F3-87E8-F9D4-05A2-348D6F40B9A9}"/>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CA354023-8ECD-3CEC-B822-68EB92AC4B62}"/>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2C0F9248-9136-F424-F2EA-44AC8676E48E}"/>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1BF243DC-884A-4B95-9495-AD915D6CC86F}"/>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0DD0F68B-68BF-E71A-7B9F-EBCEF8290C24}"/>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A6307EFE-8C22-B927-5998-F6061477E230}"/>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9BD51978-7F4E-5A5E-992C-468932ACC2FC}"/>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5BDC4449-91E4-6F36-C49A-76653C731AEA}"/>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3CD47700-6FC4-3609-408F-723412EF866A}"/>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9BEA2CFC-415D-BC1E-5B65-50CD6C278537}"/>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B8A8C2D6-9560-085F-3A2C-AD365C54675D}"/>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F9DF7B78-8508-085E-046C-90618013EF0C}"/>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4EF9C3FB-0518-280A-E189-C84CA2C7CA88}"/>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079B8D1D-BDD8-73F4-E15D-8670F182C649}"/>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B9147454-19EF-4D1F-EC5D-2E08ED5B220C}"/>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7A969D8F-631F-5C57-0757-DAF071130520}"/>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365BF83C-8008-0388-4F0C-D26403C29059}"/>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39" name="Text Placeholder 15">
            <a:extLst>
              <a:ext uri="{FF2B5EF4-FFF2-40B4-BE49-F238E27FC236}">
                <a16:creationId xmlns:a16="http://schemas.microsoft.com/office/drawing/2014/main" id="{5B669A7D-69CE-BB47-EF24-4A29E2C3F4B3}"/>
              </a:ext>
            </a:extLst>
          </p:cNvPr>
          <p:cNvSpPr>
            <a:spLocks noGrp="1"/>
          </p:cNvSpPr>
          <p:nvPr>
            <p:ph type="body" sz="quarter" idx="22"/>
          </p:nvPr>
        </p:nvSpPr>
        <p:spPr>
          <a:xfrm>
            <a:off x="546100" y="6019800"/>
            <a:ext cx="5445125"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3713488127"/>
      </p:ext>
    </p:extLst>
  </p:cSld>
  <p:clrMapOvr>
    <a:masterClrMapping/>
  </p:clrMapOvr>
</p:sldLayout>
</file>

<file path=ppt/slideLayouts/slideLayout134.xml><?xml version="1.0" encoding="utf-8"?>
<p:sldLayout xmlns:a="http://schemas.openxmlformats.org/drawingml/2006/main" xmlns:r="http://schemas.openxmlformats.org/officeDocument/2006/relationships" xmlns:p="http://schemas.openxmlformats.org/presentationml/2006/main" preserve="1" userDrawn="1">
  <p:cSld name="Dynamic Slices 1 / Light">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hasCustomPrompt="1"/>
          </p:nvPr>
        </p:nvSpPr>
        <p:spPr>
          <a:xfrm>
            <a:off x="8142973" y="0"/>
            <a:ext cx="2029968" cy="6167438"/>
          </a:xfrm>
          <a:solidFill>
            <a:schemeClr val="bg1">
              <a:lumMod val="65000"/>
            </a:schemeClr>
          </a:solidFill>
        </p:spPr>
        <p:txBody>
          <a:bodyPr anchor="ctr"/>
          <a:lstStyle>
            <a:lvl1pPr algn="ctr">
              <a:defRPr b="0">
                <a:solidFill>
                  <a:schemeClr val="bg1"/>
                </a:solidFill>
                <a:latin typeface="+mn-lt"/>
              </a:defRPr>
            </a:lvl1pPr>
          </a:lstStyle>
          <a:p>
            <a:r>
              <a:rPr lang="en-US"/>
              <a:t>Dynamic slice crop 1</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6" name="Picture Placeholder 9">
            <a:extLst>
              <a:ext uri="{FF2B5EF4-FFF2-40B4-BE49-F238E27FC236}">
                <a16:creationId xmlns:a16="http://schemas.microsoft.com/office/drawing/2014/main" id="{76B8FFAA-4288-7A55-0BCC-B4A10908B32D}"/>
              </a:ext>
            </a:extLst>
          </p:cNvPr>
          <p:cNvSpPr>
            <a:spLocks noGrp="1"/>
          </p:cNvSpPr>
          <p:nvPr>
            <p:ph type="pic" sz="quarter" idx="14" hasCustomPrompt="1"/>
          </p:nvPr>
        </p:nvSpPr>
        <p:spPr>
          <a:xfrm>
            <a:off x="10162032" y="0"/>
            <a:ext cx="2029968" cy="3984625"/>
          </a:xfrm>
          <a:solidFill>
            <a:schemeClr val="bg1">
              <a:lumMod val="65000"/>
            </a:schemeClr>
          </a:solidFill>
        </p:spPr>
        <p:txBody>
          <a:bodyPr anchor="ctr"/>
          <a:lstStyle>
            <a:lvl1pPr algn="ctr">
              <a:defRPr b="0">
                <a:solidFill>
                  <a:schemeClr val="bg1"/>
                </a:solidFill>
                <a:latin typeface="+mn-lt"/>
              </a:defRPr>
            </a:lvl1pPr>
          </a:lstStyle>
          <a:p>
            <a:pPr marL="0" marR="0" lvl="0" indent="0" algn="ctr" defTabSz="914400" rtl="0" eaLnBrk="1" fontAlgn="auto" latinLnBrk="0" hangingPunct="1">
              <a:lnSpc>
                <a:spcPct val="101000"/>
              </a:lnSpc>
              <a:spcBef>
                <a:spcPts val="0"/>
              </a:spcBef>
              <a:spcAft>
                <a:spcPts val="600"/>
              </a:spcAft>
              <a:buClrTx/>
              <a:buSzTx/>
              <a:buFont typeface="GT America Regular"/>
              <a:buNone/>
              <a:tabLst/>
              <a:defRPr/>
            </a:pPr>
            <a:r>
              <a:rPr lang="en-US"/>
              <a:t>Dynamic slice crop 2</a:t>
            </a:r>
          </a:p>
        </p:txBody>
      </p:sp>
      <p:sp>
        <p:nvSpPr>
          <p:cNvPr id="5" name="Title 4">
            <a:extLst>
              <a:ext uri="{FF2B5EF4-FFF2-40B4-BE49-F238E27FC236}">
                <a16:creationId xmlns:a16="http://schemas.microsoft.com/office/drawing/2014/main" id="{B8ED52C6-CAF9-7CFB-3BBD-C28F1DD35377}"/>
              </a:ext>
            </a:extLst>
          </p:cNvPr>
          <p:cNvSpPr>
            <a:spLocks noGrp="1"/>
          </p:cNvSpPr>
          <p:nvPr>
            <p:ph type="title"/>
          </p:nvPr>
        </p:nvSpPr>
        <p:spPr>
          <a:xfrm>
            <a:off x="546893" y="548640"/>
            <a:ext cx="6858000" cy="438785"/>
          </a:xfrm>
        </p:spPr>
        <p:txBody>
          <a:bodyPr/>
          <a:lstStyle/>
          <a:p>
            <a:r>
              <a:rPr lang="en-US"/>
              <a:t>Click to edit Master title style</a:t>
            </a:r>
          </a:p>
        </p:txBody>
      </p:sp>
      <p:sp>
        <p:nvSpPr>
          <p:cNvPr id="2" name="Freeform 5">
            <a:extLst>
              <a:ext uri="{FF2B5EF4-FFF2-40B4-BE49-F238E27FC236}">
                <a16:creationId xmlns:a16="http://schemas.microsoft.com/office/drawing/2014/main" id="{C80AD849-5BBF-D879-E4D7-75E59F95492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6" name="Text Placeholder 11">
            <a:extLst>
              <a:ext uri="{FF2B5EF4-FFF2-40B4-BE49-F238E27FC236}">
                <a16:creationId xmlns:a16="http://schemas.microsoft.com/office/drawing/2014/main" id="{C6506391-3DB1-9F32-7688-9823C2B43230}"/>
              </a:ext>
            </a:extLst>
          </p:cNvPr>
          <p:cNvSpPr>
            <a:spLocks noGrp="1"/>
          </p:cNvSpPr>
          <p:nvPr>
            <p:ph type="body" sz="quarter" idx="18"/>
          </p:nvPr>
        </p:nvSpPr>
        <p:spPr>
          <a:xfrm>
            <a:off x="548640" y="1127126"/>
            <a:ext cx="6858000" cy="295274"/>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8" name="Content Placeholder 25">
            <a:extLst>
              <a:ext uri="{FF2B5EF4-FFF2-40B4-BE49-F238E27FC236}">
                <a16:creationId xmlns:a16="http://schemas.microsoft.com/office/drawing/2014/main" id="{02974D94-9BEF-B148-C21F-FB42A3CC7E5D}"/>
              </a:ext>
            </a:extLst>
          </p:cNvPr>
          <p:cNvSpPr>
            <a:spLocks noGrp="1"/>
          </p:cNvSpPr>
          <p:nvPr>
            <p:ph sz="quarter" idx="23"/>
          </p:nvPr>
        </p:nvSpPr>
        <p:spPr>
          <a:xfrm>
            <a:off x="539750" y="1849438"/>
            <a:ext cx="6858000"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3" name="Group 2">
            <a:extLst>
              <a:ext uri="{FF2B5EF4-FFF2-40B4-BE49-F238E27FC236}">
                <a16:creationId xmlns:a16="http://schemas.microsoft.com/office/drawing/2014/main" id="{E3363B12-029B-1CEA-5728-838A0F7BF9C2}"/>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336836A4-8DDB-CCD5-7E7D-036AE230CDD4}"/>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E28114B7-EC03-4266-33E5-522ABFC679B3}"/>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1" name="Rectangle 10">
              <a:extLst>
                <a:ext uri="{FF2B5EF4-FFF2-40B4-BE49-F238E27FC236}">
                  <a16:creationId xmlns:a16="http://schemas.microsoft.com/office/drawing/2014/main" id="{8A6A63E7-29A0-42C6-7396-587BD0B82EF8}"/>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2" name="Group 11">
              <a:extLst>
                <a:ext uri="{FF2B5EF4-FFF2-40B4-BE49-F238E27FC236}">
                  <a16:creationId xmlns:a16="http://schemas.microsoft.com/office/drawing/2014/main" id="{63332157-568C-1F1A-DDD9-DBA38757EBA5}"/>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7AB6B66F-1234-BDB7-EA22-22F8CE9543F6}"/>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643999A4-1379-B63C-63FF-D6EB6BC76A84}"/>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712F2ACC-4E9E-2C4E-510C-9F896B9D7DC2}"/>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0B0691B1-4ED9-72A8-1A22-16044FF84CDC}"/>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1C6B33BC-233A-1602-F062-3F00F4F7693B}"/>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5C2219CB-1489-C4BD-DE5E-D56CBF9B0541}"/>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D2174988-76A0-39FD-CFC3-3BF9C4804A0D}"/>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9D97D3B3-0227-DA4B-9DB6-4416A4A97E85}"/>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C065644E-060B-F3BB-6687-D7C982A29552}"/>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64C427CF-B925-6B84-98D2-C74CB7BCAB1F}"/>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3" name="Group 12">
              <a:extLst>
                <a:ext uri="{FF2B5EF4-FFF2-40B4-BE49-F238E27FC236}">
                  <a16:creationId xmlns:a16="http://schemas.microsoft.com/office/drawing/2014/main" id="{DF3DA49E-539E-97FD-A921-F2FD25786DB6}"/>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CC1E98E9-9B92-730C-340A-F0B8502A231D}"/>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658DC53D-8903-376C-03CA-1339FBFF00E3}"/>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8E2FB264-7EBD-5F21-227D-27C1609843A3}"/>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E1C5B27A-7B37-46CA-49F6-3DAABB089183}"/>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F5D604EE-8549-C795-2730-D65CF969FAB1}"/>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F83DA179-4808-80D9-659E-25D88FEE87D6}"/>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47ACDE9A-6F02-9E0E-C490-326366A4485E}"/>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1612E458-15B7-F4A2-677C-AC02E37AE736}"/>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C444718D-BF5D-D428-CF3D-182DCA135C08}"/>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BE2CAE9B-A0FA-A206-DC7C-D4106C978822}"/>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623D87F0-095B-64F2-B4CE-5F528A986094}"/>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1017EBE2-0227-0AD2-97D7-5037F3DB8A1D}"/>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39" name="Text Placeholder 15">
            <a:extLst>
              <a:ext uri="{FF2B5EF4-FFF2-40B4-BE49-F238E27FC236}">
                <a16:creationId xmlns:a16="http://schemas.microsoft.com/office/drawing/2014/main" id="{C438E0F2-89E0-61DD-550F-F069817F0DE2}"/>
              </a:ext>
            </a:extLst>
          </p:cNvPr>
          <p:cNvSpPr>
            <a:spLocks noGrp="1"/>
          </p:cNvSpPr>
          <p:nvPr>
            <p:ph type="body" sz="quarter" idx="22"/>
          </p:nvPr>
        </p:nvSpPr>
        <p:spPr>
          <a:xfrm>
            <a:off x="546099" y="6019800"/>
            <a:ext cx="685800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3981563465"/>
      </p:ext>
    </p:extLst>
  </p:cSld>
  <p:clrMapOvr>
    <a:masterClrMapping/>
  </p:clrMapOvr>
</p:sldLayout>
</file>

<file path=ppt/slideLayouts/slideLayout135.xml><?xml version="1.0" encoding="utf-8"?>
<p:sldLayout xmlns:a="http://schemas.openxmlformats.org/drawingml/2006/main" xmlns:r="http://schemas.openxmlformats.org/officeDocument/2006/relationships" xmlns:p="http://schemas.openxmlformats.org/presentationml/2006/main" preserve="1" userDrawn="1">
  <p:cSld name="Dynamic Slices 1 / Light - Subhead">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hasCustomPrompt="1"/>
          </p:nvPr>
        </p:nvSpPr>
        <p:spPr>
          <a:xfrm>
            <a:off x="8142973" y="0"/>
            <a:ext cx="2029968" cy="6167438"/>
          </a:xfrm>
          <a:solidFill>
            <a:schemeClr val="bg1">
              <a:lumMod val="65000"/>
            </a:schemeClr>
          </a:solidFill>
        </p:spPr>
        <p:txBody>
          <a:bodyPr anchor="ctr"/>
          <a:lstStyle>
            <a:lvl1pPr algn="ctr">
              <a:defRPr b="0">
                <a:solidFill>
                  <a:schemeClr val="bg1"/>
                </a:solidFill>
                <a:latin typeface="+mn-lt"/>
              </a:defRPr>
            </a:lvl1pPr>
          </a:lstStyle>
          <a:p>
            <a:r>
              <a:rPr lang="en-US"/>
              <a:t>Dynamic slice crop 1</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6" name="Picture Placeholder 9">
            <a:extLst>
              <a:ext uri="{FF2B5EF4-FFF2-40B4-BE49-F238E27FC236}">
                <a16:creationId xmlns:a16="http://schemas.microsoft.com/office/drawing/2014/main" id="{76B8FFAA-4288-7A55-0BCC-B4A10908B32D}"/>
              </a:ext>
            </a:extLst>
          </p:cNvPr>
          <p:cNvSpPr>
            <a:spLocks noGrp="1"/>
          </p:cNvSpPr>
          <p:nvPr>
            <p:ph type="pic" sz="quarter" idx="14" hasCustomPrompt="1"/>
          </p:nvPr>
        </p:nvSpPr>
        <p:spPr>
          <a:xfrm>
            <a:off x="10162032" y="0"/>
            <a:ext cx="2029968" cy="3984625"/>
          </a:xfrm>
          <a:solidFill>
            <a:schemeClr val="bg1">
              <a:lumMod val="65000"/>
            </a:schemeClr>
          </a:solidFill>
        </p:spPr>
        <p:txBody>
          <a:bodyPr anchor="ctr"/>
          <a:lstStyle>
            <a:lvl1pPr algn="ctr">
              <a:defRPr b="0">
                <a:solidFill>
                  <a:schemeClr val="bg1"/>
                </a:solidFill>
                <a:latin typeface="+mn-lt"/>
              </a:defRPr>
            </a:lvl1pPr>
          </a:lstStyle>
          <a:p>
            <a:pPr marL="0" marR="0" lvl="0" indent="0" algn="ctr" defTabSz="914400" rtl="0" eaLnBrk="1" fontAlgn="auto" latinLnBrk="0" hangingPunct="1">
              <a:lnSpc>
                <a:spcPct val="101000"/>
              </a:lnSpc>
              <a:spcBef>
                <a:spcPts val="0"/>
              </a:spcBef>
              <a:spcAft>
                <a:spcPts val="600"/>
              </a:spcAft>
              <a:buClrTx/>
              <a:buSzTx/>
              <a:buFont typeface="GT America Regular"/>
              <a:buNone/>
              <a:tabLst/>
              <a:defRPr/>
            </a:pPr>
            <a:r>
              <a:rPr lang="en-US"/>
              <a:t>Dynamic slice crop 2</a:t>
            </a:r>
          </a:p>
        </p:txBody>
      </p:sp>
      <p:sp>
        <p:nvSpPr>
          <p:cNvPr id="12" name="Title 11">
            <a:extLst>
              <a:ext uri="{FF2B5EF4-FFF2-40B4-BE49-F238E27FC236}">
                <a16:creationId xmlns:a16="http://schemas.microsoft.com/office/drawing/2014/main" id="{4B789C02-8217-29F3-CCBF-88E3D196B36D}"/>
              </a:ext>
            </a:extLst>
          </p:cNvPr>
          <p:cNvSpPr>
            <a:spLocks noGrp="1"/>
          </p:cNvSpPr>
          <p:nvPr>
            <p:ph type="title"/>
          </p:nvPr>
        </p:nvSpPr>
        <p:spPr>
          <a:xfrm>
            <a:off x="546893" y="548640"/>
            <a:ext cx="6858000" cy="438785"/>
          </a:xfrm>
        </p:spPr>
        <p:txBody>
          <a:bodyPr/>
          <a:lstStyle/>
          <a:p>
            <a:r>
              <a:rPr lang="en-US"/>
              <a:t>Click to edit Master title style</a:t>
            </a:r>
          </a:p>
        </p:txBody>
      </p:sp>
      <p:sp>
        <p:nvSpPr>
          <p:cNvPr id="4" name="Freeform 5">
            <a:extLst>
              <a:ext uri="{FF2B5EF4-FFF2-40B4-BE49-F238E27FC236}">
                <a16:creationId xmlns:a16="http://schemas.microsoft.com/office/drawing/2014/main" id="{90F57B56-D11B-9162-7023-12E809D6B100}"/>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5" name="Text Placeholder 11">
            <a:extLst>
              <a:ext uri="{FF2B5EF4-FFF2-40B4-BE49-F238E27FC236}">
                <a16:creationId xmlns:a16="http://schemas.microsoft.com/office/drawing/2014/main" id="{8BA902E5-1959-8D93-356A-51055AFC1FFA}"/>
              </a:ext>
            </a:extLst>
          </p:cNvPr>
          <p:cNvSpPr>
            <a:spLocks noGrp="1"/>
          </p:cNvSpPr>
          <p:nvPr>
            <p:ph type="body" sz="quarter" idx="23"/>
          </p:nvPr>
        </p:nvSpPr>
        <p:spPr>
          <a:xfrm>
            <a:off x="548640" y="1127125"/>
            <a:ext cx="6850506" cy="292608"/>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1" name="Content Placeholder 29">
            <a:extLst>
              <a:ext uri="{FF2B5EF4-FFF2-40B4-BE49-F238E27FC236}">
                <a16:creationId xmlns:a16="http://schemas.microsoft.com/office/drawing/2014/main" id="{9FBDFEC1-9F37-0749-6D25-E3B502E7E966}"/>
              </a:ext>
            </a:extLst>
          </p:cNvPr>
          <p:cNvSpPr>
            <a:spLocks noGrp="1"/>
          </p:cNvSpPr>
          <p:nvPr>
            <p:ph sz="quarter" idx="27"/>
          </p:nvPr>
        </p:nvSpPr>
        <p:spPr>
          <a:xfrm>
            <a:off x="554040" y="2425700"/>
            <a:ext cx="6843710"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ext Placeholder 33">
            <a:extLst>
              <a:ext uri="{FF2B5EF4-FFF2-40B4-BE49-F238E27FC236}">
                <a16:creationId xmlns:a16="http://schemas.microsoft.com/office/drawing/2014/main" id="{F955E566-2D25-F593-52AC-63C9C65B51E7}"/>
              </a:ext>
            </a:extLst>
          </p:cNvPr>
          <p:cNvSpPr>
            <a:spLocks noGrp="1"/>
          </p:cNvSpPr>
          <p:nvPr>
            <p:ph type="body" sz="quarter" idx="29"/>
          </p:nvPr>
        </p:nvSpPr>
        <p:spPr>
          <a:xfrm>
            <a:off x="539750" y="1849437"/>
            <a:ext cx="6851704" cy="296861"/>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DDC23638-093E-9467-28BD-8DD20C6255EF}"/>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E7A13A1F-3851-5B58-5497-C234B6747A2A}"/>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4" name="TextBox 13">
              <a:extLst>
                <a:ext uri="{FF2B5EF4-FFF2-40B4-BE49-F238E27FC236}">
                  <a16:creationId xmlns:a16="http://schemas.microsoft.com/office/drawing/2014/main" id="{FE43BA83-4FE6-6982-2B04-936C1D1A375C}"/>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5" name="Rectangle 14">
              <a:extLst>
                <a:ext uri="{FF2B5EF4-FFF2-40B4-BE49-F238E27FC236}">
                  <a16:creationId xmlns:a16="http://schemas.microsoft.com/office/drawing/2014/main" id="{CCCD69E8-6474-FEA0-18A4-C7FAFA3AB5CB}"/>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6" name="Group 15">
              <a:extLst>
                <a:ext uri="{FF2B5EF4-FFF2-40B4-BE49-F238E27FC236}">
                  <a16:creationId xmlns:a16="http://schemas.microsoft.com/office/drawing/2014/main" id="{048CD364-E262-FC5F-9974-755C65870C4F}"/>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92B0E922-D87A-8DEF-FBFD-C7359FF8E017}"/>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4FFFA7F8-C58D-ED99-5E17-C79ADC3AA5BE}"/>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C1FEA91B-D03F-390D-005F-4BD326415A8A}"/>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802293DF-4DA6-DED4-D700-599548ACEE0C}"/>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974EBD69-10DD-466F-B665-0ECE8719A717}"/>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4080E15D-A797-4746-9E4D-4D4F2E16BB1D}"/>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909C72E8-12ED-FC80-7C0B-AA12A2CBD160}"/>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982DBD15-7952-5A58-F364-E21BCE442D68}"/>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0999CFED-C3A4-045E-0681-9D1389098B70}"/>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3780C451-9443-8189-54C4-F2A4D1EBEA03}"/>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7" name="Group 16">
              <a:extLst>
                <a:ext uri="{FF2B5EF4-FFF2-40B4-BE49-F238E27FC236}">
                  <a16:creationId xmlns:a16="http://schemas.microsoft.com/office/drawing/2014/main" id="{70C6D3CF-B199-6C9C-9ABA-865E96332697}"/>
                </a:ext>
              </a:extLst>
            </p:cNvPr>
            <p:cNvGrpSpPr/>
            <p:nvPr userDrawn="1"/>
          </p:nvGrpSpPr>
          <p:grpSpPr>
            <a:xfrm>
              <a:off x="12442019" y="198485"/>
              <a:ext cx="382660" cy="2882942"/>
              <a:chOff x="12742785" y="3716048"/>
              <a:chExt cx="316248" cy="3171236"/>
            </a:xfrm>
          </p:grpSpPr>
          <p:sp>
            <p:nvSpPr>
              <p:cNvPr id="19" name="Rectangle 18">
                <a:extLst>
                  <a:ext uri="{FF2B5EF4-FFF2-40B4-BE49-F238E27FC236}">
                    <a16:creationId xmlns:a16="http://schemas.microsoft.com/office/drawing/2014/main" id="{CDC22FD3-1E77-2A77-7841-ED5622487254}"/>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0352D62F-748A-ECD8-EEA7-C77980D142B8}"/>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9F8DA6F6-5DC2-2363-0A09-F344FC9F7DC4}"/>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A030DE1A-0B89-EBDD-9D7A-20DFB2D69A4F}"/>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BB28C029-351A-1371-4872-017347AB679E}"/>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2EB7DAAA-22AD-DCF6-B8DF-377938B78930}"/>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0322E027-7F76-226A-347D-BDE6BC651B88}"/>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BF356ADF-A1F6-1258-F273-5DF637A0C61A}"/>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01F982E7-272B-86BC-150D-64486A6D2D4E}"/>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2099CCED-5C72-2412-16EA-30BBEB50DEC9}"/>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8" name="TextBox 17">
              <a:extLst>
                <a:ext uri="{FF2B5EF4-FFF2-40B4-BE49-F238E27FC236}">
                  <a16:creationId xmlns:a16="http://schemas.microsoft.com/office/drawing/2014/main" id="{8CE55459-9FFE-B591-2A1F-407ABB02BD5C}"/>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3901DC74-37C9-CA22-E9CB-43DCF58DEF61}"/>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40" name="Text Placeholder 15">
            <a:extLst>
              <a:ext uri="{FF2B5EF4-FFF2-40B4-BE49-F238E27FC236}">
                <a16:creationId xmlns:a16="http://schemas.microsoft.com/office/drawing/2014/main" id="{F3011ED7-2FA5-A2CC-0143-87CFD080458A}"/>
              </a:ext>
            </a:extLst>
          </p:cNvPr>
          <p:cNvSpPr>
            <a:spLocks noGrp="1"/>
          </p:cNvSpPr>
          <p:nvPr>
            <p:ph type="body" sz="quarter" idx="22"/>
          </p:nvPr>
        </p:nvSpPr>
        <p:spPr>
          <a:xfrm>
            <a:off x="546099" y="6019800"/>
            <a:ext cx="685800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207628163"/>
      </p:ext>
    </p:extLst>
  </p:cSld>
  <p:clrMapOvr>
    <a:masterClrMapping/>
  </p:clrMapOvr>
</p:sldLayout>
</file>

<file path=ppt/slideLayouts/slideLayout136.xml><?xml version="1.0" encoding="utf-8"?>
<p:sldLayout xmlns:a="http://schemas.openxmlformats.org/drawingml/2006/main" xmlns:r="http://schemas.openxmlformats.org/officeDocument/2006/relationships" xmlns:p="http://schemas.openxmlformats.org/presentationml/2006/main" preserve="1" userDrawn="1">
  <p:cSld name="Dynamic Slices 1 / Dark">
    <p:bg>
      <p:bgPr>
        <a:solidFill>
          <a:schemeClr val="bg2"/>
        </a:solidFill>
        <a:effectLst/>
      </p:bgPr>
    </p:bg>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hasCustomPrompt="1"/>
          </p:nvPr>
        </p:nvSpPr>
        <p:spPr>
          <a:xfrm>
            <a:off x="8142973" y="0"/>
            <a:ext cx="2029968" cy="6167438"/>
          </a:xfrm>
          <a:solidFill>
            <a:srgbClr val="A6A9AA"/>
          </a:solidFill>
        </p:spPr>
        <p:txBody>
          <a:bodyPr anchor="ctr"/>
          <a:lstStyle>
            <a:lvl1pPr algn="ctr">
              <a:defRPr b="0">
                <a:solidFill>
                  <a:schemeClr val="bg1"/>
                </a:solidFill>
                <a:latin typeface="+mn-lt"/>
              </a:defRPr>
            </a:lvl1pPr>
          </a:lstStyle>
          <a:p>
            <a:r>
              <a:rPr lang="en-US"/>
              <a:t>Dynamic slice crop 1</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rgbClr val="F0F0F1"/>
          </a:solidFill>
          <a:ln w="0" cap="flat">
            <a:noFill/>
            <a:prstDash val="solid"/>
            <a:miter/>
          </a:ln>
        </p:spPr>
        <p:txBody>
          <a:bodyPr rtlCol="0" anchor="ctr"/>
          <a:lstStyle/>
          <a:p>
            <a:endParaRPr lang="en-US"/>
          </a:p>
        </p:txBody>
      </p:sp>
      <p:sp>
        <p:nvSpPr>
          <p:cNvPr id="6" name="Picture Placeholder 9">
            <a:extLst>
              <a:ext uri="{FF2B5EF4-FFF2-40B4-BE49-F238E27FC236}">
                <a16:creationId xmlns:a16="http://schemas.microsoft.com/office/drawing/2014/main" id="{76B8FFAA-4288-7A55-0BCC-B4A10908B32D}"/>
              </a:ext>
            </a:extLst>
          </p:cNvPr>
          <p:cNvSpPr>
            <a:spLocks noGrp="1"/>
          </p:cNvSpPr>
          <p:nvPr>
            <p:ph type="pic" sz="quarter" idx="14" hasCustomPrompt="1"/>
          </p:nvPr>
        </p:nvSpPr>
        <p:spPr>
          <a:xfrm>
            <a:off x="10162032" y="0"/>
            <a:ext cx="2029968" cy="3984625"/>
          </a:xfrm>
          <a:solidFill>
            <a:srgbClr val="A6A9AA"/>
          </a:solidFill>
        </p:spPr>
        <p:txBody>
          <a:bodyPr anchor="ctr"/>
          <a:lstStyle>
            <a:lvl1pPr algn="ctr">
              <a:defRPr b="0">
                <a:solidFill>
                  <a:schemeClr val="bg1"/>
                </a:solidFill>
                <a:latin typeface="+mn-lt"/>
              </a:defRPr>
            </a:lvl1pPr>
          </a:lstStyle>
          <a:p>
            <a:pPr marL="0" marR="0" lvl="0" indent="0" algn="ctr" defTabSz="914400" rtl="0" eaLnBrk="1" fontAlgn="auto" latinLnBrk="0" hangingPunct="1">
              <a:lnSpc>
                <a:spcPct val="101000"/>
              </a:lnSpc>
              <a:spcBef>
                <a:spcPts val="0"/>
              </a:spcBef>
              <a:spcAft>
                <a:spcPts val="600"/>
              </a:spcAft>
              <a:buClrTx/>
              <a:buSzTx/>
              <a:buFont typeface="GT America Regular"/>
              <a:buNone/>
              <a:tabLst/>
              <a:defRPr/>
            </a:pPr>
            <a:r>
              <a:rPr lang="en-US"/>
              <a:t>Dynamic slice crop 2</a:t>
            </a:r>
          </a:p>
        </p:txBody>
      </p:sp>
      <p:sp>
        <p:nvSpPr>
          <p:cNvPr id="5" name="Title 4">
            <a:extLst>
              <a:ext uri="{FF2B5EF4-FFF2-40B4-BE49-F238E27FC236}">
                <a16:creationId xmlns:a16="http://schemas.microsoft.com/office/drawing/2014/main" id="{DFA82EE6-606F-A412-2CF2-001ACBC3F752}"/>
              </a:ext>
            </a:extLst>
          </p:cNvPr>
          <p:cNvSpPr>
            <a:spLocks noGrp="1"/>
          </p:cNvSpPr>
          <p:nvPr>
            <p:ph type="title"/>
          </p:nvPr>
        </p:nvSpPr>
        <p:spPr>
          <a:xfrm>
            <a:off x="546892" y="552449"/>
            <a:ext cx="6858001" cy="434975"/>
          </a:xfrm>
        </p:spPr>
        <p:txBody>
          <a:bodyPr/>
          <a:lstStyle>
            <a:lvl1pPr>
              <a:defRPr>
                <a:solidFill>
                  <a:schemeClr val="accent1"/>
                </a:solidFill>
              </a:defRPr>
            </a:lvl1pPr>
          </a:lstStyle>
          <a:p>
            <a:r>
              <a:rPr lang="en-US"/>
              <a:t>Click to edit Master title style</a:t>
            </a:r>
          </a:p>
        </p:txBody>
      </p:sp>
      <p:sp>
        <p:nvSpPr>
          <p:cNvPr id="4" name="Text Placeholder 11">
            <a:extLst>
              <a:ext uri="{FF2B5EF4-FFF2-40B4-BE49-F238E27FC236}">
                <a16:creationId xmlns:a16="http://schemas.microsoft.com/office/drawing/2014/main" id="{98C27CD0-E7ED-0F06-9583-C2455E4C7100}"/>
              </a:ext>
            </a:extLst>
          </p:cNvPr>
          <p:cNvSpPr>
            <a:spLocks noGrp="1"/>
          </p:cNvSpPr>
          <p:nvPr>
            <p:ph type="body" sz="quarter" idx="18"/>
          </p:nvPr>
        </p:nvSpPr>
        <p:spPr>
          <a:xfrm>
            <a:off x="548640" y="1127126"/>
            <a:ext cx="6858000" cy="295274"/>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tx1"/>
                </a:solidFill>
                <a:latin typeface="+mj-lt"/>
                <a:ea typeface="GT America Regular" charset="0"/>
                <a:cs typeface="GT America Regular" charset="0"/>
              </a:defRPr>
            </a:lvl9pPr>
          </a:lstStyle>
          <a:p>
            <a:pPr lvl="0"/>
            <a:r>
              <a:rPr lang="en-US"/>
              <a:t>Click to edit Master text styles</a:t>
            </a:r>
          </a:p>
        </p:txBody>
      </p:sp>
      <p:sp>
        <p:nvSpPr>
          <p:cNvPr id="17" name="Content Placeholder 25">
            <a:extLst>
              <a:ext uri="{FF2B5EF4-FFF2-40B4-BE49-F238E27FC236}">
                <a16:creationId xmlns:a16="http://schemas.microsoft.com/office/drawing/2014/main" id="{C0678888-447D-EFD9-9770-C2B47B8E8D77}"/>
              </a:ext>
            </a:extLst>
          </p:cNvPr>
          <p:cNvSpPr>
            <a:spLocks noGrp="1"/>
          </p:cNvSpPr>
          <p:nvPr>
            <p:ph sz="quarter" idx="23"/>
          </p:nvPr>
        </p:nvSpPr>
        <p:spPr>
          <a:xfrm>
            <a:off x="539750" y="1849438"/>
            <a:ext cx="6858000" cy="4017962"/>
          </a:xfrm>
        </p:spPr>
        <p:txBody>
          <a:bodyPr/>
          <a:lstStyle>
            <a:lvl3pPr>
              <a:buClr>
                <a:schemeClr val="tx1"/>
              </a:buClr>
              <a:defRPr/>
            </a:lvl3pPr>
            <a:lvl5pPr>
              <a:buClr>
                <a:schemeClr val="tx1"/>
              </a:buClr>
              <a:defRPr/>
            </a:lvl5pPr>
            <a:lvl7pPr>
              <a:buClr>
                <a:schemeClr val="tx1"/>
              </a:buClr>
              <a:defRPr/>
            </a:lvl7pPr>
            <a:lvl9pPr>
              <a:buClr>
                <a:schemeClr val="tx1"/>
              </a:buCl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3D818B38-41A0-213B-F60C-75EA43B17EE7}"/>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A84CBA8A-88FD-0BBA-9A07-AA1593AD31BF}"/>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C7F5A487-F226-245D-4016-8F117FE4EF69}"/>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1" name="Rectangle 10">
              <a:extLst>
                <a:ext uri="{FF2B5EF4-FFF2-40B4-BE49-F238E27FC236}">
                  <a16:creationId xmlns:a16="http://schemas.microsoft.com/office/drawing/2014/main" id="{33A56D78-0134-58D1-9678-1068C92A6343}"/>
                </a:ext>
              </a:extLst>
            </p:cNvPr>
            <p:cNvSpPr/>
            <p:nvPr userDrawn="1"/>
          </p:nvSpPr>
          <p:spPr>
            <a:xfrm>
              <a:off x="12356815" y="3592729"/>
              <a:ext cx="553069" cy="3279913"/>
            </a:xfrm>
            <a:prstGeom prst="rect">
              <a:avLst/>
            </a:prstGeom>
            <a:solidFill>
              <a:schemeClr val="bg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2" name="Group 11">
              <a:extLst>
                <a:ext uri="{FF2B5EF4-FFF2-40B4-BE49-F238E27FC236}">
                  <a16:creationId xmlns:a16="http://schemas.microsoft.com/office/drawing/2014/main" id="{874E9F68-814D-D33E-F83A-AA73042C034E}"/>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CDCB9331-D6B2-8BC2-9F19-31DEDC05B0EC}"/>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95633AE2-8AB6-002B-C0AC-946F56F63A02}"/>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C79CDD4B-D897-5447-F096-E9732BA79A0A}"/>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F68B5782-EA3F-D3D3-9494-171AF36CA3D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BF1F4057-4EEC-D4C3-AC37-254CEE974706}"/>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109EBD26-9BF6-97E6-71AE-E8F320E40127}"/>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56667A05-B3D2-80B9-6FAD-21ADBC8111C7}"/>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66AE252D-3628-250E-021C-8C9630095F1A}"/>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2893CD87-02C0-E6D4-AF26-E6E5E18537B3}"/>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A562A721-FE8F-FDDD-856A-5D08E40E0892}"/>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3" name="Group 12">
              <a:extLst>
                <a:ext uri="{FF2B5EF4-FFF2-40B4-BE49-F238E27FC236}">
                  <a16:creationId xmlns:a16="http://schemas.microsoft.com/office/drawing/2014/main" id="{878274F8-EECC-7326-AE39-55E9E19518E1}"/>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F3CB5DC3-AAC9-80CD-E27F-9EA0D183AE11}"/>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18A5A614-AC22-4A8F-1CEE-4A6F3D4CC3AB}"/>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EDCB3091-0580-4A04-C28C-99EE63C86FAE}"/>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40D3E316-BD7A-84DB-7BB9-BC099212C1CE}"/>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A8FA51A2-4D39-1989-DA0F-784248E65B1F}"/>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6155DAA6-9F18-99DE-9739-112A4DA870D8}"/>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5445BFE4-05F2-5F82-3DDA-D05CF9864074}"/>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60E7DEF5-1209-995F-8736-72C583DB6A69}"/>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95CDCC2B-7E08-B0C0-81B5-914C818C8D61}"/>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0C51154F-DF52-3C5E-5A55-9669E97DE0D3}"/>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F04CD9F3-60B8-D731-8BE1-45A9FDE6924A}"/>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1E846DCA-184F-5532-EF4A-2CB11D7032E6}"/>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39" name="Text Placeholder 15">
            <a:extLst>
              <a:ext uri="{FF2B5EF4-FFF2-40B4-BE49-F238E27FC236}">
                <a16:creationId xmlns:a16="http://schemas.microsoft.com/office/drawing/2014/main" id="{BC5FF953-703A-3FD1-8D0A-BA72B72EE3C2}"/>
              </a:ext>
            </a:extLst>
          </p:cNvPr>
          <p:cNvSpPr>
            <a:spLocks noGrp="1"/>
          </p:cNvSpPr>
          <p:nvPr>
            <p:ph type="body" sz="quarter" idx="22"/>
          </p:nvPr>
        </p:nvSpPr>
        <p:spPr>
          <a:xfrm>
            <a:off x="546099" y="6019800"/>
            <a:ext cx="685800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3531456152"/>
      </p:ext>
    </p:extLst>
  </p:cSld>
  <p:clrMapOvr>
    <a:overrideClrMapping bg1="dk1" tx1="lt1" bg2="dk2" tx2="lt2" accent1="accent1" accent2="accent2" accent3="accent3" accent4="accent4" accent5="accent5" accent6="accent6" hlink="hlink" folHlink="folHlink"/>
  </p:clrMapOvr>
</p:sldLayout>
</file>

<file path=ppt/slideLayouts/slideLayout137.xml><?xml version="1.0" encoding="utf-8"?>
<p:sldLayout xmlns:a="http://schemas.openxmlformats.org/drawingml/2006/main" xmlns:r="http://schemas.openxmlformats.org/officeDocument/2006/relationships" xmlns:p="http://schemas.openxmlformats.org/presentationml/2006/main" preserve="1" userDrawn="1">
  <p:cSld name="Dynamic Slices 1 / Dark - Subhead">
    <p:bg>
      <p:bgPr>
        <a:solidFill>
          <a:schemeClr val="bg2"/>
        </a:solidFill>
        <a:effectLst/>
      </p:bgPr>
    </p:bg>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hasCustomPrompt="1"/>
          </p:nvPr>
        </p:nvSpPr>
        <p:spPr>
          <a:xfrm>
            <a:off x="8142973" y="0"/>
            <a:ext cx="2029968" cy="6167438"/>
          </a:xfrm>
          <a:solidFill>
            <a:srgbClr val="A6A9AA"/>
          </a:solidFill>
        </p:spPr>
        <p:txBody>
          <a:bodyPr anchor="ctr"/>
          <a:lstStyle>
            <a:lvl1pPr algn="ctr">
              <a:defRPr b="0">
                <a:solidFill>
                  <a:schemeClr val="bg1"/>
                </a:solidFill>
                <a:latin typeface="+mn-lt"/>
              </a:defRPr>
            </a:lvl1pPr>
          </a:lstStyle>
          <a:p>
            <a:r>
              <a:rPr lang="en-US"/>
              <a:t>Dynamic slice crop 1</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rgbClr val="F0F0F1"/>
          </a:solidFill>
          <a:ln w="0" cap="flat">
            <a:noFill/>
            <a:prstDash val="solid"/>
            <a:miter/>
          </a:ln>
        </p:spPr>
        <p:txBody>
          <a:bodyPr rtlCol="0" anchor="ctr"/>
          <a:lstStyle/>
          <a:p>
            <a:endParaRPr lang="en-US"/>
          </a:p>
        </p:txBody>
      </p:sp>
      <p:sp>
        <p:nvSpPr>
          <p:cNvPr id="6" name="Picture Placeholder 9">
            <a:extLst>
              <a:ext uri="{FF2B5EF4-FFF2-40B4-BE49-F238E27FC236}">
                <a16:creationId xmlns:a16="http://schemas.microsoft.com/office/drawing/2014/main" id="{76B8FFAA-4288-7A55-0BCC-B4A10908B32D}"/>
              </a:ext>
            </a:extLst>
          </p:cNvPr>
          <p:cNvSpPr>
            <a:spLocks noGrp="1"/>
          </p:cNvSpPr>
          <p:nvPr>
            <p:ph type="pic" sz="quarter" idx="14" hasCustomPrompt="1"/>
          </p:nvPr>
        </p:nvSpPr>
        <p:spPr>
          <a:xfrm>
            <a:off x="10162032" y="0"/>
            <a:ext cx="2029968" cy="3984625"/>
          </a:xfrm>
          <a:solidFill>
            <a:srgbClr val="A6A9AA"/>
          </a:solidFill>
        </p:spPr>
        <p:txBody>
          <a:bodyPr anchor="ctr"/>
          <a:lstStyle>
            <a:lvl1pPr algn="ctr">
              <a:defRPr b="0">
                <a:solidFill>
                  <a:schemeClr val="bg1"/>
                </a:solidFill>
                <a:latin typeface="+mn-lt"/>
              </a:defRPr>
            </a:lvl1pPr>
          </a:lstStyle>
          <a:p>
            <a:pPr marL="0" marR="0" lvl="0" indent="0" algn="ctr" defTabSz="914400" rtl="0" eaLnBrk="1" fontAlgn="auto" latinLnBrk="0" hangingPunct="1">
              <a:lnSpc>
                <a:spcPct val="101000"/>
              </a:lnSpc>
              <a:spcBef>
                <a:spcPts val="0"/>
              </a:spcBef>
              <a:spcAft>
                <a:spcPts val="600"/>
              </a:spcAft>
              <a:buClrTx/>
              <a:buSzTx/>
              <a:buFont typeface="GT America Regular"/>
              <a:buNone/>
              <a:tabLst/>
              <a:defRPr/>
            </a:pPr>
            <a:r>
              <a:rPr lang="en-US"/>
              <a:t>Dynamic slice crop 2</a:t>
            </a:r>
          </a:p>
        </p:txBody>
      </p:sp>
      <p:sp>
        <p:nvSpPr>
          <p:cNvPr id="12" name="Title 11">
            <a:extLst>
              <a:ext uri="{FF2B5EF4-FFF2-40B4-BE49-F238E27FC236}">
                <a16:creationId xmlns:a16="http://schemas.microsoft.com/office/drawing/2014/main" id="{2C685442-9E1D-96DF-CF89-A92CB871F5BC}"/>
              </a:ext>
            </a:extLst>
          </p:cNvPr>
          <p:cNvSpPr>
            <a:spLocks noGrp="1"/>
          </p:cNvSpPr>
          <p:nvPr>
            <p:ph type="title"/>
          </p:nvPr>
        </p:nvSpPr>
        <p:spPr>
          <a:xfrm>
            <a:off x="546892" y="546100"/>
            <a:ext cx="6850857" cy="434976"/>
          </a:xfrm>
        </p:spPr>
        <p:txBody>
          <a:bodyPr/>
          <a:lstStyle>
            <a:lvl1pPr>
              <a:defRPr>
                <a:solidFill>
                  <a:schemeClr val="accent1"/>
                </a:solidFill>
              </a:defRPr>
            </a:lvl1pPr>
          </a:lstStyle>
          <a:p>
            <a:r>
              <a:rPr lang="en-US"/>
              <a:t>Click to edit Master title style</a:t>
            </a:r>
          </a:p>
        </p:txBody>
      </p:sp>
      <p:sp>
        <p:nvSpPr>
          <p:cNvPr id="19" name="Text Placeholder 11">
            <a:extLst>
              <a:ext uri="{FF2B5EF4-FFF2-40B4-BE49-F238E27FC236}">
                <a16:creationId xmlns:a16="http://schemas.microsoft.com/office/drawing/2014/main" id="{9E6A5714-8F29-43FB-2C8C-E2BDF9308AA2}"/>
              </a:ext>
            </a:extLst>
          </p:cNvPr>
          <p:cNvSpPr>
            <a:spLocks noGrp="1"/>
          </p:cNvSpPr>
          <p:nvPr>
            <p:ph type="body" sz="quarter" idx="23"/>
          </p:nvPr>
        </p:nvSpPr>
        <p:spPr>
          <a:xfrm>
            <a:off x="548640" y="1127125"/>
            <a:ext cx="6850506" cy="292608"/>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tx1"/>
                </a:solidFill>
                <a:latin typeface="+mj-lt"/>
                <a:ea typeface="GT America Regular" charset="0"/>
                <a:cs typeface="GT America Regular" charset="0"/>
              </a:defRPr>
            </a:lvl9pPr>
          </a:lstStyle>
          <a:p>
            <a:pPr lvl="0"/>
            <a:r>
              <a:rPr lang="en-US"/>
              <a:t>Click to edit Master text styles</a:t>
            </a:r>
          </a:p>
        </p:txBody>
      </p:sp>
      <p:sp>
        <p:nvSpPr>
          <p:cNvPr id="23" name="Text Placeholder 33">
            <a:extLst>
              <a:ext uri="{FF2B5EF4-FFF2-40B4-BE49-F238E27FC236}">
                <a16:creationId xmlns:a16="http://schemas.microsoft.com/office/drawing/2014/main" id="{2B526351-496B-235F-61A3-4656D3654893}"/>
              </a:ext>
            </a:extLst>
          </p:cNvPr>
          <p:cNvSpPr>
            <a:spLocks noGrp="1"/>
          </p:cNvSpPr>
          <p:nvPr>
            <p:ph type="body" sz="quarter" idx="29"/>
          </p:nvPr>
        </p:nvSpPr>
        <p:spPr>
          <a:xfrm>
            <a:off x="539750" y="1849437"/>
            <a:ext cx="6851704" cy="296861"/>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24" name="Content Placeholder 25">
            <a:extLst>
              <a:ext uri="{FF2B5EF4-FFF2-40B4-BE49-F238E27FC236}">
                <a16:creationId xmlns:a16="http://schemas.microsoft.com/office/drawing/2014/main" id="{8D981F7B-3DFA-DAB1-22F5-DA649A21F2D3}"/>
              </a:ext>
            </a:extLst>
          </p:cNvPr>
          <p:cNvSpPr>
            <a:spLocks noGrp="1"/>
          </p:cNvSpPr>
          <p:nvPr>
            <p:ph sz="quarter" idx="45"/>
          </p:nvPr>
        </p:nvSpPr>
        <p:spPr>
          <a:xfrm>
            <a:off x="539750" y="2425700"/>
            <a:ext cx="6858000" cy="3441700"/>
          </a:xfrm>
        </p:spPr>
        <p:txBody>
          <a:bodyPr/>
          <a:lstStyle>
            <a:lvl3pPr>
              <a:buClr>
                <a:schemeClr val="tx1"/>
              </a:buClr>
              <a:defRPr/>
            </a:lvl3pPr>
            <a:lvl5pPr>
              <a:buClr>
                <a:schemeClr val="tx1"/>
              </a:buClr>
              <a:defRPr/>
            </a:lvl5pPr>
            <a:lvl7pPr>
              <a:buClr>
                <a:schemeClr val="tx1"/>
              </a:buClr>
              <a:defRPr/>
            </a:lvl7pPr>
            <a:lvl9pPr>
              <a:buClr>
                <a:schemeClr val="tx1"/>
              </a:buCl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5052050E-F45C-065D-7993-9EEC2DD0DF63}"/>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17750D59-D427-9DC7-27C0-79755FF8E799}"/>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4" name="TextBox 3">
              <a:extLst>
                <a:ext uri="{FF2B5EF4-FFF2-40B4-BE49-F238E27FC236}">
                  <a16:creationId xmlns:a16="http://schemas.microsoft.com/office/drawing/2014/main" id="{3179326D-4EAC-5C7E-B378-3A0DEC8A1423}"/>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5" name="Rectangle 4">
              <a:extLst>
                <a:ext uri="{FF2B5EF4-FFF2-40B4-BE49-F238E27FC236}">
                  <a16:creationId xmlns:a16="http://schemas.microsoft.com/office/drawing/2014/main" id="{3445BB13-9A75-EE49-2FCF-67A965696352}"/>
                </a:ext>
              </a:extLst>
            </p:cNvPr>
            <p:cNvSpPr/>
            <p:nvPr userDrawn="1"/>
          </p:nvSpPr>
          <p:spPr>
            <a:xfrm>
              <a:off x="12356815" y="3592729"/>
              <a:ext cx="553069" cy="3279913"/>
            </a:xfrm>
            <a:prstGeom prst="rect">
              <a:avLst/>
            </a:prstGeom>
            <a:solidFill>
              <a:schemeClr val="bg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EC67431E-F011-0E71-A6DE-02463B9D0AEE}"/>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66F33017-E337-234C-8E50-DA10F1DD6458}"/>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616A7E9E-1964-ABCD-F188-0BF1FE45083F}"/>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38348CB5-FAA3-8BBD-98E9-90B86DD39F5C}"/>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92406BCB-45F7-1F3E-D08C-9C5D4C51AD67}"/>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6A5180B3-93E7-B607-2219-FC53BCFD4CB8}"/>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30B15FE4-FE24-8C9B-1088-72EE420D6236}"/>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45858A55-7A41-8DB4-C5C1-663BAE061ADF}"/>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0DF413CE-9595-FA63-CA9E-9C267E4CEE98}"/>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0E59312A-F293-0F9E-4679-9139CBDA1B1C}"/>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7442EFDE-CB5A-208B-6214-B6EE006BB41A}"/>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88CE3BFB-DBD7-51D8-64D5-1F3A7A916FDC}"/>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DD1AC2C9-0E14-7981-858C-364613F384C5}"/>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696312AE-D516-45E7-A90F-E45B010751A2}"/>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10CE9174-D22B-9313-519D-85D8EB520EAD}"/>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96DC952B-F12F-A4FD-06A2-06DB8595969F}"/>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5344A06F-B808-E3BB-A590-08E7B11AF268}"/>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1B6D05B6-EE61-72EF-341E-70C714BA7693}"/>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3AD17AB7-DBBF-50D7-D766-C5D8EA0B7981}"/>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01978F42-C16C-A9E4-30F4-24C955556C73}"/>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1C193626-0385-D3EA-1D43-E2B3A6C1662F}"/>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E7768387-2A33-1B72-FB96-86E5EB18F090}"/>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0A6804E0-77AF-BAE1-70C3-65174219BBF1}"/>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CA05CB8F-EFB0-BA0E-3864-EFEF033EB5FD}"/>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40" name="Text Placeholder 15">
            <a:extLst>
              <a:ext uri="{FF2B5EF4-FFF2-40B4-BE49-F238E27FC236}">
                <a16:creationId xmlns:a16="http://schemas.microsoft.com/office/drawing/2014/main" id="{A1303B3A-A54D-B843-B320-29BBF2089D97}"/>
              </a:ext>
            </a:extLst>
          </p:cNvPr>
          <p:cNvSpPr>
            <a:spLocks noGrp="1"/>
          </p:cNvSpPr>
          <p:nvPr>
            <p:ph type="body" sz="quarter" idx="22"/>
          </p:nvPr>
        </p:nvSpPr>
        <p:spPr>
          <a:xfrm>
            <a:off x="546099" y="6019800"/>
            <a:ext cx="685800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3072171829"/>
      </p:ext>
    </p:extLst>
  </p:cSld>
  <p:clrMapOvr>
    <a:overrideClrMapping bg1="dk1" tx1="lt1" bg2="dk2" tx2="lt2" accent1="accent1" accent2="accent2" accent3="accent3" accent4="accent4" accent5="accent5" accent6="accent6" hlink="hlink" folHlink="folHlink"/>
  </p:clrMapOvr>
</p:sldLayout>
</file>

<file path=ppt/slideLayouts/slideLayout138.xml><?xml version="1.0" encoding="utf-8"?>
<p:sldLayout xmlns:a="http://schemas.openxmlformats.org/drawingml/2006/main" xmlns:r="http://schemas.openxmlformats.org/officeDocument/2006/relationships" xmlns:p="http://schemas.openxmlformats.org/presentationml/2006/main" preserve="1" userDrawn="1">
  <p:cSld name="Dynamic Slices 2 / Light">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9268ABB7-A9E2-D20B-3AAF-3946EA1DC42F}"/>
              </a:ext>
            </a:extLst>
          </p:cNvPr>
          <p:cNvSpPr/>
          <p:nvPr userDrawn="1"/>
        </p:nvSpPr>
        <p:spPr>
          <a:xfrm>
            <a:off x="8113776" y="1563624"/>
            <a:ext cx="4078224" cy="5294376"/>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Rectangle 1">
            <a:extLst>
              <a:ext uri="{FF2B5EF4-FFF2-40B4-BE49-F238E27FC236}">
                <a16:creationId xmlns:a16="http://schemas.microsoft.com/office/drawing/2014/main" id="{FF153752-4F82-48CC-A5A4-D9091E646322}"/>
              </a:ext>
            </a:extLst>
          </p:cNvPr>
          <p:cNvSpPr/>
          <p:nvPr userDrawn="1"/>
        </p:nvSpPr>
        <p:spPr>
          <a:xfrm>
            <a:off x="6085001" y="0"/>
            <a:ext cx="2029968" cy="156362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a:xfrm>
            <a:off x="4773613" y="6311900"/>
            <a:ext cx="3236581" cy="269875"/>
          </a:xfrm>
        </p:spPr>
        <p:txBody>
          <a:bodyPr/>
          <a:lstStyle>
            <a:lvl1pPr>
              <a:defRPr>
                <a:solidFill>
                  <a:schemeClr val="tx1"/>
                </a:solidFill>
              </a:defRPr>
            </a:lvl1p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5" name="Title 4">
            <a:extLst>
              <a:ext uri="{FF2B5EF4-FFF2-40B4-BE49-F238E27FC236}">
                <a16:creationId xmlns:a16="http://schemas.microsoft.com/office/drawing/2014/main" id="{239C2D3C-EE71-F9D5-90F0-145F2DCE4065}"/>
              </a:ext>
            </a:extLst>
          </p:cNvPr>
          <p:cNvSpPr>
            <a:spLocks noGrp="1"/>
          </p:cNvSpPr>
          <p:nvPr>
            <p:ph type="title"/>
          </p:nvPr>
        </p:nvSpPr>
        <p:spPr>
          <a:xfrm>
            <a:off x="546892" y="548640"/>
            <a:ext cx="5444333" cy="438785"/>
          </a:xfrm>
        </p:spPr>
        <p:txBody>
          <a:bodyPr/>
          <a:lstStyle>
            <a:lvl1pPr>
              <a:defRPr>
                <a:solidFill>
                  <a:schemeClr val="tx2"/>
                </a:solidFill>
              </a:defRPr>
            </a:lvl1pPr>
          </a:lstStyle>
          <a:p>
            <a:r>
              <a:rPr lang="en-US"/>
              <a:t>Click to edit Master title style</a:t>
            </a:r>
          </a:p>
        </p:txBody>
      </p:sp>
      <p:sp>
        <p:nvSpPr>
          <p:cNvPr id="12" name="Picture Placeholder 9">
            <a:extLst>
              <a:ext uri="{FF2B5EF4-FFF2-40B4-BE49-F238E27FC236}">
                <a16:creationId xmlns:a16="http://schemas.microsoft.com/office/drawing/2014/main" id="{44C754A0-D8DE-596F-C5FB-AB25D5782CCF}"/>
              </a:ext>
            </a:extLst>
          </p:cNvPr>
          <p:cNvSpPr>
            <a:spLocks noGrp="1"/>
          </p:cNvSpPr>
          <p:nvPr>
            <p:ph type="pic" sz="quarter" idx="13" hasCustomPrompt="1"/>
          </p:nvPr>
        </p:nvSpPr>
        <p:spPr>
          <a:xfrm>
            <a:off x="6085204" y="0"/>
            <a:ext cx="2029765" cy="1566863"/>
          </a:xfrm>
          <a:no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6" name="Picture Placeholder 9">
            <a:extLst>
              <a:ext uri="{FF2B5EF4-FFF2-40B4-BE49-F238E27FC236}">
                <a16:creationId xmlns:a16="http://schemas.microsoft.com/office/drawing/2014/main" id="{D3E5534D-668A-F3FA-3A87-AF2CA9556356}"/>
              </a:ext>
            </a:extLst>
          </p:cNvPr>
          <p:cNvSpPr>
            <a:spLocks noGrp="1"/>
          </p:cNvSpPr>
          <p:nvPr>
            <p:ph type="pic" sz="quarter" idx="14" hasCustomPrompt="1"/>
          </p:nvPr>
        </p:nvSpPr>
        <p:spPr>
          <a:xfrm>
            <a:off x="8114969" y="1558420"/>
            <a:ext cx="4077031" cy="5291136"/>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sp>
        <p:nvSpPr>
          <p:cNvPr id="4" name="Freeform 5">
            <a:extLst>
              <a:ext uri="{FF2B5EF4-FFF2-40B4-BE49-F238E27FC236}">
                <a16:creationId xmlns:a16="http://schemas.microsoft.com/office/drawing/2014/main" id="{75E3A3AB-C899-2F14-4772-F41275E73368}"/>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7" name="Text Placeholder 11">
            <a:extLst>
              <a:ext uri="{FF2B5EF4-FFF2-40B4-BE49-F238E27FC236}">
                <a16:creationId xmlns:a16="http://schemas.microsoft.com/office/drawing/2014/main" id="{ECB37E7F-4E3C-E404-9DDD-59DE28C0077B}"/>
              </a:ext>
            </a:extLst>
          </p:cNvPr>
          <p:cNvSpPr>
            <a:spLocks noGrp="1"/>
          </p:cNvSpPr>
          <p:nvPr>
            <p:ph type="body" sz="quarter" idx="18"/>
          </p:nvPr>
        </p:nvSpPr>
        <p:spPr>
          <a:xfrm>
            <a:off x="548640" y="1127126"/>
            <a:ext cx="5442585" cy="295274"/>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9" name="Content Placeholder 25">
            <a:extLst>
              <a:ext uri="{FF2B5EF4-FFF2-40B4-BE49-F238E27FC236}">
                <a16:creationId xmlns:a16="http://schemas.microsoft.com/office/drawing/2014/main" id="{C6AFCAE6-3A9A-0A39-AF9B-54D500EE9D1A}"/>
              </a:ext>
            </a:extLst>
          </p:cNvPr>
          <p:cNvSpPr>
            <a:spLocks noGrp="1"/>
          </p:cNvSpPr>
          <p:nvPr>
            <p:ph sz="quarter" idx="23"/>
          </p:nvPr>
        </p:nvSpPr>
        <p:spPr>
          <a:xfrm>
            <a:off x="539750" y="1849438"/>
            <a:ext cx="6858000"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7" name="Group 6">
            <a:extLst>
              <a:ext uri="{FF2B5EF4-FFF2-40B4-BE49-F238E27FC236}">
                <a16:creationId xmlns:a16="http://schemas.microsoft.com/office/drawing/2014/main" id="{F84A9A06-A02D-5C99-9C7B-C8AFE331C9E4}"/>
              </a:ext>
            </a:extLst>
          </p:cNvPr>
          <p:cNvGrpSpPr/>
          <p:nvPr userDrawn="1"/>
        </p:nvGrpSpPr>
        <p:grpSpPr>
          <a:xfrm>
            <a:off x="12356815" y="0"/>
            <a:ext cx="756834" cy="6872642"/>
            <a:chOff x="12356815" y="0"/>
            <a:chExt cx="756834" cy="6872642"/>
          </a:xfrm>
        </p:grpSpPr>
        <p:sp>
          <p:nvSpPr>
            <p:cNvPr id="10" name="Rectangle 9">
              <a:extLst>
                <a:ext uri="{FF2B5EF4-FFF2-40B4-BE49-F238E27FC236}">
                  <a16:creationId xmlns:a16="http://schemas.microsoft.com/office/drawing/2014/main" id="{3ED2FA78-0891-FA16-6207-03E04BACF8A7}"/>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1" name="TextBox 10">
              <a:extLst>
                <a:ext uri="{FF2B5EF4-FFF2-40B4-BE49-F238E27FC236}">
                  <a16:creationId xmlns:a16="http://schemas.microsoft.com/office/drawing/2014/main" id="{2CABCFC4-EB6C-FD32-30A3-474F0F754FFD}"/>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3" name="Rectangle 12">
              <a:extLst>
                <a:ext uri="{FF2B5EF4-FFF2-40B4-BE49-F238E27FC236}">
                  <a16:creationId xmlns:a16="http://schemas.microsoft.com/office/drawing/2014/main" id="{7C969EF3-7BF6-75E9-4A99-81D2B4BF7A54}"/>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4" name="Group 13">
              <a:extLst>
                <a:ext uri="{FF2B5EF4-FFF2-40B4-BE49-F238E27FC236}">
                  <a16:creationId xmlns:a16="http://schemas.microsoft.com/office/drawing/2014/main" id="{8873B252-9376-7658-1B4E-26D07E896557}"/>
                </a:ext>
              </a:extLst>
            </p:cNvPr>
            <p:cNvGrpSpPr/>
            <p:nvPr userDrawn="1"/>
          </p:nvGrpSpPr>
          <p:grpSpPr>
            <a:xfrm>
              <a:off x="12442019" y="3791214"/>
              <a:ext cx="382660" cy="2882942"/>
              <a:chOff x="14001569" y="3716048"/>
              <a:chExt cx="316248" cy="3171236"/>
            </a:xfrm>
          </p:grpSpPr>
          <p:sp>
            <p:nvSpPr>
              <p:cNvPr id="30" name="Rectangle 29">
                <a:extLst>
                  <a:ext uri="{FF2B5EF4-FFF2-40B4-BE49-F238E27FC236}">
                    <a16:creationId xmlns:a16="http://schemas.microsoft.com/office/drawing/2014/main" id="{A10E0061-1C0B-BC2B-F1EB-FC3FE8064D63}"/>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9D7AD922-F29F-E182-FD04-D367A6B4165E}"/>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408173FF-66C8-AFFE-606C-193ADAE26FCB}"/>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C3F91B30-BD9F-A58E-E0B8-A7ED421661B8}"/>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91F83E04-1145-8FC2-5546-E3017A67A0DE}"/>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6B5647F1-6CAD-1E1F-EB40-637C7B2CA7D8}"/>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BF401A27-2A98-7274-F902-9F85D6BB37BD}"/>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83FB8A31-72B9-0C61-5533-02CD51F930BD}"/>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449FB95B-BD7F-E5B8-14D3-E0141EFFA734}"/>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625EB953-FD64-8DCF-13D0-32413EC6EB1D}"/>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5" name="Group 14">
              <a:extLst>
                <a:ext uri="{FF2B5EF4-FFF2-40B4-BE49-F238E27FC236}">
                  <a16:creationId xmlns:a16="http://schemas.microsoft.com/office/drawing/2014/main" id="{88783946-A03E-A5AA-B4F6-A4BC4D334272}"/>
                </a:ext>
              </a:extLst>
            </p:cNvPr>
            <p:cNvGrpSpPr/>
            <p:nvPr userDrawn="1"/>
          </p:nvGrpSpPr>
          <p:grpSpPr>
            <a:xfrm>
              <a:off x="12442019" y="198485"/>
              <a:ext cx="382660" cy="2882942"/>
              <a:chOff x="12742785" y="3716048"/>
              <a:chExt cx="316248" cy="3171236"/>
            </a:xfrm>
          </p:grpSpPr>
          <p:sp>
            <p:nvSpPr>
              <p:cNvPr id="20" name="Rectangle 19">
                <a:extLst>
                  <a:ext uri="{FF2B5EF4-FFF2-40B4-BE49-F238E27FC236}">
                    <a16:creationId xmlns:a16="http://schemas.microsoft.com/office/drawing/2014/main" id="{F2272A47-C6C1-ED8F-9526-DD49D85248F1}"/>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24D79AD8-E9BE-73E9-423F-ABC413BF1A18}"/>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843255D8-11C2-BA7A-9FAC-7E58251B673B}"/>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EF42585C-5878-4C63-5DDE-9E0F556CE2F6}"/>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0CA14E78-ED61-688B-F0C8-CB17E69331DC}"/>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7E0CC517-FC5B-FA25-CCB9-1870C8696658}"/>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2876C08F-74FF-8AC1-FA19-89E2C3017B84}"/>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D55B9CB6-89B8-7F89-640D-9F6C8CC05944}"/>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263578AF-0C39-30F1-D28A-4DDBE05AD5F6}"/>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426FEDF1-CA3C-955D-FCA6-78D2A2320B68}"/>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6" name="TextBox 15">
              <a:extLst>
                <a:ext uri="{FF2B5EF4-FFF2-40B4-BE49-F238E27FC236}">
                  <a16:creationId xmlns:a16="http://schemas.microsoft.com/office/drawing/2014/main" id="{3C74D114-5AE0-CAE2-8219-9793391C9054}"/>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0" name="TextBox 39">
            <a:extLst>
              <a:ext uri="{FF2B5EF4-FFF2-40B4-BE49-F238E27FC236}">
                <a16:creationId xmlns:a16="http://schemas.microsoft.com/office/drawing/2014/main" id="{483A59E8-4B9A-6AD8-A810-7AD268C6DF74}"/>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41" name="Text Placeholder 15">
            <a:extLst>
              <a:ext uri="{FF2B5EF4-FFF2-40B4-BE49-F238E27FC236}">
                <a16:creationId xmlns:a16="http://schemas.microsoft.com/office/drawing/2014/main" id="{660BECD4-4E35-46D9-2E35-561FB4BBB61A}"/>
              </a:ext>
            </a:extLst>
          </p:cNvPr>
          <p:cNvSpPr>
            <a:spLocks noGrp="1"/>
          </p:cNvSpPr>
          <p:nvPr>
            <p:ph type="body" sz="quarter" idx="22"/>
          </p:nvPr>
        </p:nvSpPr>
        <p:spPr>
          <a:xfrm>
            <a:off x="546099" y="6019800"/>
            <a:ext cx="685800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3608407974"/>
      </p:ext>
    </p:extLst>
  </p:cSld>
  <p:clrMapOvr>
    <a:masterClrMapping/>
  </p:clrMapOvr>
</p:sldLayout>
</file>

<file path=ppt/slideLayouts/slideLayout139.xml><?xml version="1.0" encoding="utf-8"?>
<p:sldLayout xmlns:a="http://schemas.openxmlformats.org/drawingml/2006/main" xmlns:r="http://schemas.openxmlformats.org/officeDocument/2006/relationships" xmlns:p="http://schemas.openxmlformats.org/presentationml/2006/main" preserve="1" userDrawn="1">
  <p:cSld name="Dynamic Slices 2 / Light - Subhea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439EBBCE-FBAD-2B61-5345-E350D106951A}"/>
              </a:ext>
            </a:extLst>
          </p:cNvPr>
          <p:cNvSpPr/>
          <p:nvPr userDrawn="1"/>
        </p:nvSpPr>
        <p:spPr>
          <a:xfrm>
            <a:off x="8113776" y="1563624"/>
            <a:ext cx="4078224" cy="5294376"/>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Rectangle 1">
            <a:extLst>
              <a:ext uri="{FF2B5EF4-FFF2-40B4-BE49-F238E27FC236}">
                <a16:creationId xmlns:a16="http://schemas.microsoft.com/office/drawing/2014/main" id="{8CB3EB17-3984-9A33-99B7-F36089B11417}"/>
              </a:ext>
            </a:extLst>
          </p:cNvPr>
          <p:cNvSpPr/>
          <p:nvPr userDrawn="1"/>
        </p:nvSpPr>
        <p:spPr>
          <a:xfrm>
            <a:off x="6085001" y="0"/>
            <a:ext cx="2029968" cy="156362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hasCustomPrompt="1"/>
          </p:nvPr>
        </p:nvSpPr>
        <p:spPr>
          <a:xfrm>
            <a:off x="6085204" y="0"/>
            <a:ext cx="2029765" cy="1566863"/>
          </a:xfrm>
          <a:no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a:xfrm>
            <a:off x="4773613" y="6311900"/>
            <a:ext cx="3236581" cy="269875"/>
          </a:xfrm>
        </p:spPr>
        <p:txBody>
          <a:bodyPr/>
          <a:lstStyle>
            <a:lvl1pPr>
              <a:defRPr>
                <a:solidFill>
                  <a:schemeClr val="tx1"/>
                </a:solidFill>
              </a:defRPr>
            </a:lvl1p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12" name="Title 11">
            <a:extLst>
              <a:ext uri="{FF2B5EF4-FFF2-40B4-BE49-F238E27FC236}">
                <a16:creationId xmlns:a16="http://schemas.microsoft.com/office/drawing/2014/main" id="{B6A2B7E6-3059-8E4F-3CF4-F1E41E44420F}"/>
              </a:ext>
            </a:extLst>
          </p:cNvPr>
          <p:cNvSpPr>
            <a:spLocks noGrp="1"/>
          </p:cNvSpPr>
          <p:nvPr>
            <p:ph type="title"/>
          </p:nvPr>
        </p:nvSpPr>
        <p:spPr>
          <a:xfrm>
            <a:off x="546892" y="548640"/>
            <a:ext cx="5440681" cy="438785"/>
          </a:xfrm>
        </p:spPr>
        <p:txBody>
          <a:bodyPr/>
          <a:lstStyle>
            <a:lvl1pPr>
              <a:defRPr>
                <a:solidFill>
                  <a:schemeClr val="tx2"/>
                </a:solidFill>
              </a:defRPr>
            </a:lvl1pPr>
          </a:lstStyle>
          <a:p>
            <a:r>
              <a:rPr lang="en-US"/>
              <a:t>Click to edit Master title style</a:t>
            </a:r>
          </a:p>
        </p:txBody>
      </p:sp>
      <p:sp>
        <p:nvSpPr>
          <p:cNvPr id="14" name="Picture Placeholder 9">
            <a:extLst>
              <a:ext uri="{FF2B5EF4-FFF2-40B4-BE49-F238E27FC236}">
                <a16:creationId xmlns:a16="http://schemas.microsoft.com/office/drawing/2014/main" id="{80A2D418-FB16-673F-812F-2CE9AC341296}"/>
              </a:ext>
            </a:extLst>
          </p:cNvPr>
          <p:cNvSpPr>
            <a:spLocks noGrp="1"/>
          </p:cNvSpPr>
          <p:nvPr>
            <p:ph type="pic" sz="quarter" idx="14" hasCustomPrompt="1"/>
          </p:nvPr>
        </p:nvSpPr>
        <p:spPr>
          <a:xfrm>
            <a:off x="8114969" y="1558420"/>
            <a:ext cx="4077031" cy="5291136"/>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sp>
        <p:nvSpPr>
          <p:cNvPr id="3" name="Freeform 5">
            <a:extLst>
              <a:ext uri="{FF2B5EF4-FFF2-40B4-BE49-F238E27FC236}">
                <a16:creationId xmlns:a16="http://schemas.microsoft.com/office/drawing/2014/main" id="{51A2B53C-6D02-BDF9-985B-07222E28EC1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8" name="Text Placeholder 11">
            <a:extLst>
              <a:ext uri="{FF2B5EF4-FFF2-40B4-BE49-F238E27FC236}">
                <a16:creationId xmlns:a16="http://schemas.microsoft.com/office/drawing/2014/main" id="{9D388E5C-FB1D-8ADE-23C8-8F02759F89BF}"/>
              </a:ext>
            </a:extLst>
          </p:cNvPr>
          <p:cNvSpPr>
            <a:spLocks noGrp="1"/>
          </p:cNvSpPr>
          <p:nvPr>
            <p:ph type="body" sz="quarter" idx="23"/>
          </p:nvPr>
        </p:nvSpPr>
        <p:spPr>
          <a:xfrm>
            <a:off x="548640" y="1127125"/>
            <a:ext cx="5442585" cy="292608"/>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20" name="Content Placeholder 29">
            <a:extLst>
              <a:ext uri="{FF2B5EF4-FFF2-40B4-BE49-F238E27FC236}">
                <a16:creationId xmlns:a16="http://schemas.microsoft.com/office/drawing/2014/main" id="{58C0D593-9DC8-91DA-877C-F657119FC2AA}"/>
              </a:ext>
            </a:extLst>
          </p:cNvPr>
          <p:cNvSpPr>
            <a:spLocks noGrp="1"/>
          </p:cNvSpPr>
          <p:nvPr>
            <p:ph sz="quarter" idx="27"/>
          </p:nvPr>
        </p:nvSpPr>
        <p:spPr>
          <a:xfrm>
            <a:off x="554040" y="2425700"/>
            <a:ext cx="6843710"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1" name="Text Placeholder 33">
            <a:extLst>
              <a:ext uri="{FF2B5EF4-FFF2-40B4-BE49-F238E27FC236}">
                <a16:creationId xmlns:a16="http://schemas.microsoft.com/office/drawing/2014/main" id="{F724E384-38F7-2332-6CDE-587ABAE34345}"/>
              </a:ext>
            </a:extLst>
          </p:cNvPr>
          <p:cNvSpPr>
            <a:spLocks noGrp="1"/>
          </p:cNvSpPr>
          <p:nvPr>
            <p:ph type="body" sz="quarter" idx="29"/>
          </p:nvPr>
        </p:nvSpPr>
        <p:spPr>
          <a:xfrm>
            <a:off x="539750" y="1849437"/>
            <a:ext cx="6851704" cy="296861"/>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5" name="Group 4">
            <a:extLst>
              <a:ext uri="{FF2B5EF4-FFF2-40B4-BE49-F238E27FC236}">
                <a16:creationId xmlns:a16="http://schemas.microsoft.com/office/drawing/2014/main" id="{867D854C-6C3D-DF61-120F-60E9378933A5}"/>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263E84F3-939D-0824-7279-FB9CB2324D14}"/>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FD803A9D-9AA8-905D-D2A1-E84098BC3E57}"/>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1" name="Rectangle 10">
              <a:extLst>
                <a:ext uri="{FF2B5EF4-FFF2-40B4-BE49-F238E27FC236}">
                  <a16:creationId xmlns:a16="http://schemas.microsoft.com/office/drawing/2014/main" id="{B7C0D630-8ED0-771E-21F0-303DB8538968}"/>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3" name="Group 12">
              <a:extLst>
                <a:ext uri="{FF2B5EF4-FFF2-40B4-BE49-F238E27FC236}">
                  <a16:creationId xmlns:a16="http://schemas.microsoft.com/office/drawing/2014/main" id="{5722D2B7-4D4C-D9AF-C5D0-9D3C1C4B5115}"/>
                </a:ext>
              </a:extLst>
            </p:cNvPr>
            <p:cNvGrpSpPr/>
            <p:nvPr userDrawn="1"/>
          </p:nvGrpSpPr>
          <p:grpSpPr>
            <a:xfrm>
              <a:off x="12442019" y="3791214"/>
              <a:ext cx="382660" cy="2882942"/>
              <a:chOff x="14001569" y="3716048"/>
              <a:chExt cx="316248" cy="3171236"/>
            </a:xfrm>
          </p:grpSpPr>
          <p:sp>
            <p:nvSpPr>
              <p:cNvPr id="31" name="Rectangle 30">
                <a:extLst>
                  <a:ext uri="{FF2B5EF4-FFF2-40B4-BE49-F238E27FC236}">
                    <a16:creationId xmlns:a16="http://schemas.microsoft.com/office/drawing/2014/main" id="{76605F9A-8548-8745-506F-EF64E9F69BBA}"/>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2A4C5719-2E50-0B69-E8A3-D0BD3FA9993F}"/>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2753FCD3-63A2-54E1-6C44-4677C6DE9CD5}"/>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C514BC85-05EE-3B65-47A3-13FE3A5CAC36}"/>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9CA518CB-0FAC-168A-582D-E00B2FB5B067}"/>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2A0A2658-DCF2-7B62-2F76-0974B6A85C35}"/>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9785F1CB-AC72-8024-3123-6030AED9D251}"/>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5CDD3833-5AF8-96A6-ED68-F18A1764839C}"/>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89BCD96C-80EA-000A-070C-309FFC1F6A41}"/>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02ADEC6D-FFA4-5330-5681-17F1EAA23CF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5" name="Group 14">
              <a:extLst>
                <a:ext uri="{FF2B5EF4-FFF2-40B4-BE49-F238E27FC236}">
                  <a16:creationId xmlns:a16="http://schemas.microsoft.com/office/drawing/2014/main" id="{BC1519D0-4CB6-169C-98C8-6A1954882308}"/>
                </a:ext>
              </a:extLst>
            </p:cNvPr>
            <p:cNvGrpSpPr/>
            <p:nvPr userDrawn="1"/>
          </p:nvGrpSpPr>
          <p:grpSpPr>
            <a:xfrm>
              <a:off x="12442019" y="198485"/>
              <a:ext cx="382660" cy="2882942"/>
              <a:chOff x="12742785" y="3716048"/>
              <a:chExt cx="316248" cy="3171236"/>
            </a:xfrm>
          </p:grpSpPr>
          <p:sp>
            <p:nvSpPr>
              <p:cNvPr id="17" name="Rectangle 16">
                <a:extLst>
                  <a:ext uri="{FF2B5EF4-FFF2-40B4-BE49-F238E27FC236}">
                    <a16:creationId xmlns:a16="http://schemas.microsoft.com/office/drawing/2014/main" id="{BA7594E0-E08E-6B54-AEB1-19C506A97693}"/>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35A3D857-DC82-9A24-A0AB-6B024E9147C3}"/>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C6EA4E04-D464-F810-CB31-B6049586A00D}"/>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006257FC-34A1-F609-6182-80CE32A6A7AF}"/>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952AA6A3-1EAA-286C-AC96-359C55EAF7E0}"/>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0C71A44B-BDBA-CED1-7BAC-2F5F7FDF496D}"/>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3D115257-0419-9336-1D80-047C79AA2339}"/>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9EBA368F-A645-BED3-DEF6-9EEABD7C28FE}"/>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38044A43-13AF-9BCB-7BBD-25DAA1ACBE7A}"/>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504CED58-A2D6-62C0-1DFA-B911B7254AB4}"/>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6" name="TextBox 15">
              <a:extLst>
                <a:ext uri="{FF2B5EF4-FFF2-40B4-BE49-F238E27FC236}">
                  <a16:creationId xmlns:a16="http://schemas.microsoft.com/office/drawing/2014/main" id="{27377AB7-B104-BB25-C719-D3E23859FF05}"/>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1" name="TextBox 40">
            <a:extLst>
              <a:ext uri="{FF2B5EF4-FFF2-40B4-BE49-F238E27FC236}">
                <a16:creationId xmlns:a16="http://schemas.microsoft.com/office/drawing/2014/main" id="{9E7CE739-E233-A4ED-C47A-D852FE720BDB}"/>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42" name="Text Placeholder 15">
            <a:extLst>
              <a:ext uri="{FF2B5EF4-FFF2-40B4-BE49-F238E27FC236}">
                <a16:creationId xmlns:a16="http://schemas.microsoft.com/office/drawing/2014/main" id="{07F7E28C-2B72-900A-CC18-A958781A7C57}"/>
              </a:ext>
            </a:extLst>
          </p:cNvPr>
          <p:cNvSpPr>
            <a:spLocks noGrp="1"/>
          </p:cNvSpPr>
          <p:nvPr>
            <p:ph type="body" sz="quarter" idx="22"/>
          </p:nvPr>
        </p:nvSpPr>
        <p:spPr>
          <a:xfrm>
            <a:off x="546099" y="6019800"/>
            <a:ext cx="685800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3415546287"/>
      </p:ext>
    </p:extLst>
  </p:cSld>
  <p:clrMapOvr>
    <a:masterClrMapping/>
  </p:clrMapOvr>
</p:sldLayout>
</file>

<file path=ppt/slideLayouts/slideLayout140.xml><?xml version="1.0" encoding="utf-8"?>
<p:sldLayout xmlns:a="http://schemas.openxmlformats.org/drawingml/2006/main" xmlns:r="http://schemas.openxmlformats.org/officeDocument/2006/relationships" xmlns:p="http://schemas.openxmlformats.org/presentationml/2006/main" preserve="1" userDrawn="1">
  <p:cSld name="Dynamic Slices 2 / Dark">
    <p:bg>
      <p:bgPr>
        <a:solidFill>
          <a:schemeClr val="tx2"/>
        </a:solid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F21553B4-8CCC-CB03-044B-392150179802}"/>
              </a:ext>
            </a:extLst>
          </p:cNvPr>
          <p:cNvSpPr/>
          <p:nvPr userDrawn="1"/>
        </p:nvSpPr>
        <p:spPr>
          <a:xfrm>
            <a:off x="8113776" y="1563624"/>
            <a:ext cx="4078224" cy="5294376"/>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Rectangle 1">
            <a:extLst>
              <a:ext uri="{FF2B5EF4-FFF2-40B4-BE49-F238E27FC236}">
                <a16:creationId xmlns:a16="http://schemas.microsoft.com/office/drawing/2014/main" id="{79598BC8-E335-5B2E-56A4-EFDB98509768}"/>
              </a:ext>
            </a:extLst>
          </p:cNvPr>
          <p:cNvSpPr/>
          <p:nvPr userDrawn="1"/>
        </p:nvSpPr>
        <p:spPr>
          <a:xfrm>
            <a:off x="6085001" y="0"/>
            <a:ext cx="2029968" cy="156362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a:xfrm>
            <a:off x="4773613" y="6311900"/>
            <a:ext cx="3236581" cy="269875"/>
          </a:xfrm>
        </p:spPr>
        <p:txBody>
          <a:bodyPr/>
          <a:lstStyle>
            <a:lvl1pPr>
              <a:defRPr>
                <a:solidFill>
                  <a:schemeClr val="bg1"/>
                </a:solidFill>
              </a:defRPr>
            </a:lvl1p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5" name="Title 4">
            <a:extLst>
              <a:ext uri="{FF2B5EF4-FFF2-40B4-BE49-F238E27FC236}">
                <a16:creationId xmlns:a16="http://schemas.microsoft.com/office/drawing/2014/main" id="{239C2D3C-EE71-F9D5-90F0-145F2DCE4065}"/>
              </a:ext>
            </a:extLst>
          </p:cNvPr>
          <p:cNvSpPr>
            <a:spLocks noGrp="1"/>
          </p:cNvSpPr>
          <p:nvPr>
            <p:ph type="title"/>
          </p:nvPr>
        </p:nvSpPr>
        <p:spPr>
          <a:xfrm>
            <a:off x="546892" y="548640"/>
            <a:ext cx="5444333" cy="438785"/>
          </a:xfrm>
        </p:spPr>
        <p:txBody>
          <a:bodyPr/>
          <a:lstStyle>
            <a:lvl1pPr>
              <a:defRPr>
                <a:solidFill>
                  <a:schemeClr val="accent1"/>
                </a:solidFill>
              </a:defRPr>
            </a:lvl1pPr>
          </a:lstStyle>
          <a:p>
            <a:r>
              <a:rPr lang="en-US"/>
              <a:t>Click to edit Master title style</a:t>
            </a:r>
          </a:p>
        </p:txBody>
      </p:sp>
      <p:sp>
        <p:nvSpPr>
          <p:cNvPr id="12" name="Picture Placeholder 9">
            <a:extLst>
              <a:ext uri="{FF2B5EF4-FFF2-40B4-BE49-F238E27FC236}">
                <a16:creationId xmlns:a16="http://schemas.microsoft.com/office/drawing/2014/main" id="{44C754A0-D8DE-596F-C5FB-AB25D5782CCF}"/>
              </a:ext>
            </a:extLst>
          </p:cNvPr>
          <p:cNvSpPr>
            <a:spLocks noGrp="1"/>
          </p:cNvSpPr>
          <p:nvPr>
            <p:ph type="pic" sz="quarter" idx="13" hasCustomPrompt="1"/>
          </p:nvPr>
        </p:nvSpPr>
        <p:spPr>
          <a:xfrm>
            <a:off x="6085204" y="0"/>
            <a:ext cx="2029765" cy="1566863"/>
          </a:xfrm>
          <a:no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6" name="Picture Placeholder 9">
            <a:extLst>
              <a:ext uri="{FF2B5EF4-FFF2-40B4-BE49-F238E27FC236}">
                <a16:creationId xmlns:a16="http://schemas.microsoft.com/office/drawing/2014/main" id="{5037974E-F1B0-FE07-458A-5EBB10A6FBE8}"/>
              </a:ext>
            </a:extLst>
          </p:cNvPr>
          <p:cNvSpPr>
            <a:spLocks noGrp="1"/>
          </p:cNvSpPr>
          <p:nvPr>
            <p:ph type="pic" sz="quarter" idx="14" hasCustomPrompt="1"/>
          </p:nvPr>
        </p:nvSpPr>
        <p:spPr>
          <a:xfrm>
            <a:off x="8114969" y="1558420"/>
            <a:ext cx="4077031" cy="5291136"/>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sp>
        <p:nvSpPr>
          <p:cNvPr id="22" name="Text Placeholder 11">
            <a:extLst>
              <a:ext uri="{FF2B5EF4-FFF2-40B4-BE49-F238E27FC236}">
                <a16:creationId xmlns:a16="http://schemas.microsoft.com/office/drawing/2014/main" id="{A09E7A87-B133-8C2E-3361-C82516967FAB}"/>
              </a:ext>
            </a:extLst>
          </p:cNvPr>
          <p:cNvSpPr>
            <a:spLocks noGrp="1"/>
          </p:cNvSpPr>
          <p:nvPr>
            <p:ph type="body" sz="quarter" idx="18"/>
          </p:nvPr>
        </p:nvSpPr>
        <p:spPr>
          <a:xfrm>
            <a:off x="548640" y="1127126"/>
            <a:ext cx="5442585" cy="295274"/>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24" name="Content Placeholder 25">
            <a:extLst>
              <a:ext uri="{FF2B5EF4-FFF2-40B4-BE49-F238E27FC236}">
                <a16:creationId xmlns:a16="http://schemas.microsoft.com/office/drawing/2014/main" id="{80128354-9047-7350-5416-848442CCD831}"/>
              </a:ext>
            </a:extLst>
          </p:cNvPr>
          <p:cNvSpPr>
            <a:spLocks noGrp="1"/>
          </p:cNvSpPr>
          <p:nvPr>
            <p:ph sz="quarter" idx="23"/>
          </p:nvPr>
        </p:nvSpPr>
        <p:spPr>
          <a:xfrm>
            <a:off x="539750" y="1849438"/>
            <a:ext cx="6858000" cy="4017962"/>
          </a:xfrm>
        </p:spPr>
        <p:txBody>
          <a:bodyPr/>
          <a:lstStyle>
            <a:lvl1pPr>
              <a:defRPr>
                <a:solidFill>
                  <a:schemeClr val="bg1"/>
                </a:solidFill>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Slide Number Placeholder 8">
            <a:extLst>
              <a:ext uri="{FF2B5EF4-FFF2-40B4-BE49-F238E27FC236}">
                <a16:creationId xmlns:a16="http://schemas.microsoft.com/office/drawing/2014/main" id="{9139C108-1E83-5601-1F3A-6C5525CC57EA}"/>
              </a:ext>
            </a:extLst>
          </p:cNvPr>
          <p:cNvSpPr txBox="1">
            <a:spLocks/>
          </p:cNvSpPr>
          <p:nvPr userDrawn="1"/>
        </p:nvSpPr>
        <p:spPr>
          <a:xfrm>
            <a:off x="10428288" y="6311900"/>
            <a:ext cx="1209674" cy="269875"/>
          </a:xfrm>
          <a:prstGeom prst="rect">
            <a:avLst/>
          </a:prstGeom>
        </p:spPr>
        <p:txBody>
          <a:bodyPr vert="horz" lIns="0" tIns="0" rIns="0" bIns="0" rtlCol="0" anchor="b" anchorCtr="0"/>
          <a:lstStyle>
            <a:defPPr>
              <a:defRPr lang="en-US"/>
            </a:defPPr>
            <a:lvl1pPr marL="0" algn="r" defTabSz="914400" rtl="0" eaLnBrk="1" latinLnBrk="0" hangingPunct="1">
              <a:defRPr sz="1000" b="0" i="0" kern="1200">
                <a:solidFill>
                  <a:schemeClr val="bg1"/>
                </a:solidFill>
                <a:latin typeface="+mn-lt"/>
                <a:ea typeface="GT America Regular" pitchFamily="2" charset="77"/>
                <a:cs typeface="GT America Regular" pitchFamily="2" charset="77"/>
              </a:defRPr>
            </a:lvl1pPr>
            <a:lvl2pPr marL="0" indent="0" algn="r" defTabSz="914400" rtl="0" eaLnBrk="1" latinLnBrk="0" hangingPunct="1">
              <a:defRPr sz="1000" kern="1200">
                <a:solidFill>
                  <a:schemeClr val="tx1"/>
                </a:solidFill>
                <a:latin typeface="+mn-lt"/>
                <a:ea typeface="+mn-ea"/>
                <a:cs typeface="+mn-cs"/>
              </a:defRPr>
            </a:lvl2pPr>
            <a:lvl3pPr marL="0" indent="0" algn="l" defTabSz="914400" rtl="0" eaLnBrk="1" latinLnBrk="0" hangingPunct="1">
              <a:defRPr sz="1000" kern="1200">
                <a:solidFill>
                  <a:schemeClr val="tx1"/>
                </a:solidFill>
                <a:latin typeface="+mn-lt"/>
                <a:ea typeface="+mn-ea"/>
                <a:cs typeface="+mn-cs"/>
              </a:defRPr>
            </a:lvl3pPr>
            <a:lvl4pPr marL="0" algn="l" defTabSz="914400" rtl="0" eaLnBrk="1" latinLnBrk="0" hangingPunct="1">
              <a:defRPr sz="1000" kern="1200">
                <a:solidFill>
                  <a:schemeClr val="tx1"/>
                </a:solidFill>
                <a:latin typeface="+mn-lt"/>
                <a:ea typeface="+mn-ea"/>
                <a:cs typeface="+mn-cs"/>
              </a:defRPr>
            </a:lvl4pPr>
            <a:lvl5pPr marL="0" algn="l" defTabSz="914400" rtl="0" eaLnBrk="1" latinLnBrk="0" hangingPunct="1">
              <a:defRPr sz="1000" kern="1200">
                <a:solidFill>
                  <a:schemeClr val="tx1"/>
                </a:solidFill>
                <a:latin typeface="+mn-lt"/>
                <a:ea typeface="+mn-ea"/>
                <a:cs typeface="+mn-cs"/>
              </a:defRPr>
            </a:lvl5pPr>
            <a:lvl6pPr marL="0" algn="l" defTabSz="914400" rtl="0" eaLnBrk="1" latinLnBrk="0" hangingPunct="1">
              <a:defRPr sz="1000" kern="1200">
                <a:solidFill>
                  <a:schemeClr val="tx1"/>
                </a:solidFill>
                <a:latin typeface="+mn-lt"/>
                <a:ea typeface="+mn-ea"/>
                <a:cs typeface="+mn-cs"/>
              </a:defRPr>
            </a:lvl6pPr>
            <a:lvl7pPr marL="0" algn="l" defTabSz="914400" rtl="0" eaLnBrk="1" latinLnBrk="0" hangingPunct="1">
              <a:defRPr sz="1000" kern="1200">
                <a:solidFill>
                  <a:schemeClr val="tx1"/>
                </a:solidFill>
                <a:latin typeface="+mn-lt"/>
                <a:ea typeface="+mn-ea"/>
                <a:cs typeface="+mn-cs"/>
              </a:defRPr>
            </a:lvl7pPr>
            <a:lvl8pPr marL="0" algn="l" defTabSz="914400" rtl="0" eaLnBrk="1" latinLnBrk="0" hangingPunct="1">
              <a:defRPr sz="1000" kern="1200">
                <a:solidFill>
                  <a:schemeClr val="tx1"/>
                </a:solidFill>
                <a:latin typeface="+mn-lt"/>
                <a:ea typeface="+mn-ea"/>
                <a:cs typeface="+mn-cs"/>
              </a:defRPr>
            </a:lvl8pPr>
            <a:lvl9pPr marL="0" algn="l" defTabSz="914400" rtl="0" eaLnBrk="1" latinLnBrk="0" hangingPunct="1">
              <a:defRPr sz="1000" kern="1200">
                <a:solidFill>
                  <a:schemeClr val="tx1"/>
                </a:solidFill>
                <a:latin typeface="+mn-lt"/>
                <a:ea typeface="+mn-ea"/>
                <a:cs typeface="+mn-cs"/>
              </a:defRPr>
            </a:lvl9pPr>
          </a:lstStyle>
          <a:p>
            <a:fld id="{862A5111-985B-C14D-9115-5787026182A8}" type="slidenum">
              <a:rPr lang="en-US" smtClean="0"/>
              <a:pPr/>
              <a:t>‹#›</a:t>
            </a:fld>
            <a:endParaRPr lang="en-US"/>
          </a:p>
        </p:txBody>
      </p:sp>
      <p:grpSp>
        <p:nvGrpSpPr>
          <p:cNvPr id="7" name="Group 6">
            <a:extLst>
              <a:ext uri="{FF2B5EF4-FFF2-40B4-BE49-F238E27FC236}">
                <a16:creationId xmlns:a16="http://schemas.microsoft.com/office/drawing/2014/main" id="{A0F15A26-2ED1-9612-E9A9-706C77251BEE}"/>
              </a:ext>
            </a:extLst>
          </p:cNvPr>
          <p:cNvGrpSpPr/>
          <p:nvPr userDrawn="1"/>
        </p:nvGrpSpPr>
        <p:grpSpPr>
          <a:xfrm>
            <a:off x="12356815" y="0"/>
            <a:ext cx="756834" cy="6872642"/>
            <a:chOff x="12356815" y="0"/>
            <a:chExt cx="756834" cy="6872642"/>
          </a:xfrm>
        </p:grpSpPr>
        <p:sp>
          <p:nvSpPr>
            <p:cNvPr id="10" name="Rectangle 9">
              <a:extLst>
                <a:ext uri="{FF2B5EF4-FFF2-40B4-BE49-F238E27FC236}">
                  <a16:creationId xmlns:a16="http://schemas.microsoft.com/office/drawing/2014/main" id="{61615137-6B1F-4908-265A-9792AE233DD9}"/>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1" name="TextBox 10">
              <a:extLst>
                <a:ext uri="{FF2B5EF4-FFF2-40B4-BE49-F238E27FC236}">
                  <a16:creationId xmlns:a16="http://schemas.microsoft.com/office/drawing/2014/main" id="{D857956B-D037-83FE-06BB-A25230EA00D3}"/>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3" name="Rectangle 12">
              <a:extLst>
                <a:ext uri="{FF2B5EF4-FFF2-40B4-BE49-F238E27FC236}">
                  <a16:creationId xmlns:a16="http://schemas.microsoft.com/office/drawing/2014/main" id="{D75F0E6F-8C07-2229-F33D-53BAA7EC7A8C}"/>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4" name="Group 13">
              <a:extLst>
                <a:ext uri="{FF2B5EF4-FFF2-40B4-BE49-F238E27FC236}">
                  <a16:creationId xmlns:a16="http://schemas.microsoft.com/office/drawing/2014/main" id="{7D23D944-EED4-6657-4B26-8A714C583023}"/>
                </a:ext>
              </a:extLst>
            </p:cNvPr>
            <p:cNvGrpSpPr/>
            <p:nvPr userDrawn="1"/>
          </p:nvGrpSpPr>
          <p:grpSpPr>
            <a:xfrm>
              <a:off x="12442019" y="3791214"/>
              <a:ext cx="382660" cy="2882942"/>
              <a:chOff x="14001569" y="3716048"/>
              <a:chExt cx="316248" cy="3171236"/>
            </a:xfrm>
          </p:grpSpPr>
          <p:sp>
            <p:nvSpPr>
              <p:cNvPr id="31" name="Rectangle 30">
                <a:extLst>
                  <a:ext uri="{FF2B5EF4-FFF2-40B4-BE49-F238E27FC236}">
                    <a16:creationId xmlns:a16="http://schemas.microsoft.com/office/drawing/2014/main" id="{D22C40A5-F22F-939D-8FE5-ADCC55081EF0}"/>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714E220C-E486-21C8-0384-296E803979A9}"/>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C1406EE4-50B3-F4E4-0BEA-F401886B15B8}"/>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558DA0DA-E736-5711-441B-419667E5B07C}"/>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74673B98-B755-763C-7DC8-484754894A92}"/>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54433258-2773-907A-41D5-275DE21E45A6}"/>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CF034EB1-92B4-4C1A-2D25-F70F123E483B}"/>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E87254C8-1380-10FC-FBB3-B014B9BACFE2}"/>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D27C4A1E-5611-AAD2-DE53-C93B32177404}"/>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DE69C0B4-4284-1AA2-3C43-DA1DDFCAA8B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5" name="Group 14">
              <a:extLst>
                <a:ext uri="{FF2B5EF4-FFF2-40B4-BE49-F238E27FC236}">
                  <a16:creationId xmlns:a16="http://schemas.microsoft.com/office/drawing/2014/main" id="{95C45E07-224E-1EF4-3DF2-FDCB6443D77F}"/>
                </a:ext>
              </a:extLst>
            </p:cNvPr>
            <p:cNvGrpSpPr/>
            <p:nvPr userDrawn="1"/>
          </p:nvGrpSpPr>
          <p:grpSpPr>
            <a:xfrm>
              <a:off x="12442019" y="198485"/>
              <a:ext cx="382660" cy="2882942"/>
              <a:chOff x="12742785" y="3716048"/>
              <a:chExt cx="316248" cy="3171236"/>
            </a:xfrm>
          </p:grpSpPr>
          <p:sp>
            <p:nvSpPr>
              <p:cNvPr id="17" name="Rectangle 16">
                <a:extLst>
                  <a:ext uri="{FF2B5EF4-FFF2-40B4-BE49-F238E27FC236}">
                    <a16:creationId xmlns:a16="http://schemas.microsoft.com/office/drawing/2014/main" id="{FB947731-19B5-3BE1-1E01-2747E6F9BFE9}"/>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441D0C3C-0CC1-E242-471F-1119424E4A37}"/>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3201F2B3-9EB8-BE4A-F02C-F1DCF5DDEE43}"/>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E11FCE8D-1140-46B1-27F2-8F46E1C75308}"/>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D50B6C68-50C5-A2C6-9915-33B9242C1B36}"/>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F8FD43ED-522F-D98B-F8A5-E9E00B70574F}"/>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5FD7BA3C-CF3B-2B1D-462C-E412F65B3BC0}"/>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FADBFC81-7A66-BA85-CDF4-456067A3AC76}"/>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AE44B0CE-0ADB-EC49-3C13-ABE1CBF58D7E}"/>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87E950F3-E625-724A-BAC4-68E53BE647E1}"/>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6" name="TextBox 15">
              <a:extLst>
                <a:ext uri="{FF2B5EF4-FFF2-40B4-BE49-F238E27FC236}">
                  <a16:creationId xmlns:a16="http://schemas.microsoft.com/office/drawing/2014/main" id="{82D40186-1FEC-0FD3-7104-B65BF060293A}"/>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1" name="TextBox 40">
            <a:extLst>
              <a:ext uri="{FF2B5EF4-FFF2-40B4-BE49-F238E27FC236}">
                <a16:creationId xmlns:a16="http://schemas.microsoft.com/office/drawing/2014/main" id="{037046B9-F192-0A41-AEA7-93F5E49C4FFB}"/>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25" name="Text Placeholder 15">
            <a:extLst>
              <a:ext uri="{FF2B5EF4-FFF2-40B4-BE49-F238E27FC236}">
                <a16:creationId xmlns:a16="http://schemas.microsoft.com/office/drawing/2014/main" id="{F8A1018A-D222-EA51-ED6A-3AAAFEFEA139}"/>
              </a:ext>
            </a:extLst>
          </p:cNvPr>
          <p:cNvSpPr>
            <a:spLocks noGrp="1"/>
          </p:cNvSpPr>
          <p:nvPr>
            <p:ph type="body" sz="quarter" idx="22"/>
          </p:nvPr>
        </p:nvSpPr>
        <p:spPr>
          <a:xfrm>
            <a:off x="546099" y="6019800"/>
            <a:ext cx="685800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3916067841"/>
      </p:ext>
    </p:extLst>
  </p:cSld>
  <p:clrMapOvr>
    <a:masterClrMapping/>
  </p:clrMapOvr>
</p:sldLayout>
</file>

<file path=ppt/slideLayouts/slideLayout141.xml><?xml version="1.0" encoding="utf-8"?>
<p:sldLayout xmlns:a="http://schemas.openxmlformats.org/drawingml/2006/main" xmlns:r="http://schemas.openxmlformats.org/officeDocument/2006/relationships" xmlns:p="http://schemas.openxmlformats.org/presentationml/2006/main" preserve="1" userDrawn="1">
  <p:cSld name="Dynamic Slices 2 / Dark - Subhead">
    <p:bg>
      <p:bgPr>
        <a:solidFill>
          <a:schemeClr val="tx2"/>
        </a:solid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FCD7CC79-BBC9-7381-568F-6C1B92898FE4}"/>
              </a:ext>
            </a:extLst>
          </p:cNvPr>
          <p:cNvSpPr/>
          <p:nvPr userDrawn="1"/>
        </p:nvSpPr>
        <p:spPr>
          <a:xfrm>
            <a:off x="6095797" y="0"/>
            <a:ext cx="2029968" cy="156362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Rectangle 1">
            <a:extLst>
              <a:ext uri="{FF2B5EF4-FFF2-40B4-BE49-F238E27FC236}">
                <a16:creationId xmlns:a16="http://schemas.microsoft.com/office/drawing/2014/main" id="{2708E4E0-FC4D-137A-5DC3-89C6DB8688C3}"/>
              </a:ext>
            </a:extLst>
          </p:cNvPr>
          <p:cNvSpPr/>
          <p:nvPr userDrawn="1"/>
        </p:nvSpPr>
        <p:spPr>
          <a:xfrm>
            <a:off x="8113776" y="1563624"/>
            <a:ext cx="4078224" cy="5294376"/>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hasCustomPrompt="1"/>
          </p:nvPr>
        </p:nvSpPr>
        <p:spPr>
          <a:xfrm>
            <a:off x="6096000" y="0"/>
            <a:ext cx="2029765" cy="1566863"/>
          </a:xfrm>
          <a:no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a:xfrm>
            <a:off x="4773613" y="6311900"/>
            <a:ext cx="3236581" cy="269875"/>
          </a:xfrm>
        </p:spPr>
        <p:txBody>
          <a:bodyPr/>
          <a:lstStyle>
            <a:lvl1pPr>
              <a:defRPr>
                <a:solidFill>
                  <a:schemeClr val="bg1"/>
                </a:solidFill>
              </a:defRPr>
            </a:lvl1p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2" name="Title 11">
            <a:extLst>
              <a:ext uri="{FF2B5EF4-FFF2-40B4-BE49-F238E27FC236}">
                <a16:creationId xmlns:a16="http://schemas.microsoft.com/office/drawing/2014/main" id="{B6A2B7E6-3059-8E4F-3CF4-F1E41E44420F}"/>
              </a:ext>
            </a:extLst>
          </p:cNvPr>
          <p:cNvSpPr>
            <a:spLocks noGrp="1"/>
          </p:cNvSpPr>
          <p:nvPr>
            <p:ph type="title"/>
          </p:nvPr>
        </p:nvSpPr>
        <p:spPr>
          <a:xfrm>
            <a:off x="546892" y="548640"/>
            <a:ext cx="5440681" cy="438785"/>
          </a:xfrm>
        </p:spPr>
        <p:txBody>
          <a:bodyPr/>
          <a:lstStyle>
            <a:lvl1pPr>
              <a:defRPr>
                <a:solidFill>
                  <a:schemeClr val="accent1"/>
                </a:solidFill>
              </a:defRPr>
            </a:lvl1pPr>
          </a:lstStyle>
          <a:p>
            <a:r>
              <a:rPr lang="en-US"/>
              <a:t>Click to edit Master title style</a:t>
            </a:r>
          </a:p>
        </p:txBody>
      </p:sp>
      <p:sp>
        <p:nvSpPr>
          <p:cNvPr id="14" name="Picture Placeholder 9">
            <a:extLst>
              <a:ext uri="{FF2B5EF4-FFF2-40B4-BE49-F238E27FC236}">
                <a16:creationId xmlns:a16="http://schemas.microsoft.com/office/drawing/2014/main" id="{FA21F1F7-4DDB-2DDC-98D5-C10EBFDF26ED}"/>
              </a:ext>
            </a:extLst>
          </p:cNvPr>
          <p:cNvSpPr>
            <a:spLocks noGrp="1"/>
          </p:cNvSpPr>
          <p:nvPr>
            <p:ph type="pic" sz="quarter" idx="14" hasCustomPrompt="1"/>
          </p:nvPr>
        </p:nvSpPr>
        <p:spPr>
          <a:xfrm>
            <a:off x="8114969" y="1558420"/>
            <a:ext cx="4077031" cy="5291136"/>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sp>
        <p:nvSpPr>
          <p:cNvPr id="22" name="Text Placeholder 11">
            <a:extLst>
              <a:ext uri="{FF2B5EF4-FFF2-40B4-BE49-F238E27FC236}">
                <a16:creationId xmlns:a16="http://schemas.microsoft.com/office/drawing/2014/main" id="{9C9BE862-933D-B8D2-1646-E5CF8CEC4FF4}"/>
              </a:ext>
            </a:extLst>
          </p:cNvPr>
          <p:cNvSpPr>
            <a:spLocks noGrp="1"/>
          </p:cNvSpPr>
          <p:nvPr>
            <p:ph type="body" sz="quarter" idx="23"/>
          </p:nvPr>
        </p:nvSpPr>
        <p:spPr>
          <a:xfrm>
            <a:off x="548640" y="1127125"/>
            <a:ext cx="5442585" cy="292608"/>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24" name="Text Placeholder 33">
            <a:extLst>
              <a:ext uri="{FF2B5EF4-FFF2-40B4-BE49-F238E27FC236}">
                <a16:creationId xmlns:a16="http://schemas.microsoft.com/office/drawing/2014/main" id="{BCC2869B-FAAE-3BB6-A892-BE38C3B3A864}"/>
              </a:ext>
            </a:extLst>
          </p:cNvPr>
          <p:cNvSpPr>
            <a:spLocks noGrp="1"/>
          </p:cNvSpPr>
          <p:nvPr>
            <p:ph type="body" sz="quarter" idx="29"/>
          </p:nvPr>
        </p:nvSpPr>
        <p:spPr>
          <a:xfrm>
            <a:off x="539750" y="1849437"/>
            <a:ext cx="6851704" cy="296861"/>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25" name="Content Placeholder 25">
            <a:extLst>
              <a:ext uri="{FF2B5EF4-FFF2-40B4-BE49-F238E27FC236}">
                <a16:creationId xmlns:a16="http://schemas.microsoft.com/office/drawing/2014/main" id="{9D00109D-23D6-35EC-8D08-145972370CD0}"/>
              </a:ext>
            </a:extLst>
          </p:cNvPr>
          <p:cNvSpPr>
            <a:spLocks noGrp="1"/>
          </p:cNvSpPr>
          <p:nvPr>
            <p:ph sz="quarter" idx="45"/>
          </p:nvPr>
        </p:nvSpPr>
        <p:spPr>
          <a:xfrm>
            <a:off x="539750" y="2425700"/>
            <a:ext cx="6858000" cy="3441700"/>
          </a:xfrm>
        </p:spPr>
        <p:txBody>
          <a:bodyPr/>
          <a:lstStyle>
            <a:lvl1pPr>
              <a:defRPr>
                <a:solidFill>
                  <a:schemeClr val="bg1"/>
                </a:solidFill>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Slide Number Placeholder 8">
            <a:extLst>
              <a:ext uri="{FF2B5EF4-FFF2-40B4-BE49-F238E27FC236}">
                <a16:creationId xmlns:a16="http://schemas.microsoft.com/office/drawing/2014/main" id="{31BC5791-008B-A5EF-CEAB-3BA8FDC7790A}"/>
              </a:ext>
            </a:extLst>
          </p:cNvPr>
          <p:cNvSpPr txBox="1">
            <a:spLocks/>
          </p:cNvSpPr>
          <p:nvPr userDrawn="1"/>
        </p:nvSpPr>
        <p:spPr>
          <a:xfrm>
            <a:off x="10428288" y="6311900"/>
            <a:ext cx="1209674" cy="269875"/>
          </a:xfrm>
          <a:prstGeom prst="rect">
            <a:avLst/>
          </a:prstGeom>
        </p:spPr>
        <p:txBody>
          <a:bodyPr vert="horz" lIns="0" tIns="0" rIns="0" bIns="0" rtlCol="0" anchor="b" anchorCtr="0"/>
          <a:lstStyle>
            <a:defPPr>
              <a:defRPr lang="en-US"/>
            </a:defPPr>
            <a:lvl1pPr marL="0" algn="r" defTabSz="914400" rtl="0" eaLnBrk="1" latinLnBrk="0" hangingPunct="1">
              <a:defRPr sz="1000" b="0" i="0" kern="1200">
                <a:solidFill>
                  <a:schemeClr val="bg1"/>
                </a:solidFill>
                <a:latin typeface="+mn-lt"/>
                <a:ea typeface="GT America Regular" pitchFamily="2" charset="77"/>
                <a:cs typeface="GT America Regular" pitchFamily="2" charset="77"/>
              </a:defRPr>
            </a:lvl1pPr>
            <a:lvl2pPr marL="0" indent="0" algn="r" defTabSz="914400" rtl="0" eaLnBrk="1" latinLnBrk="0" hangingPunct="1">
              <a:defRPr sz="1000" kern="1200">
                <a:solidFill>
                  <a:schemeClr val="tx1"/>
                </a:solidFill>
                <a:latin typeface="+mn-lt"/>
                <a:ea typeface="+mn-ea"/>
                <a:cs typeface="+mn-cs"/>
              </a:defRPr>
            </a:lvl2pPr>
            <a:lvl3pPr marL="0" indent="0" algn="l" defTabSz="914400" rtl="0" eaLnBrk="1" latinLnBrk="0" hangingPunct="1">
              <a:defRPr sz="1000" kern="1200">
                <a:solidFill>
                  <a:schemeClr val="tx1"/>
                </a:solidFill>
                <a:latin typeface="+mn-lt"/>
                <a:ea typeface="+mn-ea"/>
                <a:cs typeface="+mn-cs"/>
              </a:defRPr>
            </a:lvl3pPr>
            <a:lvl4pPr marL="0" algn="l" defTabSz="914400" rtl="0" eaLnBrk="1" latinLnBrk="0" hangingPunct="1">
              <a:defRPr sz="1000" kern="1200">
                <a:solidFill>
                  <a:schemeClr val="tx1"/>
                </a:solidFill>
                <a:latin typeface="+mn-lt"/>
                <a:ea typeface="+mn-ea"/>
                <a:cs typeface="+mn-cs"/>
              </a:defRPr>
            </a:lvl4pPr>
            <a:lvl5pPr marL="0" algn="l" defTabSz="914400" rtl="0" eaLnBrk="1" latinLnBrk="0" hangingPunct="1">
              <a:defRPr sz="1000" kern="1200">
                <a:solidFill>
                  <a:schemeClr val="tx1"/>
                </a:solidFill>
                <a:latin typeface="+mn-lt"/>
                <a:ea typeface="+mn-ea"/>
                <a:cs typeface="+mn-cs"/>
              </a:defRPr>
            </a:lvl5pPr>
            <a:lvl6pPr marL="0" algn="l" defTabSz="914400" rtl="0" eaLnBrk="1" latinLnBrk="0" hangingPunct="1">
              <a:defRPr sz="1000" kern="1200">
                <a:solidFill>
                  <a:schemeClr val="tx1"/>
                </a:solidFill>
                <a:latin typeface="+mn-lt"/>
                <a:ea typeface="+mn-ea"/>
                <a:cs typeface="+mn-cs"/>
              </a:defRPr>
            </a:lvl6pPr>
            <a:lvl7pPr marL="0" algn="l" defTabSz="914400" rtl="0" eaLnBrk="1" latinLnBrk="0" hangingPunct="1">
              <a:defRPr sz="1000" kern="1200">
                <a:solidFill>
                  <a:schemeClr val="tx1"/>
                </a:solidFill>
                <a:latin typeface="+mn-lt"/>
                <a:ea typeface="+mn-ea"/>
                <a:cs typeface="+mn-cs"/>
              </a:defRPr>
            </a:lvl7pPr>
            <a:lvl8pPr marL="0" algn="l" defTabSz="914400" rtl="0" eaLnBrk="1" latinLnBrk="0" hangingPunct="1">
              <a:defRPr sz="1000" kern="1200">
                <a:solidFill>
                  <a:schemeClr val="tx1"/>
                </a:solidFill>
                <a:latin typeface="+mn-lt"/>
                <a:ea typeface="+mn-ea"/>
                <a:cs typeface="+mn-cs"/>
              </a:defRPr>
            </a:lvl8pPr>
            <a:lvl9pPr marL="0" algn="l" defTabSz="914400" rtl="0" eaLnBrk="1" latinLnBrk="0" hangingPunct="1">
              <a:defRPr sz="1000" kern="1200">
                <a:solidFill>
                  <a:schemeClr val="tx1"/>
                </a:solidFill>
                <a:latin typeface="+mn-lt"/>
                <a:ea typeface="+mn-ea"/>
                <a:cs typeface="+mn-cs"/>
              </a:defRPr>
            </a:lvl9pPr>
          </a:lstStyle>
          <a:p>
            <a:fld id="{862A5111-985B-C14D-9115-5787026182A8}" type="slidenum">
              <a:rPr lang="en-US" smtClean="0"/>
              <a:pPr/>
              <a:t>‹#›</a:t>
            </a:fld>
            <a:endParaRPr lang="en-US"/>
          </a:p>
        </p:txBody>
      </p:sp>
      <p:grpSp>
        <p:nvGrpSpPr>
          <p:cNvPr id="5" name="Group 4">
            <a:extLst>
              <a:ext uri="{FF2B5EF4-FFF2-40B4-BE49-F238E27FC236}">
                <a16:creationId xmlns:a16="http://schemas.microsoft.com/office/drawing/2014/main" id="{9E68EBC7-FA7E-C659-203E-59C32F2CC928}"/>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452FECBB-7F33-D437-E6EA-41BE7871B481}"/>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2F295492-A6D0-1385-DD98-0A53FEFC1FE1}"/>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1" name="Rectangle 10">
              <a:extLst>
                <a:ext uri="{FF2B5EF4-FFF2-40B4-BE49-F238E27FC236}">
                  <a16:creationId xmlns:a16="http://schemas.microsoft.com/office/drawing/2014/main" id="{4C950704-0AB8-0B60-93BE-BCDF23A9E6A8}"/>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3" name="Group 12">
              <a:extLst>
                <a:ext uri="{FF2B5EF4-FFF2-40B4-BE49-F238E27FC236}">
                  <a16:creationId xmlns:a16="http://schemas.microsoft.com/office/drawing/2014/main" id="{61957D7F-56BD-469C-E713-35F9851DB1AA}"/>
                </a:ext>
              </a:extLst>
            </p:cNvPr>
            <p:cNvGrpSpPr/>
            <p:nvPr userDrawn="1"/>
          </p:nvGrpSpPr>
          <p:grpSpPr>
            <a:xfrm>
              <a:off x="12442019" y="3791214"/>
              <a:ext cx="382660" cy="2882942"/>
              <a:chOff x="14001569" y="3716048"/>
              <a:chExt cx="316248" cy="3171236"/>
            </a:xfrm>
          </p:grpSpPr>
          <p:sp>
            <p:nvSpPr>
              <p:cNvPr id="32" name="Rectangle 31">
                <a:extLst>
                  <a:ext uri="{FF2B5EF4-FFF2-40B4-BE49-F238E27FC236}">
                    <a16:creationId xmlns:a16="http://schemas.microsoft.com/office/drawing/2014/main" id="{63702449-DEB6-559E-31AB-80A445EB1C94}"/>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67DA1038-59A6-C34D-1C42-73EDAEF8118D}"/>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D6F34667-127A-C6F6-DCB2-2607DEA1EA5F}"/>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D0780CB6-EF73-A6A0-D810-4C5C1F1AFF8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E3A4AF08-698F-2E0A-2236-7E13AE752E16}"/>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3C2D5B28-2190-1BC6-B3F4-2EA69C2BE03A}"/>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29CFC38A-67EB-5E51-D6B0-AF1A13668091}"/>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B95421C2-BF6B-9A79-E106-51D576C95F72}"/>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CA295EF4-DECD-A211-625F-7864397A91D6}"/>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0FCDC4FC-9134-69ED-560B-877A99F067A2}"/>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5" name="Group 14">
              <a:extLst>
                <a:ext uri="{FF2B5EF4-FFF2-40B4-BE49-F238E27FC236}">
                  <a16:creationId xmlns:a16="http://schemas.microsoft.com/office/drawing/2014/main" id="{2D9C9356-2429-BAA1-9A98-5A2DCCEA7169}"/>
                </a:ext>
              </a:extLst>
            </p:cNvPr>
            <p:cNvGrpSpPr/>
            <p:nvPr userDrawn="1"/>
          </p:nvGrpSpPr>
          <p:grpSpPr>
            <a:xfrm>
              <a:off x="12442019" y="198485"/>
              <a:ext cx="382660" cy="2882942"/>
              <a:chOff x="12742785" y="3716048"/>
              <a:chExt cx="316248" cy="3171236"/>
            </a:xfrm>
          </p:grpSpPr>
          <p:sp>
            <p:nvSpPr>
              <p:cNvPr id="17" name="Rectangle 16">
                <a:extLst>
                  <a:ext uri="{FF2B5EF4-FFF2-40B4-BE49-F238E27FC236}">
                    <a16:creationId xmlns:a16="http://schemas.microsoft.com/office/drawing/2014/main" id="{F5C37305-9985-EBBE-2BFA-C1D2D56F3521}"/>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8685D1DE-CEE3-A623-5B6B-7859C25EEA43}"/>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298D814F-4660-0A18-B1F1-66B0F8E30515}"/>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82A94894-69FA-EE3B-06B2-8C1C799C7B0A}"/>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BBEE27D7-FE2F-3DDE-FB02-512B5DC23575}"/>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53B04E1C-FA5C-C36C-5C95-82892CFA8372}"/>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6D58A748-7920-E194-AB12-C505209202B7}"/>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23F11413-A008-6810-68CC-F62B850752F0}"/>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F0BB803F-FBBD-F600-E13B-BEA005EA1BBC}"/>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71032866-C88A-E20A-C537-E0000D7ECFA1}"/>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6" name="TextBox 15">
              <a:extLst>
                <a:ext uri="{FF2B5EF4-FFF2-40B4-BE49-F238E27FC236}">
                  <a16:creationId xmlns:a16="http://schemas.microsoft.com/office/drawing/2014/main" id="{6C598A7C-9476-CC64-49F9-5D49ED0210F6}"/>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2" name="TextBox 41">
            <a:extLst>
              <a:ext uri="{FF2B5EF4-FFF2-40B4-BE49-F238E27FC236}">
                <a16:creationId xmlns:a16="http://schemas.microsoft.com/office/drawing/2014/main" id="{CF8E898B-30F4-B10E-393F-2EBB35CE158C}"/>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23" name="Text Placeholder 15">
            <a:extLst>
              <a:ext uri="{FF2B5EF4-FFF2-40B4-BE49-F238E27FC236}">
                <a16:creationId xmlns:a16="http://schemas.microsoft.com/office/drawing/2014/main" id="{C8280D4A-2EC2-263F-601E-32F8C7A9566A}"/>
              </a:ext>
            </a:extLst>
          </p:cNvPr>
          <p:cNvSpPr>
            <a:spLocks noGrp="1"/>
          </p:cNvSpPr>
          <p:nvPr>
            <p:ph type="body" sz="quarter" idx="22"/>
          </p:nvPr>
        </p:nvSpPr>
        <p:spPr>
          <a:xfrm>
            <a:off x="546099" y="6019800"/>
            <a:ext cx="685800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2633834306"/>
      </p:ext>
    </p:extLst>
  </p:cSld>
  <p:clrMapOvr>
    <a:masterClrMapping/>
  </p:clrMapOvr>
</p:sldLayout>
</file>

<file path=ppt/slideLayouts/slideLayout142.xml><?xml version="1.0" encoding="utf-8"?>
<p:sldLayout xmlns:a="http://schemas.openxmlformats.org/drawingml/2006/main" xmlns:r="http://schemas.openxmlformats.org/officeDocument/2006/relationships" xmlns:p="http://schemas.openxmlformats.org/presentationml/2006/main" preserve="1" userDrawn="1">
  <p:cSld name="Dynamic Slices 3 / Light">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771560C6-D394-E74E-0BE6-76E19CDBB905}"/>
              </a:ext>
            </a:extLst>
          </p:cNvPr>
          <p:cNvSpPr/>
          <p:nvPr userDrawn="1"/>
        </p:nvSpPr>
        <p:spPr>
          <a:xfrm>
            <a:off x="8113776" y="0"/>
            <a:ext cx="4078224" cy="5294376"/>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Rectangle 1">
            <a:extLst>
              <a:ext uri="{FF2B5EF4-FFF2-40B4-BE49-F238E27FC236}">
                <a16:creationId xmlns:a16="http://schemas.microsoft.com/office/drawing/2014/main" id="{D0E4071B-E908-6A0B-57EE-CB601B2E40B6}"/>
              </a:ext>
            </a:extLst>
          </p:cNvPr>
          <p:cNvSpPr/>
          <p:nvPr userDrawn="1"/>
        </p:nvSpPr>
        <p:spPr>
          <a:xfrm>
            <a:off x="6090399" y="5294376"/>
            <a:ext cx="2029968" cy="156362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6" name="Title 5">
            <a:extLst>
              <a:ext uri="{FF2B5EF4-FFF2-40B4-BE49-F238E27FC236}">
                <a16:creationId xmlns:a16="http://schemas.microsoft.com/office/drawing/2014/main" id="{DC8B780F-A068-964A-78C1-26D461FDD8F3}"/>
              </a:ext>
            </a:extLst>
          </p:cNvPr>
          <p:cNvSpPr>
            <a:spLocks noGrp="1"/>
          </p:cNvSpPr>
          <p:nvPr>
            <p:ph type="title"/>
          </p:nvPr>
        </p:nvSpPr>
        <p:spPr>
          <a:xfrm>
            <a:off x="546892" y="548640"/>
            <a:ext cx="6850857" cy="438785"/>
          </a:xfrm>
        </p:spPr>
        <p:txBody>
          <a:bodyPr/>
          <a:lstStyle>
            <a:lvl1pPr>
              <a:defRPr>
                <a:solidFill>
                  <a:schemeClr val="tx2"/>
                </a:solidFill>
              </a:defRPr>
            </a:lvl1pPr>
          </a:lstStyle>
          <a:p>
            <a:r>
              <a:rPr lang="en-US"/>
              <a:t>Click to edit Master title style</a:t>
            </a:r>
          </a:p>
        </p:txBody>
      </p:sp>
      <p:sp>
        <p:nvSpPr>
          <p:cNvPr id="10" name="Picture Placeholder 9">
            <a:extLst>
              <a:ext uri="{FF2B5EF4-FFF2-40B4-BE49-F238E27FC236}">
                <a16:creationId xmlns:a16="http://schemas.microsoft.com/office/drawing/2014/main" id="{28364535-ED1A-CBB0-F2E7-B24E32C753E0}"/>
              </a:ext>
            </a:extLst>
          </p:cNvPr>
          <p:cNvSpPr>
            <a:spLocks noGrp="1"/>
          </p:cNvSpPr>
          <p:nvPr>
            <p:ph type="pic" sz="quarter" idx="13" hasCustomPrompt="1"/>
          </p:nvPr>
        </p:nvSpPr>
        <p:spPr>
          <a:xfrm>
            <a:off x="6090501" y="5294376"/>
            <a:ext cx="2029765" cy="1566863"/>
          </a:xfrm>
          <a:no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11" name="Picture Placeholder 9">
            <a:extLst>
              <a:ext uri="{FF2B5EF4-FFF2-40B4-BE49-F238E27FC236}">
                <a16:creationId xmlns:a16="http://schemas.microsoft.com/office/drawing/2014/main" id="{1C6115BF-685A-3300-00C5-D1B17EF74B9C}"/>
              </a:ext>
            </a:extLst>
          </p:cNvPr>
          <p:cNvSpPr>
            <a:spLocks noGrp="1"/>
          </p:cNvSpPr>
          <p:nvPr>
            <p:ph type="pic" sz="quarter" idx="14" hasCustomPrompt="1"/>
          </p:nvPr>
        </p:nvSpPr>
        <p:spPr>
          <a:xfrm>
            <a:off x="8114969" y="0"/>
            <a:ext cx="4077031" cy="5291136"/>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sp>
        <p:nvSpPr>
          <p:cNvPr id="4" name="Freeform 5">
            <a:extLst>
              <a:ext uri="{FF2B5EF4-FFF2-40B4-BE49-F238E27FC236}">
                <a16:creationId xmlns:a16="http://schemas.microsoft.com/office/drawing/2014/main" id="{ABBE180D-A7A0-4B00-05DE-E5D0B283053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6" name="Text Placeholder 11">
            <a:extLst>
              <a:ext uri="{FF2B5EF4-FFF2-40B4-BE49-F238E27FC236}">
                <a16:creationId xmlns:a16="http://schemas.microsoft.com/office/drawing/2014/main" id="{9E4B5CA9-B99A-587A-7D0F-4D043F1DC21F}"/>
              </a:ext>
            </a:extLst>
          </p:cNvPr>
          <p:cNvSpPr>
            <a:spLocks noGrp="1"/>
          </p:cNvSpPr>
          <p:nvPr>
            <p:ph type="body" sz="quarter" idx="18"/>
          </p:nvPr>
        </p:nvSpPr>
        <p:spPr>
          <a:xfrm>
            <a:off x="548640" y="1127126"/>
            <a:ext cx="6858000" cy="295274"/>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8" name="Content Placeholder 25">
            <a:extLst>
              <a:ext uri="{FF2B5EF4-FFF2-40B4-BE49-F238E27FC236}">
                <a16:creationId xmlns:a16="http://schemas.microsoft.com/office/drawing/2014/main" id="{A2A7940A-1484-5578-4B6A-6E74DB89CA57}"/>
              </a:ext>
            </a:extLst>
          </p:cNvPr>
          <p:cNvSpPr>
            <a:spLocks noGrp="1"/>
          </p:cNvSpPr>
          <p:nvPr>
            <p:ph sz="quarter" idx="23"/>
          </p:nvPr>
        </p:nvSpPr>
        <p:spPr>
          <a:xfrm>
            <a:off x="539750" y="1849438"/>
            <a:ext cx="6858000" cy="33020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5" name="Group 4">
            <a:extLst>
              <a:ext uri="{FF2B5EF4-FFF2-40B4-BE49-F238E27FC236}">
                <a16:creationId xmlns:a16="http://schemas.microsoft.com/office/drawing/2014/main" id="{FD0B87EE-6D84-7AC8-0D55-8491249E6CF1}"/>
              </a:ext>
            </a:extLst>
          </p:cNvPr>
          <p:cNvGrpSpPr/>
          <p:nvPr userDrawn="1"/>
        </p:nvGrpSpPr>
        <p:grpSpPr>
          <a:xfrm>
            <a:off x="12356815" y="0"/>
            <a:ext cx="756834" cy="6872642"/>
            <a:chOff x="12356815" y="0"/>
            <a:chExt cx="756834" cy="6872642"/>
          </a:xfrm>
        </p:grpSpPr>
        <p:sp>
          <p:nvSpPr>
            <p:cNvPr id="7" name="Rectangle 6">
              <a:extLst>
                <a:ext uri="{FF2B5EF4-FFF2-40B4-BE49-F238E27FC236}">
                  <a16:creationId xmlns:a16="http://schemas.microsoft.com/office/drawing/2014/main" id="{78B9DD8F-E119-6335-A8E4-7126F33C2422}"/>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8" name="TextBox 7">
              <a:extLst>
                <a:ext uri="{FF2B5EF4-FFF2-40B4-BE49-F238E27FC236}">
                  <a16:creationId xmlns:a16="http://schemas.microsoft.com/office/drawing/2014/main" id="{5D6B8B0E-9158-14A0-5915-00EFD8573164}"/>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2" name="Rectangle 11">
              <a:extLst>
                <a:ext uri="{FF2B5EF4-FFF2-40B4-BE49-F238E27FC236}">
                  <a16:creationId xmlns:a16="http://schemas.microsoft.com/office/drawing/2014/main" id="{6C5AD92E-8E06-70B8-D87E-DB113671CAA5}"/>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3" name="Group 12">
              <a:extLst>
                <a:ext uri="{FF2B5EF4-FFF2-40B4-BE49-F238E27FC236}">
                  <a16:creationId xmlns:a16="http://schemas.microsoft.com/office/drawing/2014/main" id="{B9B528A4-23E9-E76D-2BFA-1E2A2236A3BF}"/>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A0848796-5F1E-E1A5-8DB9-4DBAA32516DE}"/>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053C53E8-FAB1-4034-EF86-D9D0A65D0D8C}"/>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D0700368-7BFF-4DF6-6880-82A6FB8ECF81}"/>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37B69B1B-CAE3-365B-0D52-BC48BB89A446}"/>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0E29FD20-265B-B178-0B5F-308323A7481F}"/>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1A609E8E-387C-7A38-3F02-8CA42CE048C0}"/>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0C626335-35D3-2438-2511-E2FB199538FF}"/>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DEF9C292-ED8C-C343-67C5-5F95FA0E0959}"/>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70197E29-F10D-85F7-93E2-991A0FB37F14}"/>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056740CE-A273-CD28-A731-4B4EA9679CB5}"/>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4" name="Group 13">
              <a:extLst>
                <a:ext uri="{FF2B5EF4-FFF2-40B4-BE49-F238E27FC236}">
                  <a16:creationId xmlns:a16="http://schemas.microsoft.com/office/drawing/2014/main" id="{3F011542-F687-1C83-CA69-69AE5A4548D8}"/>
                </a:ext>
              </a:extLst>
            </p:cNvPr>
            <p:cNvGrpSpPr/>
            <p:nvPr userDrawn="1"/>
          </p:nvGrpSpPr>
          <p:grpSpPr>
            <a:xfrm>
              <a:off x="12442019" y="198485"/>
              <a:ext cx="382660" cy="2882942"/>
              <a:chOff x="12742785" y="3716048"/>
              <a:chExt cx="316248" cy="3171236"/>
            </a:xfrm>
          </p:grpSpPr>
          <p:sp>
            <p:nvSpPr>
              <p:cNvPr id="19" name="Rectangle 18">
                <a:extLst>
                  <a:ext uri="{FF2B5EF4-FFF2-40B4-BE49-F238E27FC236}">
                    <a16:creationId xmlns:a16="http://schemas.microsoft.com/office/drawing/2014/main" id="{8FC85038-EA74-5127-9039-3C9CDBA678A5}"/>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37F6D240-8D6F-0757-091C-ED34C378AC15}"/>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8DE4E587-3C0C-FE36-9797-8697C2BB221E}"/>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282EEF41-143E-D706-9C41-89996F2E4666}"/>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2B6F703A-25C6-6C8E-E1F3-D6A71A898558}"/>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1743FA08-ECAA-5319-CD6C-98FFBA19CF02}"/>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F12FA919-B241-AA43-669C-7E02970E7DE7}"/>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FAE978E5-CE69-13A3-6D4D-DC221CAE5A7D}"/>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A4D0F0B2-DAC6-6E4C-6D0D-A8904A14E903}"/>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95AE1E5F-1148-F17A-A269-7C3DB512F688}"/>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5" name="TextBox 14">
              <a:extLst>
                <a:ext uri="{FF2B5EF4-FFF2-40B4-BE49-F238E27FC236}">
                  <a16:creationId xmlns:a16="http://schemas.microsoft.com/office/drawing/2014/main" id="{9D9250A0-2913-263B-5726-062BC616C4F6}"/>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0E0ECC52-1C3A-77E1-F41E-C9F65FA3BA9D}"/>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40" name="Text Placeholder 15">
            <a:extLst>
              <a:ext uri="{FF2B5EF4-FFF2-40B4-BE49-F238E27FC236}">
                <a16:creationId xmlns:a16="http://schemas.microsoft.com/office/drawing/2014/main" id="{03115363-66EA-BE48-E263-D20A7C610184}"/>
              </a:ext>
            </a:extLst>
          </p:cNvPr>
          <p:cNvSpPr>
            <a:spLocks noGrp="1"/>
          </p:cNvSpPr>
          <p:nvPr>
            <p:ph type="body" sz="quarter" idx="22"/>
          </p:nvPr>
        </p:nvSpPr>
        <p:spPr>
          <a:xfrm>
            <a:off x="546099" y="6019800"/>
            <a:ext cx="5459094"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3161948522"/>
      </p:ext>
    </p:extLst>
  </p:cSld>
  <p:clrMapOvr>
    <a:masterClrMapping/>
  </p:clrMapOvr>
</p:sldLayout>
</file>

<file path=ppt/slideLayouts/slideLayout143.xml><?xml version="1.0" encoding="utf-8"?>
<p:sldLayout xmlns:a="http://schemas.openxmlformats.org/drawingml/2006/main" xmlns:r="http://schemas.openxmlformats.org/officeDocument/2006/relationships" xmlns:p="http://schemas.openxmlformats.org/presentationml/2006/main" preserve="1" userDrawn="1">
  <p:cSld name="Dynamic Slices 3 / Light - Subhea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6F36C70B-4373-0F86-3D9E-F60142B60605}"/>
              </a:ext>
            </a:extLst>
          </p:cNvPr>
          <p:cNvSpPr/>
          <p:nvPr userDrawn="1"/>
        </p:nvSpPr>
        <p:spPr>
          <a:xfrm>
            <a:off x="8113776" y="0"/>
            <a:ext cx="4078224" cy="5294376"/>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8" name="Title 7">
            <a:extLst>
              <a:ext uri="{FF2B5EF4-FFF2-40B4-BE49-F238E27FC236}">
                <a16:creationId xmlns:a16="http://schemas.microsoft.com/office/drawing/2014/main" id="{F08C48AF-02EF-8FA0-A466-0869BF05C3EF}"/>
              </a:ext>
            </a:extLst>
          </p:cNvPr>
          <p:cNvSpPr>
            <a:spLocks noGrp="1"/>
          </p:cNvSpPr>
          <p:nvPr>
            <p:ph type="title"/>
          </p:nvPr>
        </p:nvSpPr>
        <p:spPr>
          <a:xfrm>
            <a:off x="546892" y="548640"/>
            <a:ext cx="6850857" cy="438785"/>
          </a:xfrm>
        </p:spPr>
        <p:txBody>
          <a:bodyPr/>
          <a:lstStyle>
            <a:lvl1pPr>
              <a:defRPr>
                <a:solidFill>
                  <a:schemeClr val="tx2"/>
                </a:solidFill>
              </a:defRPr>
            </a:lvl1pPr>
          </a:lstStyle>
          <a:p>
            <a:r>
              <a:rPr lang="en-US"/>
              <a:t>Click to edit Master title style</a:t>
            </a:r>
          </a:p>
        </p:txBody>
      </p:sp>
      <p:sp>
        <p:nvSpPr>
          <p:cNvPr id="11" name="Picture Placeholder 9">
            <a:extLst>
              <a:ext uri="{FF2B5EF4-FFF2-40B4-BE49-F238E27FC236}">
                <a16:creationId xmlns:a16="http://schemas.microsoft.com/office/drawing/2014/main" id="{F3E5B77A-7942-4220-53BC-F19FD3A4D8CD}"/>
              </a:ext>
            </a:extLst>
          </p:cNvPr>
          <p:cNvSpPr>
            <a:spLocks noGrp="1"/>
          </p:cNvSpPr>
          <p:nvPr>
            <p:ph type="pic" sz="quarter" idx="14" hasCustomPrompt="1"/>
          </p:nvPr>
        </p:nvSpPr>
        <p:spPr>
          <a:xfrm>
            <a:off x="8113776" y="0"/>
            <a:ext cx="4077031" cy="5291136"/>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sp>
        <p:nvSpPr>
          <p:cNvPr id="4" name="Freeform 5">
            <a:extLst>
              <a:ext uri="{FF2B5EF4-FFF2-40B4-BE49-F238E27FC236}">
                <a16:creationId xmlns:a16="http://schemas.microsoft.com/office/drawing/2014/main" id="{3A949BFE-ECBB-4316-6710-3684B89FF00C}"/>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7" name="Text Placeholder 11">
            <a:extLst>
              <a:ext uri="{FF2B5EF4-FFF2-40B4-BE49-F238E27FC236}">
                <a16:creationId xmlns:a16="http://schemas.microsoft.com/office/drawing/2014/main" id="{42B1C8D0-9BF5-7D51-4653-BA462E698BF8}"/>
              </a:ext>
            </a:extLst>
          </p:cNvPr>
          <p:cNvSpPr>
            <a:spLocks noGrp="1"/>
          </p:cNvSpPr>
          <p:nvPr>
            <p:ph type="body" sz="quarter" idx="23"/>
          </p:nvPr>
        </p:nvSpPr>
        <p:spPr>
          <a:xfrm>
            <a:off x="548640" y="1127125"/>
            <a:ext cx="6862264" cy="292608"/>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9" name="Content Placeholder 29">
            <a:extLst>
              <a:ext uri="{FF2B5EF4-FFF2-40B4-BE49-F238E27FC236}">
                <a16:creationId xmlns:a16="http://schemas.microsoft.com/office/drawing/2014/main" id="{B08BBDC8-9EE2-4892-A502-EE24EF94D90E}"/>
              </a:ext>
            </a:extLst>
          </p:cNvPr>
          <p:cNvSpPr>
            <a:spLocks noGrp="1"/>
          </p:cNvSpPr>
          <p:nvPr>
            <p:ph sz="quarter" idx="27"/>
          </p:nvPr>
        </p:nvSpPr>
        <p:spPr>
          <a:xfrm>
            <a:off x="554040" y="2425700"/>
            <a:ext cx="6843710" cy="27257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0" name="Text Placeholder 33">
            <a:extLst>
              <a:ext uri="{FF2B5EF4-FFF2-40B4-BE49-F238E27FC236}">
                <a16:creationId xmlns:a16="http://schemas.microsoft.com/office/drawing/2014/main" id="{49A0AA3E-9575-EECD-E637-A3C1AED8E871}"/>
              </a:ext>
            </a:extLst>
          </p:cNvPr>
          <p:cNvSpPr>
            <a:spLocks noGrp="1"/>
          </p:cNvSpPr>
          <p:nvPr>
            <p:ph type="body" sz="quarter" idx="29"/>
          </p:nvPr>
        </p:nvSpPr>
        <p:spPr>
          <a:xfrm>
            <a:off x="539750" y="1849437"/>
            <a:ext cx="6851704" cy="296861"/>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046A6864-E75D-0D1E-FAC9-F82E0D55F9B3}"/>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1B518C4F-2C3E-5D54-BA29-3B664F60FF7B}"/>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0A811894-8361-59F2-3C0E-915D002C22FF}"/>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0" name="Rectangle 9">
              <a:extLst>
                <a:ext uri="{FF2B5EF4-FFF2-40B4-BE49-F238E27FC236}">
                  <a16:creationId xmlns:a16="http://schemas.microsoft.com/office/drawing/2014/main" id="{2D828222-C19A-C944-B729-6126DC72FC29}"/>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2" name="Group 11">
              <a:extLst>
                <a:ext uri="{FF2B5EF4-FFF2-40B4-BE49-F238E27FC236}">
                  <a16:creationId xmlns:a16="http://schemas.microsoft.com/office/drawing/2014/main" id="{AD9E1409-B85F-2636-B2F2-C44C20C0010E}"/>
                </a:ext>
              </a:extLst>
            </p:cNvPr>
            <p:cNvGrpSpPr/>
            <p:nvPr userDrawn="1"/>
          </p:nvGrpSpPr>
          <p:grpSpPr>
            <a:xfrm>
              <a:off x="12442019" y="3791214"/>
              <a:ext cx="382660" cy="2882942"/>
              <a:chOff x="14001569" y="3716048"/>
              <a:chExt cx="316248" cy="3171236"/>
            </a:xfrm>
          </p:grpSpPr>
          <p:sp>
            <p:nvSpPr>
              <p:cNvPr id="30" name="Rectangle 29">
                <a:extLst>
                  <a:ext uri="{FF2B5EF4-FFF2-40B4-BE49-F238E27FC236}">
                    <a16:creationId xmlns:a16="http://schemas.microsoft.com/office/drawing/2014/main" id="{C90F3DF9-E34E-FFF3-7207-905B808ECB06}"/>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CC4676E1-2126-D516-7B28-E13B743AEC1F}"/>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1E5FFCBE-CBE5-B2FD-52CB-44DE81A9D726}"/>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6434BE33-9261-5813-55F4-C47188CB6F9B}"/>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3F3FF414-5DC5-85F2-BF6B-295A2387D8DF}"/>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40AD5866-AC46-4D84-38C5-6C8C0384A07A}"/>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018840F2-CF36-26AB-28E6-37801C398550}"/>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15548819-58B7-77B9-7FD6-7D287473BF65}"/>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3689FCB3-7E40-DE5B-44EE-3D46748914C9}"/>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DC53AD96-2E55-0C72-CE1A-F79E82D9C4FE}"/>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3" name="Group 12">
              <a:extLst>
                <a:ext uri="{FF2B5EF4-FFF2-40B4-BE49-F238E27FC236}">
                  <a16:creationId xmlns:a16="http://schemas.microsoft.com/office/drawing/2014/main" id="{7CCF0089-14C7-B06B-1DB4-0C85DDE87385}"/>
                </a:ext>
              </a:extLst>
            </p:cNvPr>
            <p:cNvGrpSpPr/>
            <p:nvPr userDrawn="1"/>
          </p:nvGrpSpPr>
          <p:grpSpPr>
            <a:xfrm>
              <a:off x="12442019" y="198485"/>
              <a:ext cx="382660" cy="2882942"/>
              <a:chOff x="12742785" y="3716048"/>
              <a:chExt cx="316248" cy="3171236"/>
            </a:xfrm>
          </p:grpSpPr>
          <p:sp>
            <p:nvSpPr>
              <p:cNvPr id="16" name="Rectangle 15">
                <a:extLst>
                  <a:ext uri="{FF2B5EF4-FFF2-40B4-BE49-F238E27FC236}">
                    <a16:creationId xmlns:a16="http://schemas.microsoft.com/office/drawing/2014/main" id="{1A24E7F2-792F-14CA-BFDC-562C1F6D7311}"/>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0FCD364D-AAD3-7BF9-9C27-7D18577513F2}"/>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B31CE103-DAA3-1530-8AE6-2A6832A7BB7D}"/>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2A9E248E-E853-8D96-9F26-D12712DF822F}"/>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F6BC203F-F5CF-725E-13DC-0B28A908ED69}"/>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AB67E031-0F1A-2969-A5BC-65A52780BBF6}"/>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680C7CBB-7B16-E2F5-0785-748961003FBF}"/>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E6C26138-C20D-99A2-8FA5-A89238E347BD}"/>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C2C98DBD-DF2A-EFEF-D3DB-B3AD7BC40566}"/>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8BAA2CEC-5714-E284-FA45-50D9851ECA3B}"/>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5" name="TextBox 14">
              <a:extLst>
                <a:ext uri="{FF2B5EF4-FFF2-40B4-BE49-F238E27FC236}">
                  <a16:creationId xmlns:a16="http://schemas.microsoft.com/office/drawing/2014/main" id="{92A48434-74C7-826A-3453-1C5ADF5C7F05}"/>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0" name="TextBox 39">
            <a:extLst>
              <a:ext uri="{FF2B5EF4-FFF2-40B4-BE49-F238E27FC236}">
                <a16:creationId xmlns:a16="http://schemas.microsoft.com/office/drawing/2014/main" id="{ECE71278-0D28-7A70-29A0-593995A48D7B}"/>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41" name="Rectangle 40">
            <a:extLst>
              <a:ext uri="{FF2B5EF4-FFF2-40B4-BE49-F238E27FC236}">
                <a16:creationId xmlns:a16="http://schemas.microsoft.com/office/drawing/2014/main" id="{31BE207F-E11B-B38B-2F7D-9AC70612F93C}"/>
              </a:ext>
            </a:extLst>
          </p:cNvPr>
          <p:cNvSpPr/>
          <p:nvPr userDrawn="1"/>
        </p:nvSpPr>
        <p:spPr>
          <a:xfrm>
            <a:off x="6090399" y="5294376"/>
            <a:ext cx="2029968" cy="156362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Picture Placeholder 9">
            <a:extLst>
              <a:ext uri="{FF2B5EF4-FFF2-40B4-BE49-F238E27FC236}">
                <a16:creationId xmlns:a16="http://schemas.microsoft.com/office/drawing/2014/main" id="{7E97FCB5-1CAE-0D2E-2E47-A6BCEEEE0A79}"/>
              </a:ext>
            </a:extLst>
          </p:cNvPr>
          <p:cNvSpPr>
            <a:spLocks noGrp="1"/>
          </p:cNvSpPr>
          <p:nvPr>
            <p:ph type="pic" sz="quarter" idx="13" hasCustomPrompt="1"/>
          </p:nvPr>
        </p:nvSpPr>
        <p:spPr>
          <a:xfrm>
            <a:off x="6090501" y="5294376"/>
            <a:ext cx="2029765" cy="1566863"/>
          </a:xfrm>
          <a:no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5" name="Text Placeholder 15">
            <a:extLst>
              <a:ext uri="{FF2B5EF4-FFF2-40B4-BE49-F238E27FC236}">
                <a16:creationId xmlns:a16="http://schemas.microsoft.com/office/drawing/2014/main" id="{62A55DF4-054C-37EB-D449-FD754D0C65D5}"/>
              </a:ext>
            </a:extLst>
          </p:cNvPr>
          <p:cNvSpPr>
            <a:spLocks noGrp="1"/>
          </p:cNvSpPr>
          <p:nvPr>
            <p:ph type="body" sz="quarter" idx="22"/>
          </p:nvPr>
        </p:nvSpPr>
        <p:spPr>
          <a:xfrm>
            <a:off x="546100" y="6019800"/>
            <a:ext cx="5339795"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3500323565"/>
      </p:ext>
    </p:extLst>
  </p:cSld>
  <p:clrMapOvr>
    <a:masterClrMapping/>
  </p:clrMapOvr>
</p:sldLayout>
</file>

<file path=ppt/slideLayouts/slideLayout144.xml><?xml version="1.0" encoding="utf-8"?>
<p:sldLayout xmlns:a="http://schemas.openxmlformats.org/drawingml/2006/main" xmlns:r="http://schemas.openxmlformats.org/officeDocument/2006/relationships" xmlns:p="http://schemas.openxmlformats.org/presentationml/2006/main" preserve="1" userDrawn="1">
  <p:cSld name="Dynamic Slices 3 / Dark">
    <p:bg>
      <p:bgPr>
        <a:solidFill>
          <a:schemeClr val="tx2"/>
        </a:solid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B48456D8-DF4A-8A47-6602-0F5AE421CF6C}"/>
              </a:ext>
            </a:extLst>
          </p:cNvPr>
          <p:cNvSpPr/>
          <p:nvPr userDrawn="1"/>
        </p:nvSpPr>
        <p:spPr>
          <a:xfrm>
            <a:off x="8113776" y="0"/>
            <a:ext cx="4078224" cy="5294376"/>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6" name="Title 5">
            <a:extLst>
              <a:ext uri="{FF2B5EF4-FFF2-40B4-BE49-F238E27FC236}">
                <a16:creationId xmlns:a16="http://schemas.microsoft.com/office/drawing/2014/main" id="{DC8B780F-A068-964A-78C1-26D461FDD8F3}"/>
              </a:ext>
            </a:extLst>
          </p:cNvPr>
          <p:cNvSpPr>
            <a:spLocks noGrp="1"/>
          </p:cNvSpPr>
          <p:nvPr>
            <p:ph type="title"/>
          </p:nvPr>
        </p:nvSpPr>
        <p:spPr>
          <a:xfrm>
            <a:off x="546893" y="548640"/>
            <a:ext cx="5444332" cy="438785"/>
          </a:xfrm>
        </p:spPr>
        <p:txBody>
          <a:bodyPr/>
          <a:lstStyle>
            <a:lvl1pPr>
              <a:defRPr>
                <a:solidFill>
                  <a:schemeClr val="accent1"/>
                </a:solidFill>
              </a:defRPr>
            </a:lvl1pPr>
          </a:lstStyle>
          <a:p>
            <a:r>
              <a:rPr lang="en-US"/>
              <a:t>Click to edit Master title style</a:t>
            </a:r>
          </a:p>
        </p:txBody>
      </p:sp>
      <p:sp>
        <p:nvSpPr>
          <p:cNvPr id="11" name="Picture Placeholder 9">
            <a:extLst>
              <a:ext uri="{FF2B5EF4-FFF2-40B4-BE49-F238E27FC236}">
                <a16:creationId xmlns:a16="http://schemas.microsoft.com/office/drawing/2014/main" id="{4C2E2986-A33C-518C-3DD3-E42977353286}"/>
              </a:ext>
            </a:extLst>
          </p:cNvPr>
          <p:cNvSpPr>
            <a:spLocks noGrp="1"/>
          </p:cNvSpPr>
          <p:nvPr>
            <p:ph type="pic" sz="quarter" idx="14" hasCustomPrompt="1"/>
          </p:nvPr>
        </p:nvSpPr>
        <p:spPr>
          <a:xfrm>
            <a:off x="8114969" y="0"/>
            <a:ext cx="4077031" cy="5291136"/>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sp>
        <p:nvSpPr>
          <p:cNvPr id="15" name="Text Placeholder 11">
            <a:extLst>
              <a:ext uri="{FF2B5EF4-FFF2-40B4-BE49-F238E27FC236}">
                <a16:creationId xmlns:a16="http://schemas.microsoft.com/office/drawing/2014/main" id="{E8E7A520-8D19-1EB7-4C7B-61AA51ACCF70}"/>
              </a:ext>
            </a:extLst>
          </p:cNvPr>
          <p:cNvSpPr>
            <a:spLocks noGrp="1"/>
          </p:cNvSpPr>
          <p:nvPr>
            <p:ph type="body" sz="quarter" idx="18"/>
          </p:nvPr>
        </p:nvSpPr>
        <p:spPr>
          <a:xfrm>
            <a:off x="548640" y="1127126"/>
            <a:ext cx="6849110" cy="295274"/>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16" name="Content Placeholder 25">
            <a:extLst>
              <a:ext uri="{FF2B5EF4-FFF2-40B4-BE49-F238E27FC236}">
                <a16:creationId xmlns:a16="http://schemas.microsoft.com/office/drawing/2014/main" id="{28AF4221-65CA-B054-F531-6DBCC5DE6AC0}"/>
              </a:ext>
            </a:extLst>
          </p:cNvPr>
          <p:cNvSpPr>
            <a:spLocks noGrp="1"/>
          </p:cNvSpPr>
          <p:nvPr>
            <p:ph sz="quarter" idx="23"/>
          </p:nvPr>
        </p:nvSpPr>
        <p:spPr>
          <a:xfrm>
            <a:off x="539750" y="1849438"/>
            <a:ext cx="6858000" cy="3302000"/>
          </a:xfrm>
        </p:spPr>
        <p:txBody>
          <a:bodyPr/>
          <a:lstStyle>
            <a:lvl1pPr>
              <a:defRPr>
                <a:solidFill>
                  <a:schemeClr val="bg1"/>
                </a:solidFill>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Slide Number Placeholder 8">
            <a:extLst>
              <a:ext uri="{FF2B5EF4-FFF2-40B4-BE49-F238E27FC236}">
                <a16:creationId xmlns:a16="http://schemas.microsoft.com/office/drawing/2014/main" id="{98C069E9-C1BC-AEA8-440C-0C73B4863144}"/>
              </a:ext>
            </a:extLst>
          </p:cNvPr>
          <p:cNvSpPr txBox="1">
            <a:spLocks/>
          </p:cNvSpPr>
          <p:nvPr userDrawn="1"/>
        </p:nvSpPr>
        <p:spPr>
          <a:xfrm>
            <a:off x="10428288" y="6311900"/>
            <a:ext cx="1209674" cy="269875"/>
          </a:xfrm>
          <a:prstGeom prst="rect">
            <a:avLst/>
          </a:prstGeom>
        </p:spPr>
        <p:txBody>
          <a:bodyPr vert="horz" lIns="0" tIns="0" rIns="0" bIns="0" rtlCol="0" anchor="b" anchorCtr="0"/>
          <a:lstStyle>
            <a:defPPr>
              <a:defRPr lang="en-US"/>
            </a:defPPr>
            <a:lvl1pPr marL="0" algn="r" defTabSz="914400" rtl="0" eaLnBrk="1" latinLnBrk="0" hangingPunct="1">
              <a:defRPr sz="1000" b="0" i="0" kern="1200">
                <a:solidFill>
                  <a:schemeClr val="bg1"/>
                </a:solidFill>
                <a:latin typeface="+mn-lt"/>
                <a:ea typeface="GT America Regular" pitchFamily="2" charset="77"/>
                <a:cs typeface="GT America Regular" pitchFamily="2" charset="77"/>
              </a:defRPr>
            </a:lvl1pPr>
            <a:lvl2pPr marL="0" indent="0" algn="r" defTabSz="914400" rtl="0" eaLnBrk="1" latinLnBrk="0" hangingPunct="1">
              <a:defRPr sz="1000" kern="1200">
                <a:solidFill>
                  <a:schemeClr val="tx1"/>
                </a:solidFill>
                <a:latin typeface="+mn-lt"/>
                <a:ea typeface="+mn-ea"/>
                <a:cs typeface="+mn-cs"/>
              </a:defRPr>
            </a:lvl2pPr>
            <a:lvl3pPr marL="0" indent="0" algn="l" defTabSz="914400" rtl="0" eaLnBrk="1" latinLnBrk="0" hangingPunct="1">
              <a:defRPr sz="1000" kern="1200">
                <a:solidFill>
                  <a:schemeClr val="tx1"/>
                </a:solidFill>
                <a:latin typeface="+mn-lt"/>
                <a:ea typeface="+mn-ea"/>
                <a:cs typeface="+mn-cs"/>
              </a:defRPr>
            </a:lvl3pPr>
            <a:lvl4pPr marL="0" algn="l" defTabSz="914400" rtl="0" eaLnBrk="1" latinLnBrk="0" hangingPunct="1">
              <a:defRPr sz="1000" kern="1200">
                <a:solidFill>
                  <a:schemeClr val="tx1"/>
                </a:solidFill>
                <a:latin typeface="+mn-lt"/>
                <a:ea typeface="+mn-ea"/>
                <a:cs typeface="+mn-cs"/>
              </a:defRPr>
            </a:lvl4pPr>
            <a:lvl5pPr marL="0" algn="l" defTabSz="914400" rtl="0" eaLnBrk="1" latinLnBrk="0" hangingPunct="1">
              <a:defRPr sz="1000" kern="1200">
                <a:solidFill>
                  <a:schemeClr val="tx1"/>
                </a:solidFill>
                <a:latin typeface="+mn-lt"/>
                <a:ea typeface="+mn-ea"/>
                <a:cs typeface="+mn-cs"/>
              </a:defRPr>
            </a:lvl5pPr>
            <a:lvl6pPr marL="0" algn="l" defTabSz="914400" rtl="0" eaLnBrk="1" latinLnBrk="0" hangingPunct="1">
              <a:defRPr sz="1000" kern="1200">
                <a:solidFill>
                  <a:schemeClr val="tx1"/>
                </a:solidFill>
                <a:latin typeface="+mn-lt"/>
                <a:ea typeface="+mn-ea"/>
                <a:cs typeface="+mn-cs"/>
              </a:defRPr>
            </a:lvl6pPr>
            <a:lvl7pPr marL="0" algn="l" defTabSz="914400" rtl="0" eaLnBrk="1" latinLnBrk="0" hangingPunct="1">
              <a:defRPr sz="1000" kern="1200">
                <a:solidFill>
                  <a:schemeClr val="tx1"/>
                </a:solidFill>
                <a:latin typeface="+mn-lt"/>
                <a:ea typeface="+mn-ea"/>
                <a:cs typeface="+mn-cs"/>
              </a:defRPr>
            </a:lvl7pPr>
            <a:lvl8pPr marL="0" algn="l" defTabSz="914400" rtl="0" eaLnBrk="1" latinLnBrk="0" hangingPunct="1">
              <a:defRPr sz="1000" kern="1200">
                <a:solidFill>
                  <a:schemeClr val="tx1"/>
                </a:solidFill>
                <a:latin typeface="+mn-lt"/>
                <a:ea typeface="+mn-ea"/>
                <a:cs typeface="+mn-cs"/>
              </a:defRPr>
            </a:lvl8pPr>
            <a:lvl9pPr marL="0" algn="l" defTabSz="914400" rtl="0" eaLnBrk="1" latinLnBrk="0" hangingPunct="1">
              <a:defRPr sz="1000" kern="1200">
                <a:solidFill>
                  <a:schemeClr val="tx1"/>
                </a:solidFill>
                <a:latin typeface="+mn-lt"/>
                <a:ea typeface="+mn-ea"/>
                <a:cs typeface="+mn-cs"/>
              </a:defRPr>
            </a:lvl9pPr>
          </a:lstStyle>
          <a:p>
            <a:fld id="{862A5111-985B-C14D-9115-5787026182A8}" type="slidenum">
              <a:rPr lang="en-US" smtClean="0"/>
              <a:pPr/>
              <a:t>‹#›</a:t>
            </a:fld>
            <a:endParaRPr lang="en-US"/>
          </a:p>
        </p:txBody>
      </p:sp>
      <p:grpSp>
        <p:nvGrpSpPr>
          <p:cNvPr id="5" name="Group 4">
            <a:extLst>
              <a:ext uri="{FF2B5EF4-FFF2-40B4-BE49-F238E27FC236}">
                <a16:creationId xmlns:a16="http://schemas.microsoft.com/office/drawing/2014/main" id="{40A8D2E2-5801-C88C-F940-8BF7F07FA66F}"/>
              </a:ext>
            </a:extLst>
          </p:cNvPr>
          <p:cNvGrpSpPr/>
          <p:nvPr userDrawn="1"/>
        </p:nvGrpSpPr>
        <p:grpSpPr>
          <a:xfrm>
            <a:off x="12356815" y="0"/>
            <a:ext cx="756834" cy="6872642"/>
            <a:chOff x="12356815" y="0"/>
            <a:chExt cx="756834" cy="6872642"/>
          </a:xfrm>
        </p:grpSpPr>
        <p:sp>
          <p:nvSpPr>
            <p:cNvPr id="7" name="Rectangle 6">
              <a:extLst>
                <a:ext uri="{FF2B5EF4-FFF2-40B4-BE49-F238E27FC236}">
                  <a16:creationId xmlns:a16="http://schemas.microsoft.com/office/drawing/2014/main" id="{611D236A-E77D-5660-E153-4E38207E483E}"/>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8" name="TextBox 7">
              <a:extLst>
                <a:ext uri="{FF2B5EF4-FFF2-40B4-BE49-F238E27FC236}">
                  <a16:creationId xmlns:a16="http://schemas.microsoft.com/office/drawing/2014/main" id="{F48DA37C-BF16-84FC-2659-15EDA71942E2}"/>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2" name="Rectangle 11">
              <a:extLst>
                <a:ext uri="{FF2B5EF4-FFF2-40B4-BE49-F238E27FC236}">
                  <a16:creationId xmlns:a16="http://schemas.microsoft.com/office/drawing/2014/main" id="{C1C1FF56-C97E-0FC1-5D2D-29D51E01A219}"/>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3" name="Group 12">
              <a:extLst>
                <a:ext uri="{FF2B5EF4-FFF2-40B4-BE49-F238E27FC236}">
                  <a16:creationId xmlns:a16="http://schemas.microsoft.com/office/drawing/2014/main" id="{06192C01-4B7F-1FF8-4015-456563BE77CA}"/>
                </a:ext>
              </a:extLst>
            </p:cNvPr>
            <p:cNvGrpSpPr/>
            <p:nvPr userDrawn="1"/>
          </p:nvGrpSpPr>
          <p:grpSpPr>
            <a:xfrm>
              <a:off x="12442019" y="3791214"/>
              <a:ext cx="382660" cy="2882942"/>
              <a:chOff x="14001569" y="3716048"/>
              <a:chExt cx="316248" cy="3171236"/>
            </a:xfrm>
          </p:grpSpPr>
          <p:sp>
            <p:nvSpPr>
              <p:cNvPr id="30" name="Rectangle 29">
                <a:extLst>
                  <a:ext uri="{FF2B5EF4-FFF2-40B4-BE49-F238E27FC236}">
                    <a16:creationId xmlns:a16="http://schemas.microsoft.com/office/drawing/2014/main" id="{EE95BF93-D415-3531-DBCB-1AEB989A3420}"/>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DAB71D33-7189-1E4F-CA4E-4E7F97E60630}"/>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ECD4B7FD-E3AA-FDD3-148A-3888B21BB619}"/>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B6B54AF9-F107-02AE-5088-8C868F8EA4F2}"/>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3BC264BA-C6A9-6E1F-3E05-03C726C3818C}"/>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B8C5CA85-872F-5679-EDEB-6413E365EBE9}"/>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82E74F66-A617-171D-06D3-2E690D043C17}"/>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B52896F1-7E4A-1979-2B72-15F7B81C57FF}"/>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10E68FD2-D7AB-E485-064E-6D3AEA783C95}"/>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920CEEEE-92A8-7EF4-0200-F60E3CD92255}"/>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4" name="Group 13">
              <a:extLst>
                <a:ext uri="{FF2B5EF4-FFF2-40B4-BE49-F238E27FC236}">
                  <a16:creationId xmlns:a16="http://schemas.microsoft.com/office/drawing/2014/main" id="{25D7B992-D69F-0037-1CFB-12B1BD60A43E}"/>
                </a:ext>
              </a:extLst>
            </p:cNvPr>
            <p:cNvGrpSpPr/>
            <p:nvPr userDrawn="1"/>
          </p:nvGrpSpPr>
          <p:grpSpPr>
            <a:xfrm>
              <a:off x="12442019" y="198485"/>
              <a:ext cx="382660" cy="2882942"/>
              <a:chOff x="12742785" y="3716048"/>
              <a:chExt cx="316248" cy="3171236"/>
            </a:xfrm>
          </p:grpSpPr>
          <p:sp>
            <p:nvSpPr>
              <p:cNvPr id="19" name="Rectangle 18">
                <a:extLst>
                  <a:ext uri="{FF2B5EF4-FFF2-40B4-BE49-F238E27FC236}">
                    <a16:creationId xmlns:a16="http://schemas.microsoft.com/office/drawing/2014/main" id="{A5956738-1D1B-AA78-54C2-EF9743AEFABD}"/>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CCEEEA15-2F02-3396-FFA0-0112E227AED0}"/>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E4F91E44-3D91-CAAD-3E71-D0CF2D23E95B}"/>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1C3DA151-DE0E-EA84-BC22-9CD4714C535B}"/>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34B70B95-B722-5967-ADAD-4B1F58168DC9}"/>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FB3B6E82-CECA-63E8-1811-85FF0B8F3923}"/>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5F6CDC76-C9D5-F284-3300-1534341EF108}"/>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D7FDE11A-276B-24CA-A499-DE85E8544C7B}"/>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ABFF7C70-89DE-384A-B012-F9C62381234C}"/>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F8A1D8BC-D298-955F-C474-DE264DEF8370}"/>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8" name="TextBox 17">
              <a:extLst>
                <a:ext uri="{FF2B5EF4-FFF2-40B4-BE49-F238E27FC236}">
                  <a16:creationId xmlns:a16="http://schemas.microsoft.com/office/drawing/2014/main" id="{F7FCC202-60FC-6FCF-AE28-EF26E31861D3}"/>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0" name="TextBox 39">
            <a:extLst>
              <a:ext uri="{FF2B5EF4-FFF2-40B4-BE49-F238E27FC236}">
                <a16:creationId xmlns:a16="http://schemas.microsoft.com/office/drawing/2014/main" id="{DE7C7544-B7D9-1F45-01BA-1A50C1248D92}"/>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41" name="Rectangle 40">
            <a:extLst>
              <a:ext uri="{FF2B5EF4-FFF2-40B4-BE49-F238E27FC236}">
                <a16:creationId xmlns:a16="http://schemas.microsoft.com/office/drawing/2014/main" id="{847D181F-5420-AC3B-E738-AD38D5DCC415}"/>
              </a:ext>
            </a:extLst>
          </p:cNvPr>
          <p:cNvSpPr/>
          <p:nvPr userDrawn="1"/>
        </p:nvSpPr>
        <p:spPr>
          <a:xfrm>
            <a:off x="6090399" y="5294376"/>
            <a:ext cx="2029968" cy="156362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Picture Placeholder 9">
            <a:extLst>
              <a:ext uri="{FF2B5EF4-FFF2-40B4-BE49-F238E27FC236}">
                <a16:creationId xmlns:a16="http://schemas.microsoft.com/office/drawing/2014/main" id="{72911BEF-B569-A043-5624-E354BCA0C4A6}"/>
              </a:ext>
            </a:extLst>
          </p:cNvPr>
          <p:cNvSpPr>
            <a:spLocks noGrp="1"/>
          </p:cNvSpPr>
          <p:nvPr>
            <p:ph type="pic" sz="quarter" idx="13" hasCustomPrompt="1"/>
          </p:nvPr>
        </p:nvSpPr>
        <p:spPr>
          <a:xfrm>
            <a:off x="6090501" y="5294376"/>
            <a:ext cx="2029765" cy="1566863"/>
          </a:xfrm>
          <a:no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43" name="Text Placeholder 15">
            <a:extLst>
              <a:ext uri="{FF2B5EF4-FFF2-40B4-BE49-F238E27FC236}">
                <a16:creationId xmlns:a16="http://schemas.microsoft.com/office/drawing/2014/main" id="{20F59C5A-CCB6-D14F-B44F-8CC3DDC12D89}"/>
              </a:ext>
            </a:extLst>
          </p:cNvPr>
          <p:cNvSpPr>
            <a:spLocks noGrp="1"/>
          </p:cNvSpPr>
          <p:nvPr>
            <p:ph type="body" sz="quarter" idx="22"/>
          </p:nvPr>
        </p:nvSpPr>
        <p:spPr>
          <a:xfrm>
            <a:off x="546099" y="6019800"/>
            <a:ext cx="5459094"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1123304681"/>
      </p:ext>
    </p:extLst>
  </p:cSld>
  <p:clrMapOvr>
    <a:masterClrMapping/>
  </p:clrMapOvr>
</p:sldLayout>
</file>

<file path=ppt/slideLayouts/slideLayout145.xml><?xml version="1.0" encoding="utf-8"?>
<p:sldLayout xmlns:a="http://schemas.openxmlformats.org/drawingml/2006/main" xmlns:r="http://schemas.openxmlformats.org/officeDocument/2006/relationships" xmlns:p="http://schemas.openxmlformats.org/presentationml/2006/main" preserve="1" userDrawn="1">
  <p:cSld name="Dynamic Slices 3 / Dark - Subhead">
    <p:bg>
      <p:bgPr>
        <a:solidFill>
          <a:schemeClr val="tx2"/>
        </a:solid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BD7DE474-756B-CE7F-0664-C98D1B4C619C}"/>
              </a:ext>
            </a:extLst>
          </p:cNvPr>
          <p:cNvSpPr/>
          <p:nvPr userDrawn="1"/>
        </p:nvSpPr>
        <p:spPr>
          <a:xfrm>
            <a:off x="8113776" y="0"/>
            <a:ext cx="4078224" cy="5294376"/>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8" name="Title 7">
            <a:extLst>
              <a:ext uri="{FF2B5EF4-FFF2-40B4-BE49-F238E27FC236}">
                <a16:creationId xmlns:a16="http://schemas.microsoft.com/office/drawing/2014/main" id="{F08C48AF-02EF-8FA0-A466-0869BF05C3EF}"/>
              </a:ext>
            </a:extLst>
          </p:cNvPr>
          <p:cNvSpPr>
            <a:spLocks noGrp="1"/>
          </p:cNvSpPr>
          <p:nvPr>
            <p:ph type="title"/>
          </p:nvPr>
        </p:nvSpPr>
        <p:spPr>
          <a:xfrm>
            <a:off x="546893" y="548640"/>
            <a:ext cx="5433538" cy="438785"/>
          </a:xfrm>
        </p:spPr>
        <p:txBody>
          <a:bodyPr/>
          <a:lstStyle>
            <a:lvl1pPr>
              <a:defRPr>
                <a:solidFill>
                  <a:schemeClr val="accent1"/>
                </a:solidFill>
              </a:defRPr>
            </a:lvl1pPr>
          </a:lstStyle>
          <a:p>
            <a:r>
              <a:rPr lang="en-US"/>
              <a:t>Click to edit Master title style</a:t>
            </a:r>
          </a:p>
        </p:txBody>
      </p:sp>
      <p:sp>
        <p:nvSpPr>
          <p:cNvPr id="11" name="Picture Placeholder 9">
            <a:extLst>
              <a:ext uri="{FF2B5EF4-FFF2-40B4-BE49-F238E27FC236}">
                <a16:creationId xmlns:a16="http://schemas.microsoft.com/office/drawing/2014/main" id="{66B62237-E5DA-E78B-A643-9030275DB023}"/>
              </a:ext>
            </a:extLst>
          </p:cNvPr>
          <p:cNvSpPr>
            <a:spLocks noGrp="1"/>
          </p:cNvSpPr>
          <p:nvPr>
            <p:ph type="pic" sz="quarter" idx="14" hasCustomPrompt="1"/>
          </p:nvPr>
        </p:nvSpPr>
        <p:spPr>
          <a:xfrm>
            <a:off x="8114969" y="0"/>
            <a:ext cx="4077031" cy="5291136"/>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sp>
        <p:nvSpPr>
          <p:cNvPr id="13" name="Text Placeholder 11">
            <a:extLst>
              <a:ext uri="{FF2B5EF4-FFF2-40B4-BE49-F238E27FC236}">
                <a16:creationId xmlns:a16="http://schemas.microsoft.com/office/drawing/2014/main" id="{C1B3D74E-B270-D5EC-6F1E-2F3F425D169B}"/>
              </a:ext>
            </a:extLst>
          </p:cNvPr>
          <p:cNvSpPr>
            <a:spLocks noGrp="1"/>
          </p:cNvSpPr>
          <p:nvPr>
            <p:ph type="body" sz="quarter" idx="23"/>
          </p:nvPr>
        </p:nvSpPr>
        <p:spPr>
          <a:xfrm>
            <a:off x="548640" y="1127125"/>
            <a:ext cx="6851704" cy="292608"/>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18" name="Text Placeholder 33">
            <a:extLst>
              <a:ext uri="{FF2B5EF4-FFF2-40B4-BE49-F238E27FC236}">
                <a16:creationId xmlns:a16="http://schemas.microsoft.com/office/drawing/2014/main" id="{FC341142-156C-1A12-BFCF-8E43F622EC84}"/>
              </a:ext>
            </a:extLst>
          </p:cNvPr>
          <p:cNvSpPr>
            <a:spLocks noGrp="1"/>
          </p:cNvSpPr>
          <p:nvPr>
            <p:ph type="body" sz="quarter" idx="29"/>
          </p:nvPr>
        </p:nvSpPr>
        <p:spPr>
          <a:xfrm>
            <a:off x="539750" y="1849437"/>
            <a:ext cx="6851704" cy="296861"/>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9" name="Content Placeholder 25">
            <a:extLst>
              <a:ext uri="{FF2B5EF4-FFF2-40B4-BE49-F238E27FC236}">
                <a16:creationId xmlns:a16="http://schemas.microsoft.com/office/drawing/2014/main" id="{697DE6C5-E6D7-D5B0-D5AF-03E4A50E0461}"/>
              </a:ext>
            </a:extLst>
          </p:cNvPr>
          <p:cNvSpPr>
            <a:spLocks noGrp="1"/>
          </p:cNvSpPr>
          <p:nvPr>
            <p:ph sz="quarter" idx="45"/>
          </p:nvPr>
        </p:nvSpPr>
        <p:spPr>
          <a:xfrm>
            <a:off x="539750" y="2425700"/>
            <a:ext cx="6858000" cy="2725738"/>
          </a:xfrm>
        </p:spPr>
        <p:txBody>
          <a:bodyPr/>
          <a:lstStyle>
            <a:lvl1pPr>
              <a:defRPr>
                <a:solidFill>
                  <a:schemeClr val="bg1"/>
                </a:solidFill>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Slide Number Placeholder 8">
            <a:extLst>
              <a:ext uri="{FF2B5EF4-FFF2-40B4-BE49-F238E27FC236}">
                <a16:creationId xmlns:a16="http://schemas.microsoft.com/office/drawing/2014/main" id="{E9D78817-B781-C66B-0668-64ECDF54A842}"/>
              </a:ext>
            </a:extLst>
          </p:cNvPr>
          <p:cNvSpPr txBox="1">
            <a:spLocks/>
          </p:cNvSpPr>
          <p:nvPr userDrawn="1"/>
        </p:nvSpPr>
        <p:spPr>
          <a:xfrm>
            <a:off x="10428288" y="6311900"/>
            <a:ext cx="1209674" cy="269875"/>
          </a:xfrm>
          <a:prstGeom prst="rect">
            <a:avLst/>
          </a:prstGeom>
        </p:spPr>
        <p:txBody>
          <a:bodyPr vert="horz" lIns="0" tIns="0" rIns="0" bIns="0" rtlCol="0" anchor="b" anchorCtr="0"/>
          <a:lstStyle>
            <a:defPPr>
              <a:defRPr lang="en-US"/>
            </a:defPPr>
            <a:lvl1pPr marL="0" algn="r" defTabSz="914400" rtl="0" eaLnBrk="1" latinLnBrk="0" hangingPunct="1">
              <a:defRPr sz="1000" b="0" i="0" kern="1200">
                <a:solidFill>
                  <a:schemeClr val="bg1"/>
                </a:solidFill>
                <a:latin typeface="+mn-lt"/>
                <a:ea typeface="GT America Regular" pitchFamily="2" charset="77"/>
                <a:cs typeface="GT America Regular" pitchFamily="2" charset="77"/>
              </a:defRPr>
            </a:lvl1pPr>
            <a:lvl2pPr marL="0" indent="0" algn="r" defTabSz="914400" rtl="0" eaLnBrk="1" latinLnBrk="0" hangingPunct="1">
              <a:defRPr sz="1000" kern="1200">
                <a:solidFill>
                  <a:schemeClr val="tx1"/>
                </a:solidFill>
                <a:latin typeface="+mn-lt"/>
                <a:ea typeface="+mn-ea"/>
                <a:cs typeface="+mn-cs"/>
              </a:defRPr>
            </a:lvl2pPr>
            <a:lvl3pPr marL="0" indent="0" algn="l" defTabSz="914400" rtl="0" eaLnBrk="1" latinLnBrk="0" hangingPunct="1">
              <a:defRPr sz="1000" kern="1200">
                <a:solidFill>
                  <a:schemeClr val="tx1"/>
                </a:solidFill>
                <a:latin typeface="+mn-lt"/>
                <a:ea typeface="+mn-ea"/>
                <a:cs typeface="+mn-cs"/>
              </a:defRPr>
            </a:lvl3pPr>
            <a:lvl4pPr marL="0" algn="l" defTabSz="914400" rtl="0" eaLnBrk="1" latinLnBrk="0" hangingPunct="1">
              <a:defRPr sz="1000" kern="1200">
                <a:solidFill>
                  <a:schemeClr val="tx1"/>
                </a:solidFill>
                <a:latin typeface="+mn-lt"/>
                <a:ea typeface="+mn-ea"/>
                <a:cs typeface="+mn-cs"/>
              </a:defRPr>
            </a:lvl4pPr>
            <a:lvl5pPr marL="0" algn="l" defTabSz="914400" rtl="0" eaLnBrk="1" latinLnBrk="0" hangingPunct="1">
              <a:defRPr sz="1000" kern="1200">
                <a:solidFill>
                  <a:schemeClr val="tx1"/>
                </a:solidFill>
                <a:latin typeface="+mn-lt"/>
                <a:ea typeface="+mn-ea"/>
                <a:cs typeface="+mn-cs"/>
              </a:defRPr>
            </a:lvl5pPr>
            <a:lvl6pPr marL="0" algn="l" defTabSz="914400" rtl="0" eaLnBrk="1" latinLnBrk="0" hangingPunct="1">
              <a:defRPr sz="1000" kern="1200">
                <a:solidFill>
                  <a:schemeClr val="tx1"/>
                </a:solidFill>
                <a:latin typeface="+mn-lt"/>
                <a:ea typeface="+mn-ea"/>
                <a:cs typeface="+mn-cs"/>
              </a:defRPr>
            </a:lvl6pPr>
            <a:lvl7pPr marL="0" algn="l" defTabSz="914400" rtl="0" eaLnBrk="1" latinLnBrk="0" hangingPunct="1">
              <a:defRPr sz="1000" kern="1200">
                <a:solidFill>
                  <a:schemeClr val="tx1"/>
                </a:solidFill>
                <a:latin typeface="+mn-lt"/>
                <a:ea typeface="+mn-ea"/>
                <a:cs typeface="+mn-cs"/>
              </a:defRPr>
            </a:lvl7pPr>
            <a:lvl8pPr marL="0" algn="l" defTabSz="914400" rtl="0" eaLnBrk="1" latinLnBrk="0" hangingPunct="1">
              <a:defRPr sz="1000" kern="1200">
                <a:solidFill>
                  <a:schemeClr val="tx1"/>
                </a:solidFill>
                <a:latin typeface="+mn-lt"/>
                <a:ea typeface="+mn-ea"/>
                <a:cs typeface="+mn-cs"/>
              </a:defRPr>
            </a:lvl8pPr>
            <a:lvl9pPr marL="0" algn="l" defTabSz="914400" rtl="0" eaLnBrk="1" latinLnBrk="0" hangingPunct="1">
              <a:defRPr sz="1000" kern="1200">
                <a:solidFill>
                  <a:schemeClr val="tx1"/>
                </a:solidFill>
                <a:latin typeface="+mn-lt"/>
                <a:ea typeface="+mn-ea"/>
                <a:cs typeface="+mn-cs"/>
              </a:defRPr>
            </a:lvl9pPr>
          </a:lstStyle>
          <a:p>
            <a:fld id="{862A5111-985B-C14D-9115-5787026182A8}" type="slidenum">
              <a:rPr lang="en-US" smtClean="0"/>
              <a:pPr/>
              <a:t>‹#›</a:t>
            </a:fld>
            <a:endParaRPr lang="en-US"/>
          </a:p>
        </p:txBody>
      </p:sp>
      <p:grpSp>
        <p:nvGrpSpPr>
          <p:cNvPr id="5" name="Group 4">
            <a:extLst>
              <a:ext uri="{FF2B5EF4-FFF2-40B4-BE49-F238E27FC236}">
                <a16:creationId xmlns:a16="http://schemas.microsoft.com/office/drawing/2014/main" id="{88F9803C-2BA8-B63C-B1F1-90344DC8FF47}"/>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2F61D421-E2CE-B637-E481-7E747D9AF8A5}"/>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F3492780-46D7-15EF-AF22-6192760E0F6C}"/>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0" name="Rectangle 9">
              <a:extLst>
                <a:ext uri="{FF2B5EF4-FFF2-40B4-BE49-F238E27FC236}">
                  <a16:creationId xmlns:a16="http://schemas.microsoft.com/office/drawing/2014/main" id="{6B59E369-1089-851C-5A20-797CDFC3E375}"/>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2" name="Group 11">
              <a:extLst>
                <a:ext uri="{FF2B5EF4-FFF2-40B4-BE49-F238E27FC236}">
                  <a16:creationId xmlns:a16="http://schemas.microsoft.com/office/drawing/2014/main" id="{DC56DFBE-6B63-F752-F631-DCC652F5568E}"/>
                </a:ext>
              </a:extLst>
            </p:cNvPr>
            <p:cNvGrpSpPr/>
            <p:nvPr userDrawn="1"/>
          </p:nvGrpSpPr>
          <p:grpSpPr>
            <a:xfrm>
              <a:off x="12442019" y="3791214"/>
              <a:ext cx="382660" cy="2882942"/>
              <a:chOff x="14001569" y="3716048"/>
              <a:chExt cx="316248" cy="3171236"/>
            </a:xfrm>
          </p:grpSpPr>
          <p:sp>
            <p:nvSpPr>
              <p:cNvPr id="31" name="Rectangle 30">
                <a:extLst>
                  <a:ext uri="{FF2B5EF4-FFF2-40B4-BE49-F238E27FC236}">
                    <a16:creationId xmlns:a16="http://schemas.microsoft.com/office/drawing/2014/main" id="{8E6970B2-4EDE-B4F0-4886-ED0D95A04910}"/>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3FB04197-369D-4A08-F1D2-DCFA7C9C1812}"/>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82DC98DE-D200-9FAD-4F44-2B806AC865DE}"/>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074CDB19-3E2E-CDC8-0F61-E26DF1F4C8A2}"/>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7C21C087-D5D2-D067-3B53-AB90CF7A1682}"/>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2F11F792-9C9F-D928-DC17-3A583C5ED354}"/>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8A3D5E24-28F3-8405-9E9E-BB86CD57C62D}"/>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FFEDBD2C-86D4-4A33-F30A-FF6CF822B2E5}"/>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BA89058B-ACFE-4D04-1E7E-4544E6801C85}"/>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BE9582C2-CF26-D8BA-EEAE-B69F3FD12A90}"/>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5" name="Group 14">
              <a:extLst>
                <a:ext uri="{FF2B5EF4-FFF2-40B4-BE49-F238E27FC236}">
                  <a16:creationId xmlns:a16="http://schemas.microsoft.com/office/drawing/2014/main" id="{9C530656-5A06-4EE1-7EAF-AD172CCAB8BA}"/>
                </a:ext>
              </a:extLst>
            </p:cNvPr>
            <p:cNvGrpSpPr/>
            <p:nvPr userDrawn="1"/>
          </p:nvGrpSpPr>
          <p:grpSpPr>
            <a:xfrm>
              <a:off x="12442019" y="198485"/>
              <a:ext cx="382660" cy="2882942"/>
              <a:chOff x="12742785" y="3716048"/>
              <a:chExt cx="316248" cy="3171236"/>
            </a:xfrm>
          </p:grpSpPr>
          <p:sp>
            <p:nvSpPr>
              <p:cNvPr id="21" name="Rectangle 20">
                <a:extLst>
                  <a:ext uri="{FF2B5EF4-FFF2-40B4-BE49-F238E27FC236}">
                    <a16:creationId xmlns:a16="http://schemas.microsoft.com/office/drawing/2014/main" id="{DD297E85-DA64-FBF7-4980-8B8A9E4ABFB8}"/>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A5DB1F2B-33F3-EFFD-9EE4-C4283D1D9329}"/>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BB8A2287-EEA9-5275-703E-E634F347A399}"/>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AF54E9AA-5F56-2138-479F-D34879B299E4}"/>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F16E19FD-B4C4-6B46-A7C8-A4BC19524EB9}"/>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8DF54592-6A1B-E89D-AE06-1DD359C300CD}"/>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3AB02580-4439-4469-B917-692FE39A5603}"/>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6740147D-EFC8-3AE0-1229-7F783F403F8D}"/>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1D6E17A2-BFF5-8418-36E9-90E7304ADDA9}"/>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472831CB-B2B9-518E-9DA7-0A508CE3DE5D}"/>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6" name="TextBox 15">
              <a:extLst>
                <a:ext uri="{FF2B5EF4-FFF2-40B4-BE49-F238E27FC236}">
                  <a16:creationId xmlns:a16="http://schemas.microsoft.com/office/drawing/2014/main" id="{E76AE35F-8CDD-4211-97F7-467A1FAEA3D9}"/>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1" name="TextBox 40">
            <a:extLst>
              <a:ext uri="{FF2B5EF4-FFF2-40B4-BE49-F238E27FC236}">
                <a16:creationId xmlns:a16="http://schemas.microsoft.com/office/drawing/2014/main" id="{E603B2BF-73B8-C759-1FA9-4B6D937498F0}"/>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42" name="Rectangle 41">
            <a:extLst>
              <a:ext uri="{FF2B5EF4-FFF2-40B4-BE49-F238E27FC236}">
                <a16:creationId xmlns:a16="http://schemas.microsoft.com/office/drawing/2014/main" id="{7B6ED444-2AC8-D12C-DCAD-8E714E3A1F76}"/>
              </a:ext>
            </a:extLst>
          </p:cNvPr>
          <p:cNvSpPr/>
          <p:nvPr userDrawn="1"/>
        </p:nvSpPr>
        <p:spPr>
          <a:xfrm>
            <a:off x="6090399" y="5294376"/>
            <a:ext cx="2029968" cy="156362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Picture Placeholder 9">
            <a:extLst>
              <a:ext uri="{FF2B5EF4-FFF2-40B4-BE49-F238E27FC236}">
                <a16:creationId xmlns:a16="http://schemas.microsoft.com/office/drawing/2014/main" id="{222EF8B4-5B55-C157-3C73-682D31D20F68}"/>
              </a:ext>
            </a:extLst>
          </p:cNvPr>
          <p:cNvSpPr>
            <a:spLocks noGrp="1"/>
          </p:cNvSpPr>
          <p:nvPr>
            <p:ph type="pic" sz="quarter" idx="13" hasCustomPrompt="1"/>
          </p:nvPr>
        </p:nvSpPr>
        <p:spPr>
          <a:xfrm>
            <a:off x="6090501" y="5294376"/>
            <a:ext cx="2029765" cy="1566863"/>
          </a:xfrm>
          <a:no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44" name="Text Placeholder 15">
            <a:extLst>
              <a:ext uri="{FF2B5EF4-FFF2-40B4-BE49-F238E27FC236}">
                <a16:creationId xmlns:a16="http://schemas.microsoft.com/office/drawing/2014/main" id="{FA5927CE-B87B-0C33-6928-87325B2A19E8}"/>
              </a:ext>
            </a:extLst>
          </p:cNvPr>
          <p:cNvSpPr>
            <a:spLocks noGrp="1"/>
          </p:cNvSpPr>
          <p:nvPr>
            <p:ph type="body" sz="quarter" idx="22"/>
          </p:nvPr>
        </p:nvSpPr>
        <p:spPr>
          <a:xfrm>
            <a:off x="546099" y="6019800"/>
            <a:ext cx="5459094"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2009059460"/>
      </p:ext>
    </p:extLst>
  </p:cSld>
  <p:clrMapOvr>
    <a:masterClrMapping/>
  </p:clrMapOvr>
</p:sldLayout>
</file>

<file path=ppt/slideLayouts/slideLayout146.xml><?xml version="1.0" encoding="utf-8"?>
<p:sldLayout xmlns:a="http://schemas.openxmlformats.org/drawingml/2006/main" xmlns:r="http://schemas.openxmlformats.org/officeDocument/2006/relationships" xmlns:p="http://schemas.openxmlformats.org/presentationml/2006/main" preserve="1" userDrawn="1">
  <p:cSld name="1 Column - Thirds Right">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DDC42E88-6CA5-D615-F095-E179BC98BD17}"/>
              </a:ext>
            </a:extLst>
          </p:cNvPr>
          <p:cNvSpPr/>
          <p:nvPr userDrawn="1"/>
        </p:nvSpPr>
        <p:spPr bwMode="hidden">
          <a:xfrm>
            <a:off x="4072128" y="0"/>
            <a:ext cx="2706624" cy="6858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12" name="Rectangle 11">
            <a:extLst>
              <a:ext uri="{FF2B5EF4-FFF2-40B4-BE49-F238E27FC236}">
                <a16:creationId xmlns:a16="http://schemas.microsoft.com/office/drawing/2014/main" id="{34E1A2AF-0ED4-BF22-E0B5-072609F36CD0}"/>
              </a:ext>
            </a:extLst>
          </p:cNvPr>
          <p:cNvSpPr/>
          <p:nvPr userDrawn="1"/>
        </p:nvSpPr>
        <p:spPr bwMode="hidden">
          <a:xfrm>
            <a:off x="6778752" y="0"/>
            <a:ext cx="2706624" cy="6858000"/>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BA69F92F-D12C-09F4-E086-76B6467A1D4F}"/>
              </a:ext>
            </a:extLst>
          </p:cNvPr>
          <p:cNvSpPr/>
          <p:nvPr userDrawn="1"/>
        </p:nvSpPr>
        <p:spPr bwMode="hidden">
          <a:xfrm>
            <a:off x="9485376" y="0"/>
            <a:ext cx="2706624" cy="6858000"/>
          </a:xfrm>
          <a:prstGeom prst="rect">
            <a:avLst/>
          </a:prstGeom>
          <a:solidFill>
            <a:srgbClr val="F0F0F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Picture Placeholder 9">
            <a:extLst>
              <a:ext uri="{FF2B5EF4-FFF2-40B4-BE49-F238E27FC236}">
                <a16:creationId xmlns:a16="http://schemas.microsoft.com/office/drawing/2014/main" id="{CC315AB5-1A8A-0272-124A-17B0C97D4F3F}"/>
              </a:ext>
            </a:extLst>
          </p:cNvPr>
          <p:cNvSpPr>
            <a:spLocks noGrp="1"/>
          </p:cNvSpPr>
          <p:nvPr>
            <p:ph type="pic" sz="quarter" idx="28" hasCustomPrompt="1"/>
          </p:nvPr>
        </p:nvSpPr>
        <p:spPr>
          <a:xfrm>
            <a:off x="4287583" y="1700213"/>
            <a:ext cx="722376" cy="725487"/>
          </a:xfrm>
          <a:noFill/>
          <a:ln>
            <a:noFill/>
          </a:ln>
        </p:spPr>
        <p:txBody>
          <a:bodyPr anchor="ctr"/>
          <a:lstStyle>
            <a:lvl1pPr algn="ctr">
              <a:defRPr>
                <a:solidFill>
                  <a:schemeClr val="bg1"/>
                </a:solidFill>
              </a:defRPr>
            </a:lvl1pPr>
          </a:lstStyle>
          <a:p>
            <a:r>
              <a:rPr lang="en-US"/>
              <a:t>Icon</a:t>
            </a:r>
          </a:p>
        </p:txBody>
      </p:sp>
      <p:sp>
        <p:nvSpPr>
          <p:cNvPr id="21" name="Picture Placeholder 9">
            <a:extLst>
              <a:ext uri="{FF2B5EF4-FFF2-40B4-BE49-F238E27FC236}">
                <a16:creationId xmlns:a16="http://schemas.microsoft.com/office/drawing/2014/main" id="{9E00C7D1-33B8-8C13-3170-53723F9DC775}"/>
              </a:ext>
            </a:extLst>
          </p:cNvPr>
          <p:cNvSpPr>
            <a:spLocks noGrp="1"/>
          </p:cNvSpPr>
          <p:nvPr>
            <p:ph type="pic" sz="quarter" idx="29" hasCustomPrompt="1"/>
          </p:nvPr>
        </p:nvSpPr>
        <p:spPr>
          <a:xfrm>
            <a:off x="6969823" y="1700213"/>
            <a:ext cx="722376" cy="725487"/>
          </a:xfrm>
          <a:noFill/>
          <a:ln>
            <a:noFill/>
          </a:ln>
        </p:spPr>
        <p:txBody>
          <a:bodyPr anchor="ctr"/>
          <a:lstStyle>
            <a:lvl1pPr algn="ctr">
              <a:defRPr>
                <a:solidFill>
                  <a:schemeClr val="bg1"/>
                </a:solidFill>
              </a:defRPr>
            </a:lvl1pPr>
          </a:lstStyle>
          <a:p>
            <a:r>
              <a:rPr lang="en-US"/>
              <a:t>Icon</a:t>
            </a:r>
          </a:p>
        </p:txBody>
      </p:sp>
      <p:sp>
        <p:nvSpPr>
          <p:cNvPr id="22" name="Picture Placeholder 9">
            <a:extLst>
              <a:ext uri="{FF2B5EF4-FFF2-40B4-BE49-F238E27FC236}">
                <a16:creationId xmlns:a16="http://schemas.microsoft.com/office/drawing/2014/main" id="{25C2B24F-2F63-693C-4B5C-5218010E6E17}"/>
              </a:ext>
            </a:extLst>
          </p:cNvPr>
          <p:cNvSpPr>
            <a:spLocks noGrp="1"/>
          </p:cNvSpPr>
          <p:nvPr>
            <p:ph type="pic" sz="quarter" idx="30" hasCustomPrompt="1"/>
          </p:nvPr>
        </p:nvSpPr>
        <p:spPr>
          <a:xfrm>
            <a:off x="9695606" y="1700213"/>
            <a:ext cx="722376" cy="725487"/>
          </a:xfrm>
          <a:noFill/>
          <a:ln>
            <a:noFill/>
          </a:ln>
        </p:spPr>
        <p:txBody>
          <a:bodyPr anchor="ctr"/>
          <a:lstStyle>
            <a:lvl1pPr algn="ctr">
              <a:defRPr>
                <a:solidFill>
                  <a:schemeClr val="bg1"/>
                </a:solidFill>
              </a:defRPr>
            </a:lvl1pPr>
          </a:lstStyle>
          <a:p>
            <a:r>
              <a:rPr lang="en-US"/>
              <a:t>Icon</a:t>
            </a:r>
          </a:p>
        </p:txBody>
      </p:sp>
      <p:sp>
        <p:nvSpPr>
          <p:cNvPr id="4" name="Freeform 5">
            <a:extLst>
              <a:ext uri="{FF2B5EF4-FFF2-40B4-BE49-F238E27FC236}">
                <a16:creationId xmlns:a16="http://schemas.microsoft.com/office/drawing/2014/main" id="{C6DF79E6-D4E8-1A83-F47C-3A44B264B93E}"/>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39" name="Content Placeholder 38">
            <a:extLst>
              <a:ext uri="{FF2B5EF4-FFF2-40B4-BE49-F238E27FC236}">
                <a16:creationId xmlns:a16="http://schemas.microsoft.com/office/drawing/2014/main" id="{B8FB8A65-64DE-688C-A8C8-69259DE4ACFC}"/>
              </a:ext>
            </a:extLst>
          </p:cNvPr>
          <p:cNvSpPr>
            <a:spLocks noGrp="1"/>
          </p:cNvSpPr>
          <p:nvPr>
            <p:ph sz="quarter" idx="51"/>
          </p:nvPr>
        </p:nvSpPr>
        <p:spPr>
          <a:xfrm>
            <a:off x="4287584" y="2714626"/>
            <a:ext cx="1947672" cy="2727324"/>
          </a:xfrm>
        </p:spPr>
        <p:txBody>
          <a:bodyPr/>
          <a:lstStyle>
            <a:lvl1pPr>
              <a:defRPr b="1">
                <a:solidFill>
                  <a:schemeClr val="bg1"/>
                </a:solidFill>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1" name="Content Placeholder 40">
            <a:extLst>
              <a:ext uri="{FF2B5EF4-FFF2-40B4-BE49-F238E27FC236}">
                <a16:creationId xmlns:a16="http://schemas.microsoft.com/office/drawing/2014/main" id="{83F5807E-64D9-26C9-A052-A940055EC2EC}"/>
              </a:ext>
            </a:extLst>
          </p:cNvPr>
          <p:cNvSpPr>
            <a:spLocks noGrp="1"/>
          </p:cNvSpPr>
          <p:nvPr>
            <p:ph sz="quarter" idx="52"/>
          </p:nvPr>
        </p:nvSpPr>
        <p:spPr>
          <a:xfrm>
            <a:off x="6988240" y="2714625"/>
            <a:ext cx="1947672" cy="2727325"/>
          </a:xfrm>
        </p:spPr>
        <p:txBody>
          <a:bodyPr/>
          <a:lstStyle>
            <a:lvl1pPr>
              <a:defRPr b="1">
                <a:solidFill>
                  <a:schemeClr val="bg1"/>
                </a:solidFill>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3" name="Content Placeholder 42">
            <a:extLst>
              <a:ext uri="{FF2B5EF4-FFF2-40B4-BE49-F238E27FC236}">
                <a16:creationId xmlns:a16="http://schemas.microsoft.com/office/drawing/2014/main" id="{D4223DE0-4467-4663-D8D2-667F2C64D3E3}"/>
              </a:ext>
            </a:extLst>
          </p:cNvPr>
          <p:cNvSpPr>
            <a:spLocks noGrp="1"/>
          </p:cNvSpPr>
          <p:nvPr>
            <p:ph sz="quarter" idx="53"/>
          </p:nvPr>
        </p:nvSpPr>
        <p:spPr>
          <a:xfrm>
            <a:off x="9694862" y="2714625"/>
            <a:ext cx="1943101" cy="2727325"/>
          </a:xfrm>
        </p:spPr>
        <p:txBody>
          <a:bodyPr/>
          <a:lstStyle>
            <a:lvl1pPr>
              <a:defRPr b="1">
                <a:solidFill>
                  <a:schemeClr val="tx2"/>
                </a:solidFill>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Title 4">
            <a:extLst>
              <a:ext uri="{FF2B5EF4-FFF2-40B4-BE49-F238E27FC236}">
                <a16:creationId xmlns:a16="http://schemas.microsoft.com/office/drawing/2014/main" id="{B76DBB7B-3EF2-AE4E-5CEA-314E2A53CF6C}"/>
              </a:ext>
            </a:extLst>
          </p:cNvPr>
          <p:cNvSpPr>
            <a:spLocks noGrp="1"/>
          </p:cNvSpPr>
          <p:nvPr>
            <p:ph type="title"/>
          </p:nvPr>
        </p:nvSpPr>
        <p:spPr>
          <a:xfrm>
            <a:off x="546102" y="552450"/>
            <a:ext cx="3235484" cy="928909"/>
          </a:xfrm>
        </p:spPr>
        <p:txBody>
          <a:bodyPr>
            <a:spAutoFit/>
          </a:bodyPr>
          <a:lstStyle/>
          <a:p>
            <a:r>
              <a:rPr lang="en-US"/>
              <a:t>Click to edit Master title style</a:t>
            </a:r>
          </a:p>
        </p:txBody>
      </p:sp>
      <p:sp>
        <p:nvSpPr>
          <p:cNvPr id="5" name="Text Placeholder 11">
            <a:extLst>
              <a:ext uri="{FF2B5EF4-FFF2-40B4-BE49-F238E27FC236}">
                <a16:creationId xmlns:a16="http://schemas.microsoft.com/office/drawing/2014/main" id="{8A7A4FDB-8FB6-0892-4B25-D1D7E8AB05E1}"/>
              </a:ext>
            </a:extLst>
          </p:cNvPr>
          <p:cNvSpPr>
            <a:spLocks noGrp="1"/>
          </p:cNvSpPr>
          <p:nvPr>
            <p:ph type="body" sz="quarter" idx="18"/>
          </p:nvPr>
        </p:nvSpPr>
        <p:spPr>
          <a:xfrm>
            <a:off x="546101" y="1616935"/>
            <a:ext cx="3235485" cy="597792"/>
          </a:xfrm>
        </p:spPr>
        <p:txBody>
          <a:bodyPr>
            <a:sp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7" name="Content Placeholder 25">
            <a:extLst>
              <a:ext uri="{FF2B5EF4-FFF2-40B4-BE49-F238E27FC236}">
                <a16:creationId xmlns:a16="http://schemas.microsoft.com/office/drawing/2014/main" id="{EAD73150-B68D-5CB5-E7F8-4B334BC45AED}"/>
              </a:ext>
            </a:extLst>
          </p:cNvPr>
          <p:cNvSpPr>
            <a:spLocks noGrp="1"/>
          </p:cNvSpPr>
          <p:nvPr>
            <p:ph sz="quarter" idx="23"/>
          </p:nvPr>
        </p:nvSpPr>
        <p:spPr>
          <a:xfrm>
            <a:off x="546100" y="2479728"/>
            <a:ext cx="3236976" cy="338767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6" name="Group 5">
            <a:extLst>
              <a:ext uri="{FF2B5EF4-FFF2-40B4-BE49-F238E27FC236}">
                <a16:creationId xmlns:a16="http://schemas.microsoft.com/office/drawing/2014/main" id="{D6E40E07-57D7-AAAC-5D0B-37CF220D5CB5}"/>
              </a:ext>
            </a:extLst>
          </p:cNvPr>
          <p:cNvGrpSpPr/>
          <p:nvPr userDrawn="1"/>
        </p:nvGrpSpPr>
        <p:grpSpPr>
          <a:xfrm>
            <a:off x="12356815" y="0"/>
            <a:ext cx="756834" cy="6872642"/>
            <a:chOff x="12356815" y="0"/>
            <a:chExt cx="756834" cy="6872642"/>
          </a:xfrm>
        </p:grpSpPr>
        <p:sp>
          <p:nvSpPr>
            <p:cNvPr id="8" name="Rectangle 7">
              <a:extLst>
                <a:ext uri="{FF2B5EF4-FFF2-40B4-BE49-F238E27FC236}">
                  <a16:creationId xmlns:a16="http://schemas.microsoft.com/office/drawing/2014/main" id="{1383A8BF-D920-2F36-250E-627371307438}"/>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0" name="TextBox 9">
              <a:extLst>
                <a:ext uri="{FF2B5EF4-FFF2-40B4-BE49-F238E27FC236}">
                  <a16:creationId xmlns:a16="http://schemas.microsoft.com/office/drawing/2014/main" id="{0EECAB95-588B-C5DD-45F1-D4AEB58E046D}"/>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1" name="Rectangle 10">
              <a:extLst>
                <a:ext uri="{FF2B5EF4-FFF2-40B4-BE49-F238E27FC236}">
                  <a16:creationId xmlns:a16="http://schemas.microsoft.com/office/drawing/2014/main" id="{B3C04697-3462-EFAB-41BE-37C29588E43F}"/>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4" name="Group 13">
              <a:extLst>
                <a:ext uri="{FF2B5EF4-FFF2-40B4-BE49-F238E27FC236}">
                  <a16:creationId xmlns:a16="http://schemas.microsoft.com/office/drawing/2014/main" id="{DD9B528E-7C55-E6D7-7ADA-8C9D4E20AFB3}"/>
                </a:ext>
              </a:extLst>
            </p:cNvPr>
            <p:cNvGrpSpPr/>
            <p:nvPr userDrawn="1"/>
          </p:nvGrpSpPr>
          <p:grpSpPr>
            <a:xfrm>
              <a:off x="12442019" y="3791214"/>
              <a:ext cx="382660" cy="2882942"/>
              <a:chOff x="14001569" y="3716048"/>
              <a:chExt cx="316248" cy="3171236"/>
            </a:xfrm>
          </p:grpSpPr>
          <p:sp>
            <p:nvSpPr>
              <p:cNvPr id="30" name="Rectangle 29">
                <a:extLst>
                  <a:ext uri="{FF2B5EF4-FFF2-40B4-BE49-F238E27FC236}">
                    <a16:creationId xmlns:a16="http://schemas.microsoft.com/office/drawing/2014/main" id="{720DC26C-BE0B-3940-DAA1-49BB739E9B0C}"/>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97AC0368-844F-6EE9-AA72-C2DFD2976A0B}"/>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CAD42506-5E30-D791-FC81-C7FD75076C06}"/>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A53F3842-CA01-B9C8-254E-DB84461A2400}"/>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8D845CBC-F687-7DE3-6F22-E4A3F56EA84F}"/>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F9C61084-84BE-404E-F748-78F52795A699}"/>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6E6249CF-580B-C0C6-E6BC-F4A710FB285A}"/>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B3589718-D41F-2074-B150-A7737FC668E2}"/>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BBF8F7C7-C1F4-7B8C-CC19-6C24F90714E0}"/>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2" name="Rectangle 41">
                <a:extLst>
                  <a:ext uri="{FF2B5EF4-FFF2-40B4-BE49-F238E27FC236}">
                    <a16:creationId xmlns:a16="http://schemas.microsoft.com/office/drawing/2014/main" id="{6B0D0E47-7EA4-3703-01DD-402E896B0022}"/>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5" name="Group 14">
              <a:extLst>
                <a:ext uri="{FF2B5EF4-FFF2-40B4-BE49-F238E27FC236}">
                  <a16:creationId xmlns:a16="http://schemas.microsoft.com/office/drawing/2014/main" id="{81E11096-44E8-0A87-5F4C-989F20251A1D}"/>
                </a:ext>
              </a:extLst>
            </p:cNvPr>
            <p:cNvGrpSpPr/>
            <p:nvPr userDrawn="1"/>
          </p:nvGrpSpPr>
          <p:grpSpPr>
            <a:xfrm>
              <a:off x="12442019" y="198485"/>
              <a:ext cx="382660" cy="2882942"/>
              <a:chOff x="12742785" y="3716048"/>
              <a:chExt cx="316248" cy="3171236"/>
            </a:xfrm>
          </p:grpSpPr>
          <p:sp>
            <p:nvSpPr>
              <p:cNvPr id="17" name="Rectangle 16">
                <a:extLst>
                  <a:ext uri="{FF2B5EF4-FFF2-40B4-BE49-F238E27FC236}">
                    <a16:creationId xmlns:a16="http://schemas.microsoft.com/office/drawing/2014/main" id="{E18D9A12-4805-ABA9-0AA1-691C3A869CD7}"/>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EEAD97B4-281F-C25C-6AD0-EAAA4B7AA2F7}"/>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BDA959D4-ADF6-57EA-6B29-08C32DD7620B}"/>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6500D054-CB7E-CC1A-39DE-72359866DB84}"/>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866C17B0-C331-3510-5B59-D8E75AB97C43}"/>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F54ACC59-A67D-C17E-9A97-09BD0D31019F}"/>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AFB655E3-AAF1-138C-7A71-65BCF031771E}"/>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B9C7F9DD-13E5-C69E-5053-A28037A76298}"/>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2BB30E2B-5C0D-A007-C805-54EEED5A464E}"/>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23C30E09-8E92-816B-BA57-AAE47EF344B4}"/>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6" name="TextBox 15">
              <a:extLst>
                <a:ext uri="{FF2B5EF4-FFF2-40B4-BE49-F238E27FC236}">
                  <a16:creationId xmlns:a16="http://schemas.microsoft.com/office/drawing/2014/main" id="{D791DAC0-4930-AAAD-C136-F8970A499CE3}"/>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4" name="TextBox 43">
            <a:extLst>
              <a:ext uri="{FF2B5EF4-FFF2-40B4-BE49-F238E27FC236}">
                <a16:creationId xmlns:a16="http://schemas.microsoft.com/office/drawing/2014/main" id="{835E594B-ED5B-EBA7-2179-28E338A289E0}"/>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45" name="Text Placeholder 15">
            <a:extLst>
              <a:ext uri="{FF2B5EF4-FFF2-40B4-BE49-F238E27FC236}">
                <a16:creationId xmlns:a16="http://schemas.microsoft.com/office/drawing/2014/main" id="{48758903-BAC5-9226-F191-27C37FA208D4}"/>
              </a:ext>
            </a:extLst>
          </p:cNvPr>
          <p:cNvSpPr>
            <a:spLocks noGrp="1"/>
          </p:cNvSpPr>
          <p:nvPr>
            <p:ph type="body" sz="quarter" idx="22"/>
          </p:nvPr>
        </p:nvSpPr>
        <p:spPr>
          <a:xfrm>
            <a:off x="546099" y="6019800"/>
            <a:ext cx="3236976"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2296486631"/>
      </p:ext>
    </p:extLst>
  </p:cSld>
  <p:clrMapOvr>
    <a:masterClrMapping/>
  </p:clrMapOvr>
</p:sldLayout>
</file>

<file path=ppt/slideLayouts/slideLayout147.xml><?xml version="1.0" encoding="utf-8"?>
<p:sldLayout xmlns:a="http://schemas.openxmlformats.org/drawingml/2006/main" xmlns:r="http://schemas.openxmlformats.org/officeDocument/2006/relationships" xmlns:p="http://schemas.openxmlformats.org/presentationml/2006/main" preserve="1" userDrawn="1">
  <p:cSld name="1 Column Left - Custom Columns Right">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DDC42E88-6CA5-D615-F095-E179BC98BD17}"/>
              </a:ext>
            </a:extLst>
          </p:cNvPr>
          <p:cNvSpPr/>
          <p:nvPr userDrawn="1"/>
        </p:nvSpPr>
        <p:spPr bwMode="hidden">
          <a:xfrm>
            <a:off x="4059886" y="0"/>
            <a:ext cx="8132114" cy="6858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ooter Placeholder 10">
            <a:extLst>
              <a:ext uri="{FF2B5EF4-FFF2-40B4-BE49-F238E27FC236}">
                <a16:creationId xmlns:a16="http://schemas.microsoft.com/office/drawing/2014/main" id="{BAECEC3D-770F-7250-26AF-412E70DE9C76}"/>
              </a:ext>
            </a:extLst>
          </p:cNvPr>
          <p:cNvSpPr>
            <a:spLocks noGrp="1"/>
          </p:cNvSpPr>
          <p:nvPr>
            <p:ph type="ftr" sz="quarter" idx="33"/>
          </p:nvPr>
        </p:nvSpPr>
        <p:spPr/>
        <p:txBody>
          <a:bodyPr/>
          <a:lstStyle>
            <a:lvl1pPr>
              <a:defRPr>
                <a:solidFill>
                  <a:schemeClr val="bg1"/>
                </a:solidFill>
              </a:defRPr>
            </a:lvl1pPr>
          </a:lstStyle>
          <a:p>
            <a:r>
              <a:rPr lang="en-US"/>
              <a:t>SG Product Update</a:t>
            </a:r>
          </a:p>
        </p:txBody>
      </p:sp>
      <p:sp>
        <p:nvSpPr>
          <p:cNvPr id="16" name="Slide Number Placeholder 15">
            <a:extLst>
              <a:ext uri="{FF2B5EF4-FFF2-40B4-BE49-F238E27FC236}">
                <a16:creationId xmlns:a16="http://schemas.microsoft.com/office/drawing/2014/main" id="{C768E3CA-EE05-5C0C-7FDE-235DD91067BA}"/>
              </a:ext>
            </a:extLst>
          </p:cNvPr>
          <p:cNvSpPr>
            <a:spLocks noGrp="1"/>
          </p:cNvSpPr>
          <p:nvPr>
            <p:ph type="sldNum" sz="quarter" idx="34"/>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4" name="Freeform 5">
            <a:extLst>
              <a:ext uri="{FF2B5EF4-FFF2-40B4-BE49-F238E27FC236}">
                <a16:creationId xmlns:a16="http://schemas.microsoft.com/office/drawing/2014/main" id="{074E9702-7D53-759A-8744-90315F172A3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31" name="Content Placeholder 30">
            <a:extLst>
              <a:ext uri="{FF2B5EF4-FFF2-40B4-BE49-F238E27FC236}">
                <a16:creationId xmlns:a16="http://schemas.microsoft.com/office/drawing/2014/main" id="{11D2A5E2-5CF6-5A53-7EC3-8225F0D7FD1E}"/>
              </a:ext>
            </a:extLst>
          </p:cNvPr>
          <p:cNvSpPr>
            <a:spLocks noGrp="1"/>
          </p:cNvSpPr>
          <p:nvPr>
            <p:ph sz="quarter" idx="49" hasCustomPrompt="1"/>
          </p:nvPr>
        </p:nvSpPr>
        <p:spPr>
          <a:xfrm>
            <a:off x="4781550" y="552448"/>
            <a:ext cx="2103120" cy="2057400"/>
          </a:xfrm>
        </p:spPr>
        <p:txBody>
          <a:bodyPr/>
          <a:lstStyle>
            <a:lvl1pPr>
              <a:defRPr sz="4800">
                <a:solidFill>
                  <a:schemeClr val="accent1"/>
                </a:solidFill>
                <a:latin typeface="+mj-lt"/>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Tx/>
              <a:defRPr>
                <a:solidFill>
                  <a:schemeClr val="bg1"/>
                </a:solidFill>
              </a:defRPr>
            </a:lvl9pPr>
          </a:lstStyle>
          <a:p>
            <a:pPr lvl="0"/>
            <a:r>
              <a:rPr lang="en-US"/>
              <a:t>00</a:t>
            </a:r>
          </a:p>
          <a:p>
            <a:pPr lvl="1"/>
            <a:r>
              <a:rPr lang="en-US"/>
              <a:t>Second level</a:t>
            </a:r>
          </a:p>
          <a:p>
            <a:pPr lvl="2"/>
            <a:r>
              <a:rPr lang="en-US"/>
              <a:t>Third level</a:t>
            </a:r>
          </a:p>
          <a:p>
            <a:pPr lvl="3"/>
            <a:r>
              <a:rPr lang="en-US"/>
              <a:t>Fourth level</a:t>
            </a:r>
          </a:p>
          <a:p>
            <a:pPr lvl="4"/>
            <a:r>
              <a:rPr lang="en-US"/>
              <a:t>Fifth level</a:t>
            </a:r>
          </a:p>
        </p:txBody>
      </p:sp>
      <p:sp>
        <p:nvSpPr>
          <p:cNvPr id="34" name="Content Placeholder 33">
            <a:extLst>
              <a:ext uri="{FF2B5EF4-FFF2-40B4-BE49-F238E27FC236}">
                <a16:creationId xmlns:a16="http://schemas.microsoft.com/office/drawing/2014/main" id="{1325EC07-DA2D-56D3-9A3C-C6F0509F3655}"/>
              </a:ext>
            </a:extLst>
          </p:cNvPr>
          <p:cNvSpPr>
            <a:spLocks noGrp="1"/>
          </p:cNvSpPr>
          <p:nvPr>
            <p:ph sz="quarter" idx="50" hasCustomPrompt="1"/>
          </p:nvPr>
        </p:nvSpPr>
        <p:spPr>
          <a:xfrm>
            <a:off x="7157707" y="552449"/>
            <a:ext cx="2103120"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Tx/>
              <a:defRPr>
                <a:solidFill>
                  <a:schemeClr val="bg1"/>
                </a:solidFill>
              </a:defRPr>
            </a:lvl9pPr>
          </a:lstStyle>
          <a:p>
            <a:pPr marL="0" lvl="0" indent="0" algn="l" defTabSz="914400" rtl="0" eaLnBrk="1" latinLnBrk="0" hangingPunct="1">
              <a:lnSpc>
                <a:spcPct val="101000"/>
              </a:lnSpc>
              <a:spcBef>
                <a:spcPts val="0"/>
              </a:spcBef>
              <a:spcAft>
                <a:spcPts val="600"/>
              </a:spcAft>
              <a:buFont typeface="GT America Regular"/>
              <a:buNone/>
            </a:pPr>
            <a:r>
              <a:rPr lang="en-US"/>
              <a:t>00</a:t>
            </a:r>
          </a:p>
          <a:p>
            <a:pPr lvl="1"/>
            <a:r>
              <a:rPr lang="en-US"/>
              <a:t>Second level</a:t>
            </a:r>
          </a:p>
          <a:p>
            <a:pPr lvl="2"/>
            <a:r>
              <a:rPr lang="en-US"/>
              <a:t>Third level</a:t>
            </a:r>
          </a:p>
          <a:p>
            <a:pPr lvl="3"/>
            <a:r>
              <a:rPr lang="en-US"/>
              <a:t>Fourth level</a:t>
            </a:r>
          </a:p>
          <a:p>
            <a:pPr lvl="4"/>
            <a:r>
              <a:rPr lang="en-US"/>
              <a:t>Fifth level</a:t>
            </a:r>
          </a:p>
        </p:txBody>
      </p:sp>
      <p:sp>
        <p:nvSpPr>
          <p:cNvPr id="36" name="Content Placeholder 35">
            <a:extLst>
              <a:ext uri="{FF2B5EF4-FFF2-40B4-BE49-F238E27FC236}">
                <a16:creationId xmlns:a16="http://schemas.microsoft.com/office/drawing/2014/main" id="{34DD913C-76A7-91A4-17C2-6A7974B58E09}"/>
              </a:ext>
            </a:extLst>
          </p:cNvPr>
          <p:cNvSpPr>
            <a:spLocks noGrp="1"/>
          </p:cNvSpPr>
          <p:nvPr>
            <p:ph sz="quarter" idx="51" hasCustomPrompt="1"/>
          </p:nvPr>
        </p:nvSpPr>
        <p:spPr>
          <a:xfrm>
            <a:off x="9533864" y="552449"/>
            <a:ext cx="2103120"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Tx/>
              <a:defRPr>
                <a:solidFill>
                  <a:schemeClr val="bg1"/>
                </a:solidFill>
              </a:defRPr>
            </a:lvl9pPr>
          </a:lstStyle>
          <a:p>
            <a:pPr marL="0" lvl="0" indent="0" algn="l" defTabSz="914400" rtl="0" eaLnBrk="1" latinLnBrk="0" hangingPunct="1">
              <a:lnSpc>
                <a:spcPct val="101000"/>
              </a:lnSpc>
              <a:spcBef>
                <a:spcPts val="0"/>
              </a:spcBef>
              <a:spcAft>
                <a:spcPts val="600"/>
              </a:spcAft>
              <a:buFont typeface="GT America Regular"/>
              <a:buNone/>
            </a:pPr>
            <a:r>
              <a:rPr lang="en-US"/>
              <a:t>00</a:t>
            </a:r>
          </a:p>
          <a:p>
            <a:pPr lvl="1"/>
            <a:r>
              <a:rPr lang="en-US"/>
              <a:t>Second level</a:t>
            </a:r>
          </a:p>
          <a:p>
            <a:pPr lvl="2"/>
            <a:r>
              <a:rPr lang="en-US"/>
              <a:t>Third level</a:t>
            </a:r>
          </a:p>
          <a:p>
            <a:pPr lvl="3"/>
            <a:r>
              <a:rPr lang="en-US"/>
              <a:t>Fourth level</a:t>
            </a:r>
          </a:p>
          <a:p>
            <a:pPr lvl="4"/>
            <a:r>
              <a:rPr lang="en-US"/>
              <a:t>Fifth level</a:t>
            </a:r>
          </a:p>
        </p:txBody>
      </p:sp>
      <p:sp>
        <p:nvSpPr>
          <p:cNvPr id="38" name="Content Placeholder 37">
            <a:extLst>
              <a:ext uri="{FF2B5EF4-FFF2-40B4-BE49-F238E27FC236}">
                <a16:creationId xmlns:a16="http://schemas.microsoft.com/office/drawing/2014/main" id="{91F7FEDE-0C8C-BB6B-64FE-0D7DAA4C41CC}"/>
              </a:ext>
            </a:extLst>
          </p:cNvPr>
          <p:cNvSpPr>
            <a:spLocks noGrp="1"/>
          </p:cNvSpPr>
          <p:nvPr>
            <p:ph sz="quarter" idx="52" hasCustomPrompt="1"/>
          </p:nvPr>
        </p:nvSpPr>
        <p:spPr>
          <a:xfrm>
            <a:off x="4768285" y="3013075"/>
            <a:ext cx="2103120"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Tx/>
              <a:defRPr>
                <a:solidFill>
                  <a:schemeClr val="bg1"/>
                </a:solidFill>
              </a:defRPr>
            </a:lvl9pPr>
          </a:lstStyle>
          <a:p>
            <a:pPr marL="0" lvl="0" indent="0" algn="l" defTabSz="914400" rtl="0" eaLnBrk="1" latinLnBrk="0" hangingPunct="1">
              <a:lnSpc>
                <a:spcPct val="101000"/>
              </a:lnSpc>
              <a:spcBef>
                <a:spcPts val="0"/>
              </a:spcBef>
              <a:spcAft>
                <a:spcPts val="600"/>
              </a:spcAft>
              <a:buFont typeface="GT America Regular"/>
              <a:buNone/>
            </a:pPr>
            <a:r>
              <a:rPr lang="en-US"/>
              <a:t>00</a:t>
            </a:r>
          </a:p>
          <a:p>
            <a:pPr lvl="1"/>
            <a:r>
              <a:rPr lang="en-US"/>
              <a:t>Second level</a:t>
            </a:r>
          </a:p>
          <a:p>
            <a:pPr lvl="2"/>
            <a:r>
              <a:rPr lang="en-US"/>
              <a:t>Third level</a:t>
            </a:r>
          </a:p>
          <a:p>
            <a:pPr lvl="3"/>
            <a:r>
              <a:rPr lang="en-US"/>
              <a:t>Fourth level</a:t>
            </a:r>
          </a:p>
          <a:p>
            <a:pPr lvl="4"/>
            <a:r>
              <a:rPr lang="en-US"/>
              <a:t>Fifth level</a:t>
            </a:r>
          </a:p>
        </p:txBody>
      </p:sp>
      <p:sp>
        <p:nvSpPr>
          <p:cNvPr id="40" name="Content Placeholder 39">
            <a:extLst>
              <a:ext uri="{FF2B5EF4-FFF2-40B4-BE49-F238E27FC236}">
                <a16:creationId xmlns:a16="http://schemas.microsoft.com/office/drawing/2014/main" id="{F341F831-D937-52AC-79EE-ED9B317A7A26}"/>
              </a:ext>
            </a:extLst>
          </p:cNvPr>
          <p:cNvSpPr>
            <a:spLocks noGrp="1"/>
          </p:cNvSpPr>
          <p:nvPr>
            <p:ph sz="quarter" idx="53" hasCustomPrompt="1"/>
          </p:nvPr>
        </p:nvSpPr>
        <p:spPr>
          <a:xfrm>
            <a:off x="7138252" y="3013074"/>
            <a:ext cx="2103120"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Tx/>
              <a:defRPr>
                <a:solidFill>
                  <a:schemeClr val="bg1"/>
                </a:solidFill>
              </a:defRPr>
            </a:lvl9pPr>
          </a:lstStyle>
          <a:p>
            <a:pPr marL="0" lvl="0" indent="0" algn="l" defTabSz="914400" rtl="0" eaLnBrk="1" latinLnBrk="0" hangingPunct="1">
              <a:lnSpc>
                <a:spcPct val="101000"/>
              </a:lnSpc>
              <a:spcBef>
                <a:spcPts val="0"/>
              </a:spcBef>
              <a:spcAft>
                <a:spcPts val="600"/>
              </a:spcAft>
              <a:buFont typeface="GT America Regular"/>
              <a:buNone/>
            </a:pPr>
            <a:r>
              <a:rPr lang="en-US"/>
              <a:t>00</a:t>
            </a:r>
          </a:p>
          <a:p>
            <a:pPr lvl="1"/>
            <a:r>
              <a:rPr lang="en-US"/>
              <a:t>Second level</a:t>
            </a:r>
          </a:p>
          <a:p>
            <a:pPr lvl="2"/>
            <a:r>
              <a:rPr lang="en-US"/>
              <a:t>Third level</a:t>
            </a:r>
          </a:p>
          <a:p>
            <a:pPr lvl="3"/>
            <a:r>
              <a:rPr lang="en-US"/>
              <a:t>Fourth level</a:t>
            </a:r>
          </a:p>
          <a:p>
            <a:pPr lvl="4"/>
            <a:r>
              <a:rPr lang="en-US"/>
              <a:t>Fifth level</a:t>
            </a:r>
          </a:p>
        </p:txBody>
      </p:sp>
      <p:sp>
        <p:nvSpPr>
          <p:cNvPr id="42" name="Content Placeholder 41">
            <a:extLst>
              <a:ext uri="{FF2B5EF4-FFF2-40B4-BE49-F238E27FC236}">
                <a16:creationId xmlns:a16="http://schemas.microsoft.com/office/drawing/2014/main" id="{34CDFFDE-72E2-952B-48CC-53250B995DFF}"/>
              </a:ext>
            </a:extLst>
          </p:cNvPr>
          <p:cNvSpPr>
            <a:spLocks noGrp="1"/>
          </p:cNvSpPr>
          <p:nvPr>
            <p:ph sz="quarter" idx="54" hasCustomPrompt="1"/>
          </p:nvPr>
        </p:nvSpPr>
        <p:spPr>
          <a:xfrm>
            <a:off x="9520599" y="3013074"/>
            <a:ext cx="2116385"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Tx/>
              <a:defRPr>
                <a:solidFill>
                  <a:schemeClr val="bg1"/>
                </a:solidFill>
              </a:defRPr>
            </a:lvl9pPr>
          </a:lstStyle>
          <a:p>
            <a:pPr marL="0" lvl="0" indent="0" algn="l" defTabSz="914400" rtl="0" eaLnBrk="1" latinLnBrk="0" hangingPunct="1">
              <a:lnSpc>
                <a:spcPct val="101000"/>
              </a:lnSpc>
              <a:spcBef>
                <a:spcPts val="0"/>
              </a:spcBef>
              <a:spcAft>
                <a:spcPts val="600"/>
              </a:spcAft>
              <a:buFont typeface="GT America Regular"/>
              <a:buNone/>
            </a:pPr>
            <a:r>
              <a:rPr lang="en-US"/>
              <a:t>00</a:t>
            </a:r>
          </a:p>
          <a:p>
            <a:pPr lvl="1"/>
            <a:r>
              <a:rPr lang="en-US"/>
              <a:t>Second level</a:t>
            </a:r>
          </a:p>
          <a:p>
            <a:pPr lvl="2"/>
            <a:r>
              <a:rPr lang="en-US"/>
              <a:t>Third level</a:t>
            </a:r>
          </a:p>
          <a:p>
            <a:pPr lvl="3"/>
            <a:r>
              <a:rPr lang="en-US"/>
              <a:t>Fourth level</a:t>
            </a:r>
          </a:p>
          <a:p>
            <a:pPr lvl="4"/>
            <a:r>
              <a:rPr lang="en-US"/>
              <a:t>Fifth level</a:t>
            </a:r>
          </a:p>
        </p:txBody>
      </p:sp>
      <p:sp>
        <p:nvSpPr>
          <p:cNvPr id="2" name="Title 4">
            <a:extLst>
              <a:ext uri="{FF2B5EF4-FFF2-40B4-BE49-F238E27FC236}">
                <a16:creationId xmlns:a16="http://schemas.microsoft.com/office/drawing/2014/main" id="{1ED47BCD-E032-EE0A-E9FC-31AEFAA7BBD9}"/>
              </a:ext>
            </a:extLst>
          </p:cNvPr>
          <p:cNvSpPr>
            <a:spLocks noGrp="1"/>
          </p:cNvSpPr>
          <p:nvPr>
            <p:ph type="title"/>
          </p:nvPr>
        </p:nvSpPr>
        <p:spPr>
          <a:xfrm>
            <a:off x="546102" y="552450"/>
            <a:ext cx="3235484" cy="928909"/>
          </a:xfrm>
        </p:spPr>
        <p:txBody>
          <a:bodyPr>
            <a:spAutoFit/>
          </a:bodyPr>
          <a:lstStyle/>
          <a:p>
            <a:r>
              <a:rPr lang="en-US"/>
              <a:t>Click to edit Master title style</a:t>
            </a:r>
          </a:p>
        </p:txBody>
      </p:sp>
      <p:sp>
        <p:nvSpPr>
          <p:cNvPr id="5" name="Text Placeholder 11">
            <a:extLst>
              <a:ext uri="{FF2B5EF4-FFF2-40B4-BE49-F238E27FC236}">
                <a16:creationId xmlns:a16="http://schemas.microsoft.com/office/drawing/2014/main" id="{D95A9F0B-2379-7645-1290-A0D5EFFEDF8C}"/>
              </a:ext>
            </a:extLst>
          </p:cNvPr>
          <p:cNvSpPr>
            <a:spLocks noGrp="1"/>
          </p:cNvSpPr>
          <p:nvPr>
            <p:ph type="body" sz="quarter" idx="18"/>
          </p:nvPr>
        </p:nvSpPr>
        <p:spPr>
          <a:xfrm>
            <a:off x="546101" y="1616935"/>
            <a:ext cx="3235485" cy="597792"/>
          </a:xfrm>
        </p:spPr>
        <p:txBody>
          <a:bodyPr>
            <a:sp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7" name="Content Placeholder 25">
            <a:extLst>
              <a:ext uri="{FF2B5EF4-FFF2-40B4-BE49-F238E27FC236}">
                <a16:creationId xmlns:a16="http://schemas.microsoft.com/office/drawing/2014/main" id="{7BF9567B-EC04-F42D-1416-AD1D9ABEB0CD}"/>
              </a:ext>
            </a:extLst>
          </p:cNvPr>
          <p:cNvSpPr>
            <a:spLocks noGrp="1"/>
          </p:cNvSpPr>
          <p:nvPr>
            <p:ph sz="quarter" idx="23"/>
          </p:nvPr>
        </p:nvSpPr>
        <p:spPr>
          <a:xfrm>
            <a:off x="546100" y="2479728"/>
            <a:ext cx="3236976" cy="338767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6" name="Group 5">
            <a:extLst>
              <a:ext uri="{FF2B5EF4-FFF2-40B4-BE49-F238E27FC236}">
                <a16:creationId xmlns:a16="http://schemas.microsoft.com/office/drawing/2014/main" id="{7D8881B1-D200-18EB-D564-AFA848407833}"/>
              </a:ext>
            </a:extLst>
          </p:cNvPr>
          <p:cNvGrpSpPr/>
          <p:nvPr userDrawn="1"/>
        </p:nvGrpSpPr>
        <p:grpSpPr>
          <a:xfrm>
            <a:off x="12356815" y="0"/>
            <a:ext cx="756834" cy="6872642"/>
            <a:chOff x="12356815" y="0"/>
            <a:chExt cx="756834" cy="6872642"/>
          </a:xfrm>
        </p:grpSpPr>
        <p:sp>
          <p:nvSpPr>
            <p:cNvPr id="8" name="Rectangle 7">
              <a:extLst>
                <a:ext uri="{FF2B5EF4-FFF2-40B4-BE49-F238E27FC236}">
                  <a16:creationId xmlns:a16="http://schemas.microsoft.com/office/drawing/2014/main" id="{C3A0CE23-DD1E-9BD9-CC14-41D2D9830FE1}"/>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9" name="TextBox 8">
              <a:extLst>
                <a:ext uri="{FF2B5EF4-FFF2-40B4-BE49-F238E27FC236}">
                  <a16:creationId xmlns:a16="http://schemas.microsoft.com/office/drawing/2014/main" id="{33ACC6EB-DB0A-6101-D082-B68EDF18E43E}"/>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0" name="Rectangle 9">
              <a:extLst>
                <a:ext uri="{FF2B5EF4-FFF2-40B4-BE49-F238E27FC236}">
                  <a16:creationId xmlns:a16="http://schemas.microsoft.com/office/drawing/2014/main" id="{AF5D0E53-8163-9430-94E0-AAD6C46DDCC8}"/>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2" name="Group 11">
              <a:extLst>
                <a:ext uri="{FF2B5EF4-FFF2-40B4-BE49-F238E27FC236}">
                  <a16:creationId xmlns:a16="http://schemas.microsoft.com/office/drawing/2014/main" id="{D6206DF1-2628-D099-8ABE-8C542D557B6A}"/>
                </a:ext>
              </a:extLst>
            </p:cNvPr>
            <p:cNvGrpSpPr/>
            <p:nvPr userDrawn="1"/>
          </p:nvGrpSpPr>
          <p:grpSpPr>
            <a:xfrm>
              <a:off x="12442019" y="3791214"/>
              <a:ext cx="382660" cy="2882942"/>
              <a:chOff x="14001569" y="3716048"/>
              <a:chExt cx="316248" cy="3171236"/>
            </a:xfrm>
          </p:grpSpPr>
          <p:sp>
            <p:nvSpPr>
              <p:cNvPr id="26" name="Rectangle 25">
                <a:extLst>
                  <a:ext uri="{FF2B5EF4-FFF2-40B4-BE49-F238E27FC236}">
                    <a16:creationId xmlns:a16="http://schemas.microsoft.com/office/drawing/2014/main" id="{BE205073-4AA4-A99C-006C-517F6C6BB3E2}"/>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71787994-B308-D0DF-4D32-A66B302B556A}"/>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229AED35-EFEB-90E3-0C6A-625D2B080BCF}"/>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32564494-088E-9FAA-5499-1669BCFFC4B9}"/>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E8F40A12-4861-954D-EFCF-B69044659B6A}"/>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EF547A5C-5AC2-5A3C-4FD9-14A4CDE4D5D5}"/>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7736E213-3238-ADD8-3F88-193950954CAA}"/>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4553E4E3-F238-36FC-784A-FC8A8EC35172}"/>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3F9BCC5E-1A1F-3BB6-45C5-D7C976EF3A9E}"/>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D37788E8-1BED-25F9-970A-CFCA477AAB0A}"/>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3" name="Group 12">
              <a:extLst>
                <a:ext uri="{FF2B5EF4-FFF2-40B4-BE49-F238E27FC236}">
                  <a16:creationId xmlns:a16="http://schemas.microsoft.com/office/drawing/2014/main" id="{AA138F33-66EF-F47D-30A1-F52D167C1FB9}"/>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591662F3-192A-3B3E-B78F-17D0613CC14A}"/>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541910E5-33A7-6F48-B5E6-0B68847E5E58}"/>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86BE3CF4-72BC-0D36-900C-4B451783A981}"/>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5980B665-19CE-02CC-76C9-5186882A2A5B}"/>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B714CE55-6D6C-1460-FA12-83D0C654B29E}"/>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D5B1493A-CFC4-6895-C6F6-30D2176AA886}"/>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7CCFEAA8-4899-D087-B68E-9C05DDD90996}"/>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E986F03E-7E80-6EB0-99CE-377CE4082D5A}"/>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8B5BBD08-F1E8-D17B-A7FF-AB75045E0D03}"/>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6F5DBD99-3EA4-317B-7EA0-DC53737080EF}"/>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17309F00-0962-AE23-B3C3-1CB765B36E08}"/>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3" name="TextBox 42">
            <a:extLst>
              <a:ext uri="{FF2B5EF4-FFF2-40B4-BE49-F238E27FC236}">
                <a16:creationId xmlns:a16="http://schemas.microsoft.com/office/drawing/2014/main" id="{03A31664-22AD-EBC6-2205-BE2FC267BAA6}"/>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44" name="Text Placeholder 15">
            <a:extLst>
              <a:ext uri="{FF2B5EF4-FFF2-40B4-BE49-F238E27FC236}">
                <a16:creationId xmlns:a16="http://schemas.microsoft.com/office/drawing/2014/main" id="{4E80F6AE-79B1-9C04-5526-F2E1FCA2FF43}"/>
              </a:ext>
            </a:extLst>
          </p:cNvPr>
          <p:cNvSpPr>
            <a:spLocks noGrp="1"/>
          </p:cNvSpPr>
          <p:nvPr>
            <p:ph type="body" sz="quarter" idx="22"/>
          </p:nvPr>
        </p:nvSpPr>
        <p:spPr>
          <a:xfrm>
            <a:off x="546099" y="6019800"/>
            <a:ext cx="3236976"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3438393807"/>
      </p:ext>
    </p:extLst>
  </p:cSld>
  <p:clrMapOvr>
    <a:masterClrMapping/>
  </p:clrMapOvr>
</p:sldLayout>
</file>

<file path=ppt/slideLayouts/slideLayout148.xml><?xml version="1.0" encoding="utf-8"?>
<p:sldLayout xmlns:a="http://schemas.openxmlformats.org/drawingml/2006/main" xmlns:r="http://schemas.openxmlformats.org/officeDocument/2006/relationships" xmlns:p="http://schemas.openxmlformats.org/presentationml/2006/main" preserve="1" userDrawn="1">
  <p:cSld name="1 Column Left - Quadrants">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03C4470B-105F-2417-D68A-6BFA4A3C88AA}"/>
              </a:ext>
            </a:extLst>
          </p:cNvPr>
          <p:cNvSpPr>
            <a:spLocks/>
          </p:cNvSpPr>
          <p:nvPr userDrawn="1"/>
        </p:nvSpPr>
        <p:spPr>
          <a:xfrm>
            <a:off x="4055115" y="0"/>
            <a:ext cx="8136885" cy="685800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Freeform 5">
            <a:extLst>
              <a:ext uri="{FF2B5EF4-FFF2-40B4-BE49-F238E27FC236}">
                <a16:creationId xmlns:a16="http://schemas.microsoft.com/office/drawing/2014/main" id="{68BA6A1E-20D9-E197-8F00-A2A7CD418E82}"/>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20" name="Content Placeholder 19">
            <a:extLst>
              <a:ext uri="{FF2B5EF4-FFF2-40B4-BE49-F238E27FC236}">
                <a16:creationId xmlns:a16="http://schemas.microsoft.com/office/drawing/2014/main" id="{8C68C4CC-CEF3-3402-F640-B77CCA9E63E6}"/>
              </a:ext>
            </a:extLst>
          </p:cNvPr>
          <p:cNvSpPr>
            <a:spLocks noGrp="1"/>
          </p:cNvSpPr>
          <p:nvPr>
            <p:ph sz="quarter" idx="47" hasCustomPrompt="1"/>
          </p:nvPr>
        </p:nvSpPr>
        <p:spPr>
          <a:xfrm>
            <a:off x="4059881" y="0"/>
            <a:ext cx="4069080" cy="3432175"/>
          </a:xfrm>
          <a:solidFill>
            <a:schemeClr val="accent1"/>
          </a:solidFill>
        </p:spPr>
        <p:txBody>
          <a:bodyPr lIns="457200" tIns="457200" rIns="457200" bIns="457200" anchor="ctr"/>
          <a:lstStyle>
            <a:lvl1pPr>
              <a:defRPr b="1">
                <a:solidFill>
                  <a:schemeClr val="bg1"/>
                </a:solidFill>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marL="800100" indent="0">
              <a:buNone/>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Add a photo or chart</a:t>
            </a:r>
          </a:p>
          <a:p>
            <a:pPr lvl="1"/>
            <a:r>
              <a:rPr lang="en-US"/>
              <a:t>Second level</a:t>
            </a:r>
          </a:p>
          <a:p>
            <a:pPr lvl="2"/>
            <a:r>
              <a:rPr lang="en-US"/>
              <a:t>Third level</a:t>
            </a:r>
          </a:p>
          <a:p>
            <a:pPr lvl="3"/>
            <a:r>
              <a:rPr lang="en-US"/>
              <a:t>Fourth level</a:t>
            </a:r>
          </a:p>
          <a:p>
            <a:pPr lvl="4"/>
            <a:r>
              <a:rPr lang="en-US"/>
              <a:t>Fifth level</a:t>
            </a:r>
          </a:p>
        </p:txBody>
      </p:sp>
      <p:sp>
        <p:nvSpPr>
          <p:cNvPr id="22" name="Content Placeholder 21">
            <a:extLst>
              <a:ext uri="{FF2B5EF4-FFF2-40B4-BE49-F238E27FC236}">
                <a16:creationId xmlns:a16="http://schemas.microsoft.com/office/drawing/2014/main" id="{419B93D8-9F40-73DB-5A94-C874C8DAA5C6}"/>
              </a:ext>
            </a:extLst>
          </p:cNvPr>
          <p:cNvSpPr>
            <a:spLocks noGrp="1"/>
          </p:cNvSpPr>
          <p:nvPr>
            <p:ph sz="quarter" idx="48" hasCustomPrompt="1"/>
          </p:nvPr>
        </p:nvSpPr>
        <p:spPr>
          <a:xfrm>
            <a:off x="8122920" y="3429000"/>
            <a:ext cx="4069080" cy="3429000"/>
          </a:xfrm>
          <a:solidFill>
            <a:schemeClr val="accent1"/>
          </a:solidFill>
        </p:spPr>
        <p:txBody>
          <a:bodyPr lIns="457200" tIns="457200" rIns="457200" bIns="457200" anchor="ctr" anchorCtr="0"/>
          <a:lstStyle>
            <a:lvl1pPr>
              <a:defRPr b="1">
                <a:solidFill>
                  <a:schemeClr val="bg1"/>
                </a:solidFill>
              </a:defRPr>
            </a:lvl1pPr>
            <a:lvl2pPr>
              <a:buClrTx/>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Tx/>
              <a:defRPr>
                <a:solidFill>
                  <a:schemeClr val="bg1"/>
                </a:solidFill>
              </a:defRPr>
            </a:lvl9pPr>
          </a:lstStyle>
          <a:p>
            <a:pPr lvl="0"/>
            <a:r>
              <a:rPr lang="en-US"/>
              <a:t>Add a photo or chart</a:t>
            </a:r>
          </a:p>
          <a:p>
            <a:pPr lvl="1"/>
            <a:r>
              <a:rPr lang="en-US"/>
              <a:t>Second level</a:t>
            </a:r>
          </a:p>
          <a:p>
            <a:pPr lvl="2"/>
            <a:r>
              <a:rPr lang="en-US"/>
              <a:t>Third level</a:t>
            </a:r>
          </a:p>
          <a:p>
            <a:pPr lvl="3"/>
            <a:r>
              <a:rPr lang="en-US"/>
              <a:t>Fourth level</a:t>
            </a:r>
          </a:p>
          <a:p>
            <a:pPr lvl="4"/>
            <a:r>
              <a:rPr lang="en-US"/>
              <a:t>Fifth level</a:t>
            </a:r>
          </a:p>
        </p:txBody>
      </p:sp>
      <p:sp>
        <p:nvSpPr>
          <p:cNvPr id="25" name="Content Placeholder 24">
            <a:extLst>
              <a:ext uri="{FF2B5EF4-FFF2-40B4-BE49-F238E27FC236}">
                <a16:creationId xmlns:a16="http://schemas.microsoft.com/office/drawing/2014/main" id="{F6249455-82E8-40E3-5DFB-873B422998AB}"/>
              </a:ext>
            </a:extLst>
          </p:cNvPr>
          <p:cNvSpPr>
            <a:spLocks noGrp="1"/>
          </p:cNvSpPr>
          <p:nvPr>
            <p:ph sz="quarter" idx="49" hasCustomPrompt="1"/>
          </p:nvPr>
        </p:nvSpPr>
        <p:spPr>
          <a:xfrm>
            <a:off x="4056860" y="3429000"/>
            <a:ext cx="4069080" cy="3429000"/>
          </a:xfrm>
          <a:solidFill>
            <a:schemeClr val="tx2"/>
          </a:solidFill>
        </p:spPr>
        <p:txBody>
          <a:bodyPr vert="horz" lIns="457200" tIns="457200" rIns="457200" bIns="457200" rtlCol="0" anchor="ctr">
            <a:normAutofit/>
          </a:bodyPr>
          <a:lstStyle>
            <a:lvl1pPr>
              <a:defRPr lang="en-US" sz="2100" b="0" dirty="0" smtClean="0">
                <a:solidFill>
                  <a:schemeClr val="bg1"/>
                </a:solidFill>
                <a:latin typeface="+mj-lt"/>
              </a:defRPr>
            </a:lvl1pPr>
            <a:lvl2pPr>
              <a:defRPr lang="en-US" dirty="0" smtClean="0">
                <a:solidFill>
                  <a:schemeClr val="bg1"/>
                </a:solidFill>
              </a:defRPr>
            </a:lvl2pPr>
            <a:lvl3pPr>
              <a:buClrTx/>
              <a:defRPr lang="en-US" dirty="0" smtClean="0">
                <a:solidFill>
                  <a:schemeClr val="bg1"/>
                </a:solidFill>
              </a:defRPr>
            </a:lvl3pPr>
            <a:lvl4pPr>
              <a:defRPr lang="en-US" dirty="0" smtClean="0">
                <a:solidFill>
                  <a:schemeClr val="bg1"/>
                </a:solidFill>
              </a:defRPr>
            </a:lvl4pPr>
            <a:lvl5pPr>
              <a:buClrTx/>
              <a:defRPr lang="en-US" dirty="0">
                <a:solidFill>
                  <a:schemeClr val="bg1"/>
                </a:solidFill>
              </a:defRPr>
            </a:lvl5pPr>
            <a:lvl6pPr marL="800100" indent="0">
              <a:buNone/>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Quotes or text</a:t>
            </a:r>
          </a:p>
          <a:p>
            <a:pPr lvl="1"/>
            <a:r>
              <a:rPr lang="en-US"/>
              <a:t>Second level</a:t>
            </a:r>
          </a:p>
          <a:p>
            <a:pPr lvl="2"/>
            <a:r>
              <a:rPr lang="en-US"/>
              <a:t>Third level</a:t>
            </a:r>
          </a:p>
          <a:p>
            <a:pPr lvl="3"/>
            <a:r>
              <a:rPr lang="en-US"/>
              <a:t>Fourth level</a:t>
            </a:r>
          </a:p>
          <a:p>
            <a:pPr lvl="4"/>
            <a:r>
              <a:rPr lang="en-US"/>
              <a:t>Fifth level</a:t>
            </a:r>
          </a:p>
        </p:txBody>
      </p:sp>
      <p:sp>
        <p:nvSpPr>
          <p:cNvPr id="27" name="Content Placeholder 26">
            <a:extLst>
              <a:ext uri="{FF2B5EF4-FFF2-40B4-BE49-F238E27FC236}">
                <a16:creationId xmlns:a16="http://schemas.microsoft.com/office/drawing/2014/main" id="{6433A83F-D9D0-E3DD-A0A1-A356E73FBFB2}"/>
              </a:ext>
            </a:extLst>
          </p:cNvPr>
          <p:cNvSpPr>
            <a:spLocks noGrp="1"/>
          </p:cNvSpPr>
          <p:nvPr>
            <p:ph sz="quarter" idx="50" hasCustomPrompt="1"/>
          </p:nvPr>
        </p:nvSpPr>
        <p:spPr>
          <a:xfrm>
            <a:off x="8119763" y="0"/>
            <a:ext cx="4072237" cy="3432174"/>
          </a:xfrm>
          <a:solidFill>
            <a:schemeClr val="tx2"/>
          </a:solidFill>
        </p:spPr>
        <p:txBody>
          <a:bodyPr vert="horz" lIns="457200" tIns="457200" rIns="457200" bIns="457200" rtlCol="0" anchor="ctr">
            <a:normAutofit/>
          </a:bodyPr>
          <a:lstStyle>
            <a:lvl1pPr>
              <a:defRPr lang="en-US" sz="2100" dirty="0" smtClean="0">
                <a:solidFill>
                  <a:schemeClr val="bg1"/>
                </a:solidFill>
                <a:latin typeface="+mj-lt"/>
              </a:defRPr>
            </a:lvl1pPr>
            <a:lvl2pPr>
              <a:defRPr lang="en-US" dirty="0" smtClean="0">
                <a:solidFill>
                  <a:schemeClr val="bg1"/>
                </a:solidFill>
              </a:defRPr>
            </a:lvl2pPr>
            <a:lvl3pPr>
              <a:buClrTx/>
              <a:defRPr lang="en-US" dirty="0" smtClean="0">
                <a:solidFill>
                  <a:schemeClr val="bg1"/>
                </a:solidFill>
              </a:defRPr>
            </a:lvl3pPr>
            <a:lvl4pPr>
              <a:defRPr lang="en-US" dirty="0" smtClean="0">
                <a:solidFill>
                  <a:schemeClr val="bg1"/>
                </a:solidFill>
              </a:defRPr>
            </a:lvl4pPr>
            <a:lvl5pPr>
              <a:buClrTx/>
              <a:defRPr lang="en-US" dirty="0">
                <a:solidFill>
                  <a:schemeClr val="bg1"/>
                </a:solidFill>
              </a:defRPr>
            </a:lvl5pPr>
            <a:lvl6pPr marL="800100" indent="0">
              <a:buNone/>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Quotes or text</a:t>
            </a:r>
          </a:p>
          <a:p>
            <a:pPr lvl="1"/>
            <a:r>
              <a:rPr lang="en-US"/>
              <a:t>Second level</a:t>
            </a:r>
          </a:p>
          <a:p>
            <a:pPr lvl="2"/>
            <a:r>
              <a:rPr lang="en-US"/>
              <a:t>Third level</a:t>
            </a:r>
          </a:p>
          <a:p>
            <a:pPr lvl="3"/>
            <a:r>
              <a:rPr lang="en-US"/>
              <a:t>Fourth level</a:t>
            </a:r>
          </a:p>
          <a:p>
            <a:pPr lvl="4"/>
            <a:r>
              <a:rPr lang="en-US"/>
              <a:t>Fifth level</a:t>
            </a:r>
          </a:p>
        </p:txBody>
      </p:sp>
      <p:sp>
        <p:nvSpPr>
          <p:cNvPr id="2" name="TextBox 1">
            <a:extLst>
              <a:ext uri="{FF2B5EF4-FFF2-40B4-BE49-F238E27FC236}">
                <a16:creationId xmlns:a16="http://schemas.microsoft.com/office/drawing/2014/main" id="{9658EFFC-A176-5366-6879-32E334503950}"/>
              </a:ext>
            </a:extLst>
          </p:cNvPr>
          <p:cNvSpPr txBox="1"/>
          <p:nvPr userDrawn="1"/>
        </p:nvSpPr>
        <p:spPr>
          <a:xfrm>
            <a:off x="-228600" y="1054100"/>
            <a:ext cx="0" cy="0"/>
          </a:xfrm>
          <a:prstGeom prst="rect">
            <a:avLst/>
          </a:prstGeom>
          <a:noFill/>
        </p:spPr>
        <p:txBody>
          <a:bodyPr wrap="none" lIns="0" tIns="0" rIns="0" bIns="0" rtlCol="0">
            <a:noAutofit/>
          </a:bodyPr>
          <a:lstStyle/>
          <a:p>
            <a:pPr marL="285750" indent="-285750" algn="l">
              <a:lnSpc>
                <a:spcPct val="101000"/>
              </a:lnSpc>
              <a:spcAft>
                <a:spcPts val="600"/>
              </a:spcAft>
              <a:buFont typeface="GT America" charset="0"/>
              <a:buChar char="→"/>
            </a:pPr>
            <a:endParaRPr kumimoji="0" lang="en-US" sz="1400" b="0"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sp>
        <p:nvSpPr>
          <p:cNvPr id="5" name="Title 4">
            <a:extLst>
              <a:ext uri="{FF2B5EF4-FFF2-40B4-BE49-F238E27FC236}">
                <a16:creationId xmlns:a16="http://schemas.microsoft.com/office/drawing/2014/main" id="{9E0ED873-BA81-A81C-58F6-B25E780B9026}"/>
              </a:ext>
            </a:extLst>
          </p:cNvPr>
          <p:cNvSpPr>
            <a:spLocks noGrp="1"/>
          </p:cNvSpPr>
          <p:nvPr>
            <p:ph type="title"/>
          </p:nvPr>
        </p:nvSpPr>
        <p:spPr>
          <a:xfrm>
            <a:off x="546102" y="552450"/>
            <a:ext cx="3235484" cy="928909"/>
          </a:xfrm>
        </p:spPr>
        <p:txBody>
          <a:bodyPr>
            <a:spAutoFit/>
          </a:bodyPr>
          <a:lstStyle/>
          <a:p>
            <a:r>
              <a:rPr lang="en-US"/>
              <a:t>Click to edit Master title style</a:t>
            </a:r>
          </a:p>
        </p:txBody>
      </p:sp>
      <p:sp>
        <p:nvSpPr>
          <p:cNvPr id="7" name="Text Placeholder 11">
            <a:extLst>
              <a:ext uri="{FF2B5EF4-FFF2-40B4-BE49-F238E27FC236}">
                <a16:creationId xmlns:a16="http://schemas.microsoft.com/office/drawing/2014/main" id="{482A17A4-4F82-636E-24E6-FEC770A6BDC6}"/>
              </a:ext>
            </a:extLst>
          </p:cNvPr>
          <p:cNvSpPr>
            <a:spLocks noGrp="1"/>
          </p:cNvSpPr>
          <p:nvPr>
            <p:ph type="body" sz="quarter" idx="18"/>
          </p:nvPr>
        </p:nvSpPr>
        <p:spPr>
          <a:xfrm>
            <a:off x="546101" y="1616935"/>
            <a:ext cx="3235485" cy="597792"/>
          </a:xfrm>
        </p:spPr>
        <p:txBody>
          <a:bodyPr>
            <a:sp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8" name="Content Placeholder 25">
            <a:extLst>
              <a:ext uri="{FF2B5EF4-FFF2-40B4-BE49-F238E27FC236}">
                <a16:creationId xmlns:a16="http://schemas.microsoft.com/office/drawing/2014/main" id="{755DD383-9D16-B6C4-D508-C1EE796A0E4A}"/>
              </a:ext>
            </a:extLst>
          </p:cNvPr>
          <p:cNvSpPr>
            <a:spLocks noGrp="1"/>
          </p:cNvSpPr>
          <p:nvPr>
            <p:ph sz="quarter" idx="23"/>
          </p:nvPr>
        </p:nvSpPr>
        <p:spPr>
          <a:xfrm>
            <a:off x="546100" y="2479728"/>
            <a:ext cx="3236976" cy="338767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6" name="Group 5">
            <a:extLst>
              <a:ext uri="{FF2B5EF4-FFF2-40B4-BE49-F238E27FC236}">
                <a16:creationId xmlns:a16="http://schemas.microsoft.com/office/drawing/2014/main" id="{5D237741-34BB-EF31-E6C4-C6F08267B38D}"/>
              </a:ext>
            </a:extLst>
          </p:cNvPr>
          <p:cNvGrpSpPr/>
          <p:nvPr userDrawn="1"/>
        </p:nvGrpSpPr>
        <p:grpSpPr>
          <a:xfrm>
            <a:off x="12356815" y="0"/>
            <a:ext cx="756834" cy="6872642"/>
            <a:chOff x="12356815" y="0"/>
            <a:chExt cx="756834" cy="6872642"/>
          </a:xfrm>
        </p:grpSpPr>
        <p:sp>
          <p:nvSpPr>
            <p:cNvPr id="9" name="Rectangle 8">
              <a:extLst>
                <a:ext uri="{FF2B5EF4-FFF2-40B4-BE49-F238E27FC236}">
                  <a16:creationId xmlns:a16="http://schemas.microsoft.com/office/drawing/2014/main" id="{6D087A6B-3C0A-1BFB-F029-3F5D96564052}"/>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0" name="TextBox 9">
              <a:extLst>
                <a:ext uri="{FF2B5EF4-FFF2-40B4-BE49-F238E27FC236}">
                  <a16:creationId xmlns:a16="http://schemas.microsoft.com/office/drawing/2014/main" id="{B567E474-AA5A-A83A-3C53-13FDB86BC454}"/>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1" name="Rectangle 10">
              <a:extLst>
                <a:ext uri="{FF2B5EF4-FFF2-40B4-BE49-F238E27FC236}">
                  <a16:creationId xmlns:a16="http://schemas.microsoft.com/office/drawing/2014/main" id="{C6EDEC74-0D22-5396-1541-2F43C74ADB69}"/>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3" name="Group 12">
              <a:extLst>
                <a:ext uri="{FF2B5EF4-FFF2-40B4-BE49-F238E27FC236}">
                  <a16:creationId xmlns:a16="http://schemas.microsoft.com/office/drawing/2014/main" id="{139CC02B-EAA9-BA6D-6D06-9CDC88707448}"/>
                </a:ext>
              </a:extLst>
            </p:cNvPr>
            <p:cNvGrpSpPr/>
            <p:nvPr userDrawn="1"/>
          </p:nvGrpSpPr>
          <p:grpSpPr>
            <a:xfrm>
              <a:off x="12442019" y="3791214"/>
              <a:ext cx="382660" cy="2882942"/>
              <a:chOff x="14001569" y="3716048"/>
              <a:chExt cx="316248" cy="3171236"/>
            </a:xfrm>
          </p:grpSpPr>
          <p:sp>
            <p:nvSpPr>
              <p:cNvPr id="30" name="Rectangle 29">
                <a:extLst>
                  <a:ext uri="{FF2B5EF4-FFF2-40B4-BE49-F238E27FC236}">
                    <a16:creationId xmlns:a16="http://schemas.microsoft.com/office/drawing/2014/main" id="{F363E9E8-1807-88D9-AD2A-CA1D5807684F}"/>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DD4BF13D-636E-5EBE-2D53-CCB6F0DE4A0D}"/>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A91C3796-9C7F-FF5D-9194-E605027671CD}"/>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3AB3C4AA-EB12-646B-2F7B-10B0C72FFBA0}"/>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D720E268-8A2B-F570-1CF8-DE24A224931A}"/>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B029F785-32F4-DB7C-3E01-EAA3B4655FA9}"/>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FEF62C0F-599D-DAD4-C060-699DD956ABA4}"/>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B4EE0AF8-2E52-A5D0-4063-C65F937C3AF2}"/>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182E676C-5D0D-BDDD-FF4F-67C3EFA2925A}"/>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D59CFE37-493E-645D-430E-BB4E3D9BC393}"/>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4" name="Group 13">
              <a:extLst>
                <a:ext uri="{FF2B5EF4-FFF2-40B4-BE49-F238E27FC236}">
                  <a16:creationId xmlns:a16="http://schemas.microsoft.com/office/drawing/2014/main" id="{E9D0FC47-74C8-B747-667F-5BB3F75E1324}"/>
                </a:ext>
              </a:extLst>
            </p:cNvPr>
            <p:cNvGrpSpPr/>
            <p:nvPr userDrawn="1"/>
          </p:nvGrpSpPr>
          <p:grpSpPr>
            <a:xfrm>
              <a:off x="12442019" y="198485"/>
              <a:ext cx="382660" cy="2882942"/>
              <a:chOff x="12742785" y="3716048"/>
              <a:chExt cx="316248" cy="3171236"/>
            </a:xfrm>
          </p:grpSpPr>
          <p:sp>
            <p:nvSpPr>
              <p:cNvPr id="16" name="Rectangle 15">
                <a:extLst>
                  <a:ext uri="{FF2B5EF4-FFF2-40B4-BE49-F238E27FC236}">
                    <a16:creationId xmlns:a16="http://schemas.microsoft.com/office/drawing/2014/main" id="{3BA45B36-EE0C-9E6E-65D9-78EC7B70B732}"/>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FCAB4389-8C45-355E-4277-A9D21106880F}"/>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924E8FA6-0F20-61DC-0D3B-B53324B56367}"/>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377E9C1A-795A-4136-58E1-7B5476F3897F}"/>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CA073982-AB68-212E-B3B8-B1EE16CB9B1C}"/>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9FEAB4BC-33CB-E529-B963-1C0BB2722603}"/>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08496E22-77C1-9448-D227-F321A86331F5}"/>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7BA8DDC5-16F1-D33C-DA7E-E19F95747D2F}"/>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D3DF2108-63F8-940C-6E08-8FEA1200FD9D}"/>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AA6691D0-FB8B-786B-3E8B-45E32A05BADE}"/>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5" name="TextBox 14">
              <a:extLst>
                <a:ext uri="{FF2B5EF4-FFF2-40B4-BE49-F238E27FC236}">
                  <a16:creationId xmlns:a16="http://schemas.microsoft.com/office/drawing/2014/main" id="{CA4BE394-E732-8328-B78A-AEA989ACF3B7}"/>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0" name="TextBox 39">
            <a:extLst>
              <a:ext uri="{FF2B5EF4-FFF2-40B4-BE49-F238E27FC236}">
                <a16:creationId xmlns:a16="http://schemas.microsoft.com/office/drawing/2014/main" id="{2DE06E34-1338-FF38-5BC4-55D34DAEA437}"/>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41" name="Text Placeholder 15">
            <a:extLst>
              <a:ext uri="{FF2B5EF4-FFF2-40B4-BE49-F238E27FC236}">
                <a16:creationId xmlns:a16="http://schemas.microsoft.com/office/drawing/2014/main" id="{22B248BA-D80E-4458-9042-A50EA2BCBCE8}"/>
              </a:ext>
            </a:extLst>
          </p:cNvPr>
          <p:cNvSpPr>
            <a:spLocks noGrp="1"/>
          </p:cNvSpPr>
          <p:nvPr>
            <p:ph type="body" sz="quarter" idx="22"/>
          </p:nvPr>
        </p:nvSpPr>
        <p:spPr>
          <a:xfrm>
            <a:off x="546099" y="6019800"/>
            <a:ext cx="3236976"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2309951496"/>
      </p:ext>
    </p:extLst>
  </p:cSld>
  <p:clrMapOvr>
    <a:masterClrMapping/>
  </p:clrMapOvr>
</p:sldLayout>
</file>

<file path=ppt/slideLayouts/slideLayout149.xml><?xml version="1.0" encoding="utf-8"?>
<p:sldLayout xmlns:a="http://schemas.openxmlformats.org/drawingml/2006/main" xmlns:r="http://schemas.openxmlformats.org/officeDocument/2006/relationships" xmlns:p="http://schemas.openxmlformats.org/presentationml/2006/main" preserve="1" userDrawn="1">
  <p:cSld name="5 Column - Icons">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2" name="Title 11">
            <a:extLst>
              <a:ext uri="{FF2B5EF4-FFF2-40B4-BE49-F238E27FC236}">
                <a16:creationId xmlns:a16="http://schemas.microsoft.com/office/drawing/2014/main" id="{91874068-FCB3-3E67-FD8A-888858391AF4}"/>
              </a:ext>
            </a:extLst>
          </p:cNvPr>
          <p:cNvSpPr>
            <a:spLocks noGrp="1"/>
          </p:cNvSpPr>
          <p:nvPr>
            <p:ph type="title"/>
          </p:nvPr>
        </p:nvSpPr>
        <p:spPr/>
        <p:txBody>
          <a:bodyPr/>
          <a:lstStyle>
            <a:lvl1pPr>
              <a:defRPr>
                <a:solidFill>
                  <a:schemeClr val="tx2"/>
                </a:solidFill>
              </a:defRPr>
            </a:lvl1pPr>
          </a:lstStyle>
          <a:p>
            <a:r>
              <a:rPr lang="en-US"/>
              <a:t>Click to edit Master title style</a:t>
            </a:r>
          </a:p>
        </p:txBody>
      </p:sp>
      <p:sp>
        <p:nvSpPr>
          <p:cNvPr id="3" name="Picture Placeholder 9">
            <a:extLst>
              <a:ext uri="{FF2B5EF4-FFF2-40B4-BE49-F238E27FC236}">
                <a16:creationId xmlns:a16="http://schemas.microsoft.com/office/drawing/2014/main" id="{FD134F76-7012-6EEC-A825-D898002DCBEA}"/>
              </a:ext>
            </a:extLst>
          </p:cNvPr>
          <p:cNvSpPr>
            <a:spLocks noGrp="1"/>
          </p:cNvSpPr>
          <p:nvPr>
            <p:ph type="pic" sz="quarter" idx="28" hasCustomPrompt="1"/>
          </p:nvPr>
        </p:nvSpPr>
        <p:spPr>
          <a:xfrm>
            <a:off x="554037" y="1849438"/>
            <a:ext cx="694944" cy="720725"/>
          </a:xfrm>
          <a:noFill/>
          <a:ln>
            <a:noFill/>
          </a:ln>
        </p:spPr>
        <p:txBody>
          <a:bodyPr tIns="457200" anchor="ctr">
            <a:normAutofit/>
          </a:bodyPr>
          <a:lstStyle>
            <a:lvl1pPr algn="ctr">
              <a:defRPr sz="1100">
                <a:solidFill>
                  <a:schemeClr val="bg1"/>
                </a:solidFill>
              </a:defRPr>
            </a:lvl1pPr>
          </a:lstStyle>
          <a:p>
            <a:r>
              <a:rPr lang="en-US"/>
              <a:t>Icon</a:t>
            </a:r>
          </a:p>
        </p:txBody>
      </p:sp>
      <p:sp>
        <p:nvSpPr>
          <p:cNvPr id="22" name="Picture Placeholder 9">
            <a:extLst>
              <a:ext uri="{FF2B5EF4-FFF2-40B4-BE49-F238E27FC236}">
                <a16:creationId xmlns:a16="http://schemas.microsoft.com/office/drawing/2014/main" id="{863DF09F-2802-54BC-34C2-BC92D3C8205A}"/>
              </a:ext>
            </a:extLst>
          </p:cNvPr>
          <p:cNvSpPr>
            <a:spLocks noGrp="1"/>
          </p:cNvSpPr>
          <p:nvPr>
            <p:ph type="pic" sz="quarter" idx="36" hasCustomPrompt="1"/>
          </p:nvPr>
        </p:nvSpPr>
        <p:spPr>
          <a:xfrm>
            <a:off x="2802335" y="1849438"/>
            <a:ext cx="694944" cy="720725"/>
          </a:xfrm>
          <a:noFill/>
          <a:ln>
            <a:noFill/>
          </a:ln>
        </p:spPr>
        <p:txBody>
          <a:bodyPr tIns="457200" anchor="ctr">
            <a:normAutofit/>
          </a:bodyPr>
          <a:lstStyle>
            <a:lvl1pPr algn="ctr">
              <a:defRPr sz="1100">
                <a:solidFill>
                  <a:schemeClr val="bg1"/>
                </a:solidFill>
              </a:defRPr>
            </a:lvl1pPr>
          </a:lstStyle>
          <a:p>
            <a:r>
              <a:rPr lang="en-US"/>
              <a:t>Icon</a:t>
            </a:r>
          </a:p>
        </p:txBody>
      </p:sp>
      <p:sp>
        <p:nvSpPr>
          <p:cNvPr id="23" name="Picture Placeholder 9">
            <a:extLst>
              <a:ext uri="{FF2B5EF4-FFF2-40B4-BE49-F238E27FC236}">
                <a16:creationId xmlns:a16="http://schemas.microsoft.com/office/drawing/2014/main" id="{3D2406FE-BD16-3B98-1AC4-2D5AA65FF9D9}"/>
              </a:ext>
            </a:extLst>
          </p:cNvPr>
          <p:cNvSpPr>
            <a:spLocks noGrp="1"/>
          </p:cNvSpPr>
          <p:nvPr>
            <p:ph type="pic" sz="quarter" idx="37" hasCustomPrompt="1"/>
          </p:nvPr>
        </p:nvSpPr>
        <p:spPr>
          <a:xfrm>
            <a:off x="5050633" y="1849438"/>
            <a:ext cx="694944" cy="720725"/>
          </a:xfrm>
          <a:noFill/>
          <a:ln>
            <a:noFill/>
          </a:ln>
        </p:spPr>
        <p:txBody>
          <a:bodyPr tIns="457200" anchor="ctr">
            <a:normAutofit/>
          </a:bodyPr>
          <a:lstStyle>
            <a:lvl1pPr algn="ctr">
              <a:defRPr sz="1100">
                <a:solidFill>
                  <a:schemeClr val="bg1"/>
                </a:solidFill>
              </a:defRPr>
            </a:lvl1pPr>
          </a:lstStyle>
          <a:p>
            <a:r>
              <a:rPr lang="en-US"/>
              <a:t>Icon</a:t>
            </a:r>
          </a:p>
        </p:txBody>
      </p:sp>
      <p:sp>
        <p:nvSpPr>
          <p:cNvPr id="24" name="Picture Placeholder 9">
            <a:extLst>
              <a:ext uri="{FF2B5EF4-FFF2-40B4-BE49-F238E27FC236}">
                <a16:creationId xmlns:a16="http://schemas.microsoft.com/office/drawing/2014/main" id="{18479DC6-6C65-6D06-16A5-DC26A0B633FF}"/>
              </a:ext>
            </a:extLst>
          </p:cNvPr>
          <p:cNvSpPr>
            <a:spLocks noGrp="1"/>
          </p:cNvSpPr>
          <p:nvPr>
            <p:ph type="pic" sz="quarter" idx="38" hasCustomPrompt="1"/>
          </p:nvPr>
        </p:nvSpPr>
        <p:spPr>
          <a:xfrm>
            <a:off x="7298931" y="1849438"/>
            <a:ext cx="694944" cy="720725"/>
          </a:xfrm>
          <a:noFill/>
          <a:ln>
            <a:noFill/>
          </a:ln>
        </p:spPr>
        <p:txBody>
          <a:bodyPr tIns="457200" anchor="ctr">
            <a:normAutofit/>
          </a:bodyPr>
          <a:lstStyle>
            <a:lvl1pPr algn="ctr">
              <a:defRPr sz="1100">
                <a:solidFill>
                  <a:schemeClr val="bg1"/>
                </a:solidFill>
              </a:defRPr>
            </a:lvl1pPr>
          </a:lstStyle>
          <a:p>
            <a:r>
              <a:rPr lang="en-US"/>
              <a:t>Icon</a:t>
            </a:r>
          </a:p>
        </p:txBody>
      </p:sp>
      <p:sp>
        <p:nvSpPr>
          <p:cNvPr id="25" name="Picture Placeholder 9">
            <a:extLst>
              <a:ext uri="{FF2B5EF4-FFF2-40B4-BE49-F238E27FC236}">
                <a16:creationId xmlns:a16="http://schemas.microsoft.com/office/drawing/2014/main" id="{BBAE8DFB-8DC8-374F-6F98-F8A1ADCA2C3C}"/>
              </a:ext>
            </a:extLst>
          </p:cNvPr>
          <p:cNvSpPr>
            <a:spLocks noGrp="1"/>
          </p:cNvSpPr>
          <p:nvPr>
            <p:ph type="pic" sz="quarter" idx="39" hasCustomPrompt="1"/>
          </p:nvPr>
        </p:nvSpPr>
        <p:spPr>
          <a:xfrm>
            <a:off x="9547229" y="1849438"/>
            <a:ext cx="694944" cy="720725"/>
          </a:xfrm>
          <a:noFill/>
          <a:ln>
            <a:noFill/>
          </a:ln>
        </p:spPr>
        <p:txBody>
          <a:bodyPr tIns="457200" anchor="ctr">
            <a:normAutofit/>
          </a:bodyPr>
          <a:lstStyle>
            <a:lvl1pPr algn="ctr">
              <a:defRPr sz="1100">
                <a:solidFill>
                  <a:schemeClr val="bg1"/>
                </a:solidFill>
              </a:defRPr>
            </a:lvl1pPr>
          </a:lstStyle>
          <a:p>
            <a:r>
              <a:rPr lang="en-US"/>
              <a:t>Icon</a:t>
            </a:r>
          </a:p>
        </p:txBody>
      </p:sp>
      <p:sp>
        <p:nvSpPr>
          <p:cNvPr id="2" name="Freeform 5">
            <a:extLst>
              <a:ext uri="{FF2B5EF4-FFF2-40B4-BE49-F238E27FC236}">
                <a16:creationId xmlns:a16="http://schemas.microsoft.com/office/drawing/2014/main" id="{F865BEBC-DC71-5993-E446-743B2380E9F4}"/>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1" name="Text Placeholder 10">
            <a:extLst>
              <a:ext uri="{FF2B5EF4-FFF2-40B4-BE49-F238E27FC236}">
                <a16:creationId xmlns:a16="http://schemas.microsoft.com/office/drawing/2014/main" id="{5155D0AF-DC50-1231-8C20-9614D9642834}"/>
              </a:ext>
            </a:extLst>
          </p:cNvPr>
          <p:cNvSpPr>
            <a:spLocks noGrp="1"/>
          </p:cNvSpPr>
          <p:nvPr>
            <p:ph type="body" sz="quarter" idx="45"/>
          </p:nvPr>
        </p:nvSpPr>
        <p:spPr>
          <a:xfrm>
            <a:off x="548640" y="1127125"/>
            <a:ext cx="1108932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4" name="Content Placeholder 32">
            <a:extLst>
              <a:ext uri="{FF2B5EF4-FFF2-40B4-BE49-F238E27FC236}">
                <a16:creationId xmlns:a16="http://schemas.microsoft.com/office/drawing/2014/main" id="{739AFE11-1479-0079-CBFD-DE22CF1EF3D7}"/>
              </a:ext>
            </a:extLst>
          </p:cNvPr>
          <p:cNvSpPr>
            <a:spLocks noGrp="1"/>
          </p:cNvSpPr>
          <p:nvPr>
            <p:ph sz="quarter" idx="40"/>
          </p:nvPr>
        </p:nvSpPr>
        <p:spPr>
          <a:xfrm>
            <a:off x="538955" y="2722562"/>
            <a:ext cx="1828800" cy="3144838"/>
          </a:xfrm>
        </p:spPr>
        <p:txBody>
          <a:bodyPr/>
          <a:lstStyle>
            <a:lvl1pPr>
              <a:defRPr lang="en-US" sz="2000" b="0" i="0" kern="1200" dirty="0" smtClean="0">
                <a:solidFill>
                  <a:schemeClr val="tx2"/>
                </a:solidFill>
                <a:latin typeface="+mj-lt"/>
                <a:ea typeface="GT America Regular" charset="0"/>
                <a:cs typeface="GT America Regular" charset="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Content Placeholder 15">
            <a:extLst>
              <a:ext uri="{FF2B5EF4-FFF2-40B4-BE49-F238E27FC236}">
                <a16:creationId xmlns:a16="http://schemas.microsoft.com/office/drawing/2014/main" id="{0A10D501-BB72-6F51-3E2C-9A5D9855D3B8}"/>
              </a:ext>
            </a:extLst>
          </p:cNvPr>
          <p:cNvSpPr>
            <a:spLocks noGrp="1"/>
          </p:cNvSpPr>
          <p:nvPr>
            <p:ph sz="quarter" idx="47"/>
          </p:nvPr>
        </p:nvSpPr>
        <p:spPr>
          <a:xfrm>
            <a:off x="2802334" y="2722562"/>
            <a:ext cx="1828800" cy="3144838"/>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sp>
        <p:nvSpPr>
          <p:cNvPr id="18" name="Content Placeholder 17">
            <a:extLst>
              <a:ext uri="{FF2B5EF4-FFF2-40B4-BE49-F238E27FC236}">
                <a16:creationId xmlns:a16="http://schemas.microsoft.com/office/drawing/2014/main" id="{DDF53402-575C-C10C-7E8E-6C99DEA94988}"/>
              </a:ext>
            </a:extLst>
          </p:cNvPr>
          <p:cNvSpPr>
            <a:spLocks noGrp="1"/>
          </p:cNvSpPr>
          <p:nvPr>
            <p:ph sz="quarter" idx="48"/>
          </p:nvPr>
        </p:nvSpPr>
        <p:spPr>
          <a:xfrm>
            <a:off x="5065712" y="2722562"/>
            <a:ext cx="1828800" cy="3144838"/>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sp>
        <p:nvSpPr>
          <p:cNvPr id="21" name="Content Placeholder 20">
            <a:extLst>
              <a:ext uri="{FF2B5EF4-FFF2-40B4-BE49-F238E27FC236}">
                <a16:creationId xmlns:a16="http://schemas.microsoft.com/office/drawing/2014/main" id="{B95D6E10-7BC7-5B48-5FC8-AA3FBBF31296}"/>
              </a:ext>
            </a:extLst>
          </p:cNvPr>
          <p:cNvSpPr>
            <a:spLocks noGrp="1"/>
          </p:cNvSpPr>
          <p:nvPr>
            <p:ph sz="quarter" idx="49"/>
          </p:nvPr>
        </p:nvSpPr>
        <p:spPr>
          <a:xfrm>
            <a:off x="7298928" y="2722562"/>
            <a:ext cx="1828800" cy="3144838"/>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sp>
        <p:nvSpPr>
          <p:cNvPr id="34" name="Content Placeholder 33">
            <a:extLst>
              <a:ext uri="{FF2B5EF4-FFF2-40B4-BE49-F238E27FC236}">
                <a16:creationId xmlns:a16="http://schemas.microsoft.com/office/drawing/2014/main" id="{35D3FA32-E657-445D-AFF1-5F98826EF595}"/>
              </a:ext>
            </a:extLst>
          </p:cNvPr>
          <p:cNvSpPr>
            <a:spLocks noGrp="1"/>
          </p:cNvSpPr>
          <p:nvPr>
            <p:ph sz="quarter" idx="50"/>
          </p:nvPr>
        </p:nvSpPr>
        <p:spPr>
          <a:xfrm>
            <a:off x="9547224" y="2722562"/>
            <a:ext cx="1828800" cy="3144838"/>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grpSp>
        <p:nvGrpSpPr>
          <p:cNvPr id="4" name="Group 3">
            <a:extLst>
              <a:ext uri="{FF2B5EF4-FFF2-40B4-BE49-F238E27FC236}">
                <a16:creationId xmlns:a16="http://schemas.microsoft.com/office/drawing/2014/main" id="{CAE55BEC-2717-5EB3-6671-AC6BFE4BAABD}"/>
              </a:ext>
            </a:extLst>
          </p:cNvPr>
          <p:cNvGrpSpPr/>
          <p:nvPr userDrawn="1"/>
        </p:nvGrpSpPr>
        <p:grpSpPr>
          <a:xfrm>
            <a:off x="12356815" y="0"/>
            <a:ext cx="756834" cy="6872642"/>
            <a:chOff x="12356815" y="0"/>
            <a:chExt cx="756834" cy="6872642"/>
          </a:xfrm>
        </p:grpSpPr>
        <p:sp>
          <p:nvSpPr>
            <p:cNvPr id="5" name="Rectangle 4">
              <a:extLst>
                <a:ext uri="{FF2B5EF4-FFF2-40B4-BE49-F238E27FC236}">
                  <a16:creationId xmlns:a16="http://schemas.microsoft.com/office/drawing/2014/main" id="{D14B8375-EC8E-3D1A-B109-2438419DF2B6}"/>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CE7CF783-D230-12F0-F763-58B5D01D422A}"/>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933D3739-54B6-4263-A0AD-158FA0CB2130}"/>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D8F7AC34-1784-A52B-D370-C08D738F28F6}"/>
                </a:ext>
              </a:extLst>
            </p:cNvPr>
            <p:cNvGrpSpPr/>
            <p:nvPr userDrawn="1"/>
          </p:nvGrpSpPr>
          <p:grpSpPr>
            <a:xfrm>
              <a:off x="12442019" y="3791214"/>
              <a:ext cx="382660" cy="2882942"/>
              <a:chOff x="14001569" y="3716048"/>
              <a:chExt cx="316248" cy="3171236"/>
            </a:xfrm>
          </p:grpSpPr>
          <p:sp>
            <p:nvSpPr>
              <p:cNvPr id="35" name="Rectangle 34">
                <a:extLst>
                  <a:ext uri="{FF2B5EF4-FFF2-40B4-BE49-F238E27FC236}">
                    <a16:creationId xmlns:a16="http://schemas.microsoft.com/office/drawing/2014/main" id="{9CEFAF80-15AB-0CA1-B8EC-1F5C23A211CF}"/>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AA54D7F6-8D2C-1763-7256-9ED777A3718E}"/>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5C371CF9-E3A2-BC36-94D3-9C20E621AD9E}"/>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6B6BE60E-8BEE-C850-8DB6-4EA8A0FD292F}"/>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CE214C9C-1846-3D0A-C94E-D200B814A9C3}"/>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339613CF-F7C5-B156-C8DA-F784860F5DF0}"/>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0B80A9E2-7E64-C41E-D221-CFB1E37706F3}"/>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2" name="Rectangle 41">
                <a:extLst>
                  <a:ext uri="{FF2B5EF4-FFF2-40B4-BE49-F238E27FC236}">
                    <a16:creationId xmlns:a16="http://schemas.microsoft.com/office/drawing/2014/main" id="{F5311023-C19C-F6BE-68E7-AD1508FE5F86}"/>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3" name="Rectangle 42">
                <a:extLst>
                  <a:ext uri="{FF2B5EF4-FFF2-40B4-BE49-F238E27FC236}">
                    <a16:creationId xmlns:a16="http://schemas.microsoft.com/office/drawing/2014/main" id="{A5B341C6-C6D8-B2F0-4772-0D8D7A7EFE99}"/>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4" name="Rectangle 43">
                <a:extLst>
                  <a:ext uri="{FF2B5EF4-FFF2-40B4-BE49-F238E27FC236}">
                    <a16:creationId xmlns:a16="http://schemas.microsoft.com/office/drawing/2014/main" id="{8905EF27-8D0B-6922-9B2C-0ADAAB662F41}"/>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5" name="Group 14">
              <a:extLst>
                <a:ext uri="{FF2B5EF4-FFF2-40B4-BE49-F238E27FC236}">
                  <a16:creationId xmlns:a16="http://schemas.microsoft.com/office/drawing/2014/main" id="{D8D1F3ED-AF52-90A0-5509-39137AFDB51F}"/>
                </a:ext>
              </a:extLst>
            </p:cNvPr>
            <p:cNvGrpSpPr/>
            <p:nvPr userDrawn="1"/>
          </p:nvGrpSpPr>
          <p:grpSpPr>
            <a:xfrm>
              <a:off x="12442019" y="198485"/>
              <a:ext cx="382660" cy="2882942"/>
              <a:chOff x="12742785" y="3716048"/>
              <a:chExt cx="316248" cy="3171236"/>
            </a:xfrm>
          </p:grpSpPr>
          <p:sp>
            <p:nvSpPr>
              <p:cNvPr id="19" name="Rectangle 18">
                <a:extLst>
                  <a:ext uri="{FF2B5EF4-FFF2-40B4-BE49-F238E27FC236}">
                    <a16:creationId xmlns:a16="http://schemas.microsoft.com/office/drawing/2014/main" id="{912E3AFD-68DF-B301-36AE-CC5D8AE2C95A}"/>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269FD641-0BDA-038C-1BBB-57E216971C6B}"/>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D3C0BDF2-3B17-CB57-DFFB-6D8849932DC7}"/>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7C2B6690-7748-60E4-3C78-E996431E6B35}"/>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69E68D2C-5205-B975-B187-F98C30E67FAE}"/>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CD4D398B-2BC0-956B-2DA8-DA3D64ECF14E}"/>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0304853F-B664-6858-569A-DB1077436AF3}"/>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E4BE6241-28AB-F390-5EF6-3573425EDC65}"/>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B52461A3-CFF7-4E82-51B3-74AEAB462959}"/>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D6AD6DAE-F1B4-CE58-DA64-1AEAF7F4C396}"/>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7" name="TextBox 16">
              <a:extLst>
                <a:ext uri="{FF2B5EF4-FFF2-40B4-BE49-F238E27FC236}">
                  <a16:creationId xmlns:a16="http://schemas.microsoft.com/office/drawing/2014/main" id="{DF8EE2DB-CF28-AF83-991E-8A6B83F9F3C5}"/>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5" name="TextBox 44">
            <a:extLst>
              <a:ext uri="{FF2B5EF4-FFF2-40B4-BE49-F238E27FC236}">
                <a16:creationId xmlns:a16="http://schemas.microsoft.com/office/drawing/2014/main" id="{2746277F-2E59-B8A5-3B8B-F1170ECA5C9C}"/>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46" name="Text Placeholder 15">
            <a:extLst>
              <a:ext uri="{FF2B5EF4-FFF2-40B4-BE49-F238E27FC236}">
                <a16:creationId xmlns:a16="http://schemas.microsoft.com/office/drawing/2014/main" id="{B68290B7-E496-9914-7ABE-08AA94A43E17}"/>
              </a:ext>
            </a:extLst>
          </p:cNvPr>
          <p:cNvSpPr>
            <a:spLocks noGrp="1"/>
          </p:cNvSpPr>
          <p:nvPr>
            <p:ph type="body" sz="quarter" idx="22"/>
          </p:nvPr>
        </p:nvSpPr>
        <p:spPr>
          <a:xfrm>
            <a:off x="546099" y="6019800"/>
            <a:ext cx="5459094"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1419783800"/>
      </p:ext>
    </p:extLst>
  </p:cSld>
  <p:clrMapOvr>
    <a:masterClrMapping/>
  </p:clrMapOvr>
</p:sldLayout>
</file>

<file path=ppt/slideLayouts/slideLayout150.xml><?xml version="1.0" encoding="utf-8"?>
<p:sldLayout xmlns:a="http://schemas.openxmlformats.org/drawingml/2006/main" xmlns:r="http://schemas.openxmlformats.org/officeDocument/2006/relationships" xmlns:p="http://schemas.openxmlformats.org/presentationml/2006/main" preserve="1" userDrawn="1">
  <p:cSld name="3 Column - Photo Top">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noChangeAspect="1"/>
          </p:cNvSpPr>
          <p:nvPr>
            <p:ph type="pic" sz="quarter" idx="13"/>
          </p:nvPr>
        </p:nvSpPr>
        <p:spPr>
          <a:xfrm>
            <a:off x="0" y="0"/>
            <a:ext cx="12192000" cy="3429000"/>
          </a:xfrm>
          <a:solidFill>
            <a:schemeClr val="bg1">
              <a:lumMod val="65000"/>
            </a:schemeClr>
          </a:solidFill>
        </p:spPr>
        <p:txBody>
          <a:bodyPr anchor="ctr"/>
          <a:lstStyle>
            <a:lvl1pPr algn="ctr">
              <a:defRPr>
                <a:solidFill>
                  <a:schemeClr val="bg1"/>
                </a:solidFill>
              </a:defRPr>
            </a:lvl1pPr>
          </a:lstStyle>
          <a:p>
            <a:r>
              <a:rPr lang="en-US"/>
              <a:t>Click icon to add picture</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2" name="Title 11">
            <a:extLst>
              <a:ext uri="{FF2B5EF4-FFF2-40B4-BE49-F238E27FC236}">
                <a16:creationId xmlns:a16="http://schemas.microsoft.com/office/drawing/2014/main" id="{91874068-FCB3-3E67-FD8A-888858391AF4}"/>
              </a:ext>
            </a:extLst>
          </p:cNvPr>
          <p:cNvSpPr>
            <a:spLocks noGrp="1"/>
          </p:cNvSpPr>
          <p:nvPr>
            <p:ph type="title"/>
          </p:nvPr>
        </p:nvSpPr>
        <p:spPr/>
        <p:txBody>
          <a:bodyPr/>
          <a:lstStyle>
            <a:lvl1pPr>
              <a:defRPr>
                <a:solidFill>
                  <a:schemeClr val="bg1"/>
                </a:solidFill>
              </a:defRPr>
            </a:lvl1pPr>
          </a:lstStyle>
          <a:p>
            <a:r>
              <a:rPr lang="en-US"/>
              <a:t>Click to edit Master title style</a:t>
            </a:r>
          </a:p>
        </p:txBody>
      </p:sp>
      <p:sp>
        <p:nvSpPr>
          <p:cNvPr id="3" name="Freeform 5">
            <a:extLst>
              <a:ext uri="{FF2B5EF4-FFF2-40B4-BE49-F238E27FC236}">
                <a16:creationId xmlns:a16="http://schemas.microsoft.com/office/drawing/2014/main" id="{71FB9F00-A1C6-0B41-BCF5-7DBE317FE533}"/>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3" name="Text Placeholder 10">
            <a:extLst>
              <a:ext uri="{FF2B5EF4-FFF2-40B4-BE49-F238E27FC236}">
                <a16:creationId xmlns:a16="http://schemas.microsoft.com/office/drawing/2014/main" id="{89B32E50-9450-0A92-9772-59EA93C40AE7}"/>
              </a:ext>
            </a:extLst>
          </p:cNvPr>
          <p:cNvSpPr>
            <a:spLocks noGrp="1"/>
          </p:cNvSpPr>
          <p:nvPr>
            <p:ph type="body" sz="quarter" idx="45"/>
          </p:nvPr>
        </p:nvSpPr>
        <p:spPr>
          <a:xfrm>
            <a:off x="548640" y="1127125"/>
            <a:ext cx="1108932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15" name="Content Placeholder 32">
            <a:extLst>
              <a:ext uri="{FF2B5EF4-FFF2-40B4-BE49-F238E27FC236}">
                <a16:creationId xmlns:a16="http://schemas.microsoft.com/office/drawing/2014/main" id="{BA6EB3DD-394B-9F7E-9B89-633914C3BBFB}"/>
              </a:ext>
            </a:extLst>
          </p:cNvPr>
          <p:cNvSpPr>
            <a:spLocks noGrp="1"/>
          </p:cNvSpPr>
          <p:nvPr>
            <p:ph sz="quarter" idx="40"/>
          </p:nvPr>
        </p:nvSpPr>
        <p:spPr>
          <a:xfrm>
            <a:off x="538955" y="3984624"/>
            <a:ext cx="3520440" cy="188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Content Placeholder 15">
            <a:extLst>
              <a:ext uri="{FF2B5EF4-FFF2-40B4-BE49-F238E27FC236}">
                <a16:creationId xmlns:a16="http://schemas.microsoft.com/office/drawing/2014/main" id="{5BB03F0A-D74D-D67C-7DAC-CF0BD1A2F886}"/>
              </a:ext>
            </a:extLst>
          </p:cNvPr>
          <p:cNvSpPr>
            <a:spLocks noGrp="1"/>
          </p:cNvSpPr>
          <p:nvPr>
            <p:ph sz="quarter" idx="47"/>
          </p:nvPr>
        </p:nvSpPr>
        <p:spPr>
          <a:xfrm>
            <a:off x="4328238" y="3984624"/>
            <a:ext cx="3520440" cy="188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sp>
        <p:nvSpPr>
          <p:cNvPr id="20" name="Content Placeholder 17">
            <a:extLst>
              <a:ext uri="{FF2B5EF4-FFF2-40B4-BE49-F238E27FC236}">
                <a16:creationId xmlns:a16="http://schemas.microsoft.com/office/drawing/2014/main" id="{A4CFDEF4-9A06-FDBA-C4CA-F65EF5657C9A}"/>
              </a:ext>
            </a:extLst>
          </p:cNvPr>
          <p:cNvSpPr>
            <a:spLocks noGrp="1"/>
          </p:cNvSpPr>
          <p:nvPr>
            <p:ph sz="quarter" idx="48"/>
          </p:nvPr>
        </p:nvSpPr>
        <p:spPr>
          <a:xfrm>
            <a:off x="8117522" y="3984624"/>
            <a:ext cx="3520440" cy="188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grpSp>
        <p:nvGrpSpPr>
          <p:cNvPr id="2" name="Group 1">
            <a:extLst>
              <a:ext uri="{FF2B5EF4-FFF2-40B4-BE49-F238E27FC236}">
                <a16:creationId xmlns:a16="http://schemas.microsoft.com/office/drawing/2014/main" id="{BEE1C9A8-22FF-3E72-E337-BA24BAB1DA1A}"/>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E46A74C3-C946-E1E1-2DE4-AAD237E75FE5}"/>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7BDBA1EA-0728-C783-33F7-CB6816B75182}"/>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BE7EF3E0-D508-CF20-A49E-BA8C1EB158F8}"/>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39583429-CF6F-3567-002E-5A366D2F3795}"/>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ABE22FFA-5E1C-62E6-E81A-19707151AB8A}"/>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23F8F043-FAD3-9917-8D5D-50E14FFC0DBC}"/>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62CB1B28-F9BC-7D27-CE68-C1B8616F91AD}"/>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3EBBCE4D-4C5B-DA23-CE64-4D28FB88C66B}"/>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0D541C92-49EB-A0C3-A4AC-195D679C6668}"/>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BEE20A69-9671-148C-5323-1B2F359E63C5}"/>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97594A41-DFA2-0066-D473-E96507620316}"/>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2DEF8C39-A669-2192-6B8F-55E45E47B8B4}"/>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2F96944F-79EE-2389-18E7-831C6D26B9BE}"/>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332392C0-1AA8-5721-9DC4-B03547BC5166}"/>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22E4F274-D79A-E189-B087-067228EC91F9}"/>
                </a:ext>
              </a:extLst>
            </p:cNvPr>
            <p:cNvGrpSpPr/>
            <p:nvPr userDrawn="1"/>
          </p:nvGrpSpPr>
          <p:grpSpPr>
            <a:xfrm>
              <a:off x="12442019" y="198485"/>
              <a:ext cx="382660" cy="2882942"/>
              <a:chOff x="12742785" y="3716048"/>
              <a:chExt cx="316248" cy="3171236"/>
            </a:xfrm>
          </p:grpSpPr>
          <p:sp>
            <p:nvSpPr>
              <p:cNvPr id="18" name="Rectangle 17">
                <a:extLst>
                  <a:ext uri="{FF2B5EF4-FFF2-40B4-BE49-F238E27FC236}">
                    <a16:creationId xmlns:a16="http://schemas.microsoft.com/office/drawing/2014/main" id="{73A278DE-5F93-3B5F-827B-4DA146C9DE92}"/>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FDEB091F-2C26-277F-8286-4EFC5F24CCCD}"/>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FAFCB8B6-3270-DD4D-4C07-7AD9110823AC}"/>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775D6BB6-97A7-773B-5A35-A469EA5D3175}"/>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A272E743-1738-E92E-4DCC-34EAAA79651A}"/>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73C56380-07EB-A91F-B72E-B861DA8B3772}"/>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1C5402A9-91D0-8507-69BC-59AF0825F88E}"/>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49F04A2E-5430-7B69-4132-1C5A38BEEC96}"/>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BD2A1CEB-A7C9-8AB4-20EB-F5C09ECE3329}"/>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4981CECB-DD8E-01B5-92DB-45602D2E9175}"/>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6" name="TextBox 15">
              <a:extLst>
                <a:ext uri="{FF2B5EF4-FFF2-40B4-BE49-F238E27FC236}">
                  <a16:creationId xmlns:a16="http://schemas.microsoft.com/office/drawing/2014/main" id="{DD2FA34D-5690-B9B1-86A3-07F10D75E5A1}"/>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C14D6AAF-E967-5FC3-001F-B0DEF45E149B}"/>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40" name="Text Placeholder 15">
            <a:extLst>
              <a:ext uri="{FF2B5EF4-FFF2-40B4-BE49-F238E27FC236}">
                <a16:creationId xmlns:a16="http://schemas.microsoft.com/office/drawing/2014/main" id="{4E38B3BF-AD37-56A1-E4E1-B1678282209D}"/>
              </a:ext>
            </a:extLst>
          </p:cNvPr>
          <p:cNvSpPr>
            <a:spLocks noGrp="1"/>
          </p:cNvSpPr>
          <p:nvPr>
            <p:ph type="body" sz="quarter" idx="22"/>
          </p:nvPr>
        </p:nvSpPr>
        <p:spPr>
          <a:xfrm>
            <a:off x="546099" y="6019800"/>
            <a:ext cx="5459094"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1343527421"/>
      </p:ext>
    </p:extLst>
  </p:cSld>
  <p:clrMapOvr>
    <a:masterClrMapping/>
  </p:clrMapOvr>
</p:sldLayout>
</file>

<file path=ppt/slideLayouts/slideLayout151.xml><?xml version="1.0" encoding="utf-8"?>
<p:sldLayout xmlns:a="http://schemas.openxmlformats.org/drawingml/2006/main" xmlns:r="http://schemas.openxmlformats.org/officeDocument/2006/relationships" xmlns:p="http://schemas.openxmlformats.org/presentationml/2006/main" preserve="1" userDrawn="1">
  <p:cSld name="3 Column - Photo Top/Icons">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noChangeAspect="1"/>
          </p:cNvSpPr>
          <p:nvPr>
            <p:ph type="pic" sz="quarter" idx="13"/>
          </p:nvPr>
        </p:nvSpPr>
        <p:spPr>
          <a:xfrm>
            <a:off x="0" y="0"/>
            <a:ext cx="12192000" cy="2570163"/>
          </a:xfrm>
          <a:solidFill>
            <a:schemeClr val="bg1">
              <a:lumMod val="65000"/>
            </a:schemeClr>
          </a:solidFill>
        </p:spPr>
        <p:txBody>
          <a:bodyPr tIns="548640" anchor="ctr"/>
          <a:lstStyle>
            <a:lvl1pPr algn="ctr">
              <a:defRPr>
                <a:solidFill>
                  <a:schemeClr val="bg1"/>
                </a:solidFill>
              </a:defRPr>
            </a:lvl1pPr>
          </a:lstStyle>
          <a:p>
            <a:r>
              <a:rPr lang="en-US"/>
              <a:t>Click icon to add picture</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1" name="Picture Placeholder 9">
            <a:extLst>
              <a:ext uri="{FF2B5EF4-FFF2-40B4-BE49-F238E27FC236}">
                <a16:creationId xmlns:a16="http://schemas.microsoft.com/office/drawing/2014/main" id="{8C6C4B9C-0B61-5ABC-74A2-BD33D2CF5DE4}"/>
              </a:ext>
            </a:extLst>
          </p:cNvPr>
          <p:cNvSpPr>
            <a:spLocks noGrp="1"/>
          </p:cNvSpPr>
          <p:nvPr>
            <p:ph type="pic" sz="quarter" idx="28" hasCustomPrompt="1"/>
          </p:nvPr>
        </p:nvSpPr>
        <p:spPr>
          <a:xfrm>
            <a:off x="546100" y="3146426"/>
            <a:ext cx="694944" cy="692149"/>
          </a:xfrm>
          <a:noFill/>
          <a:ln>
            <a:noFill/>
          </a:ln>
        </p:spPr>
        <p:txBody>
          <a:bodyPr anchor="ctr"/>
          <a:lstStyle>
            <a:lvl1pPr algn="ctr">
              <a:defRPr>
                <a:solidFill>
                  <a:schemeClr val="bg1"/>
                </a:solidFill>
              </a:defRPr>
            </a:lvl1pPr>
          </a:lstStyle>
          <a:p>
            <a:r>
              <a:rPr lang="en-US"/>
              <a:t>Icon</a:t>
            </a:r>
          </a:p>
        </p:txBody>
      </p:sp>
      <p:sp>
        <p:nvSpPr>
          <p:cNvPr id="12" name="Picture Placeholder 9">
            <a:extLst>
              <a:ext uri="{FF2B5EF4-FFF2-40B4-BE49-F238E27FC236}">
                <a16:creationId xmlns:a16="http://schemas.microsoft.com/office/drawing/2014/main" id="{944A16B1-3C9F-C007-5BDB-4655C3395D3B}"/>
              </a:ext>
            </a:extLst>
          </p:cNvPr>
          <p:cNvSpPr>
            <a:spLocks noGrp="1"/>
          </p:cNvSpPr>
          <p:nvPr>
            <p:ph type="pic" sz="quarter" idx="29" hasCustomPrompt="1"/>
          </p:nvPr>
        </p:nvSpPr>
        <p:spPr>
          <a:xfrm>
            <a:off x="4335779" y="3146426"/>
            <a:ext cx="694944" cy="692150"/>
          </a:xfrm>
          <a:noFill/>
          <a:ln>
            <a:noFill/>
          </a:ln>
        </p:spPr>
        <p:txBody>
          <a:bodyPr anchor="ctr"/>
          <a:lstStyle>
            <a:lvl1pPr algn="ctr">
              <a:defRPr>
                <a:solidFill>
                  <a:schemeClr val="bg1"/>
                </a:solidFill>
              </a:defRPr>
            </a:lvl1pPr>
          </a:lstStyle>
          <a:p>
            <a:r>
              <a:rPr lang="en-US"/>
              <a:t>Icon</a:t>
            </a:r>
          </a:p>
        </p:txBody>
      </p:sp>
      <p:sp>
        <p:nvSpPr>
          <p:cNvPr id="13" name="Picture Placeholder 9">
            <a:extLst>
              <a:ext uri="{FF2B5EF4-FFF2-40B4-BE49-F238E27FC236}">
                <a16:creationId xmlns:a16="http://schemas.microsoft.com/office/drawing/2014/main" id="{A5A79627-D088-B1B1-9F23-A62FAFD9CC75}"/>
              </a:ext>
            </a:extLst>
          </p:cNvPr>
          <p:cNvSpPr>
            <a:spLocks noGrp="1"/>
          </p:cNvSpPr>
          <p:nvPr>
            <p:ph type="pic" sz="quarter" idx="30" hasCustomPrompt="1"/>
          </p:nvPr>
        </p:nvSpPr>
        <p:spPr>
          <a:xfrm>
            <a:off x="8131809" y="3146426"/>
            <a:ext cx="694944" cy="692150"/>
          </a:xfrm>
          <a:noFill/>
          <a:ln>
            <a:noFill/>
          </a:ln>
        </p:spPr>
        <p:txBody>
          <a:bodyPr anchor="ctr"/>
          <a:lstStyle>
            <a:lvl1pPr algn="ctr">
              <a:defRPr>
                <a:solidFill>
                  <a:schemeClr val="bg1"/>
                </a:solidFill>
              </a:defRPr>
            </a:lvl1pPr>
          </a:lstStyle>
          <a:p>
            <a:r>
              <a:rPr lang="en-US"/>
              <a:t>Icon</a:t>
            </a:r>
          </a:p>
        </p:txBody>
      </p:sp>
      <p:sp>
        <p:nvSpPr>
          <p:cNvPr id="4" name="Title 3">
            <a:extLst>
              <a:ext uri="{FF2B5EF4-FFF2-40B4-BE49-F238E27FC236}">
                <a16:creationId xmlns:a16="http://schemas.microsoft.com/office/drawing/2014/main" id="{DBDE9691-3D56-DAA7-8818-1939ACD60B6C}"/>
              </a:ext>
            </a:extLst>
          </p:cNvPr>
          <p:cNvSpPr>
            <a:spLocks noGrp="1"/>
          </p:cNvSpPr>
          <p:nvPr>
            <p:ph type="title"/>
          </p:nvPr>
        </p:nvSpPr>
        <p:spPr/>
        <p:txBody>
          <a:bodyPr/>
          <a:lstStyle>
            <a:lvl1pPr>
              <a:defRPr>
                <a:solidFill>
                  <a:schemeClr val="bg1"/>
                </a:solidFill>
              </a:defRPr>
            </a:lvl1pPr>
          </a:lstStyle>
          <a:p>
            <a:r>
              <a:rPr lang="en-US"/>
              <a:t>Click to edit Master title style</a:t>
            </a:r>
          </a:p>
        </p:txBody>
      </p:sp>
      <p:sp>
        <p:nvSpPr>
          <p:cNvPr id="3" name="Freeform 5">
            <a:extLst>
              <a:ext uri="{FF2B5EF4-FFF2-40B4-BE49-F238E27FC236}">
                <a16:creationId xmlns:a16="http://schemas.microsoft.com/office/drawing/2014/main" id="{A93EB283-34D5-EEA2-8ED6-3A751877E61B}"/>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6" name="Text Placeholder 10">
            <a:extLst>
              <a:ext uri="{FF2B5EF4-FFF2-40B4-BE49-F238E27FC236}">
                <a16:creationId xmlns:a16="http://schemas.microsoft.com/office/drawing/2014/main" id="{6805229E-B1FB-69C3-19F0-88C0E54FE8AD}"/>
              </a:ext>
            </a:extLst>
          </p:cNvPr>
          <p:cNvSpPr>
            <a:spLocks noGrp="1"/>
          </p:cNvSpPr>
          <p:nvPr>
            <p:ph type="body" sz="quarter" idx="45"/>
          </p:nvPr>
        </p:nvSpPr>
        <p:spPr>
          <a:xfrm>
            <a:off x="548640" y="1127125"/>
            <a:ext cx="1108932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18" name="Content Placeholder 32">
            <a:extLst>
              <a:ext uri="{FF2B5EF4-FFF2-40B4-BE49-F238E27FC236}">
                <a16:creationId xmlns:a16="http://schemas.microsoft.com/office/drawing/2014/main" id="{A987ED96-C80E-4781-0F7F-E940B58D1115}"/>
              </a:ext>
            </a:extLst>
          </p:cNvPr>
          <p:cNvSpPr>
            <a:spLocks noGrp="1"/>
          </p:cNvSpPr>
          <p:nvPr>
            <p:ph sz="quarter" idx="40"/>
          </p:nvPr>
        </p:nvSpPr>
        <p:spPr>
          <a:xfrm>
            <a:off x="538955" y="3984624"/>
            <a:ext cx="3520440" cy="188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9" name="Content Placeholder 15">
            <a:extLst>
              <a:ext uri="{FF2B5EF4-FFF2-40B4-BE49-F238E27FC236}">
                <a16:creationId xmlns:a16="http://schemas.microsoft.com/office/drawing/2014/main" id="{8E8CFD94-7258-5E47-4E33-9E574B7B0C33}"/>
              </a:ext>
            </a:extLst>
          </p:cNvPr>
          <p:cNvSpPr>
            <a:spLocks noGrp="1"/>
          </p:cNvSpPr>
          <p:nvPr>
            <p:ph sz="quarter" idx="47"/>
          </p:nvPr>
        </p:nvSpPr>
        <p:spPr>
          <a:xfrm>
            <a:off x="4328238" y="3984624"/>
            <a:ext cx="3520440" cy="188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sp>
        <p:nvSpPr>
          <p:cNvPr id="20" name="Content Placeholder 17">
            <a:extLst>
              <a:ext uri="{FF2B5EF4-FFF2-40B4-BE49-F238E27FC236}">
                <a16:creationId xmlns:a16="http://schemas.microsoft.com/office/drawing/2014/main" id="{B9EFDEF9-B5E4-7A79-CE8B-DD409F6BDE1B}"/>
              </a:ext>
            </a:extLst>
          </p:cNvPr>
          <p:cNvSpPr>
            <a:spLocks noGrp="1"/>
          </p:cNvSpPr>
          <p:nvPr>
            <p:ph sz="quarter" idx="48"/>
          </p:nvPr>
        </p:nvSpPr>
        <p:spPr>
          <a:xfrm>
            <a:off x="8117522" y="3984624"/>
            <a:ext cx="3520440" cy="188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grpSp>
        <p:nvGrpSpPr>
          <p:cNvPr id="2" name="Group 1">
            <a:extLst>
              <a:ext uri="{FF2B5EF4-FFF2-40B4-BE49-F238E27FC236}">
                <a16:creationId xmlns:a16="http://schemas.microsoft.com/office/drawing/2014/main" id="{3762D009-200F-9F13-0A9E-11EE091E82A9}"/>
              </a:ext>
            </a:extLst>
          </p:cNvPr>
          <p:cNvGrpSpPr/>
          <p:nvPr userDrawn="1"/>
        </p:nvGrpSpPr>
        <p:grpSpPr>
          <a:xfrm>
            <a:off x="12356815" y="0"/>
            <a:ext cx="756834" cy="6872642"/>
            <a:chOff x="12356815" y="0"/>
            <a:chExt cx="756834" cy="6872642"/>
          </a:xfrm>
        </p:grpSpPr>
        <p:sp>
          <p:nvSpPr>
            <p:cNvPr id="5" name="Rectangle 4">
              <a:extLst>
                <a:ext uri="{FF2B5EF4-FFF2-40B4-BE49-F238E27FC236}">
                  <a16:creationId xmlns:a16="http://schemas.microsoft.com/office/drawing/2014/main" id="{07AE1C35-59F1-20F1-C6CE-F754FC864C58}"/>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424292A5-E0AC-D0EB-CB90-62FD636EB0B2}"/>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874A13EB-02BE-9811-9785-FBD57E89B509}"/>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4" name="Group 13">
              <a:extLst>
                <a:ext uri="{FF2B5EF4-FFF2-40B4-BE49-F238E27FC236}">
                  <a16:creationId xmlns:a16="http://schemas.microsoft.com/office/drawing/2014/main" id="{F201E8F1-1EDC-83FC-C228-AE7A7DAE8796}"/>
                </a:ext>
              </a:extLst>
            </p:cNvPr>
            <p:cNvGrpSpPr/>
            <p:nvPr userDrawn="1"/>
          </p:nvGrpSpPr>
          <p:grpSpPr>
            <a:xfrm>
              <a:off x="12442019" y="3791214"/>
              <a:ext cx="382660" cy="2882942"/>
              <a:chOff x="14001569" y="3716048"/>
              <a:chExt cx="316248" cy="3171236"/>
            </a:xfrm>
          </p:grpSpPr>
          <p:sp>
            <p:nvSpPr>
              <p:cNvPr id="32" name="Rectangle 31">
                <a:extLst>
                  <a:ext uri="{FF2B5EF4-FFF2-40B4-BE49-F238E27FC236}">
                    <a16:creationId xmlns:a16="http://schemas.microsoft.com/office/drawing/2014/main" id="{173DBFF7-D76C-B501-DD4A-EE320E30EA7C}"/>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CDD0634C-69CA-CAE9-DB25-98D8B6C3A246}"/>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7015D84C-3370-7E92-EA99-FFAB48C72C59}"/>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178AC13A-7A3E-F302-EF66-FEDE58E358E3}"/>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8D8959AA-23A9-1969-6308-87613147B7F8}"/>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BD540C60-129F-9D6A-9BF6-D2F3647B710A}"/>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6991CE59-5E54-D58B-AF90-E71B59B112AF}"/>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53A10BB6-9D07-7CF2-D8D0-BDCBC577BD70}"/>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72B0BDB7-D535-091E-C9FA-E11FA29399AE}"/>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4374638D-66B2-1EB0-F002-8744B9CB8A6A}"/>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5" name="Group 14">
              <a:extLst>
                <a:ext uri="{FF2B5EF4-FFF2-40B4-BE49-F238E27FC236}">
                  <a16:creationId xmlns:a16="http://schemas.microsoft.com/office/drawing/2014/main" id="{7A7A43AD-7E00-09E7-4275-E8C8BBC9C414}"/>
                </a:ext>
              </a:extLst>
            </p:cNvPr>
            <p:cNvGrpSpPr/>
            <p:nvPr userDrawn="1"/>
          </p:nvGrpSpPr>
          <p:grpSpPr>
            <a:xfrm>
              <a:off x="12442019" y="198485"/>
              <a:ext cx="382660" cy="2882942"/>
              <a:chOff x="12742785" y="3716048"/>
              <a:chExt cx="316248" cy="3171236"/>
            </a:xfrm>
          </p:grpSpPr>
          <p:sp>
            <p:nvSpPr>
              <p:cNvPr id="22" name="Rectangle 21">
                <a:extLst>
                  <a:ext uri="{FF2B5EF4-FFF2-40B4-BE49-F238E27FC236}">
                    <a16:creationId xmlns:a16="http://schemas.microsoft.com/office/drawing/2014/main" id="{5EF9BC0C-EC0B-50BE-5895-259FA2D9FBE9}"/>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62DD8D48-B596-36F5-F546-FA6490D41707}"/>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1FC84261-9889-7704-3060-EEDB8F2ABF52}"/>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9AC159EF-5DF8-7CAE-0CD6-39AEBB954938}"/>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184314C8-888A-C137-7E8B-F96FC66ACB06}"/>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4456A80A-A2CE-A328-9DCB-A5C9F0F70500}"/>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14C4FD4D-8A1A-311C-FB07-91A59A2B82C3}"/>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73482C97-22E5-7362-D3EB-C9D955D87E45}"/>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6B0E18DD-8993-D664-2EB2-8BACB38772BB}"/>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E1D3B3E5-28AF-0B69-7FE7-48052EC19D5F}"/>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21" name="TextBox 20">
              <a:extLst>
                <a:ext uri="{FF2B5EF4-FFF2-40B4-BE49-F238E27FC236}">
                  <a16:creationId xmlns:a16="http://schemas.microsoft.com/office/drawing/2014/main" id="{27C023CB-A9DF-32D7-DA1C-553FDDDC9455}"/>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2" name="TextBox 41">
            <a:extLst>
              <a:ext uri="{FF2B5EF4-FFF2-40B4-BE49-F238E27FC236}">
                <a16:creationId xmlns:a16="http://schemas.microsoft.com/office/drawing/2014/main" id="{2364992C-1994-2AD9-D520-2A3809B8EA30}"/>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43" name="Text Placeholder 15">
            <a:extLst>
              <a:ext uri="{FF2B5EF4-FFF2-40B4-BE49-F238E27FC236}">
                <a16:creationId xmlns:a16="http://schemas.microsoft.com/office/drawing/2014/main" id="{7AC9DCFA-1DD7-593D-3575-760DFD58E8FA}"/>
              </a:ext>
            </a:extLst>
          </p:cNvPr>
          <p:cNvSpPr>
            <a:spLocks noGrp="1"/>
          </p:cNvSpPr>
          <p:nvPr>
            <p:ph type="body" sz="quarter" idx="22"/>
          </p:nvPr>
        </p:nvSpPr>
        <p:spPr>
          <a:xfrm>
            <a:off x="546099" y="6019800"/>
            <a:ext cx="5459094"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2541549753"/>
      </p:ext>
    </p:extLst>
  </p:cSld>
  <p:clrMapOvr>
    <a:masterClrMapping/>
  </p:clrMapOvr>
</p:sldLayout>
</file>

<file path=ppt/slideLayouts/slideLayout152.xml><?xml version="1.0" encoding="utf-8"?>
<p:sldLayout xmlns:a="http://schemas.openxmlformats.org/drawingml/2006/main" xmlns:r="http://schemas.openxmlformats.org/officeDocument/2006/relationships" xmlns:p="http://schemas.openxmlformats.org/presentationml/2006/main" preserve="1" userDrawn="1">
  <p:cSld name="3x3 - Photo Top">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noChangeAspect="1"/>
          </p:cNvSpPr>
          <p:nvPr>
            <p:ph type="pic" sz="quarter" idx="13"/>
          </p:nvPr>
        </p:nvSpPr>
        <p:spPr>
          <a:xfrm>
            <a:off x="0" y="1"/>
            <a:ext cx="12192000" cy="1700212"/>
          </a:xfrm>
          <a:solidFill>
            <a:schemeClr val="bg1">
              <a:lumMod val="65000"/>
            </a:schemeClr>
          </a:solidFill>
        </p:spPr>
        <p:txBody>
          <a:bodyPr lIns="2560320" anchor="ctr"/>
          <a:lstStyle>
            <a:lvl1pPr algn="ctr">
              <a:defRPr>
                <a:solidFill>
                  <a:schemeClr val="bg1"/>
                </a:solidFill>
              </a:defRPr>
            </a:lvl1pPr>
          </a:lstStyle>
          <a:p>
            <a:r>
              <a:rPr lang="en-US"/>
              <a:t>Click icon to add picture</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39" name="Picture Placeholder 9">
            <a:extLst>
              <a:ext uri="{FF2B5EF4-FFF2-40B4-BE49-F238E27FC236}">
                <a16:creationId xmlns:a16="http://schemas.microsoft.com/office/drawing/2014/main" id="{DEE24B91-16DE-DAB3-3069-2978764EB319}"/>
              </a:ext>
            </a:extLst>
          </p:cNvPr>
          <p:cNvSpPr>
            <a:spLocks noGrp="1"/>
          </p:cNvSpPr>
          <p:nvPr>
            <p:ph type="pic" sz="quarter" idx="37" hasCustomPrompt="1"/>
          </p:nvPr>
        </p:nvSpPr>
        <p:spPr>
          <a:xfrm>
            <a:off x="546100" y="2006963"/>
            <a:ext cx="731520" cy="707662"/>
          </a:xfrm>
          <a:noFill/>
          <a:ln>
            <a:noFill/>
          </a:ln>
        </p:spPr>
        <p:txBody>
          <a:bodyPr tIns="411480" anchor="ctr">
            <a:normAutofit/>
          </a:bodyPr>
          <a:lstStyle>
            <a:lvl1pPr algn="ctr">
              <a:defRPr sz="1100">
                <a:solidFill>
                  <a:schemeClr val="bg1"/>
                </a:solidFill>
              </a:defRPr>
            </a:lvl1pPr>
          </a:lstStyle>
          <a:p>
            <a:r>
              <a:rPr lang="en-US"/>
              <a:t>Icon</a:t>
            </a:r>
          </a:p>
        </p:txBody>
      </p:sp>
      <p:sp>
        <p:nvSpPr>
          <p:cNvPr id="40" name="Picture Placeholder 9">
            <a:extLst>
              <a:ext uri="{FF2B5EF4-FFF2-40B4-BE49-F238E27FC236}">
                <a16:creationId xmlns:a16="http://schemas.microsoft.com/office/drawing/2014/main" id="{F003E950-C9D0-0278-0715-C906BEF230C3}"/>
              </a:ext>
            </a:extLst>
          </p:cNvPr>
          <p:cNvSpPr>
            <a:spLocks noGrp="1"/>
          </p:cNvSpPr>
          <p:nvPr>
            <p:ph type="pic" sz="quarter" idx="38" hasCustomPrompt="1"/>
          </p:nvPr>
        </p:nvSpPr>
        <p:spPr>
          <a:xfrm>
            <a:off x="4335779" y="2006963"/>
            <a:ext cx="731520" cy="707662"/>
          </a:xfrm>
          <a:noFill/>
          <a:ln>
            <a:noFill/>
          </a:ln>
        </p:spPr>
        <p:txBody>
          <a:bodyPr tIns="411480" anchor="ctr">
            <a:normAutofit/>
          </a:bodyPr>
          <a:lstStyle>
            <a:lvl1pPr algn="ctr">
              <a:defRPr sz="1100">
                <a:solidFill>
                  <a:schemeClr val="bg1"/>
                </a:solidFill>
              </a:defRPr>
            </a:lvl1pPr>
          </a:lstStyle>
          <a:p>
            <a:r>
              <a:rPr lang="en-US"/>
              <a:t>Icon</a:t>
            </a:r>
          </a:p>
        </p:txBody>
      </p:sp>
      <p:sp>
        <p:nvSpPr>
          <p:cNvPr id="41" name="Picture Placeholder 9">
            <a:extLst>
              <a:ext uri="{FF2B5EF4-FFF2-40B4-BE49-F238E27FC236}">
                <a16:creationId xmlns:a16="http://schemas.microsoft.com/office/drawing/2014/main" id="{773CBB8A-601B-B68F-970A-8D6534F2D520}"/>
              </a:ext>
            </a:extLst>
          </p:cNvPr>
          <p:cNvSpPr>
            <a:spLocks noGrp="1"/>
          </p:cNvSpPr>
          <p:nvPr>
            <p:ph type="pic" sz="quarter" idx="39" hasCustomPrompt="1"/>
          </p:nvPr>
        </p:nvSpPr>
        <p:spPr>
          <a:xfrm>
            <a:off x="8131809" y="2006963"/>
            <a:ext cx="731520" cy="707662"/>
          </a:xfrm>
          <a:noFill/>
          <a:ln>
            <a:noFill/>
          </a:ln>
        </p:spPr>
        <p:txBody>
          <a:bodyPr tIns="411480" anchor="ctr">
            <a:normAutofit/>
          </a:bodyPr>
          <a:lstStyle>
            <a:lvl1pPr algn="ctr">
              <a:defRPr sz="1100">
                <a:solidFill>
                  <a:schemeClr val="bg1"/>
                </a:solidFill>
              </a:defRPr>
            </a:lvl1pPr>
          </a:lstStyle>
          <a:p>
            <a:r>
              <a:rPr lang="en-US"/>
              <a:t>Icon</a:t>
            </a:r>
          </a:p>
        </p:txBody>
      </p:sp>
      <p:sp>
        <p:nvSpPr>
          <p:cNvPr id="42" name="Picture Placeholder 9">
            <a:extLst>
              <a:ext uri="{FF2B5EF4-FFF2-40B4-BE49-F238E27FC236}">
                <a16:creationId xmlns:a16="http://schemas.microsoft.com/office/drawing/2014/main" id="{CDAB1DAD-1044-2753-ED1B-2F53ADC1F076}"/>
              </a:ext>
            </a:extLst>
          </p:cNvPr>
          <p:cNvSpPr>
            <a:spLocks noGrp="1"/>
          </p:cNvSpPr>
          <p:nvPr>
            <p:ph type="pic" sz="quarter" idx="40" hasCustomPrompt="1"/>
          </p:nvPr>
        </p:nvSpPr>
        <p:spPr>
          <a:xfrm>
            <a:off x="546100" y="4124325"/>
            <a:ext cx="731520" cy="730250"/>
          </a:xfrm>
          <a:noFill/>
          <a:ln>
            <a:noFill/>
          </a:ln>
        </p:spPr>
        <p:txBody>
          <a:bodyPr tIns="411480" anchor="ctr">
            <a:normAutofit/>
          </a:bodyPr>
          <a:lstStyle>
            <a:lvl1pPr algn="ctr">
              <a:defRPr sz="1100">
                <a:solidFill>
                  <a:schemeClr val="bg1"/>
                </a:solidFill>
              </a:defRPr>
            </a:lvl1pPr>
          </a:lstStyle>
          <a:p>
            <a:r>
              <a:rPr lang="en-US"/>
              <a:t>Icon</a:t>
            </a:r>
          </a:p>
        </p:txBody>
      </p:sp>
      <p:sp>
        <p:nvSpPr>
          <p:cNvPr id="43" name="Picture Placeholder 9">
            <a:extLst>
              <a:ext uri="{FF2B5EF4-FFF2-40B4-BE49-F238E27FC236}">
                <a16:creationId xmlns:a16="http://schemas.microsoft.com/office/drawing/2014/main" id="{8E533476-771C-C1A8-684B-5F369B8AD702}"/>
              </a:ext>
            </a:extLst>
          </p:cNvPr>
          <p:cNvSpPr>
            <a:spLocks noGrp="1"/>
          </p:cNvSpPr>
          <p:nvPr>
            <p:ph type="pic" sz="quarter" idx="41" hasCustomPrompt="1"/>
          </p:nvPr>
        </p:nvSpPr>
        <p:spPr>
          <a:xfrm>
            <a:off x="4335779" y="4124325"/>
            <a:ext cx="731520" cy="730250"/>
          </a:xfrm>
          <a:noFill/>
          <a:ln>
            <a:noFill/>
          </a:ln>
        </p:spPr>
        <p:txBody>
          <a:bodyPr tIns="411480" anchor="ctr">
            <a:normAutofit/>
          </a:bodyPr>
          <a:lstStyle>
            <a:lvl1pPr algn="ctr">
              <a:defRPr sz="1100">
                <a:solidFill>
                  <a:schemeClr val="bg1"/>
                </a:solidFill>
              </a:defRPr>
            </a:lvl1pPr>
          </a:lstStyle>
          <a:p>
            <a:r>
              <a:rPr lang="en-US"/>
              <a:t>Icon</a:t>
            </a:r>
          </a:p>
        </p:txBody>
      </p:sp>
      <p:sp>
        <p:nvSpPr>
          <p:cNvPr id="44" name="Picture Placeholder 9">
            <a:extLst>
              <a:ext uri="{FF2B5EF4-FFF2-40B4-BE49-F238E27FC236}">
                <a16:creationId xmlns:a16="http://schemas.microsoft.com/office/drawing/2014/main" id="{8229F8E0-54EB-CC61-EDE5-D49015E07E9D}"/>
              </a:ext>
            </a:extLst>
          </p:cNvPr>
          <p:cNvSpPr>
            <a:spLocks noGrp="1"/>
          </p:cNvSpPr>
          <p:nvPr>
            <p:ph type="pic" sz="quarter" idx="42" hasCustomPrompt="1"/>
          </p:nvPr>
        </p:nvSpPr>
        <p:spPr>
          <a:xfrm>
            <a:off x="8131809" y="4124325"/>
            <a:ext cx="731520" cy="730250"/>
          </a:xfrm>
          <a:noFill/>
          <a:ln>
            <a:noFill/>
          </a:ln>
        </p:spPr>
        <p:txBody>
          <a:bodyPr tIns="411480" anchor="ctr">
            <a:normAutofit/>
          </a:bodyPr>
          <a:lstStyle>
            <a:lvl1pPr algn="ctr">
              <a:defRPr sz="1100">
                <a:solidFill>
                  <a:schemeClr val="bg1"/>
                </a:solidFill>
              </a:defRPr>
            </a:lvl1pPr>
          </a:lstStyle>
          <a:p>
            <a:r>
              <a:rPr lang="en-US"/>
              <a:t>Icon</a:t>
            </a:r>
          </a:p>
        </p:txBody>
      </p:sp>
      <p:sp>
        <p:nvSpPr>
          <p:cNvPr id="4" name="Title 3">
            <a:extLst>
              <a:ext uri="{FF2B5EF4-FFF2-40B4-BE49-F238E27FC236}">
                <a16:creationId xmlns:a16="http://schemas.microsoft.com/office/drawing/2014/main" id="{38E069FA-BCFF-0525-82A8-9D43A0F7FFAD}"/>
              </a:ext>
            </a:extLst>
          </p:cNvPr>
          <p:cNvSpPr>
            <a:spLocks noGrp="1"/>
          </p:cNvSpPr>
          <p:nvPr>
            <p:ph type="title"/>
          </p:nvPr>
        </p:nvSpPr>
        <p:spPr/>
        <p:txBody>
          <a:bodyPr/>
          <a:lstStyle>
            <a:lvl1pPr>
              <a:defRPr>
                <a:solidFill>
                  <a:schemeClr val="bg1"/>
                </a:solidFill>
              </a:defRPr>
            </a:lvl1pPr>
          </a:lstStyle>
          <a:p>
            <a:r>
              <a:rPr lang="en-US"/>
              <a:t>Click to edit Master title style</a:t>
            </a:r>
          </a:p>
        </p:txBody>
      </p:sp>
      <p:sp>
        <p:nvSpPr>
          <p:cNvPr id="3" name="Freeform 5">
            <a:extLst>
              <a:ext uri="{FF2B5EF4-FFF2-40B4-BE49-F238E27FC236}">
                <a16:creationId xmlns:a16="http://schemas.microsoft.com/office/drawing/2014/main" id="{9770A17F-69E1-3883-06E4-BFC90C571285}"/>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3" name="Text Placeholder 10">
            <a:extLst>
              <a:ext uri="{FF2B5EF4-FFF2-40B4-BE49-F238E27FC236}">
                <a16:creationId xmlns:a16="http://schemas.microsoft.com/office/drawing/2014/main" id="{310489FA-6FE3-5196-57BA-4C39CF6D97C9}"/>
              </a:ext>
            </a:extLst>
          </p:cNvPr>
          <p:cNvSpPr>
            <a:spLocks noGrp="1"/>
          </p:cNvSpPr>
          <p:nvPr>
            <p:ph type="body" sz="quarter" idx="45"/>
          </p:nvPr>
        </p:nvSpPr>
        <p:spPr>
          <a:xfrm>
            <a:off x="548640" y="1127125"/>
            <a:ext cx="5442585"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20" name="Content Placeholder 32">
            <a:extLst>
              <a:ext uri="{FF2B5EF4-FFF2-40B4-BE49-F238E27FC236}">
                <a16:creationId xmlns:a16="http://schemas.microsoft.com/office/drawing/2014/main" id="{0C04A2DB-44E7-1779-7153-66AE7C17B9DA}"/>
              </a:ext>
            </a:extLst>
          </p:cNvPr>
          <p:cNvSpPr>
            <a:spLocks noGrp="1"/>
          </p:cNvSpPr>
          <p:nvPr>
            <p:ph sz="quarter" idx="49"/>
          </p:nvPr>
        </p:nvSpPr>
        <p:spPr>
          <a:xfrm>
            <a:off x="538955" y="2873737"/>
            <a:ext cx="3520440" cy="964838"/>
          </a:xfrm>
        </p:spPr>
        <p:txBody>
          <a:bodyPr/>
          <a:lstStyle>
            <a:lvl1pPr>
              <a:defRPr lang="en-US" sz="2000" b="0" i="0" kern="1200" dirty="0" smtClean="0">
                <a:solidFill>
                  <a:schemeClr val="tx2"/>
                </a:solidFill>
                <a:latin typeface="+mj-lt"/>
                <a:ea typeface="GT America Regular" charset="0"/>
                <a:cs typeface="GT America Regular" charset="0"/>
              </a:defRPr>
            </a:lvl1pPr>
          </a:lstStyle>
          <a:p>
            <a:pPr lvl="0"/>
            <a:r>
              <a:rPr lang="en-US"/>
              <a:t>Click to edit Master text styles</a:t>
            </a:r>
          </a:p>
          <a:p>
            <a:pPr lvl="1"/>
            <a:r>
              <a:rPr lang="en-US"/>
              <a:t>Second level</a:t>
            </a:r>
          </a:p>
          <a:p>
            <a:pPr lvl="2"/>
            <a:r>
              <a:rPr lang="en-US"/>
              <a:t>Third level</a:t>
            </a:r>
          </a:p>
        </p:txBody>
      </p:sp>
      <p:sp>
        <p:nvSpPr>
          <p:cNvPr id="24" name="Content Placeholder 15">
            <a:extLst>
              <a:ext uri="{FF2B5EF4-FFF2-40B4-BE49-F238E27FC236}">
                <a16:creationId xmlns:a16="http://schemas.microsoft.com/office/drawing/2014/main" id="{CF9DFE53-830B-1A4C-F472-E0E7B9624139}"/>
              </a:ext>
            </a:extLst>
          </p:cNvPr>
          <p:cNvSpPr>
            <a:spLocks noGrp="1"/>
          </p:cNvSpPr>
          <p:nvPr>
            <p:ph sz="quarter" idx="50"/>
          </p:nvPr>
        </p:nvSpPr>
        <p:spPr>
          <a:xfrm>
            <a:off x="4337523" y="2882472"/>
            <a:ext cx="3520440" cy="956103"/>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25" name="Content Placeholder 17">
            <a:extLst>
              <a:ext uri="{FF2B5EF4-FFF2-40B4-BE49-F238E27FC236}">
                <a16:creationId xmlns:a16="http://schemas.microsoft.com/office/drawing/2014/main" id="{9C6C9551-6B74-0885-811D-B5B985D52982}"/>
              </a:ext>
            </a:extLst>
          </p:cNvPr>
          <p:cNvSpPr>
            <a:spLocks noGrp="1"/>
          </p:cNvSpPr>
          <p:nvPr>
            <p:ph sz="quarter" idx="51"/>
          </p:nvPr>
        </p:nvSpPr>
        <p:spPr>
          <a:xfrm>
            <a:off x="8126015" y="2882470"/>
            <a:ext cx="3520440" cy="956103"/>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26" name="Content Placeholder 20">
            <a:extLst>
              <a:ext uri="{FF2B5EF4-FFF2-40B4-BE49-F238E27FC236}">
                <a16:creationId xmlns:a16="http://schemas.microsoft.com/office/drawing/2014/main" id="{2A0BC643-D0E4-E606-F236-457295E113C5}"/>
              </a:ext>
            </a:extLst>
          </p:cNvPr>
          <p:cNvSpPr>
            <a:spLocks noGrp="1"/>
          </p:cNvSpPr>
          <p:nvPr>
            <p:ph sz="quarter" idx="52"/>
          </p:nvPr>
        </p:nvSpPr>
        <p:spPr>
          <a:xfrm>
            <a:off x="554832" y="5003801"/>
            <a:ext cx="3520440" cy="1013458"/>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27" name="Content Placeholder 33">
            <a:extLst>
              <a:ext uri="{FF2B5EF4-FFF2-40B4-BE49-F238E27FC236}">
                <a16:creationId xmlns:a16="http://schemas.microsoft.com/office/drawing/2014/main" id="{A2615C15-0FEC-C591-F37F-CCD2AAD8F80C}"/>
              </a:ext>
            </a:extLst>
          </p:cNvPr>
          <p:cNvSpPr>
            <a:spLocks noGrp="1"/>
          </p:cNvSpPr>
          <p:nvPr>
            <p:ph sz="quarter" idx="53"/>
          </p:nvPr>
        </p:nvSpPr>
        <p:spPr>
          <a:xfrm>
            <a:off x="4335779" y="5003800"/>
            <a:ext cx="3520440" cy="1013459"/>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29" name="Content Placeholder 28">
            <a:extLst>
              <a:ext uri="{FF2B5EF4-FFF2-40B4-BE49-F238E27FC236}">
                <a16:creationId xmlns:a16="http://schemas.microsoft.com/office/drawing/2014/main" id="{9C9DFC81-DE9E-FF0E-B59B-9F9419556889}"/>
              </a:ext>
            </a:extLst>
          </p:cNvPr>
          <p:cNvSpPr>
            <a:spLocks noGrp="1"/>
          </p:cNvSpPr>
          <p:nvPr>
            <p:ph sz="quarter" idx="54"/>
          </p:nvPr>
        </p:nvSpPr>
        <p:spPr>
          <a:xfrm>
            <a:off x="8116726" y="5003800"/>
            <a:ext cx="3521237" cy="1016000"/>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grpSp>
        <p:nvGrpSpPr>
          <p:cNvPr id="2" name="Group 1">
            <a:extLst>
              <a:ext uri="{FF2B5EF4-FFF2-40B4-BE49-F238E27FC236}">
                <a16:creationId xmlns:a16="http://schemas.microsoft.com/office/drawing/2014/main" id="{F1D2F084-0CA9-EDD6-7CAB-A12CA93F9001}"/>
              </a:ext>
            </a:extLst>
          </p:cNvPr>
          <p:cNvGrpSpPr/>
          <p:nvPr userDrawn="1"/>
        </p:nvGrpSpPr>
        <p:grpSpPr>
          <a:xfrm>
            <a:off x="12356815" y="0"/>
            <a:ext cx="756834" cy="6872642"/>
            <a:chOff x="12356815" y="0"/>
            <a:chExt cx="756834" cy="6872642"/>
          </a:xfrm>
        </p:grpSpPr>
        <p:sp>
          <p:nvSpPr>
            <p:cNvPr id="5" name="Rectangle 4">
              <a:extLst>
                <a:ext uri="{FF2B5EF4-FFF2-40B4-BE49-F238E27FC236}">
                  <a16:creationId xmlns:a16="http://schemas.microsoft.com/office/drawing/2014/main" id="{6661B38D-4BBE-A3AE-673C-C2BDF3CE3EA1}"/>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CB480683-0BB4-D7FD-E420-DEC5EC2BFC49}"/>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E2466611-23FC-5292-E090-243659A78359}"/>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1" name="Group 10">
              <a:extLst>
                <a:ext uri="{FF2B5EF4-FFF2-40B4-BE49-F238E27FC236}">
                  <a16:creationId xmlns:a16="http://schemas.microsoft.com/office/drawing/2014/main" id="{8B6D85C5-0778-1C91-2FD9-AADC4B14DF97}"/>
                </a:ext>
              </a:extLst>
            </p:cNvPr>
            <p:cNvGrpSpPr/>
            <p:nvPr userDrawn="1"/>
          </p:nvGrpSpPr>
          <p:grpSpPr>
            <a:xfrm>
              <a:off x="12442019" y="3791214"/>
              <a:ext cx="382660" cy="2882942"/>
              <a:chOff x="14001569" y="3716048"/>
              <a:chExt cx="316248" cy="3171236"/>
            </a:xfrm>
          </p:grpSpPr>
          <p:sp>
            <p:nvSpPr>
              <p:cNvPr id="32" name="Rectangle 31">
                <a:extLst>
                  <a:ext uri="{FF2B5EF4-FFF2-40B4-BE49-F238E27FC236}">
                    <a16:creationId xmlns:a16="http://schemas.microsoft.com/office/drawing/2014/main" id="{432B4EB4-3ED6-345E-B441-17E3D28216BD}"/>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971BAF4E-9B69-2C7C-1518-D3A908B914E9}"/>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BD34CFA2-EF23-FC4B-BFDD-E9D699CAAF5D}"/>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A25EA6ED-C2BF-53AE-1801-C0EEE0B017D8}"/>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04D5F69D-0CD6-7EAC-5696-F18672C0203C}"/>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90D0265F-7CE1-963A-E2E1-27B16216394F}"/>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584ECDB7-C7C5-29E0-278F-7911EC634A55}"/>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5" name="Rectangle 44">
                <a:extLst>
                  <a:ext uri="{FF2B5EF4-FFF2-40B4-BE49-F238E27FC236}">
                    <a16:creationId xmlns:a16="http://schemas.microsoft.com/office/drawing/2014/main" id="{9FB6F045-863D-2CA3-3C2F-5206330AC471}"/>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6" name="Rectangle 45">
                <a:extLst>
                  <a:ext uri="{FF2B5EF4-FFF2-40B4-BE49-F238E27FC236}">
                    <a16:creationId xmlns:a16="http://schemas.microsoft.com/office/drawing/2014/main" id="{2657434B-CD74-251E-5FAF-C3ECE9C01E2F}"/>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7" name="Rectangle 46">
                <a:extLst>
                  <a:ext uri="{FF2B5EF4-FFF2-40B4-BE49-F238E27FC236}">
                    <a16:creationId xmlns:a16="http://schemas.microsoft.com/office/drawing/2014/main" id="{D1B9DCEA-9D6B-6460-6F01-D3122679D986}"/>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C618C31B-FD97-E95F-A8C8-052B14F0D9BE}"/>
                </a:ext>
              </a:extLst>
            </p:cNvPr>
            <p:cNvGrpSpPr/>
            <p:nvPr userDrawn="1"/>
          </p:nvGrpSpPr>
          <p:grpSpPr>
            <a:xfrm>
              <a:off x="12442019" y="198485"/>
              <a:ext cx="382660" cy="2882942"/>
              <a:chOff x="12742785" y="3716048"/>
              <a:chExt cx="316248" cy="3171236"/>
            </a:xfrm>
          </p:grpSpPr>
          <p:sp>
            <p:nvSpPr>
              <p:cNvPr id="16" name="Rectangle 15">
                <a:extLst>
                  <a:ext uri="{FF2B5EF4-FFF2-40B4-BE49-F238E27FC236}">
                    <a16:creationId xmlns:a16="http://schemas.microsoft.com/office/drawing/2014/main" id="{53A833FD-18A7-8C65-2CCE-C66BE814458B}"/>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997CA820-0BFD-AFDF-AED0-B4C5644461F9}"/>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8723D0A8-B8C6-0537-589F-0511287AF9A7}"/>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33B554FD-9BD3-6291-39FB-F1E985E00771}"/>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13F14541-C32A-E400-3EC1-E603A0169B5E}"/>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94082293-91D0-0028-FC95-5FB5C7629778}"/>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899EC68C-DF6F-399B-28B9-84F119B37A32}"/>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123A0F8C-88EF-7A2E-3964-E8F8ECD6BA1B}"/>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33D0ED7D-6EC3-86A0-8D52-15E6DEBBA07C}"/>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C5CEE2D7-A619-EB96-D857-1274B9A578B1}"/>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02567CE9-E273-7C2C-5EDB-1835AAF8AE92}"/>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8" name="TextBox 47">
            <a:extLst>
              <a:ext uri="{FF2B5EF4-FFF2-40B4-BE49-F238E27FC236}">
                <a16:creationId xmlns:a16="http://schemas.microsoft.com/office/drawing/2014/main" id="{FB4851D4-545A-861A-455D-C4D67E93EC6F}"/>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49" name="Text Placeholder 15">
            <a:extLst>
              <a:ext uri="{FF2B5EF4-FFF2-40B4-BE49-F238E27FC236}">
                <a16:creationId xmlns:a16="http://schemas.microsoft.com/office/drawing/2014/main" id="{B8AD7AD7-49BF-48F5-A1F8-94C764ABF6F3}"/>
              </a:ext>
            </a:extLst>
          </p:cNvPr>
          <p:cNvSpPr>
            <a:spLocks noGrp="1"/>
          </p:cNvSpPr>
          <p:nvPr>
            <p:ph type="body" sz="quarter" idx="22"/>
          </p:nvPr>
        </p:nvSpPr>
        <p:spPr>
          <a:xfrm>
            <a:off x="546099" y="6019800"/>
            <a:ext cx="5459094"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3120775719"/>
      </p:ext>
    </p:extLst>
  </p:cSld>
  <p:clrMapOvr>
    <a:masterClrMapping/>
  </p:clrMapOvr>
</p:sldLayout>
</file>

<file path=ppt/slideLayouts/slideLayout153.xml><?xml version="1.0" encoding="utf-8"?>
<p:sldLayout xmlns:a="http://schemas.openxmlformats.org/drawingml/2006/main" xmlns:r="http://schemas.openxmlformats.org/officeDocument/2006/relationships" xmlns:p="http://schemas.openxmlformats.org/presentationml/2006/main" userDrawn="1">
  <p:cSld name="2 Column, 3/4 Photo">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p:nvPr>
        </p:nvSpPr>
        <p:spPr>
          <a:xfrm>
            <a:off x="4781550" y="0"/>
            <a:ext cx="7410449" cy="6858000"/>
          </a:xfrm>
          <a:solidFill>
            <a:schemeClr val="bg1">
              <a:lumMod val="65000"/>
            </a:schemeClr>
          </a:solidFill>
        </p:spPr>
        <p:txBody>
          <a:bodyPr anchor="ctr"/>
          <a:lstStyle>
            <a:lvl1pPr algn="ctr">
              <a:defRPr>
                <a:solidFill>
                  <a:schemeClr val="bg1"/>
                </a:solidFill>
              </a:defRPr>
            </a:lvl1pPr>
          </a:lstStyle>
          <a:p>
            <a:r>
              <a:rPr lang="en-US"/>
              <a:t>Click icon to add picture</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bg1"/>
                </a:solidFill>
              </a:defRPr>
            </a:lvl1p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5" name="Title 4">
            <a:extLst>
              <a:ext uri="{FF2B5EF4-FFF2-40B4-BE49-F238E27FC236}">
                <a16:creationId xmlns:a16="http://schemas.microsoft.com/office/drawing/2014/main" id="{37E1B056-6E37-0195-3E1E-328A2FEFCC8B}"/>
              </a:ext>
            </a:extLst>
          </p:cNvPr>
          <p:cNvSpPr>
            <a:spLocks noGrp="1"/>
          </p:cNvSpPr>
          <p:nvPr>
            <p:ph type="title"/>
          </p:nvPr>
        </p:nvSpPr>
        <p:spPr>
          <a:xfrm>
            <a:off x="546101" y="552450"/>
            <a:ext cx="4029073" cy="928909"/>
          </a:xfrm>
        </p:spPr>
        <p:txBody>
          <a:bodyPr wrap="square">
            <a:spAutoFit/>
          </a:bodyPr>
          <a:lstStyle/>
          <a:p>
            <a:r>
              <a:rPr lang="en-US"/>
              <a:t>Click to edit Master title style</a:t>
            </a:r>
          </a:p>
        </p:txBody>
      </p:sp>
      <p:sp>
        <p:nvSpPr>
          <p:cNvPr id="4" name="Freeform 5">
            <a:extLst>
              <a:ext uri="{FF2B5EF4-FFF2-40B4-BE49-F238E27FC236}">
                <a16:creationId xmlns:a16="http://schemas.microsoft.com/office/drawing/2014/main" id="{90FFE920-B320-B303-4558-0F631F47685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5" name="Text Placeholder 11">
            <a:extLst>
              <a:ext uri="{FF2B5EF4-FFF2-40B4-BE49-F238E27FC236}">
                <a16:creationId xmlns:a16="http://schemas.microsoft.com/office/drawing/2014/main" id="{5E92B4B8-6955-9D30-1BC3-A16EF74E8AD5}"/>
              </a:ext>
            </a:extLst>
          </p:cNvPr>
          <p:cNvSpPr>
            <a:spLocks noGrp="1"/>
          </p:cNvSpPr>
          <p:nvPr>
            <p:ph type="body" sz="quarter" idx="18"/>
          </p:nvPr>
        </p:nvSpPr>
        <p:spPr>
          <a:xfrm>
            <a:off x="546101" y="1616935"/>
            <a:ext cx="4029074" cy="302327"/>
          </a:xfrm>
        </p:spPr>
        <p:txBody>
          <a:bodyPr wrap="square">
            <a:sp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7" name="Content Placeholder 25">
            <a:extLst>
              <a:ext uri="{FF2B5EF4-FFF2-40B4-BE49-F238E27FC236}">
                <a16:creationId xmlns:a16="http://schemas.microsoft.com/office/drawing/2014/main" id="{5C8016BC-6435-33AA-70C0-6D27BA55395C}"/>
              </a:ext>
            </a:extLst>
          </p:cNvPr>
          <p:cNvSpPr>
            <a:spLocks noGrp="1"/>
          </p:cNvSpPr>
          <p:nvPr>
            <p:ph sz="quarter" idx="23"/>
          </p:nvPr>
        </p:nvSpPr>
        <p:spPr>
          <a:xfrm>
            <a:off x="546098" y="2479728"/>
            <a:ext cx="4032504" cy="338767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7B799152-3E3F-403E-735B-426B3AD5902D}"/>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AEE2FBD1-2DAE-D921-8D84-437C558ABD8A}"/>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6A12E7AA-F817-EDF5-56A5-6C58AB2C1C56}"/>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01FE1726-7752-A028-8DF0-8A4D5E84BAC0}"/>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1" name="Group 10">
              <a:extLst>
                <a:ext uri="{FF2B5EF4-FFF2-40B4-BE49-F238E27FC236}">
                  <a16:creationId xmlns:a16="http://schemas.microsoft.com/office/drawing/2014/main" id="{41F739AA-4EDE-3E87-31CD-21DBFCD9016C}"/>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931FC1FA-1605-683E-B583-54505545C4FE}"/>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0A096BA5-065F-2C70-A254-A75AD3ABD6B7}"/>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367F54A4-B0E4-8FD9-5158-3D307EBA07E4}"/>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F8686D0F-74B5-B007-DB62-D3EC0B3E062C}"/>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6480D6C4-9521-5BA8-E7A7-2FB7FF0BFD02}"/>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96021A03-EFC2-505E-7DF4-011A4F7382F3}"/>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157637AE-67E6-AA72-DEBA-4A9BEC71501F}"/>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83BB9AE7-1284-52CB-29B2-B50A9FE5D3F3}"/>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45877935-8156-4656-126E-EAD99F375B02}"/>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37740256-06FD-D7EC-0399-E20394E6A7A9}"/>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3EEEF041-8E6F-F833-0C61-6EA447F59DFC}"/>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9197F9E5-E7CF-5BE7-CC08-6A2C0F0B074F}"/>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8544C1CB-DB9C-05BA-072B-C0C519F8D55F}"/>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F6F14B53-DC63-C151-898F-F13727D9A3F7}"/>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3F4A48E4-66A8-7DDD-505D-D23F9DDF0CD2}"/>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611C403F-E834-57B5-EE55-8FE904B83361}"/>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B18B8550-12B5-F786-55B0-CB95A4743BD4}"/>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410CD4CF-3629-F3E0-FC27-232F955B43BE}"/>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840D3478-1780-9D65-8AB3-255A3C0E661D}"/>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A0AF961B-82B5-9254-FB3E-72AACB1CEBE4}"/>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D998BDE3-D428-BC8F-DBF5-456EC1775084}"/>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F8C96CC1-B9A0-37D2-FC49-0435620A39EC}"/>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DA4CFB59-91E6-7C58-0AE7-E3FF1CCF9446}"/>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38" name="Text Placeholder 15">
            <a:extLst>
              <a:ext uri="{FF2B5EF4-FFF2-40B4-BE49-F238E27FC236}">
                <a16:creationId xmlns:a16="http://schemas.microsoft.com/office/drawing/2014/main" id="{9A163C84-D98A-BB9D-4209-640B7B30D94B}"/>
              </a:ext>
            </a:extLst>
          </p:cNvPr>
          <p:cNvSpPr>
            <a:spLocks noGrp="1"/>
          </p:cNvSpPr>
          <p:nvPr>
            <p:ph type="body" sz="quarter" idx="22"/>
          </p:nvPr>
        </p:nvSpPr>
        <p:spPr>
          <a:xfrm>
            <a:off x="546099" y="6019800"/>
            <a:ext cx="4032504"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2036800421"/>
      </p:ext>
    </p:extLst>
  </p:cSld>
  <p:clrMapOvr>
    <a:masterClrMapping/>
  </p:clrMapOvr>
</p:sldLayout>
</file>

<file path=ppt/slideLayouts/slideLayout154.xml><?xml version="1.0" encoding="utf-8"?>
<p:sldLayout xmlns:a="http://schemas.openxmlformats.org/drawingml/2006/main" xmlns:r="http://schemas.openxmlformats.org/officeDocument/2006/relationships" xmlns:p="http://schemas.openxmlformats.org/presentationml/2006/main" userDrawn="1">
  <p:cSld name="2 Column, 3/4 Photo, 3 images">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p:nvPr>
        </p:nvSpPr>
        <p:spPr>
          <a:xfrm>
            <a:off x="4045059" y="552450"/>
            <a:ext cx="3673098" cy="5314949"/>
          </a:xfrm>
          <a:solidFill>
            <a:schemeClr val="bg1">
              <a:lumMod val="65000"/>
            </a:schemeClr>
          </a:solidFill>
        </p:spPr>
        <p:txBody>
          <a:bodyPr anchor="ctr"/>
          <a:lstStyle>
            <a:lvl1pPr algn="ctr">
              <a:defRPr>
                <a:solidFill>
                  <a:schemeClr val="bg1"/>
                </a:solidFill>
              </a:defRPr>
            </a:lvl1pPr>
          </a:lstStyle>
          <a:p>
            <a:r>
              <a:rPr lang="en-US"/>
              <a:t>Click icon to add picture</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bg1"/>
                </a:solidFill>
              </a:defRPr>
            </a:lvl1p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a:xfrm>
            <a:off x="10428288" y="6311900"/>
            <a:ext cx="1209674" cy="269875"/>
          </a:xfrm>
        </p:spPr>
        <p:txBody>
          <a:bodyPr/>
          <a:lstStyle>
            <a:lvl1pPr>
              <a:defRPr>
                <a:solidFill>
                  <a:schemeClr val="bg1"/>
                </a:solidFill>
              </a:defRPr>
            </a:lvl1pPr>
          </a:lstStyle>
          <a:p>
            <a:fld id="{862A5111-985B-C14D-9115-5787026182A8}" type="slidenum">
              <a:rPr lang="en-US" smtClean="0"/>
              <a:pPr/>
              <a:t>‹#›</a:t>
            </a:fld>
            <a:endParaRPr lang="en-US"/>
          </a:p>
        </p:txBody>
      </p:sp>
      <p:sp>
        <p:nvSpPr>
          <p:cNvPr id="5" name="Title 4">
            <a:extLst>
              <a:ext uri="{FF2B5EF4-FFF2-40B4-BE49-F238E27FC236}">
                <a16:creationId xmlns:a16="http://schemas.microsoft.com/office/drawing/2014/main" id="{37E1B056-6E37-0195-3E1E-328A2FEFCC8B}"/>
              </a:ext>
            </a:extLst>
          </p:cNvPr>
          <p:cNvSpPr>
            <a:spLocks noGrp="1"/>
          </p:cNvSpPr>
          <p:nvPr>
            <p:ph type="title"/>
          </p:nvPr>
        </p:nvSpPr>
        <p:spPr>
          <a:xfrm>
            <a:off x="546102" y="552450"/>
            <a:ext cx="3235484" cy="928909"/>
          </a:xfrm>
        </p:spPr>
        <p:txBody>
          <a:bodyPr>
            <a:spAutoFit/>
          </a:bodyPr>
          <a:lstStyle/>
          <a:p>
            <a:r>
              <a:rPr lang="en-US"/>
              <a:t>Click to edit Master title style</a:t>
            </a:r>
          </a:p>
        </p:txBody>
      </p:sp>
      <p:sp>
        <p:nvSpPr>
          <p:cNvPr id="4" name="Freeform 5">
            <a:extLst>
              <a:ext uri="{FF2B5EF4-FFF2-40B4-BE49-F238E27FC236}">
                <a16:creationId xmlns:a16="http://schemas.microsoft.com/office/drawing/2014/main" id="{90FFE920-B320-B303-4558-0F631F47685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5" name="Text Placeholder 11">
            <a:extLst>
              <a:ext uri="{FF2B5EF4-FFF2-40B4-BE49-F238E27FC236}">
                <a16:creationId xmlns:a16="http://schemas.microsoft.com/office/drawing/2014/main" id="{5E92B4B8-6955-9D30-1BC3-A16EF74E8AD5}"/>
              </a:ext>
            </a:extLst>
          </p:cNvPr>
          <p:cNvSpPr>
            <a:spLocks noGrp="1"/>
          </p:cNvSpPr>
          <p:nvPr>
            <p:ph type="body" sz="quarter" idx="18"/>
          </p:nvPr>
        </p:nvSpPr>
        <p:spPr>
          <a:xfrm>
            <a:off x="546101" y="1616935"/>
            <a:ext cx="3235485" cy="597792"/>
          </a:xfrm>
        </p:spPr>
        <p:txBody>
          <a:bodyPr>
            <a:sp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7" name="Content Placeholder 25">
            <a:extLst>
              <a:ext uri="{FF2B5EF4-FFF2-40B4-BE49-F238E27FC236}">
                <a16:creationId xmlns:a16="http://schemas.microsoft.com/office/drawing/2014/main" id="{5C8016BC-6435-33AA-70C0-6D27BA55395C}"/>
              </a:ext>
            </a:extLst>
          </p:cNvPr>
          <p:cNvSpPr>
            <a:spLocks noGrp="1"/>
          </p:cNvSpPr>
          <p:nvPr>
            <p:ph sz="quarter" idx="23"/>
          </p:nvPr>
        </p:nvSpPr>
        <p:spPr>
          <a:xfrm>
            <a:off x="546100" y="2479728"/>
            <a:ext cx="3236976" cy="338767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Picture Placeholder 9">
            <a:extLst>
              <a:ext uri="{FF2B5EF4-FFF2-40B4-BE49-F238E27FC236}">
                <a16:creationId xmlns:a16="http://schemas.microsoft.com/office/drawing/2014/main" id="{7E87EACD-2391-57C9-716D-2AEF69755A50}"/>
              </a:ext>
            </a:extLst>
          </p:cNvPr>
          <p:cNvSpPr>
            <a:spLocks noGrp="1"/>
          </p:cNvSpPr>
          <p:nvPr>
            <p:ph type="pic" sz="quarter" idx="24"/>
          </p:nvPr>
        </p:nvSpPr>
        <p:spPr>
          <a:xfrm>
            <a:off x="7964864" y="552451"/>
            <a:ext cx="3673098" cy="2534120"/>
          </a:xfrm>
          <a:solidFill>
            <a:schemeClr val="bg1">
              <a:lumMod val="65000"/>
            </a:schemeClr>
          </a:solidFill>
        </p:spPr>
        <p:txBody>
          <a:bodyPr anchor="ctr"/>
          <a:lstStyle>
            <a:lvl1pPr algn="ctr">
              <a:defRPr>
                <a:solidFill>
                  <a:schemeClr val="bg1"/>
                </a:solidFill>
              </a:defRPr>
            </a:lvl1pPr>
          </a:lstStyle>
          <a:p>
            <a:r>
              <a:rPr lang="en-US"/>
              <a:t>Click icon to add picture</a:t>
            </a:r>
          </a:p>
        </p:txBody>
      </p:sp>
      <p:sp>
        <p:nvSpPr>
          <p:cNvPr id="13" name="Picture Placeholder 9">
            <a:extLst>
              <a:ext uri="{FF2B5EF4-FFF2-40B4-BE49-F238E27FC236}">
                <a16:creationId xmlns:a16="http://schemas.microsoft.com/office/drawing/2014/main" id="{5E9B1E31-C253-CD60-DDC3-DEA59137A557}"/>
              </a:ext>
            </a:extLst>
          </p:cNvPr>
          <p:cNvSpPr>
            <a:spLocks noGrp="1"/>
          </p:cNvSpPr>
          <p:nvPr>
            <p:ph type="pic" sz="quarter" idx="25"/>
          </p:nvPr>
        </p:nvSpPr>
        <p:spPr>
          <a:xfrm>
            <a:off x="7964864" y="3333279"/>
            <a:ext cx="3673098" cy="2534120"/>
          </a:xfrm>
          <a:solidFill>
            <a:schemeClr val="bg1">
              <a:lumMod val="65000"/>
            </a:schemeClr>
          </a:solidFill>
        </p:spPr>
        <p:txBody>
          <a:bodyPr anchor="ctr"/>
          <a:lstStyle>
            <a:lvl1pPr algn="ctr">
              <a:defRPr>
                <a:solidFill>
                  <a:schemeClr val="bg1"/>
                </a:solidFill>
              </a:defRPr>
            </a:lvl1pPr>
          </a:lstStyle>
          <a:p>
            <a:r>
              <a:rPr lang="en-US"/>
              <a:t>Click icon to add picture</a:t>
            </a:r>
          </a:p>
        </p:txBody>
      </p:sp>
      <p:grpSp>
        <p:nvGrpSpPr>
          <p:cNvPr id="2" name="Group 1">
            <a:extLst>
              <a:ext uri="{FF2B5EF4-FFF2-40B4-BE49-F238E27FC236}">
                <a16:creationId xmlns:a16="http://schemas.microsoft.com/office/drawing/2014/main" id="{A28BD4C7-8F14-82ED-EEB0-60FC78E1F31D}"/>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2FAE67B2-5660-F329-1C0B-65ADA11F9F79}"/>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601A738D-C2A4-FD5B-8268-71854FD49323}"/>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F1B0C1FD-3D22-E0AA-0F8D-0A6689DFA294}"/>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2" name="Group 11">
              <a:extLst>
                <a:ext uri="{FF2B5EF4-FFF2-40B4-BE49-F238E27FC236}">
                  <a16:creationId xmlns:a16="http://schemas.microsoft.com/office/drawing/2014/main" id="{572822A8-BDD8-F054-6F2C-271AD4809C4D}"/>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6E1CC75B-ABA1-4BE5-D787-BC0CA170272C}"/>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43259B50-2F04-400D-ACFD-8056F2A5E4F3}"/>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05A37829-93C4-3669-2CE0-3D67D0FE25DE}"/>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CBD49E97-1F25-AF4B-DE4E-70AD0A14AF55}"/>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D217FB9F-EF71-9FDC-72B0-5DF6FB7434D3}"/>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06311234-84F8-2F72-A55A-150A41521F07}"/>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9F5A28C9-0F5B-A971-BDA3-5C719ECD359A}"/>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D0B5A2C1-4CF6-0812-6985-06DE8C226749}"/>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904FC8E8-8CFD-BE3F-4FEF-368CFFF8E792}"/>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E6505457-D0FB-338D-D548-D0449B6BABAB}"/>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4" name="Group 13">
              <a:extLst>
                <a:ext uri="{FF2B5EF4-FFF2-40B4-BE49-F238E27FC236}">
                  <a16:creationId xmlns:a16="http://schemas.microsoft.com/office/drawing/2014/main" id="{554440A3-B2E2-546C-7183-5CE380EB982B}"/>
                </a:ext>
              </a:extLst>
            </p:cNvPr>
            <p:cNvGrpSpPr/>
            <p:nvPr userDrawn="1"/>
          </p:nvGrpSpPr>
          <p:grpSpPr>
            <a:xfrm>
              <a:off x="12442019" y="198485"/>
              <a:ext cx="382660" cy="2882942"/>
              <a:chOff x="12742785" y="3716048"/>
              <a:chExt cx="316248" cy="3171236"/>
            </a:xfrm>
          </p:grpSpPr>
          <p:sp>
            <p:nvSpPr>
              <p:cNvPr id="19" name="Rectangle 18">
                <a:extLst>
                  <a:ext uri="{FF2B5EF4-FFF2-40B4-BE49-F238E27FC236}">
                    <a16:creationId xmlns:a16="http://schemas.microsoft.com/office/drawing/2014/main" id="{8CB9D297-6295-1B65-40A9-5871CB99DEC2}"/>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1A1828E8-5077-056F-FC80-E560C39F2604}"/>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46436D2B-C818-0BF5-9BFE-BEE58B6EE57F}"/>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0307FC2B-54A6-9E75-D7AE-CD2ADA026DF7}"/>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1C9A76FD-C2D3-963F-1DBD-34094F858A10}"/>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D50F6A9A-01C9-164A-6887-C514592F1353}"/>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A655353F-E34C-4F91-293B-178C842854EC}"/>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33B82060-D3EF-0545-00C1-029097C0A7D4}"/>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260162F8-5278-AE04-A55C-6DEEDFF83A0D}"/>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55170744-DA78-71DE-C083-88257DE9F730}"/>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8" name="TextBox 17">
              <a:extLst>
                <a:ext uri="{FF2B5EF4-FFF2-40B4-BE49-F238E27FC236}">
                  <a16:creationId xmlns:a16="http://schemas.microsoft.com/office/drawing/2014/main" id="{1F2A0D1B-5B0F-CE5A-34D3-772E13AC6361}"/>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CD0540D8-88A1-5748-64FB-C000582E6F65}"/>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40" name="Text Placeholder 15">
            <a:extLst>
              <a:ext uri="{FF2B5EF4-FFF2-40B4-BE49-F238E27FC236}">
                <a16:creationId xmlns:a16="http://schemas.microsoft.com/office/drawing/2014/main" id="{274169E7-1D0B-3EAA-52C4-839A19DE63A6}"/>
              </a:ext>
            </a:extLst>
          </p:cNvPr>
          <p:cNvSpPr>
            <a:spLocks noGrp="1"/>
          </p:cNvSpPr>
          <p:nvPr>
            <p:ph type="body" sz="quarter" idx="22"/>
          </p:nvPr>
        </p:nvSpPr>
        <p:spPr>
          <a:xfrm>
            <a:off x="546099" y="6019800"/>
            <a:ext cx="3236976"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129980721"/>
      </p:ext>
    </p:extLst>
  </p:cSld>
  <p:clrMapOvr>
    <a:masterClrMapping/>
  </p:clrMapOvr>
</p:sldLayout>
</file>

<file path=ppt/slideLayouts/slideLayout155.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F5D45E11-31A5-E3FC-391B-2853581FD0C8}"/>
              </a:ext>
            </a:extLst>
          </p:cNvPr>
          <p:cNvSpPr>
            <a:spLocks noGrp="1"/>
          </p:cNvSpPr>
          <p:nvPr>
            <p:ph type="ftr" sz="quarter" idx="11"/>
          </p:nvPr>
        </p:nvSpPr>
        <p:spPr/>
        <p:txBody>
          <a:bodyPr/>
          <a:lstStyle/>
          <a:p>
            <a:r>
              <a:rPr lang="en-US"/>
              <a:t>SG Product Update</a:t>
            </a:r>
          </a:p>
        </p:txBody>
      </p:sp>
      <p:sp>
        <p:nvSpPr>
          <p:cNvPr id="5" name="Slide Number Placeholder 4">
            <a:extLst>
              <a:ext uri="{FF2B5EF4-FFF2-40B4-BE49-F238E27FC236}">
                <a16:creationId xmlns:a16="http://schemas.microsoft.com/office/drawing/2014/main" id="{3601F7DF-30E1-D713-9FFA-757E3563DACB}"/>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9" name="Title 8">
            <a:extLst>
              <a:ext uri="{FF2B5EF4-FFF2-40B4-BE49-F238E27FC236}">
                <a16:creationId xmlns:a16="http://schemas.microsoft.com/office/drawing/2014/main" id="{32664483-5AC8-0F16-9C46-37836889B6E9}"/>
              </a:ext>
            </a:extLst>
          </p:cNvPr>
          <p:cNvSpPr>
            <a:spLocks noGrp="1"/>
          </p:cNvSpPr>
          <p:nvPr>
            <p:ph type="title"/>
          </p:nvPr>
        </p:nvSpPr>
        <p:spPr/>
        <p:txBody>
          <a:bodyPr/>
          <a:lstStyle/>
          <a:p>
            <a:r>
              <a:rPr lang="en-US"/>
              <a:t>Click to edit Master title style</a:t>
            </a:r>
          </a:p>
        </p:txBody>
      </p:sp>
      <p:sp>
        <p:nvSpPr>
          <p:cNvPr id="3" name="Freeform 5">
            <a:extLst>
              <a:ext uri="{FF2B5EF4-FFF2-40B4-BE49-F238E27FC236}">
                <a16:creationId xmlns:a16="http://schemas.microsoft.com/office/drawing/2014/main" id="{7FE8C2D7-70E3-CC7C-8803-9B39088A71F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4" name="Text Placeholder 10">
            <a:extLst>
              <a:ext uri="{FF2B5EF4-FFF2-40B4-BE49-F238E27FC236}">
                <a16:creationId xmlns:a16="http://schemas.microsoft.com/office/drawing/2014/main" id="{8D27C407-E192-03E9-638A-6586423552D1}"/>
              </a:ext>
            </a:extLst>
          </p:cNvPr>
          <p:cNvSpPr>
            <a:spLocks noGrp="1"/>
          </p:cNvSpPr>
          <p:nvPr>
            <p:ph type="body" sz="quarter" idx="45"/>
          </p:nvPr>
        </p:nvSpPr>
        <p:spPr>
          <a:xfrm>
            <a:off x="548640" y="1127125"/>
            <a:ext cx="1108932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488F4C1E-EEF8-6EBB-B99F-638ABA80A673}"/>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4AF1B88C-5EA5-DE1B-264B-0CBB1C954966}"/>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F2ED701C-C3DB-E652-6313-4A9D94E155A7}"/>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8" name="Rectangle 7">
              <a:extLst>
                <a:ext uri="{FF2B5EF4-FFF2-40B4-BE49-F238E27FC236}">
                  <a16:creationId xmlns:a16="http://schemas.microsoft.com/office/drawing/2014/main" id="{932F0FF5-888C-5F6B-D895-0B95B12D1C4B}"/>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EA284331-3A7E-34C5-3E2D-7B440B57017D}"/>
                </a:ext>
              </a:extLst>
            </p:cNvPr>
            <p:cNvGrpSpPr/>
            <p:nvPr userDrawn="1"/>
          </p:nvGrpSpPr>
          <p:grpSpPr>
            <a:xfrm>
              <a:off x="12442019" y="3791214"/>
              <a:ext cx="382660" cy="2882942"/>
              <a:chOff x="14001569" y="3716048"/>
              <a:chExt cx="316248" cy="3171236"/>
            </a:xfrm>
          </p:grpSpPr>
          <p:sp>
            <p:nvSpPr>
              <p:cNvPr id="25" name="Rectangle 24">
                <a:extLst>
                  <a:ext uri="{FF2B5EF4-FFF2-40B4-BE49-F238E27FC236}">
                    <a16:creationId xmlns:a16="http://schemas.microsoft.com/office/drawing/2014/main" id="{717C6CCA-A968-B5D6-D450-1FF466F14057}"/>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9E06CAC0-5E25-6D3B-EF85-6479B03F3B0B}"/>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5F0A76BB-F3D0-B2A3-C028-C6497F01DE2F}"/>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3973CA84-10ED-AF43-CF87-AEC4BBAA8B30}"/>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FBFB2055-4A6A-2A0F-3E21-575CF6612D9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633E06CA-B0E4-4267-CDB7-7DD61A5B5502}"/>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5B070902-E792-A365-C132-3C7362EF28A0}"/>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1548D0DA-64D8-7824-A6DF-70B56C7A7E1F}"/>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BDED0BE2-E44A-541E-75AA-C65C6EBA72FF}"/>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ABC18FB1-1E55-1C7F-B9C8-7DE9DE5FAAC5}"/>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0DAD8C2A-7C83-D7D9-67AF-529DDABD099E}"/>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1C487340-52ED-1CA9-A8E3-DBE8D06C9ABD}"/>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06F8DF90-5339-E1BE-9375-82A7C04BD488}"/>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FD745128-DB6F-55A2-499A-3D0F613F75D5}"/>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AA41559B-7E6F-0A59-DBEE-574F1AE9ABE2}"/>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6445F0B2-B018-7F8C-1494-349C3938CF3D}"/>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0912EF18-CD9A-2BF8-6948-7440E3EAEF85}"/>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18ABAE42-A95A-F7FA-31F1-067BF74971A1}"/>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4CA93A4D-71FC-F091-EB29-A9654E7296CC}"/>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E1D2C5B5-6D72-087A-58AE-DC6533E51E85}"/>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C7CA6DF9-0EE8-14AC-5A12-9078EB61C5BD}"/>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587E006B-773A-E17E-96BB-D0F75984A33A}"/>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5" name="TextBox 34">
            <a:extLst>
              <a:ext uri="{FF2B5EF4-FFF2-40B4-BE49-F238E27FC236}">
                <a16:creationId xmlns:a16="http://schemas.microsoft.com/office/drawing/2014/main" id="{F522FB07-F6D4-3AC6-5C51-8524B4216C24}"/>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36" name="Text Placeholder 15">
            <a:extLst>
              <a:ext uri="{FF2B5EF4-FFF2-40B4-BE49-F238E27FC236}">
                <a16:creationId xmlns:a16="http://schemas.microsoft.com/office/drawing/2014/main" id="{DD24CA07-6540-4056-2FEC-3447DCD38B6B}"/>
              </a:ext>
            </a:extLst>
          </p:cNvPr>
          <p:cNvSpPr>
            <a:spLocks noGrp="1"/>
          </p:cNvSpPr>
          <p:nvPr>
            <p:ph type="body" sz="quarter" idx="22"/>
          </p:nvPr>
        </p:nvSpPr>
        <p:spPr>
          <a:xfrm>
            <a:off x="546099" y="6019800"/>
            <a:ext cx="5459094"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286736315"/>
      </p:ext>
    </p:extLst>
  </p:cSld>
  <p:clrMapOvr>
    <a:masterClrMapping/>
  </p:clrMapOvr>
</p:sldLayout>
</file>

<file path=ppt/slideLayouts/slideLayout156.xml><?xml version="1.0" encoding="utf-8"?>
<p:sldLayout xmlns:a="http://schemas.openxmlformats.org/drawingml/2006/main" xmlns:r="http://schemas.openxmlformats.org/officeDocument/2006/relationships" xmlns:p="http://schemas.openxmlformats.org/presentationml/2006/main" preserve="1" userDrawn="1">
  <p:cSld name="Title Only - 2/3 Content">
    <p:spTree>
      <p:nvGrpSpPr>
        <p:cNvPr id="1" name=""/>
        <p:cNvGrpSpPr/>
        <p:nvPr/>
      </p:nvGrpSpPr>
      <p:grpSpPr>
        <a:xfrm>
          <a:off x="0" y="0"/>
          <a:ext cx="0" cy="0"/>
          <a:chOff x="0" y="0"/>
          <a:chExt cx="0" cy="0"/>
        </a:xfrm>
      </p:grpSpPr>
      <p:sp>
        <p:nvSpPr>
          <p:cNvPr id="15" name="Rectangle 14">
            <a:extLst>
              <a:ext uri="{FF2B5EF4-FFF2-40B4-BE49-F238E27FC236}">
                <a16:creationId xmlns:a16="http://schemas.microsoft.com/office/drawing/2014/main" id="{78052651-D773-AAE9-A38E-C12982351DA1}"/>
              </a:ext>
            </a:extLst>
          </p:cNvPr>
          <p:cNvSpPr/>
          <p:nvPr userDrawn="1"/>
        </p:nvSpPr>
        <p:spPr>
          <a:xfrm>
            <a:off x="4060168" y="0"/>
            <a:ext cx="8131831" cy="6858000"/>
          </a:xfrm>
          <a:prstGeom prst="rect">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4" name="Footer Placeholder 3">
            <a:extLst>
              <a:ext uri="{FF2B5EF4-FFF2-40B4-BE49-F238E27FC236}">
                <a16:creationId xmlns:a16="http://schemas.microsoft.com/office/drawing/2014/main" id="{F5D45E11-31A5-E3FC-391B-2853581FD0C8}"/>
              </a:ext>
            </a:extLst>
          </p:cNvPr>
          <p:cNvSpPr>
            <a:spLocks noGrp="1"/>
          </p:cNvSpPr>
          <p:nvPr>
            <p:ph type="ftr" sz="quarter" idx="11"/>
          </p:nvPr>
        </p:nvSpPr>
        <p:spPr/>
        <p:txBody>
          <a:bodyPr/>
          <a:lstStyle/>
          <a:p>
            <a:r>
              <a:rPr lang="en-US"/>
              <a:t>SG Product Update</a:t>
            </a:r>
          </a:p>
        </p:txBody>
      </p:sp>
      <p:sp>
        <p:nvSpPr>
          <p:cNvPr id="5" name="Slide Number Placeholder 4">
            <a:extLst>
              <a:ext uri="{FF2B5EF4-FFF2-40B4-BE49-F238E27FC236}">
                <a16:creationId xmlns:a16="http://schemas.microsoft.com/office/drawing/2014/main" id="{3601F7DF-30E1-D713-9FFA-757E3563DACB}"/>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9" name="Title 8">
            <a:extLst>
              <a:ext uri="{FF2B5EF4-FFF2-40B4-BE49-F238E27FC236}">
                <a16:creationId xmlns:a16="http://schemas.microsoft.com/office/drawing/2014/main" id="{32664483-5AC8-0F16-9C46-37836889B6E9}"/>
              </a:ext>
            </a:extLst>
          </p:cNvPr>
          <p:cNvSpPr>
            <a:spLocks noGrp="1"/>
          </p:cNvSpPr>
          <p:nvPr>
            <p:ph type="title"/>
          </p:nvPr>
        </p:nvSpPr>
        <p:spPr>
          <a:xfrm>
            <a:off x="546100" y="548640"/>
            <a:ext cx="3349252" cy="438785"/>
          </a:xfrm>
        </p:spPr>
        <p:txBody>
          <a:bodyPr/>
          <a:lstStyle/>
          <a:p>
            <a:r>
              <a:rPr lang="en-US"/>
              <a:t>Click to edit Master title style</a:t>
            </a:r>
          </a:p>
        </p:txBody>
      </p:sp>
      <p:sp>
        <p:nvSpPr>
          <p:cNvPr id="3" name="Freeform 5">
            <a:extLst>
              <a:ext uri="{FF2B5EF4-FFF2-40B4-BE49-F238E27FC236}">
                <a16:creationId xmlns:a16="http://schemas.microsoft.com/office/drawing/2014/main" id="{7FE8C2D7-70E3-CC7C-8803-9B39088A71F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4" name="Text Placeholder 10">
            <a:extLst>
              <a:ext uri="{FF2B5EF4-FFF2-40B4-BE49-F238E27FC236}">
                <a16:creationId xmlns:a16="http://schemas.microsoft.com/office/drawing/2014/main" id="{8D27C407-E192-03E9-638A-6586423552D1}"/>
              </a:ext>
            </a:extLst>
          </p:cNvPr>
          <p:cNvSpPr>
            <a:spLocks noGrp="1"/>
          </p:cNvSpPr>
          <p:nvPr>
            <p:ph type="body" sz="quarter" idx="45"/>
          </p:nvPr>
        </p:nvSpPr>
        <p:spPr>
          <a:xfrm>
            <a:off x="548640" y="1127125"/>
            <a:ext cx="3348485"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488F4C1E-EEF8-6EBB-B99F-638ABA80A673}"/>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4AF1B88C-5EA5-DE1B-264B-0CBB1C954966}"/>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F2ED701C-C3DB-E652-6313-4A9D94E155A7}"/>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8" name="Rectangle 7">
              <a:extLst>
                <a:ext uri="{FF2B5EF4-FFF2-40B4-BE49-F238E27FC236}">
                  <a16:creationId xmlns:a16="http://schemas.microsoft.com/office/drawing/2014/main" id="{932F0FF5-888C-5F6B-D895-0B95B12D1C4B}"/>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EA284331-3A7E-34C5-3E2D-7B440B57017D}"/>
                </a:ext>
              </a:extLst>
            </p:cNvPr>
            <p:cNvGrpSpPr/>
            <p:nvPr userDrawn="1"/>
          </p:nvGrpSpPr>
          <p:grpSpPr>
            <a:xfrm>
              <a:off x="12442019" y="3791214"/>
              <a:ext cx="382660" cy="2882942"/>
              <a:chOff x="14001569" y="3716048"/>
              <a:chExt cx="316248" cy="3171236"/>
            </a:xfrm>
          </p:grpSpPr>
          <p:sp>
            <p:nvSpPr>
              <p:cNvPr id="25" name="Rectangle 24">
                <a:extLst>
                  <a:ext uri="{FF2B5EF4-FFF2-40B4-BE49-F238E27FC236}">
                    <a16:creationId xmlns:a16="http://schemas.microsoft.com/office/drawing/2014/main" id="{717C6CCA-A968-B5D6-D450-1FF466F14057}"/>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9E06CAC0-5E25-6D3B-EF85-6479B03F3B0B}"/>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5F0A76BB-F3D0-B2A3-C028-C6497F01DE2F}"/>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3973CA84-10ED-AF43-CF87-AEC4BBAA8B30}"/>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FBFB2055-4A6A-2A0F-3E21-575CF6612D9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633E06CA-B0E4-4267-CDB7-7DD61A5B5502}"/>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5B070902-E792-A365-C132-3C7362EF28A0}"/>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1548D0DA-64D8-7824-A6DF-70B56C7A7E1F}"/>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BDED0BE2-E44A-541E-75AA-C65C6EBA72FF}"/>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ABC18FB1-1E55-1C7F-B9C8-7DE9DE5FAAC5}"/>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0DAD8C2A-7C83-D7D9-67AF-529DDABD099E}"/>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1C487340-52ED-1CA9-A8E3-DBE8D06C9ABD}"/>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06F8DF90-5339-E1BE-9375-82A7C04BD488}"/>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FD745128-DB6F-55A2-499A-3D0F613F75D5}"/>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AA41559B-7E6F-0A59-DBEE-574F1AE9ABE2}"/>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6445F0B2-B018-7F8C-1494-349C3938CF3D}"/>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0912EF18-CD9A-2BF8-6948-7440E3EAEF85}"/>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18ABAE42-A95A-F7FA-31F1-067BF74971A1}"/>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4CA93A4D-71FC-F091-EB29-A9654E7296CC}"/>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E1D2C5B5-6D72-087A-58AE-DC6533E51E85}"/>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C7CA6DF9-0EE8-14AC-5A12-9078EB61C5BD}"/>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587E006B-773A-E17E-96BB-D0F75984A33A}"/>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5" name="TextBox 34">
            <a:extLst>
              <a:ext uri="{FF2B5EF4-FFF2-40B4-BE49-F238E27FC236}">
                <a16:creationId xmlns:a16="http://schemas.microsoft.com/office/drawing/2014/main" id="{F522FB07-F6D4-3AC6-5C51-8524B4216C24}"/>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36" name="Text Placeholder 15">
            <a:extLst>
              <a:ext uri="{FF2B5EF4-FFF2-40B4-BE49-F238E27FC236}">
                <a16:creationId xmlns:a16="http://schemas.microsoft.com/office/drawing/2014/main" id="{DD24CA07-6540-4056-2FEC-3447DCD38B6B}"/>
              </a:ext>
            </a:extLst>
          </p:cNvPr>
          <p:cNvSpPr>
            <a:spLocks noGrp="1"/>
          </p:cNvSpPr>
          <p:nvPr>
            <p:ph type="body" sz="quarter" idx="22"/>
          </p:nvPr>
        </p:nvSpPr>
        <p:spPr>
          <a:xfrm>
            <a:off x="546099" y="6019800"/>
            <a:ext cx="3348485"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3630478335"/>
      </p:ext>
    </p:extLst>
  </p:cSld>
  <p:clrMapOvr>
    <a:masterClrMapping/>
  </p:clrMapOvr>
</p:sldLayout>
</file>

<file path=ppt/slideLayouts/slideLayout157.xml><?xml version="1.0" encoding="utf-8"?>
<p:sldLayout xmlns:a="http://schemas.openxmlformats.org/drawingml/2006/main" xmlns:r="http://schemas.openxmlformats.org/officeDocument/2006/relationships" xmlns:p="http://schemas.openxmlformats.org/presentationml/2006/main" preserve="1" userDrawn="1">
  <p:cSld name="Title Only - 2/3 Content - Dark">
    <p:spTree>
      <p:nvGrpSpPr>
        <p:cNvPr id="1" name=""/>
        <p:cNvGrpSpPr/>
        <p:nvPr/>
      </p:nvGrpSpPr>
      <p:grpSpPr>
        <a:xfrm>
          <a:off x="0" y="0"/>
          <a:ext cx="0" cy="0"/>
          <a:chOff x="0" y="0"/>
          <a:chExt cx="0" cy="0"/>
        </a:xfrm>
      </p:grpSpPr>
      <p:sp>
        <p:nvSpPr>
          <p:cNvPr id="15" name="Rectangle 14">
            <a:extLst>
              <a:ext uri="{FF2B5EF4-FFF2-40B4-BE49-F238E27FC236}">
                <a16:creationId xmlns:a16="http://schemas.microsoft.com/office/drawing/2014/main" id="{78052651-D773-AAE9-A38E-C12982351DA1}"/>
              </a:ext>
            </a:extLst>
          </p:cNvPr>
          <p:cNvSpPr/>
          <p:nvPr userDrawn="1"/>
        </p:nvSpPr>
        <p:spPr>
          <a:xfrm>
            <a:off x="4060168" y="0"/>
            <a:ext cx="8131831" cy="6858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4" name="Footer Placeholder 3">
            <a:extLst>
              <a:ext uri="{FF2B5EF4-FFF2-40B4-BE49-F238E27FC236}">
                <a16:creationId xmlns:a16="http://schemas.microsoft.com/office/drawing/2014/main" id="{F5D45E11-31A5-E3FC-391B-2853581FD0C8}"/>
              </a:ext>
            </a:extLst>
          </p:cNvPr>
          <p:cNvSpPr>
            <a:spLocks noGrp="1"/>
          </p:cNvSpPr>
          <p:nvPr>
            <p:ph type="ftr" sz="quarter" idx="11"/>
          </p:nvPr>
        </p:nvSpPr>
        <p:spPr/>
        <p:txBody>
          <a:bodyPr/>
          <a:lstStyle>
            <a:lvl1pPr>
              <a:defRPr>
                <a:solidFill>
                  <a:schemeClr val="bg1"/>
                </a:solidFill>
              </a:defRPr>
            </a:lvl1pPr>
          </a:lstStyle>
          <a:p>
            <a:r>
              <a:rPr lang="en-US"/>
              <a:t>SG Product Update</a:t>
            </a:r>
          </a:p>
        </p:txBody>
      </p:sp>
      <p:sp>
        <p:nvSpPr>
          <p:cNvPr id="5" name="Slide Number Placeholder 4">
            <a:extLst>
              <a:ext uri="{FF2B5EF4-FFF2-40B4-BE49-F238E27FC236}">
                <a16:creationId xmlns:a16="http://schemas.microsoft.com/office/drawing/2014/main" id="{3601F7DF-30E1-D713-9FFA-757E3563DACB}"/>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9" name="Title 8">
            <a:extLst>
              <a:ext uri="{FF2B5EF4-FFF2-40B4-BE49-F238E27FC236}">
                <a16:creationId xmlns:a16="http://schemas.microsoft.com/office/drawing/2014/main" id="{32664483-5AC8-0F16-9C46-37836889B6E9}"/>
              </a:ext>
            </a:extLst>
          </p:cNvPr>
          <p:cNvSpPr>
            <a:spLocks noGrp="1"/>
          </p:cNvSpPr>
          <p:nvPr>
            <p:ph type="title"/>
          </p:nvPr>
        </p:nvSpPr>
        <p:spPr>
          <a:xfrm>
            <a:off x="546100" y="548640"/>
            <a:ext cx="3349252" cy="438785"/>
          </a:xfrm>
        </p:spPr>
        <p:txBody>
          <a:bodyPr/>
          <a:lstStyle/>
          <a:p>
            <a:r>
              <a:rPr lang="en-US"/>
              <a:t>Click to edit Master title style</a:t>
            </a:r>
          </a:p>
        </p:txBody>
      </p:sp>
      <p:sp>
        <p:nvSpPr>
          <p:cNvPr id="3" name="Freeform 5">
            <a:extLst>
              <a:ext uri="{FF2B5EF4-FFF2-40B4-BE49-F238E27FC236}">
                <a16:creationId xmlns:a16="http://schemas.microsoft.com/office/drawing/2014/main" id="{7FE8C2D7-70E3-CC7C-8803-9B39088A71F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4" name="Text Placeholder 10">
            <a:extLst>
              <a:ext uri="{FF2B5EF4-FFF2-40B4-BE49-F238E27FC236}">
                <a16:creationId xmlns:a16="http://schemas.microsoft.com/office/drawing/2014/main" id="{8D27C407-E192-03E9-638A-6586423552D1}"/>
              </a:ext>
            </a:extLst>
          </p:cNvPr>
          <p:cNvSpPr>
            <a:spLocks noGrp="1"/>
          </p:cNvSpPr>
          <p:nvPr>
            <p:ph type="body" sz="quarter" idx="45"/>
          </p:nvPr>
        </p:nvSpPr>
        <p:spPr>
          <a:xfrm>
            <a:off x="548640" y="1127125"/>
            <a:ext cx="3348485"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488F4C1E-EEF8-6EBB-B99F-638ABA80A673}"/>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4AF1B88C-5EA5-DE1B-264B-0CBB1C954966}"/>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F2ED701C-C3DB-E652-6313-4A9D94E155A7}"/>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8" name="Rectangle 7">
              <a:extLst>
                <a:ext uri="{FF2B5EF4-FFF2-40B4-BE49-F238E27FC236}">
                  <a16:creationId xmlns:a16="http://schemas.microsoft.com/office/drawing/2014/main" id="{932F0FF5-888C-5F6B-D895-0B95B12D1C4B}"/>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EA284331-3A7E-34C5-3E2D-7B440B57017D}"/>
                </a:ext>
              </a:extLst>
            </p:cNvPr>
            <p:cNvGrpSpPr/>
            <p:nvPr userDrawn="1"/>
          </p:nvGrpSpPr>
          <p:grpSpPr>
            <a:xfrm>
              <a:off x="12442019" y="3791214"/>
              <a:ext cx="382660" cy="2882942"/>
              <a:chOff x="14001569" y="3716048"/>
              <a:chExt cx="316248" cy="3171236"/>
            </a:xfrm>
          </p:grpSpPr>
          <p:sp>
            <p:nvSpPr>
              <p:cNvPr id="25" name="Rectangle 24">
                <a:extLst>
                  <a:ext uri="{FF2B5EF4-FFF2-40B4-BE49-F238E27FC236}">
                    <a16:creationId xmlns:a16="http://schemas.microsoft.com/office/drawing/2014/main" id="{717C6CCA-A968-B5D6-D450-1FF466F14057}"/>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9E06CAC0-5E25-6D3B-EF85-6479B03F3B0B}"/>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5F0A76BB-F3D0-B2A3-C028-C6497F01DE2F}"/>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3973CA84-10ED-AF43-CF87-AEC4BBAA8B30}"/>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FBFB2055-4A6A-2A0F-3E21-575CF6612D9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633E06CA-B0E4-4267-CDB7-7DD61A5B5502}"/>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5B070902-E792-A365-C132-3C7362EF28A0}"/>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1548D0DA-64D8-7824-A6DF-70B56C7A7E1F}"/>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BDED0BE2-E44A-541E-75AA-C65C6EBA72FF}"/>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ABC18FB1-1E55-1C7F-B9C8-7DE9DE5FAAC5}"/>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0DAD8C2A-7C83-D7D9-67AF-529DDABD099E}"/>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1C487340-52ED-1CA9-A8E3-DBE8D06C9ABD}"/>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06F8DF90-5339-E1BE-9375-82A7C04BD488}"/>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FD745128-DB6F-55A2-499A-3D0F613F75D5}"/>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AA41559B-7E6F-0A59-DBEE-574F1AE9ABE2}"/>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6445F0B2-B018-7F8C-1494-349C3938CF3D}"/>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0912EF18-CD9A-2BF8-6948-7440E3EAEF85}"/>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18ABAE42-A95A-F7FA-31F1-067BF74971A1}"/>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4CA93A4D-71FC-F091-EB29-A9654E7296CC}"/>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E1D2C5B5-6D72-087A-58AE-DC6533E51E85}"/>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C7CA6DF9-0EE8-14AC-5A12-9078EB61C5BD}"/>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587E006B-773A-E17E-96BB-D0F75984A33A}"/>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5" name="TextBox 34">
            <a:extLst>
              <a:ext uri="{FF2B5EF4-FFF2-40B4-BE49-F238E27FC236}">
                <a16:creationId xmlns:a16="http://schemas.microsoft.com/office/drawing/2014/main" id="{F522FB07-F6D4-3AC6-5C51-8524B4216C24}"/>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36" name="Text Placeholder 15">
            <a:extLst>
              <a:ext uri="{FF2B5EF4-FFF2-40B4-BE49-F238E27FC236}">
                <a16:creationId xmlns:a16="http://schemas.microsoft.com/office/drawing/2014/main" id="{DD24CA07-6540-4056-2FEC-3447DCD38B6B}"/>
              </a:ext>
            </a:extLst>
          </p:cNvPr>
          <p:cNvSpPr>
            <a:spLocks noGrp="1"/>
          </p:cNvSpPr>
          <p:nvPr>
            <p:ph type="body" sz="quarter" idx="22"/>
          </p:nvPr>
        </p:nvSpPr>
        <p:spPr>
          <a:xfrm>
            <a:off x="546099" y="6019800"/>
            <a:ext cx="3348485"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2771700221"/>
      </p:ext>
    </p:extLst>
  </p:cSld>
  <p:clrMapOvr>
    <a:masterClrMapping/>
  </p:clrMapOvr>
</p:sldLayout>
</file>

<file path=ppt/slideLayouts/slideLayout158.xml><?xml version="1.0" encoding="utf-8"?>
<p:sldLayout xmlns:a="http://schemas.openxmlformats.org/drawingml/2006/main" xmlns:r="http://schemas.openxmlformats.org/officeDocument/2006/relationships" xmlns:p="http://schemas.openxmlformats.org/presentationml/2006/main" preserve="1" userDrawn="1">
  <p:cSld name="Freeform">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SG Product Update</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2" name="Freeform 5">
            <a:extLst>
              <a:ext uri="{FF2B5EF4-FFF2-40B4-BE49-F238E27FC236}">
                <a16:creationId xmlns:a16="http://schemas.microsoft.com/office/drawing/2014/main" id="{5C2DD425-99D8-608C-64B9-B0C461E35CD7}"/>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grpSp>
        <p:nvGrpSpPr>
          <p:cNvPr id="5" name="Group 4">
            <a:extLst>
              <a:ext uri="{FF2B5EF4-FFF2-40B4-BE49-F238E27FC236}">
                <a16:creationId xmlns:a16="http://schemas.microsoft.com/office/drawing/2014/main" id="{832E6C09-B6F4-13B9-BB9C-333535AE6209}"/>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B901C2EE-11E3-7C40-B12F-70D9A55F80C7}"/>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77BD6137-398F-6D4A-110F-F466148F1305}"/>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8" name="Rectangle 7">
              <a:extLst>
                <a:ext uri="{FF2B5EF4-FFF2-40B4-BE49-F238E27FC236}">
                  <a16:creationId xmlns:a16="http://schemas.microsoft.com/office/drawing/2014/main" id="{4DD93ED9-606C-3729-FCEF-67FCC8EF3DDF}"/>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9" name="Group 8">
              <a:extLst>
                <a:ext uri="{FF2B5EF4-FFF2-40B4-BE49-F238E27FC236}">
                  <a16:creationId xmlns:a16="http://schemas.microsoft.com/office/drawing/2014/main" id="{784DAA8C-D8A7-E1FB-8E8B-F679420CE895}"/>
                </a:ext>
              </a:extLst>
            </p:cNvPr>
            <p:cNvGrpSpPr/>
            <p:nvPr userDrawn="1"/>
          </p:nvGrpSpPr>
          <p:grpSpPr>
            <a:xfrm>
              <a:off x="12442019" y="3791214"/>
              <a:ext cx="382660" cy="2882942"/>
              <a:chOff x="14001569" y="3716048"/>
              <a:chExt cx="316248" cy="3171236"/>
            </a:xfrm>
          </p:grpSpPr>
          <p:sp>
            <p:nvSpPr>
              <p:cNvPr id="22" name="Rectangle 21">
                <a:extLst>
                  <a:ext uri="{FF2B5EF4-FFF2-40B4-BE49-F238E27FC236}">
                    <a16:creationId xmlns:a16="http://schemas.microsoft.com/office/drawing/2014/main" id="{DAC789A3-7E1E-2F88-6D0A-B006B0E9FA9A}"/>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FC8733E4-1F03-72A8-87B6-65C0592EDF84}"/>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5B6936ED-7AD6-F629-95C8-09CA3DF2EE34}"/>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F7DE4EE3-97AE-1E4F-4213-1AC0AE18DC2A}"/>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702FEAFD-56E3-BCC1-C378-3E8FD3D3D2D2}"/>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F087CF6B-3356-67C7-4CE9-02D29D36BEFA}"/>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EC6C699A-2F69-66CE-012B-BF6653719E0E}"/>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52A9EDB9-F252-8ED0-4F67-86AE25C3DB2E}"/>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27AA54BA-6DB6-6153-FD82-16191D251BA5}"/>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89B8D701-5409-7DDB-6606-81432748588E}"/>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EA493DB1-1872-3015-2892-A8E8156CB245}"/>
                </a:ext>
              </a:extLst>
            </p:cNvPr>
            <p:cNvGrpSpPr/>
            <p:nvPr userDrawn="1"/>
          </p:nvGrpSpPr>
          <p:grpSpPr>
            <a:xfrm>
              <a:off x="12442019" y="198485"/>
              <a:ext cx="382660" cy="2882942"/>
              <a:chOff x="12742785" y="3716048"/>
              <a:chExt cx="316248" cy="3171236"/>
            </a:xfrm>
          </p:grpSpPr>
          <p:sp>
            <p:nvSpPr>
              <p:cNvPr id="12" name="Rectangle 11">
                <a:extLst>
                  <a:ext uri="{FF2B5EF4-FFF2-40B4-BE49-F238E27FC236}">
                    <a16:creationId xmlns:a16="http://schemas.microsoft.com/office/drawing/2014/main" id="{311B8705-5342-ADFA-84D2-A341267809E1}"/>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3" name="Rectangle 12">
                <a:extLst>
                  <a:ext uri="{FF2B5EF4-FFF2-40B4-BE49-F238E27FC236}">
                    <a16:creationId xmlns:a16="http://schemas.microsoft.com/office/drawing/2014/main" id="{E96744C7-6E7E-DE70-0714-A50AAE883B54}"/>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4" name="Rectangle 13">
                <a:extLst>
                  <a:ext uri="{FF2B5EF4-FFF2-40B4-BE49-F238E27FC236}">
                    <a16:creationId xmlns:a16="http://schemas.microsoft.com/office/drawing/2014/main" id="{7E1AD60E-1F4E-A705-CAE3-299A8892B28D}"/>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E35C4DEB-E003-A8C2-32D7-45F15EB052EB}"/>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204374EE-BD81-8FFA-0C47-ED91A40DD40D}"/>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80C7EE47-0C84-E2F2-3BE2-949A643D7737}"/>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9CB13B68-FA88-DD3B-41F8-E8C6FE7CAA05}"/>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A78323DC-26BB-4A66-4FB6-D4A7FFF75021}"/>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89F3E720-9FDE-E58B-3A32-EB5CA968DE42}"/>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6B9C4B58-9F2A-BA68-7E80-C4970A2F6772}"/>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1" name="TextBox 10">
              <a:extLst>
                <a:ext uri="{FF2B5EF4-FFF2-40B4-BE49-F238E27FC236}">
                  <a16:creationId xmlns:a16="http://schemas.microsoft.com/office/drawing/2014/main" id="{4F2AE1EE-66CA-DBF7-3E77-7F20C227A75B}"/>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2" name="TextBox 31">
            <a:extLst>
              <a:ext uri="{FF2B5EF4-FFF2-40B4-BE49-F238E27FC236}">
                <a16:creationId xmlns:a16="http://schemas.microsoft.com/office/drawing/2014/main" id="{604D2E61-519E-5B5C-F95B-A0BBE34E3A95}"/>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739078084"/>
      </p:ext>
    </p:extLst>
  </p:cSld>
  <p:clrMapOvr>
    <a:masterClrMapping/>
  </p:clrMapOvr>
</p:sldLayout>
</file>

<file path=ppt/slideLayouts/slideLayout159.xml><?xml version="1.0" encoding="utf-8"?>
<p:sldLayout xmlns:a="http://schemas.openxmlformats.org/drawingml/2006/main" xmlns:r="http://schemas.openxmlformats.org/officeDocument/2006/relationships" xmlns:p="http://schemas.openxmlformats.org/presentationml/2006/main" userDrawn="1">
  <p:cSld name="2 Lines Title Only">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F5D45E11-31A5-E3FC-391B-2853581FD0C8}"/>
              </a:ext>
            </a:extLst>
          </p:cNvPr>
          <p:cNvSpPr>
            <a:spLocks noGrp="1"/>
          </p:cNvSpPr>
          <p:nvPr>
            <p:ph type="ftr" sz="quarter" idx="11"/>
          </p:nvPr>
        </p:nvSpPr>
        <p:spPr/>
        <p:txBody>
          <a:bodyPr/>
          <a:lstStyle/>
          <a:p>
            <a:r>
              <a:rPr lang="en-US"/>
              <a:t>SG Product Update</a:t>
            </a:r>
          </a:p>
        </p:txBody>
      </p:sp>
      <p:sp>
        <p:nvSpPr>
          <p:cNvPr id="5" name="Slide Number Placeholder 4">
            <a:extLst>
              <a:ext uri="{FF2B5EF4-FFF2-40B4-BE49-F238E27FC236}">
                <a16:creationId xmlns:a16="http://schemas.microsoft.com/office/drawing/2014/main" id="{3601F7DF-30E1-D713-9FFA-757E3563DACB}"/>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9" name="Title 8">
            <a:extLst>
              <a:ext uri="{FF2B5EF4-FFF2-40B4-BE49-F238E27FC236}">
                <a16:creationId xmlns:a16="http://schemas.microsoft.com/office/drawing/2014/main" id="{32664483-5AC8-0F16-9C46-37836889B6E9}"/>
              </a:ext>
            </a:extLst>
          </p:cNvPr>
          <p:cNvSpPr>
            <a:spLocks noGrp="1"/>
          </p:cNvSpPr>
          <p:nvPr>
            <p:ph type="title" hasCustomPrompt="1"/>
          </p:nvPr>
        </p:nvSpPr>
        <p:spPr>
          <a:xfrm>
            <a:off x="546100" y="552450"/>
            <a:ext cx="11091861" cy="928909"/>
          </a:xfrm>
        </p:spPr>
        <p:txBody>
          <a:bodyPr>
            <a:spAutoFit/>
          </a:bodyPr>
          <a:lstStyle/>
          <a:p>
            <a:r>
              <a:rPr lang="en-US"/>
              <a:t>2 lines title</a:t>
            </a:r>
            <a:br>
              <a:rPr lang="en-US"/>
            </a:br>
            <a:r>
              <a:rPr lang="en-US"/>
              <a:t>Click to edit Master title style</a:t>
            </a:r>
          </a:p>
        </p:txBody>
      </p:sp>
      <p:sp>
        <p:nvSpPr>
          <p:cNvPr id="3" name="Freeform 5">
            <a:extLst>
              <a:ext uri="{FF2B5EF4-FFF2-40B4-BE49-F238E27FC236}">
                <a16:creationId xmlns:a16="http://schemas.microsoft.com/office/drawing/2014/main" id="{7FE8C2D7-70E3-CC7C-8803-9B39088A71F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grpSp>
        <p:nvGrpSpPr>
          <p:cNvPr id="2" name="Group 1">
            <a:extLst>
              <a:ext uri="{FF2B5EF4-FFF2-40B4-BE49-F238E27FC236}">
                <a16:creationId xmlns:a16="http://schemas.microsoft.com/office/drawing/2014/main" id="{914F311F-8B5B-9308-3872-3B70A1DC6C77}"/>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367F3E64-01F8-D677-39D6-7552D98DE1FD}"/>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D65930DF-3A54-04A5-D580-BA7718C1DD19}"/>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8" name="Rectangle 7">
              <a:extLst>
                <a:ext uri="{FF2B5EF4-FFF2-40B4-BE49-F238E27FC236}">
                  <a16:creationId xmlns:a16="http://schemas.microsoft.com/office/drawing/2014/main" id="{6884EB78-A3F2-A6E6-AE0D-B1FB29385B55}"/>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16A03966-A646-A77E-1CA7-329B5EF46F43}"/>
                </a:ext>
              </a:extLst>
            </p:cNvPr>
            <p:cNvGrpSpPr/>
            <p:nvPr userDrawn="1"/>
          </p:nvGrpSpPr>
          <p:grpSpPr>
            <a:xfrm>
              <a:off x="12442019" y="3791214"/>
              <a:ext cx="382660" cy="2882942"/>
              <a:chOff x="14001569" y="3716048"/>
              <a:chExt cx="316248" cy="3171236"/>
            </a:xfrm>
          </p:grpSpPr>
          <p:sp>
            <p:nvSpPr>
              <p:cNvPr id="24" name="Rectangle 23">
                <a:extLst>
                  <a:ext uri="{FF2B5EF4-FFF2-40B4-BE49-F238E27FC236}">
                    <a16:creationId xmlns:a16="http://schemas.microsoft.com/office/drawing/2014/main" id="{B7F75D30-646A-C4E9-6636-B14815E43DB7}"/>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50AF0799-435A-CEBE-6AB4-BA443F619029}"/>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2B8E9D51-A803-489B-7D2A-0D57F5549F1E}"/>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726E0299-6CEA-6C4A-BFFC-CB77688C1FA2}"/>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B39C01AE-36C7-E7FE-01C5-3F3A218F208A}"/>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520DECB9-9A98-DFE8-FBEF-ABF4D9C26BEF}"/>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736A4652-425F-DF7A-737A-1F5F6D19152E}"/>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5BC5FE45-94CD-F17F-BDEF-DE0FC7F44F7A}"/>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01EA4BF9-D25D-BB0D-F83F-84CD15157ECD}"/>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F5591592-F679-150B-49B1-9A79D5BB6E49}"/>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BC35FBFB-ECD0-D280-C927-907C702A5895}"/>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89FB7D6C-347C-DDB8-C311-68E59AFE45D0}"/>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4" name="Rectangle 13">
                <a:extLst>
                  <a:ext uri="{FF2B5EF4-FFF2-40B4-BE49-F238E27FC236}">
                    <a16:creationId xmlns:a16="http://schemas.microsoft.com/office/drawing/2014/main" id="{082B1418-9271-8DFB-09A5-CBA690A74141}"/>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862AB1AA-8C89-423E-E5F2-8EC34342CBFA}"/>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82296C51-3999-26F4-CCE0-2DF37CA08E7D}"/>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A813F1F2-8168-3ED1-A889-828D7BB0C297}"/>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BD21750E-35D0-0AF6-29D1-0E6F0D1817D9}"/>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8668A05D-2210-3C17-281A-050030F578C3}"/>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A6D90BAD-48C1-4B2A-314D-4268EDF05194}"/>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C88B3006-B517-C4C1-6BAE-1F1B11395E83}"/>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134746A2-551A-102B-FCB6-00BF9015B338}"/>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6C145B59-C740-13B8-1485-9E27733EFC3E}"/>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4" name="TextBox 33">
            <a:extLst>
              <a:ext uri="{FF2B5EF4-FFF2-40B4-BE49-F238E27FC236}">
                <a16:creationId xmlns:a16="http://schemas.microsoft.com/office/drawing/2014/main" id="{F4E3D3DF-D89A-454F-78D8-7365597652EF}"/>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35" name="Text Placeholder 15">
            <a:extLst>
              <a:ext uri="{FF2B5EF4-FFF2-40B4-BE49-F238E27FC236}">
                <a16:creationId xmlns:a16="http://schemas.microsoft.com/office/drawing/2014/main" id="{102B71E9-6CB1-B1F5-9788-3AE5ACCBB58B}"/>
              </a:ext>
            </a:extLst>
          </p:cNvPr>
          <p:cNvSpPr>
            <a:spLocks noGrp="1"/>
          </p:cNvSpPr>
          <p:nvPr>
            <p:ph type="body" sz="quarter" idx="22"/>
          </p:nvPr>
        </p:nvSpPr>
        <p:spPr>
          <a:xfrm>
            <a:off x="546099" y="6019800"/>
            <a:ext cx="5459094"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3623569260"/>
      </p:ext>
    </p:extLst>
  </p:cSld>
  <p:clrMapOvr>
    <a:masterClrMapping/>
  </p:clrMapOvr>
</p:sldLayout>
</file>

<file path=ppt/slideLayouts/slideLayout160.xml><?xml version="1.0" encoding="utf-8"?>
<p:sldLayout xmlns:a="http://schemas.openxmlformats.org/drawingml/2006/main" xmlns:r="http://schemas.openxmlformats.org/officeDocument/2006/relationships" xmlns:p="http://schemas.openxmlformats.org/presentationml/2006/main" userDrawn="1">
  <p:cSld name="1_1 Column Left - Custom Columns Right">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DDC42E88-6CA5-D615-F095-E179BC98BD17}"/>
              </a:ext>
            </a:extLst>
          </p:cNvPr>
          <p:cNvSpPr/>
          <p:nvPr userDrawn="1"/>
        </p:nvSpPr>
        <p:spPr bwMode="hidden">
          <a:xfrm>
            <a:off x="4059886" y="0"/>
            <a:ext cx="8132114" cy="6858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ooter Placeholder 10">
            <a:extLst>
              <a:ext uri="{FF2B5EF4-FFF2-40B4-BE49-F238E27FC236}">
                <a16:creationId xmlns:a16="http://schemas.microsoft.com/office/drawing/2014/main" id="{BAECEC3D-770F-7250-26AF-412E70DE9C76}"/>
              </a:ext>
            </a:extLst>
          </p:cNvPr>
          <p:cNvSpPr>
            <a:spLocks noGrp="1"/>
          </p:cNvSpPr>
          <p:nvPr>
            <p:ph type="ftr" sz="quarter" idx="33"/>
          </p:nvPr>
        </p:nvSpPr>
        <p:spPr/>
        <p:txBody>
          <a:bodyPr/>
          <a:lstStyle>
            <a:lvl1pPr>
              <a:defRPr>
                <a:solidFill>
                  <a:schemeClr val="bg1"/>
                </a:solidFill>
              </a:defRPr>
            </a:lvl1pPr>
          </a:lstStyle>
          <a:p>
            <a:r>
              <a:rPr lang="en-US"/>
              <a:t>SG Product Update</a:t>
            </a:r>
          </a:p>
        </p:txBody>
      </p:sp>
      <p:sp>
        <p:nvSpPr>
          <p:cNvPr id="16" name="Slide Number Placeholder 15">
            <a:extLst>
              <a:ext uri="{FF2B5EF4-FFF2-40B4-BE49-F238E27FC236}">
                <a16:creationId xmlns:a16="http://schemas.microsoft.com/office/drawing/2014/main" id="{C768E3CA-EE05-5C0C-7FDE-235DD91067BA}"/>
              </a:ext>
            </a:extLst>
          </p:cNvPr>
          <p:cNvSpPr>
            <a:spLocks noGrp="1"/>
          </p:cNvSpPr>
          <p:nvPr>
            <p:ph type="sldNum" sz="quarter" idx="34"/>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4" name="Freeform 5">
            <a:extLst>
              <a:ext uri="{FF2B5EF4-FFF2-40B4-BE49-F238E27FC236}">
                <a16:creationId xmlns:a16="http://schemas.microsoft.com/office/drawing/2014/main" id="{074E9702-7D53-759A-8744-90315F172A3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2" name="Title 4">
            <a:extLst>
              <a:ext uri="{FF2B5EF4-FFF2-40B4-BE49-F238E27FC236}">
                <a16:creationId xmlns:a16="http://schemas.microsoft.com/office/drawing/2014/main" id="{2628CB90-67E0-41C8-8483-7F9369CE49DC}"/>
              </a:ext>
            </a:extLst>
          </p:cNvPr>
          <p:cNvSpPr>
            <a:spLocks noGrp="1"/>
          </p:cNvSpPr>
          <p:nvPr>
            <p:ph type="title"/>
          </p:nvPr>
        </p:nvSpPr>
        <p:spPr>
          <a:xfrm>
            <a:off x="546102" y="552450"/>
            <a:ext cx="3235484" cy="928909"/>
          </a:xfrm>
        </p:spPr>
        <p:txBody>
          <a:bodyPr>
            <a:spAutoFit/>
          </a:bodyPr>
          <a:lstStyle/>
          <a:p>
            <a:r>
              <a:rPr lang="en-US"/>
              <a:t>Click to edit Master title style</a:t>
            </a:r>
          </a:p>
        </p:txBody>
      </p:sp>
      <p:sp>
        <p:nvSpPr>
          <p:cNvPr id="5" name="Text Placeholder 11">
            <a:extLst>
              <a:ext uri="{FF2B5EF4-FFF2-40B4-BE49-F238E27FC236}">
                <a16:creationId xmlns:a16="http://schemas.microsoft.com/office/drawing/2014/main" id="{D312496E-BF9A-3EA3-C765-AEFFCF44DF2C}"/>
              </a:ext>
            </a:extLst>
          </p:cNvPr>
          <p:cNvSpPr>
            <a:spLocks noGrp="1"/>
          </p:cNvSpPr>
          <p:nvPr>
            <p:ph type="body" sz="quarter" idx="18"/>
          </p:nvPr>
        </p:nvSpPr>
        <p:spPr>
          <a:xfrm>
            <a:off x="546101" y="1616935"/>
            <a:ext cx="3235485" cy="597792"/>
          </a:xfrm>
        </p:spPr>
        <p:txBody>
          <a:bodyPr>
            <a:sp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7" name="Content Placeholder 25">
            <a:extLst>
              <a:ext uri="{FF2B5EF4-FFF2-40B4-BE49-F238E27FC236}">
                <a16:creationId xmlns:a16="http://schemas.microsoft.com/office/drawing/2014/main" id="{5B42ED45-239B-CA23-2B6D-28B888E3A128}"/>
              </a:ext>
            </a:extLst>
          </p:cNvPr>
          <p:cNvSpPr>
            <a:spLocks noGrp="1"/>
          </p:cNvSpPr>
          <p:nvPr>
            <p:ph sz="quarter" idx="23"/>
          </p:nvPr>
        </p:nvSpPr>
        <p:spPr>
          <a:xfrm>
            <a:off x="546100" y="2479728"/>
            <a:ext cx="3236976" cy="338767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6" name="Group 5">
            <a:extLst>
              <a:ext uri="{FF2B5EF4-FFF2-40B4-BE49-F238E27FC236}">
                <a16:creationId xmlns:a16="http://schemas.microsoft.com/office/drawing/2014/main" id="{C6D584BB-0367-1A27-0336-6F2DAEFB2C49}"/>
              </a:ext>
            </a:extLst>
          </p:cNvPr>
          <p:cNvGrpSpPr/>
          <p:nvPr userDrawn="1"/>
        </p:nvGrpSpPr>
        <p:grpSpPr>
          <a:xfrm>
            <a:off x="12356815" y="0"/>
            <a:ext cx="756834" cy="6872642"/>
            <a:chOff x="12356815" y="0"/>
            <a:chExt cx="756834" cy="6872642"/>
          </a:xfrm>
        </p:grpSpPr>
        <p:sp>
          <p:nvSpPr>
            <p:cNvPr id="8" name="Rectangle 7">
              <a:extLst>
                <a:ext uri="{FF2B5EF4-FFF2-40B4-BE49-F238E27FC236}">
                  <a16:creationId xmlns:a16="http://schemas.microsoft.com/office/drawing/2014/main" id="{CFBEFFC5-1DE6-DDD7-B0D5-8FA8F0BB4CDE}"/>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9" name="TextBox 8">
              <a:extLst>
                <a:ext uri="{FF2B5EF4-FFF2-40B4-BE49-F238E27FC236}">
                  <a16:creationId xmlns:a16="http://schemas.microsoft.com/office/drawing/2014/main" id="{9035FAFD-BB73-9C12-BE4E-410D7D846ADA}"/>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0" name="Rectangle 9">
              <a:extLst>
                <a:ext uri="{FF2B5EF4-FFF2-40B4-BE49-F238E27FC236}">
                  <a16:creationId xmlns:a16="http://schemas.microsoft.com/office/drawing/2014/main" id="{3F7A4BD0-5E4A-EFFB-DCE7-C1EA32D05100}"/>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2" name="Group 11">
              <a:extLst>
                <a:ext uri="{FF2B5EF4-FFF2-40B4-BE49-F238E27FC236}">
                  <a16:creationId xmlns:a16="http://schemas.microsoft.com/office/drawing/2014/main" id="{6E1332F4-37B6-ED0D-EF2C-7B901EC08BD9}"/>
                </a:ext>
              </a:extLst>
            </p:cNvPr>
            <p:cNvGrpSpPr/>
            <p:nvPr userDrawn="1"/>
          </p:nvGrpSpPr>
          <p:grpSpPr>
            <a:xfrm>
              <a:off x="12442019" y="3791214"/>
              <a:ext cx="382660" cy="2882942"/>
              <a:chOff x="14001569" y="3716048"/>
              <a:chExt cx="316248" cy="3171236"/>
            </a:xfrm>
          </p:grpSpPr>
          <p:sp>
            <p:nvSpPr>
              <p:cNvPr id="26" name="Rectangle 25">
                <a:extLst>
                  <a:ext uri="{FF2B5EF4-FFF2-40B4-BE49-F238E27FC236}">
                    <a16:creationId xmlns:a16="http://schemas.microsoft.com/office/drawing/2014/main" id="{3A469091-391D-E572-443A-72561C7AB74F}"/>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D2966F70-0A26-2222-2027-1CF2B20903F2}"/>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D1A24B29-7737-1C95-F4A3-F4628395FC95}"/>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BAAE8C6E-2DBB-8D59-CAC8-254C8E7DBD7B}"/>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FF19E08C-211E-D476-C3F6-512D7ABF704F}"/>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C85744DF-150B-FA91-E097-079B5BC4DC21}"/>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CEC531DA-E423-A65B-3CD7-7FB35BE40BFC}"/>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17B8059C-49FB-DD1E-0C3B-D327E7EF0E51}"/>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E213541C-26B5-BFA8-CAA3-E91594422727}"/>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98DB2E2D-603C-92C9-CFA0-31C2C65C9979}"/>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3" name="Group 12">
              <a:extLst>
                <a:ext uri="{FF2B5EF4-FFF2-40B4-BE49-F238E27FC236}">
                  <a16:creationId xmlns:a16="http://schemas.microsoft.com/office/drawing/2014/main" id="{051A6970-564E-BEDD-9904-37B2F0B25195}"/>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BC5687A3-656C-CE66-3852-641C72D4D4A2}"/>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1116CB28-FD42-68C9-6C57-679D57F053F8}"/>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5841815C-B36A-C2AC-3259-BA6FB858170A}"/>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603352EB-0462-49A8-4144-D98B117E1A3C}"/>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D9A9A6E7-F457-2D8B-A216-92D874CC0170}"/>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78952645-5657-F7DB-4A6C-2921FB0D21CB}"/>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634DE9C1-6A08-880C-AC86-B7296CE15BAF}"/>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91E65F04-A11C-3CCC-FD79-0B37809C61A5}"/>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F9D0DFAC-46FE-54AD-C9FC-E1A2827DAB98}"/>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391AD01E-1F1B-8F30-4AA3-33CCBF2F0F54}"/>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F5F4E727-8705-9BAB-A606-77F4A5434F53}"/>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782D9231-4D9D-CE9F-6B12-3E8C3919B652}"/>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38" name="Text Placeholder 15">
            <a:extLst>
              <a:ext uri="{FF2B5EF4-FFF2-40B4-BE49-F238E27FC236}">
                <a16:creationId xmlns:a16="http://schemas.microsoft.com/office/drawing/2014/main" id="{DCA023C5-565E-7D0A-1883-630377783667}"/>
              </a:ext>
            </a:extLst>
          </p:cNvPr>
          <p:cNvSpPr>
            <a:spLocks noGrp="1"/>
          </p:cNvSpPr>
          <p:nvPr>
            <p:ph type="body" sz="quarter" idx="22"/>
          </p:nvPr>
        </p:nvSpPr>
        <p:spPr>
          <a:xfrm>
            <a:off x="546099" y="6019800"/>
            <a:ext cx="3236976"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2925316243"/>
      </p:ext>
    </p:extLst>
  </p:cSld>
  <p:clrMapOvr>
    <a:masterClrMapping/>
  </p:clrMapOvr>
</p:sldLayout>
</file>

<file path=ppt/slideLayouts/slideLayout161.xml><?xml version="1.0" encoding="utf-8"?>
<p:sldLayout xmlns:a="http://schemas.openxmlformats.org/drawingml/2006/main" xmlns:r="http://schemas.openxmlformats.org/officeDocument/2006/relationships" xmlns:p="http://schemas.openxmlformats.org/presentationml/2006/main" preserve="1" userDrawn="1">
  <p:cSld name="Contact Sheet 4-up">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DDC42E88-6CA5-D615-F095-E179BC98BD17}"/>
              </a:ext>
            </a:extLst>
          </p:cNvPr>
          <p:cNvSpPr/>
          <p:nvPr userDrawn="1"/>
        </p:nvSpPr>
        <p:spPr bwMode="ltGray">
          <a:xfrm>
            <a:off x="2029968" y="987424"/>
            <a:ext cx="2029968" cy="58705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2" name="Rectangle 11">
            <a:extLst>
              <a:ext uri="{FF2B5EF4-FFF2-40B4-BE49-F238E27FC236}">
                <a16:creationId xmlns:a16="http://schemas.microsoft.com/office/drawing/2014/main" id="{34E1A2AF-0ED4-BF22-E0B5-072609F36CD0}"/>
              </a:ext>
            </a:extLst>
          </p:cNvPr>
          <p:cNvSpPr/>
          <p:nvPr userDrawn="1"/>
        </p:nvSpPr>
        <p:spPr bwMode="ltGray">
          <a:xfrm>
            <a:off x="0" y="0"/>
            <a:ext cx="2029968" cy="5586413"/>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Picture Placeholder 9">
            <a:extLst>
              <a:ext uri="{FF2B5EF4-FFF2-40B4-BE49-F238E27FC236}">
                <a16:creationId xmlns:a16="http://schemas.microsoft.com/office/drawing/2014/main" id="{9E00C7D1-33B8-8C13-3170-53723F9DC775}"/>
              </a:ext>
            </a:extLst>
          </p:cNvPr>
          <p:cNvSpPr>
            <a:spLocks noGrp="1"/>
          </p:cNvSpPr>
          <p:nvPr>
            <p:ph type="pic" sz="quarter" idx="29" hasCustomPrompt="1"/>
          </p:nvPr>
        </p:nvSpPr>
        <p:spPr>
          <a:xfrm>
            <a:off x="0" y="3984625"/>
            <a:ext cx="2025945" cy="1601788"/>
          </a:xfrm>
          <a:noFill/>
          <a:ln>
            <a:noFill/>
          </a:ln>
        </p:spPr>
        <p:txBody>
          <a:bodyPr bIns="731520" anchor="ctr"/>
          <a:lstStyle>
            <a:lvl1pPr algn="ctr">
              <a:defRPr>
                <a:solidFill>
                  <a:schemeClr val="bg1"/>
                </a:solidFill>
                <a:latin typeface="+mn-lt"/>
              </a:defRPr>
            </a:lvl1pPr>
          </a:lstStyle>
          <a:p>
            <a:r>
              <a:rPr lang="en-US"/>
              <a:t>Silhouette</a:t>
            </a:r>
            <a:br>
              <a:rPr lang="en-US"/>
            </a:br>
            <a:r>
              <a:rPr lang="en-US"/>
              <a:t>portrait</a:t>
            </a:r>
          </a:p>
        </p:txBody>
      </p:sp>
      <p:sp>
        <p:nvSpPr>
          <p:cNvPr id="6" name="Rectangle 5">
            <a:extLst>
              <a:ext uri="{FF2B5EF4-FFF2-40B4-BE49-F238E27FC236}">
                <a16:creationId xmlns:a16="http://schemas.microsoft.com/office/drawing/2014/main" id="{DB4AF1C6-2110-AD3D-E932-BB93094FDE3E}"/>
              </a:ext>
            </a:extLst>
          </p:cNvPr>
          <p:cNvSpPr/>
          <p:nvPr userDrawn="1"/>
        </p:nvSpPr>
        <p:spPr bwMode="ltGray">
          <a:xfrm>
            <a:off x="4059936" y="0"/>
            <a:ext cx="2030571" cy="4419599"/>
          </a:xfrm>
          <a:prstGeom prst="rect">
            <a:avLst/>
          </a:prstGeom>
          <a:solidFill>
            <a:srgbClr val="F0F0F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EFC37276-E616-FBAF-DF1A-61E3D82969B3}"/>
              </a:ext>
            </a:extLst>
          </p:cNvPr>
          <p:cNvSpPr/>
          <p:nvPr userDrawn="1"/>
        </p:nvSpPr>
        <p:spPr bwMode="ltGray">
          <a:xfrm>
            <a:off x="6090507" y="2146300"/>
            <a:ext cx="2030571" cy="4711700"/>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Picture Placeholder 9">
            <a:extLst>
              <a:ext uri="{FF2B5EF4-FFF2-40B4-BE49-F238E27FC236}">
                <a16:creationId xmlns:a16="http://schemas.microsoft.com/office/drawing/2014/main" id="{6D983F6C-257C-6C67-6EC3-EBCA44E1E447}"/>
              </a:ext>
            </a:extLst>
          </p:cNvPr>
          <p:cNvSpPr>
            <a:spLocks noGrp="1"/>
          </p:cNvSpPr>
          <p:nvPr>
            <p:ph type="pic" sz="quarter" idx="34" hasCustomPrompt="1"/>
          </p:nvPr>
        </p:nvSpPr>
        <p:spPr>
          <a:xfrm>
            <a:off x="2029968" y="5256211"/>
            <a:ext cx="2029968" cy="1601788"/>
          </a:xfrm>
          <a:noFill/>
          <a:ln>
            <a:noFill/>
          </a:ln>
        </p:spPr>
        <p:txBody>
          <a:bodyPr bIns="731520" anchor="ctr"/>
          <a:lstStyle>
            <a:lvl1pPr algn="ctr">
              <a:defRPr>
                <a:solidFill>
                  <a:schemeClr val="bg1"/>
                </a:solidFill>
                <a:latin typeface="+mn-lt"/>
              </a:defRPr>
            </a:lvl1pPr>
          </a:lstStyle>
          <a:p>
            <a:r>
              <a:rPr lang="en-US"/>
              <a:t>Silhouette</a:t>
            </a:r>
            <a:br>
              <a:rPr lang="en-US"/>
            </a:br>
            <a:r>
              <a:rPr lang="en-US"/>
              <a:t>portrait</a:t>
            </a:r>
          </a:p>
        </p:txBody>
      </p:sp>
      <p:sp>
        <p:nvSpPr>
          <p:cNvPr id="26" name="Picture Placeholder 9">
            <a:extLst>
              <a:ext uri="{FF2B5EF4-FFF2-40B4-BE49-F238E27FC236}">
                <a16:creationId xmlns:a16="http://schemas.microsoft.com/office/drawing/2014/main" id="{B30A2EA1-9831-326D-A8C1-2D549EB4933B}"/>
              </a:ext>
            </a:extLst>
          </p:cNvPr>
          <p:cNvSpPr>
            <a:spLocks noGrp="1"/>
          </p:cNvSpPr>
          <p:nvPr>
            <p:ph type="pic" sz="quarter" idx="35" hasCustomPrompt="1"/>
          </p:nvPr>
        </p:nvSpPr>
        <p:spPr>
          <a:xfrm>
            <a:off x="4060539" y="2817812"/>
            <a:ext cx="2029968" cy="1601788"/>
          </a:xfrm>
          <a:noFill/>
          <a:ln>
            <a:noFill/>
          </a:ln>
        </p:spPr>
        <p:txBody>
          <a:bodyPr bIns="731520" anchor="ctr"/>
          <a:lstStyle>
            <a:lvl1pPr algn="ctr">
              <a:defRPr>
                <a:solidFill>
                  <a:schemeClr val="tx1"/>
                </a:solidFill>
                <a:latin typeface="+mn-lt"/>
              </a:defRPr>
            </a:lvl1pPr>
          </a:lstStyle>
          <a:p>
            <a:r>
              <a:rPr lang="en-US"/>
              <a:t>Silhouette</a:t>
            </a:r>
            <a:br>
              <a:rPr lang="en-US"/>
            </a:br>
            <a:r>
              <a:rPr lang="en-US"/>
              <a:t>portrait</a:t>
            </a:r>
          </a:p>
        </p:txBody>
      </p:sp>
      <p:sp>
        <p:nvSpPr>
          <p:cNvPr id="27" name="Picture Placeholder 9">
            <a:extLst>
              <a:ext uri="{FF2B5EF4-FFF2-40B4-BE49-F238E27FC236}">
                <a16:creationId xmlns:a16="http://schemas.microsoft.com/office/drawing/2014/main" id="{788C71B0-0D1B-0F88-EE68-676FD8926F88}"/>
              </a:ext>
            </a:extLst>
          </p:cNvPr>
          <p:cNvSpPr>
            <a:spLocks noGrp="1"/>
          </p:cNvSpPr>
          <p:nvPr>
            <p:ph type="pic" sz="quarter" idx="36" hasCustomPrompt="1"/>
          </p:nvPr>
        </p:nvSpPr>
        <p:spPr>
          <a:xfrm>
            <a:off x="6090507" y="5225465"/>
            <a:ext cx="2029968" cy="1601788"/>
          </a:xfrm>
          <a:noFill/>
          <a:ln>
            <a:noFill/>
          </a:ln>
        </p:spPr>
        <p:txBody>
          <a:bodyPr bIns="731520" anchor="ctr"/>
          <a:lstStyle>
            <a:lvl1pPr algn="ctr">
              <a:defRPr>
                <a:solidFill>
                  <a:schemeClr val="bg1"/>
                </a:solidFill>
                <a:latin typeface="+mn-lt"/>
              </a:defRPr>
            </a:lvl1pPr>
          </a:lstStyle>
          <a:p>
            <a:r>
              <a:rPr lang="en-US"/>
              <a:t>Silhouette</a:t>
            </a:r>
            <a:br>
              <a:rPr lang="en-US"/>
            </a:br>
            <a:r>
              <a:rPr lang="en-US"/>
              <a:t>portrait</a:t>
            </a:r>
          </a:p>
        </p:txBody>
      </p:sp>
      <p:sp>
        <p:nvSpPr>
          <p:cNvPr id="7" name="Title 6">
            <a:extLst>
              <a:ext uri="{FF2B5EF4-FFF2-40B4-BE49-F238E27FC236}">
                <a16:creationId xmlns:a16="http://schemas.microsoft.com/office/drawing/2014/main" id="{4E7DFA94-D58E-B043-9748-F5C033A80605}"/>
              </a:ext>
            </a:extLst>
          </p:cNvPr>
          <p:cNvSpPr>
            <a:spLocks noGrp="1"/>
          </p:cNvSpPr>
          <p:nvPr>
            <p:ph type="title"/>
          </p:nvPr>
        </p:nvSpPr>
        <p:spPr>
          <a:xfrm>
            <a:off x="7600950" y="548640"/>
            <a:ext cx="4044155" cy="873760"/>
          </a:xfrm>
        </p:spPr>
        <p:txBody>
          <a:bodyPr/>
          <a:lstStyle/>
          <a:p>
            <a:r>
              <a:rPr lang="en-US"/>
              <a:t>Click to edit Master title style</a:t>
            </a:r>
          </a:p>
        </p:txBody>
      </p:sp>
      <p:sp>
        <p:nvSpPr>
          <p:cNvPr id="5" name="Freeform 5">
            <a:extLst>
              <a:ext uri="{FF2B5EF4-FFF2-40B4-BE49-F238E27FC236}">
                <a16:creationId xmlns:a16="http://schemas.microsoft.com/office/drawing/2014/main" id="{39611C4F-B45F-3A80-F10C-1FE235F3B7E0}"/>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20" name="Text Placeholder 19">
            <a:extLst>
              <a:ext uri="{FF2B5EF4-FFF2-40B4-BE49-F238E27FC236}">
                <a16:creationId xmlns:a16="http://schemas.microsoft.com/office/drawing/2014/main" id="{FA57E2A5-07A4-7598-0417-7BDD1699473D}"/>
              </a:ext>
            </a:extLst>
          </p:cNvPr>
          <p:cNvSpPr>
            <a:spLocks noGrp="1"/>
          </p:cNvSpPr>
          <p:nvPr>
            <p:ph type="body" sz="quarter" idx="49" hasCustomPrompt="1"/>
          </p:nvPr>
        </p:nvSpPr>
        <p:spPr>
          <a:xfrm>
            <a:off x="280171" y="552452"/>
            <a:ext cx="1469626" cy="1014412"/>
          </a:xfrm>
        </p:spPr>
        <p:txBody>
          <a:bodyPr>
            <a:normAutofit/>
          </a:bodyPr>
          <a:lstStyle>
            <a:lvl1pPr>
              <a:spcAft>
                <a:spcPts val="200"/>
              </a:spcAft>
              <a:defRPr sz="1200" b="1">
                <a:solidFill>
                  <a:schemeClr val="bg1"/>
                </a:solidFill>
              </a:defRPr>
            </a:lvl1pPr>
            <a:lvl2pPr marL="0" indent="0">
              <a:spcAft>
                <a:spcPts val="0"/>
              </a:spcAft>
              <a:buNone/>
              <a:defRPr sz="1200">
                <a:solidFill>
                  <a:schemeClr val="bg1"/>
                </a:solidFill>
              </a:defRPr>
            </a:lvl2pPr>
            <a:lvl3pPr marL="0" indent="0">
              <a:spcAft>
                <a:spcPts val="0"/>
              </a:spcAft>
              <a:buNone/>
              <a:defRPr sz="1200">
                <a:solidFill>
                  <a:schemeClr val="bg1"/>
                </a:solidFill>
              </a:defRPr>
            </a:lvl3pPr>
            <a:lvl4pPr marL="0" indent="0">
              <a:spcAft>
                <a:spcPts val="0"/>
              </a:spcAft>
              <a:buNone/>
              <a:defRPr sz="1200">
                <a:solidFill>
                  <a:schemeClr val="bg1"/>
                </a:solidFill>
              </a:defRPr>
            </a:lvl4pPr>
            <a:lvl5pPr marL="0" indent="0">
              <a:spcAft>
                <a:spcPts val="0"/>
              </a:spcAft>
              <a:buNone/>
              <a:defRPr sz="1200">
                <a:solidFill>
                  <a:schemeClr val="bg1"/>
                </a:solidFill>
              </a:defRPr>
            </a:lvl5pPr>
            <a:lvl6pPr marL="0" indent="0">
              <a:spcAft>
                <a:spcPts val="0"/>
              </a:spcAft>
              <a:buNone/>
              <a:defRPr>
                <a:solidFill>
                  <a:schemeClr val="bg1"/>
                </a:solidFill>
              </a:defRPr>
            </a:lvl6pPr>
            <a:lvl7pPr marL="0" indent="0">
              <a:spcAft>
                <a:spcPts val="0"/>
              </a:spcAft>
              <a:buNone/>
              <a:defRPr>
                <a:solidFill>
                  <a:schemeClr val="bg1"/>
                </a:solidFill>
              </a:defRPr>
            </a:lvl7pPr>
            <a:lvl8pPr marL="0" indent="0">
              <a:spcAft>
                <a:spcPts val="0"/>
              </a:spcAft>
              <a:buNone/>
              <a:defRPr>
                <a:solidFill>
                  <a:schemeClr val="bg1"/>
                </a:solidFill>
              </a:defRPr>
            </a:lvl8pPr>
            <a:lvl9pPr marL="0" indent="0">
              <a:spcAft>
                <a:spcPts val="0"/>
              </a:spcAft>
              <a:buNone/>
              <a:defRPr>
                <a:solidFill>
                  <a:schemeClr val="bg1"/>
                </a:solidFill>
              </a:defRPr>
            </a:lvl9pPr>
          </a:lstStyle>
          <a:p>
            <a:pPr lvl="0"/>
            <a:r>
              <a:rPr lang="en-US" err="1"/>
              <a:t>Firstname</a:t>
            </a:r>
            <a:r>
              <a:rPr lang="en-US"/>
              <a:t> </a:t>
            </a:r>
            <a:r>
              <a:rPr lang="en-US" err="1"/>
              <a:t>Lastname</a:t>
            </a:r>
            <a:r>
              <a:rPr lang="en-US"/>
              <a:t>, L1</a:t>
            </a:r>
          </a:p>
          <a:p>
            <a:pPr lvl="1"/>
            <a:r>
              <a:rPr lang="en-US"/>
              <a:t>Title/department, L2</a:t>
            </a:r>
          </a:p>
        </p:txBody>
      </p:sp>
      <p:sp>
        <p:nvSpPr>
          <p:cNvPr id="33" name="Text Placeholder 32">
            <a:extLst>
              <a:ext uri="{FF2B5EF4-FFF2-40B4-BE49-F238E27FC236}">
                <a16:creationId xmlns:a16="http://schemas.microsoft.com/office/drawing/2014/main" id="{E601086B-49DB-91F4-74B7-19EC53EE3BBE}"/>
              </a:ext>
            </a:extLst>
          </p:cNvPr>
          <p:cNvSpPr>
            <a:spLocks noGrp="1"/>
          </p:cNvSpPr>
          <p:nvPr>
            <p:ph type="body" sz="quarter" idx="50"/>
          </p:nvPr>
        </p:nvSpPr>
        <p:spPr>
          <a:xfrm>
            <a:off x="2308860" y="1273175"/>
            <a:ext cx="1472184" cy="2416175"/>
          </a:xfrm>
        </p:spPr>
        <p:txBody>
          <a:bodyPr>
            <a:normAutofit/>
          </a:bodyPr>
          <a:lstStyle>
            <a:lvl1pPr marL="0" indent="0">
              <a:buFont typeface="Arial" panose="020B0604020202020204" pitchFamily="34" charset="0"/>
              <a:buNone/>
              <a:defRPr sz="1200" b="1">
                <a:solidFill>
                  <a:schemeClr val="bg1"/>
                </a:solidFill>
              </a:defRPr>
            </a:lvl1pPr>
            <a:lvl2pPr marL="0" indent="0">
              <a:spcAft>
                <a:spcPts val="0"/>
              </a:spcAft>
              <a:buFont typeface="Arial" panose="020B0604020202020204" pitchFamily="34" charset="0"/>
              <a:buNone/>
              <a:defRPr sz="1200">
                <a:solidFill>
                  <a:schemeClr val="bg1"/>
                </a:solidFill>
              </a:defRPr>
            </a:lvl2pPr>
            <a:lvl3pPr marL="0" indent="0">
              <a:spcAft>
                <a:spcPts val="0"/>
              </a:spcAft>
              <a:buFont typeface="Arial" panose="020B0604020202020204" pitchFamily="34" charset="0"/>
              <a:buNone/>
              <a:defRPr sz="1200">
                <a:solidFill>
                  <a:schemeClr val="bg1"/>
                </a:solidFill>
              </a:defRPr>
            </a:lvl3pPr>
            <a:lvl4pPr marL="0" indent="0">
              <a:spcAft>
                <a:spcPts val="0"/>
              </a:spcAft>
              <a:buFont typeface="Arial" panose="020B0604020202020204" pitchFamily="34" charset="0"/>
              <a:buNone/>
              <a:defRPr sz="1200">
                <a:solidFill>
                  <a:schemeClr val="bg1"/>
                </a:solidFill>
              </a:defRPr>
            </a:lvl4pPr>
            <a:lvl5pPr marL="0" indent="0">
              <a:spcAft>
                <a:spcPts val="0"/>
              </a:spcAft>
              <a:buFont typeface="Arial" panose="020B0604020202020204" pitchFamily="34" charset="0"/>
              <a:buNone/>
              <a:defRPr sz="1200">
                <a:solidFill>
                  <a:schemeClr val="bg1"/>
                </a:solidFill>
              </a:defRPr>
            </a:lvl5pPr>
            <a:lvl6pPr marL="0" indent="0">
              <a:spcAft>
                <a:spcPts val="0"/>
              </a:spcAft>
              <a:buNone/>
              <a:defRPr>
                <a:solidFill>
                  <a:schemeClr val="bg1"/>
                </a:solidFill>
              </a:defRPr>
            </a:lvl6pPr>
            <a:lvl7pPr marL="0" indent="0">
              <a:spcAft>
                <a:spcPts val="0"/>
              </a:spcAft>
              <a:buNone/>
              <a:defRPr>
                <a:solidFill>
                  <a:schemeClr val="bg1"/>
                </a:solidFill>
              </a:defRPr>
            </a:lvl7pPr>
            <a:lvl8pPr marL="0" indent="0">
              <a:spcAft>
                <a:spcPts val="0"/>
              </a:spcAft>
              <a:buNone/>
              <a:defRPr>
                <a:solidFill>
                  <a:schemeClr val="bg1"/>
                </a:solidFill>
              </a:defRPr>
            </a:lvl8pPr>
            <a:lvl9pPr marL="0" indent="0">
              <a:spcAft>
                <a:spcPts val="0"/>
              </a:spcAft>
              <a:buNone/>
              <a:defRPr>
                <a:solidFill>
                  <a:schemeClr val="bg1"/>
                </a:solidFill>
              </a:defRPr>
            </a:lvl9pPr>
          </a:lstStyle>
          <a:p>
            <a:pPr lvl="0"/>
            <a:r>
              <a:rPr lang="en-US"/>
              <a:t>Click to edit Master text styles</a:t>
            </a:r>
          </a:p>
          <a:p>
            <a:pPr lvl="1"/>
            <a:r>
              <a:rPr lang="en-US"/>
              <a:t>Second level</a:t>
            </a:r>
          </a:p>
        </p:txBody>
      </p:sp>
      <p:sp>
        <p:nvSpPr>
          <p:cNvPr id="35" name="Text Placeholder 34">
            <a:extLst>
              <a:ext uri="{FF2B5EF4-FFF2-40B4-BE49-F238E27FC236}">
                <a16:creationId xmlns:a16="http://schemas.microsoft.com/office/drawing/2014/main" id="{91795EEA-E69F-C144-C1F3-C2414990FBA1}"/>
              </a:ext>
            </a:extLst>
          </p:cNvPr>
          <p:cNvSpPr>
            <a:spLocks noGrp="1"/>
          </p:cNvSpPr>
          <p:nvPr>
            <p:ph type="body" sz="quarter" idx="51"/>
          </p:nvPr>
        </p:nvSpPr>
        <p:spPr>
          <a:xfrm>
            <a:off x="4339129" y="548641"/>
            <a:ext cx="1472184" cy="1731010"/>
          </a:xfrm>
        </p:spPr>
        <p:txBody>
          <a:bodyPr>
            <a:noAutofit/>
          </a:bodyPr>
          <a:lstStyle>
            <a:lvl1pPr marL="0" indent="0">
              <a:buFont typeface="Arial" panose="020B0604020202020204" pitchFamily="34" charset="0"/>
              <a:buNone/>
              <a:defRPr sz="1200" b="1">
                <a:solidFill>
                  <a:schemeClr val="tx2"/>
                </a:solidFill>
              </a:defRPr>
            </a:lvl1pPr>
            <a:lvl2pPr marL="0" indent="0">
              <a:spcAft>
                <a:spcPts val="0"/>
              </a:spcAft>
              <a:buFont typeface="Arial" panose="020B0604020202020204" pitchFamily="34" charset="0"/>
              <a:buNone/>
              <a:defRPr sz="1200">
                <a:solidFill>
                  <a:schemeClr val="tx1"/>
                </a:solidFill>
              </a:defRPr>
            </a:lvl2pPr>
            <a:lvl3pPr marL="0" indent="0">
              <a:spcAft>
                <a:spcPts val="0"/>
              </a:spcAft>
              <a:buFont typeface="Arial" panose="020B0604020202020204" pitchFamily="34" charset="0"/>
              <a:buNone/>
              <a:defRPr sz="1200">
                <a:solidFill>
                  <a:schemeClr val="tx1"/>
                </a:solidFill>
              </a:defRPr>
            </a:lvl3pPr>
            <a:lvl4pPr marL="0" indent="0">
              <a:spcAft>
                <a:spcPts val="0"/>
              </a:spcAft>
              <a:buFont typeface="Arial" panose="020B0604020202020204" pitchFamily="34" charset="0"/>
              <a:buNone/>
              <a:defRPr sz="1200">
                <a:solidFill>
                  <a:schemeClr val="tx1"/>
                </a:solidFill>
              </a:defRPr>
            </a:lvl4pPr>
            <a:lvl5pPr marL="0" indent="0">
              <a:spcAft>
                <a:spcPts val="0"/>
              </a:spcAft>
              <a:buFont typeface="Arial" panose="020B0604020202020204" pitchFamily="34" charset="0"/>
              <a:buNone/>
              <a:defRPr sz="1200">
                <a:solidFill>
                  <a:schemeClr val="tx1"/>
                </a:solidFill>
              </a:defRPr>
            </a:lvl5pPr>
            <a:lvl6pPr marL="0" indent="0">
              <a:spcAft>
                <a:spcPts val="0"/>
              </a:spcAft>
              <a:buNone/>
              <a:defRPr/>
            </a:lvl6pPr>
            <a:lvl7pPr marL="0" indent="0">
              <a:spcAft>
                <a:spcPts val="0"/>
              </a:spcAft>
              <a:buNone/>
              <a:defRPr/>
            </a:lvl7pPr>
            <a:lvl8pPr marL="0" indent="0">
              <a:spcAft>
                <a:spcPts val="0"/>
              </a:spcAft>
              <a:buNone/>
              <a:defRPr/>
            </a:lvl8pPr>
            <a:lvl9pPr marL="0" indent="0">
              <a:spcAft>
                <a:spcPts val="0"/>
              </a:spcAft>
              <a:buNone/>
              <a:defRPr/>
            </a:lvl9pPr>
          </a:lstStyle>
          <a:p>
            <a:pPr lvl="0"/>
            <a:r>
              <a:rPr lang="en-US"/>
              <a:t>Click to edit Master text styles</a:t>
            </a:r>
          </a:p>
          <a:p>
            <a:pPr lvl="1"/>
            <a:r>
              <a:rPr lang="en-US"/>
              <a:t>Second level</a:t>
            </a:r>
          </a:p>
        </p:txBody>
      </p:sp>
      <p:sp>
        <p:nvSpPr>
          <p:cNvPr id="37" name="Text Placeholder 36">
            <a:extLst>
              <a:ext uri="{FF2B5EF4-FFF2-40B4-BE49-F238E27FC236}">
                <a16:creationId xmlns:a16="http://schemas.microsoft.com/office/drawing/2014/main" id="{2C46E456-167D-6954-BAD6-1AF9A45D1383}"/>
              </a:ext>
            </a:extLst>
          </p:cNvPr>
          <p:cNvSpPr>
            <a:spLocks noGrp="1"/>
          </p:cNvSpPr>
          <p:nvPr>
            <p:ph type="body" sz="quarter" idx="52"/>
          </p:nvPr>
        </p:nvSpPr>
        <p:spPr>
          <a:xfrm>
            <a:off x="6369700" y="2425701"/>
            <a:ext cx="1472184" cy="2141538"/>
          </a:xfrm>
        </p:spPr>
        <p:txBody>
          <a:bodyPr>
            <a:normAutofit/>
          </a:bodyPr>
          <a:lstStyle>
            <a:lvl1pPr marL="0" indent="0">
              <a:buFont typeface="Arial" panose="020B0604020202020204" pitchFamily="34" charset="0"/>
              <a:buNone/>
              <a:defRPr sz="1200" b="1">
                <a:solidFill>
                  <a:schemeClr val="bg1"/>
                </a:solidFill>
              </a:defRPr>
            </a:lvl1pPr>
            <a:lvl2pPr marL="0" indent="0">
              <a:spcAft>
                <a:spcPts val="0"/>
              </a:spcAft>
              <a:buFont typeface="Arial" panose="020B0604020202020204" pitchFamily="34" charset="0"/>
              <a:buNone/>
              <a:defRPr sz="1200">
                <a:solidFill>
                  <a:schemeClr val="bg1"/>
                </a:solidFill>
              </a:defRPr>
            </a:lvl2pPr>
            <a:lvl3pPr marL="0" indent="0">
              <a:spcAft>
                <a:spcPts val="0"/>
              </a:spcAft>
              <a:buFont typeface="Arial" panose="020B0604020202020204" pitchFamily="34" charset="0"/>
              <a:buNone/>
              <a:defRPr sz="1200">
                <a:solidFill>
                  <a:schemeClr val="bg1"/>
                </a:solidFill>
              </a:defRPr>
            </a:lvl3pPr>
            <a:lvl4pPr marL="0" indent="0">
              <a:spcAft>
                <a:spcPts val="0"/>
              </a:spcAft>
              <a:buFont typeface="Arial" panose="020B0604020202020204" pitchFamily="34" charset="0"/>
              <a:buNone/>
              <a:defRPr sz="1200">
                <a:solidFill>
                  <a:schemeClr val="bg1"/>
                </a:solidFill>
              </a:defRPr>
            </a:lvl4pPr>
            <a:lvl5pPr marL="0" indent="0">
              <a:spcAft>
                <a:spcPts val="0"/>
              </a:spcAft>
              <a:buFont typeface="Arial" panose="020B0604020202020204" pitchFamily="34" charset="0"/>
              <a:buNone/>
              <a:defRPr sz="1200">
                <a:solidFill>
                  <a:schemeClr val="bg1"/>
                </a:solidFill>
              </a:defRPr>
            </a:lvl5pPr>
            <a:lvl6pPr marL="0" indent="0">
              <a:spcAft>
                <a:spcPts val="0"/>
              </a:spcAft>
              <a:buNone/>
              <a:defRPr>
                <a:solidFill>
                  <a:schemeClr val="bg1"/>
                </a:solidFill>
              </a:defRPr>
            </a:lvl6pPr>
            <a:lvl7pPr marL="0" indent="0">
              <a:spcAft>
                <a:spcPts val="0"/>
              </a:spcAft>
              <a:buNone/>
              <a:defRPr>
                <a:solidFill>
                  <a:schemeClr val="bg1"/>
                </a:solidFill>
              </a:defRPr>
            </a:lvl7pPr>
            <a:lvl8pPr marL="0" indent="0">
              <a:spcAft>
                <a:spcPts val="0"/>
              </a:spcAft>
              <a:buNone/>
              <a:defRPr>
                <a:solidFill>
                  <a:schemeClr val="bg1"/>
                </a:solidFill>
              </a:defRPr>
            </a:lvl8pPr>
            <a:lvl9pPr marL="0" indent="0">
              <a:spcAft>
                <a:spcPts val="0"/>
              </a:spcAft>
              <a:buNone/>
              <a:defRPr>
                <a:solidFill>
                  <a:schemeClr val="bg1"/>
                </a:solidFill>
              </a:defRPr>
            </a:lvl9pPr>
          </a:lstStyle>
          <a:p>
            <a:pPr lvl="0"/>
            <a:r>
              <a:rPr lang="en-US"/>
              <a:t>Click to edit Master text styles</a:t>
            </a:r>
          </a:p>
          <a:p>
            <a:pPr lvl="1"/>
            <a:r>
              <a:rPr lang="en-US"/>
              <a:t>Second level</a:t>
            </a:r>
          </a:p>
        </p:txBody>
      </p:sp>
      <p:grpSp>
        <p:nvGrpSpPr>
          <p:cNvPr id="2" name="Group 1">
            <a:extLst>
              <a:ext uri="{FF2B5EF4-FFF2-40B4-BE49-F238E27FC236}">
                <a16:creationId xmlns:a16="http://schemas.microsoft.com/office/drawing/2014/main" id="{DB80CE44-0F7B-8810-A432-EC662C90EB8D}"/>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C6D5CFC2-5D7C-924B-FA55-E3FAA7054D9F}"/>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8" name="TextBox 7">
              <a:extLst>
                <a:ext uri="{FF2B5EF4-FFF2-40B4-BE49-F238E27FC236}">
                  <a16:creationId xmlns:a16="http://schemas.microsoft.com/office/drawing/2014/main" id="{ADD8818C-237A-B5FE-0F56-651B94DB6B9C}"/>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1" name="Rectangle 10">
              <a:extLst>
                <a:ext uri="{FF2B5EF4-FFF2-40B4-BE49-F238E27FC236}">
                  <a16:creationId xmlns:a16="http://schemas.microsoft.com/office/drawing/2014/main" id="{AAB48FD6-AA8A-6A5C-5D7D-2AE616197E96}"/>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3" name="Group 12">
              <a:extLst>
                <a:ext uri="{FF2B5EF4-FFF2-40B4-BE49-F238E27FC236}">
                  <a16:creationId xmlns:a16="http://schemas.microsoft.com/office/drawing/2014/main" id="{20D90CB8-D30C-7798-6896-34B5D811435A}"/>
                </a:ext>
              </a:extLst>
            </p:cNvPr>
            <p:cNvGrpSpPr/>
            <p:nvPr userDrawn="1"/>
          </p:nvGrpSpPr>
          <p:grpSpPr>
            <a:xfrm>
              <a:off x="12442019" y="3791214"/>
              <a:ext cx="382660" cy="2882942"/>
              <a:chOff x="14001569" y="3716048"/>
              <a:chExt cx="316248" cy="3171236"/>
            </a:xfrm>
          </p:grpSpPr>
          <p:sp>
            <p:nvSpPr>
              <p:cNvPr id="31" name="Rectangle 30">
                <a:extLst>
                  <a:ext uri="{FF2B5EF4-FFF2-40B4-BE49-F238E27FC236}">
                    <a16:creationId xmlns:a16="http://schemas.microsoft.com/office/drawing/2014/main" id="{B6675413-DE9E-28E3-1E89-838F1F86ACC3}"/>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A100297A-8916-106B-C788-D71002CFF03C}"/>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EE667A8C-E2E1-6992-A8D1-15141983D4F2}"/>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09B5E82D-7EB7-C679-A95D-C022175108A0}"/>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E24D4C3D-6C24-74D7-C984-10633BEE3102}"/>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71A87F81-E907-959C-1EDD-D354B5096AFD}"/>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9B8E2EEB-846B-3E7A-BAA4-BD8ECC2093F7}"/>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4872728B-7627-A030-0057-B0BEE6DFEEC9}"/>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2" name="Rectangle 41">
                <a:extLst>
                  <a:ext uri="{FF2B5EF4-FFF2-40B4-BE49-F238E27FC236}">
                    <a16:creationId xmlns:a16="http://schemas.microsoft.com/office/drawing/2014/main" id="{38933DC4-8F81-EC00-7A78-8796682C4867}"/>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3" name="Rectangle 42">
                <a:extLst>
                  <a:ext uri="{FF2B5EF4-FFF2-40B4-BE49-F238E27FC236}">
                    <a16:creationId xmlns:a16="http://schemas.microsoft.com/office/drawing/2014/main" id="{6C4E85C6-7F18-E8DB-F81F-3E1E68F09600}"/>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4" name="Group 13">
              <a:extLst>
                <a:ext uri="{FF2B5EF4-FFF2-40B4-BE49-F238E27FC236}">
                  <a16:creationId xmlns:a16="http://schemas.microsoft.com/office/drawing/2014/main" id="{88E3163B-1164-0BD1-255B-7759520023E0}"/>
                </a:ext>
              </a:extLst>
            </p:cNvPr>
            <p:cNvGrpSpPr/>
            <p:nvPr userDrawn="1"/>
          </p:nvGrpSpPr>
          <p:grpSpPr>
            <a:xfrm>
              <a:off x="12442019" y="198485"/>
              <a:ext cx="382660" cy="2882942"/>
              <a:chOff x="12742785" y="3716048"/>
              <a:chExt cx="316248" cy="3171236"/>
            </a:xfrm>
          </p:grpSpPr>
          <p:sp>
            <p:nvSpPr>
              <p:cNvPr id="16" name="Rectangle 15">
                <a:extLst>
                  <a:ext uri="{FF2B5EF4-FFF2-40B4-BE49-F238E27FC236}">
                    <a16:creationId xmlns:a16="http://schemas.microsoft.com/office/drawing/2014/main" id="{568DDFED-DD57-8938-84C3-35F87E99B3DA}"/>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AD1DDDB5-D7F4-F23C-67D7-C4C257A1217C}"/>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5932A9BC-ED1B-4413-C1B6-48E86BAFFA6F}"/>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73B41B9A-D4C5-F3C4-41B1-E0D61647BAEE}"/>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CB2E477A-AEF6-1823-81A4-F508391F7603}"/>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A02B1183-317A-54EF-CD10-84FCDFFDA71C}"/>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3D187551-200C-31D3-57A1-301BE921E0BC}"/>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7C6AE344-39B5-FA2D-EA5B-02F211D47749}"/>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A61D4230-CFC2-ECAC-E966-A943AB417FE3}"/>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96693CCB-9532-17E0-F1C0-A84392C56E85}"/>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5" name="TextBox 14">
              <a:extLst>
                <a:ext uri="{FF2B5EF4-FFF2-40B4-BE49-F238E27FC236}">
                  <a16:creationId xmlns:a16="http://schemas.microsoft.com/office/drawing/2014/main" id="{555A12C6-174C-B71E-EB99-0B2ED85A1CBB}"/>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4" name="TextBox 43">
            <a:extLst>
              <a:ext uri="{FF2B5EF4-FFF2-40B4-BE49-F238E27FC236}">
                <a16:creationId xmlns:a16="http://schemas.microsoft.com/office/drawing/2014/main" id="{6A03C064-0A5F-3B84-EDED-E159E1E51AF6}"/>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940555781"/>
      </p:ext>
    </p:extLst>
  </p:cSld>
  <p:clrMapOvr>
    <a:masterClrMapping/>
  </p:clrMapOvr>
</p:sldLayout>
</file>

<file path=ppt/slideLayouts/slideLayout162.xml><?xml version="1.0" encoding="utf-8"?>
<p:sldLayout xmlns:a="http://schemas.openxmlformats.org/drawingml/2006/main" xmlns:r="http://schemas.openxmlformats.org/officeDocument/2006/relationships" xmlns:p="http://schemas.openxmlformats.org/presentationml/2006/main" preserve="1" userDrawn="1">
  <p:cSld name="Contact Sheet 5-up">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1" name="Picture Placeholder 9">
            <a:extLst>
              <a:ext uri="{FF2B5EF4-FFF2-40B4-BE49-F238E27FC236}">
                <a16:creationId xmlns:a16="http://schemas.microsoft.com/office/drawing/2014/main" id="{E5C7C011-127A-0143-3287-56B2493616F3}"/>
              </a:ext>
            </a:extLst>
          </p:cNvPr>
          <p:cNvSpPr>
            <a:spLocks noGrp="1"/>
          </p:cNvSpPr>
          <p:nvPr>
            <p:ph type="pic" sz="quarter" idx="29" hasCustomPrompt="1"/>
          </p:nvPr>
        </p:nvSpPr>
        <p:spPr>
          <a:xfrm>
            <a:off x="539751" y="2146298"/>
            <a:ext cx="1970120" cy="1975104"/>
          </a:xfrm>
          <a:solidFill>
            <a:schemeClr val="accent1"/>
          </a:solidFill>
          <a:ln>
            <a:noFill/>
          </a:ln>
        </p:spPr>
        <p:txBody>
          <a:bodyPr bIns="822960" anchor="ctr"/>
          <a:lstStyle>
            <a:lvl1pPr algn="ctr">
              <a:defRPr>
                <a:solidFill>
                  <a:schemeClr val="bg1"/>
                </a:solidFill>
                <a:latin typeface="+mn-lt"/>
              </a:defRPr>
            </a:lvl1pPr>
          </a:lstStyle>
          <a:p>
            <a:r>
              <a:rPr lang="en-US"/>
              <a:t>Silhouette</a:t>
            </a:r>
            <a:br>
              <a:rPr lang="en-US"/>
            </a:br>
            <a:r>
              <a:rPr lang="en-US"/>
              <a:t>portrait</a:t>
            </a:r>
          </a:p>
        </p:txBody>
      </p:sp>
      <p:sp>
        <p:nvSpPr>
          <p:cNvPr id="25" name="Picture Placeholder 9">
            <a:extLst>
              <a:ext uri="{FF2B5EF4-FFF2-40B4-BE49-F238E27FC236}">
                <a16:creationId xmlns:a16="http://schemas.microsoft.com/office/drawing/2014/main" id="{319024EE-ED5D-FFF1-5239-5C9EE26262F8}"/>
              </a:ext>
            </a:extLst>
          </p:cNvPr>
          <p:cNvSpPr>
            <a:spLocks noGrp="1"/>
          </p:cNvSpPr>
          <p:nvPr>
            <p:ph type="pic" sz="quarter" idx="35" hasCustomPrompt="1"/>
          </p:nvPr>
        </p:nvSpPr>
        <p:spPr>
          <a:xfrm>
            <a:off x="2605055" y="2146299"/>
            <a:ext cx="1970120" cy="1978025"/>
          </a:xfrm>
          <a:solidFill>
            <a:schemeClr val="tx2"/>
          </a:solidFill>
          <a:ln>
            <a:noFill/>
          </a:ln>
        </p:spPr>
        <p:txBody>
          <a:bodyPr bIns="822960" anchor="ctr"/>
          <a:lstStyle>
            <a:lvl1pPr algn="ctr">
              <a:defRPr>
                <a:solidFill>
                  <a:schemeClr val="bg1"/>
                </a:solidFill>
                <a:latin typeface="+mn-lt"/>
              </a:defRPr>
            </a:lvl1pPr>
          </a:lstStyle>
          <a:p>
            <a:r>
              <a:rPr lang="en-US"/>
              <a:t>Silhouette</a:t>
            </a:r>
            <a:br>
              <a:rPr lang="en-US"/>
            </a:br>
            <a:r>
              <a:rPr lang="en-US"/>
              <a:t>portrait</a:t>
            </a:r>
          </a:p>
        </p:txBody>
      </p:sp>
      <p:sp>
        <p:nvSpPr>
          <p:cNvPr id="35" name="Picture Placeholder 9">
            <a:extLst>
              <a:ext uri="{FF2B5EF4-FFF2-40B4-BE49-F238E27FC236}">
                <a16:creationId xmlns:a16="http://schemas.microsoft.com/office/drawing/2014/main" id="{B9B029C9-1EA7-2BAF-AD5E-CED9490ECA94}"/>
              </a:ext>
            </a:extLst>
          </p:cNvPr>
          <p:cNvSpPr>
            <a:spLocks noGrp="1"/>
          </p:cNvSpPr>
          <p:nvPr>
            <p:ph type="pic" sz="quarter" idx="37" hasCustomPrompt="1"/>
          </p:nvPr>
        </p:nvSpPr>
        <p:spPr>
          <a:xfrm>
            <a:off x="4671913" y="2146299"/>
            <a:ext cx="1970120" cy="1978025"/>
          </a:xfrm>
          <a:solidFill>
            <a:srgbClr val="F0F0F1"/>
          </a:solidFill>
          <a:ln>
            <a:noFill/>
          </a:ln>
        </p:spPr>
        <p:txBody>
          <a:bodyPr bIns="822960" anchor="ctr"/>
          <a:lstStyle>
            <a:lvl1pPr algn="ctr">
              <a:defRPr>
                <a:solidFill>
                  <a:srgbClr val="010101"/>
                </a:solidFill>
                <a:latin typeface="+mn-lt"/>
              </a:defRPr>
            </a:lvl1pPr>
          </a:lstStyle>
          <a:p>
            <a:r>
              <a:rPr lang="en-US"/>
              <a:t>Silhouette</a:t>
            </a:r>
            <a:br>
              <a:rPr lang="en-US"/>
            </a:br>
            <a:r>
              <a:rPr lang="en-US"/>
              <a:t>portrait</a:t>
            </a:r>
          </a:p>
        </p:txBody>
      </p:sp>
      <p:sp>
        <p:nvSpPr>
          <p:cNvPr id="37" name="Picture Placeholder 9">
            <a:extLst>
              <a:ext uri="{FF2B5EF4-FFF2-40B4-BE49-F238E27FC236}">
                <a16:creationId xmlns:a16="http://schemas.microsoft.com/office/drawing/2014/main" id="{F673B5EA-D718-4722-DEAB-0821FF57B30E}"/>
              </a:ext>
            </a:extLst>
          </p:cNvPr>
          <p:cNvSpPr>
            <a:spLocks noGrp="1"/>
          </p:cNvSpPr>
          <p:nvPr>
            <p:ph type="pic" sz="quarter" idx="39" hasCustomPrompt="1"/>
          </p:nvPr>
        </p:nvSpPr>
        <p:spPr>
          <a:xfrm>
            <a:off x="6737217" y="2146299"/>
            <a:ext cx="1970120" cy="1978025"/>
          </a:xfrm>
          <a:solidFill>
            <a:schemeClr val="accent1"/>
          </a:solidFill>
          <a:ln>
            <a:noFill/>
          </a:ln>
        </p:spPr>
        <p:txBody>
          <a:bodyPr bIns="822960" anchor="ctr"/>
          <a:lstStyle>
            <a:lvl1pPr algn="ctr">
              <a:defRPr>
                <a:solidFill>
                  <a:schemeClr val="bg1"/>
                </a:solidFill>
                <a:latin typeface="+mn-lt"/>
              </a:defRPr>
            </a:lvl1pPr>
          </a:lstStyle>
          <a:p>
            <a:r>
              <a:rPr lang="en-US"/>
              <a:t>Silhouette</a:t>
            </a:r>
            <a:br>
              <a:rPr lang="en-US"/>
            </a:br>
            <a:r>
              <a:rPr lang="en-US"/>
              <a:t>portrait</a:t>
            </a:r>
          </a:p>
        </p:txBody>
      </p:sp>
      <p:sp>
        <p:nvSpPr>
          <p:cNvPr id="39" name="Picture Placeholder 9">
            <a:extLst>
              <a:ext uri="{FF2B5EF4-FFF2-40B4-BE49-F238E27FC236}">
                <a16:creationId xmlns:a16="http://schemas.microsoft.com/office/drawing/2014/main" id="{E23557D9-4DEB-2508-E9FF-6F918636B4A4}"/>
              </a:ext>
            </a:extLst>
          </p:cNvPr>
          <p:cNvSpPr>
            <a:spLocks noGrp="1"/>
          </p:cNvSpPr>
          <p:nvPr>
            <p:ph type="pic" sz="quarter" idx="41" hasCustomPrompt="1"/>
          </p:nvPr>
        </p:nvSpPr>
        <p:spPr>
          <a:xfrm>
            <a:off x="8804075" y="2146299"/>
            <a:ext cx="1970120" cy="1978025"/>
          </a:xfrm>
          <a:solidFill>
            <a:srgbClr val="F0F0F1"/>
          </a:solidFill>
          <a:ln>
            <a:noFill/>
          </a:ln>
        </p:spPr>
        <p:txBody>
          <a:bodyPr bIns="822960" anchor="ctr"/>
          <a:lstStyle>
            <a:lvl1pPr algn="ctr">
              <a:defRPr>
                <a:solidFill>
                  <a:srgbClr val="010101"/>
                </a:solidFill>
                <a:latin typeface="+mn-lt"/>
              </a:defRPr>
            </a:lvl1pPr>
          </a:lstStyle>
          <a:p>
            <a:r>
              <a:rPr lang="en-US"/>
              <a:t>Silhouette</a:t>
            </a:r>
            <a:br>
              <a:rPr lang="en-US"/>
            </a:br>
            <a:r>
              <a:rPr lang="en-US"/>
              <a:t>portrait</a:t>
            </a:r>
          </a:p>
        </p:txBody>
      </p:sp>
      <p:sp>
        <p:nvSpPr>
          <p:cNvPr id="5" name="Title 4">
            <a:extLst>
              <a:ext uri="{FF2B5EF4-FFF2-40B4-BE49-F238E27FC236}">
                <a16:creationId xmlns:a16="http://schemas.microsoft.com/office/drawing/2014/main" id="{BD67EC75-3424-7B25-247E-1C6B770541DE}"/>
              </a:ext>
            </a:extLst>
          </p:cNvPr>
          <p:cNvSpPr>
            <a:spLocks noGrp="1"/>
          </p:cNvSpPr>
          <p:nvPr>
            <p:ph type="title"/>
          </p:nvPr>
        </p:nvSpPr>
        <p:spPr/>
        <p:txBody>
          <a:bodyPr/>
          <a:lstStyle/>
          <a:p>
            <a:r>
              <a:rPr lang="en-US"/>
              <a:t>Click to edit Master title style</a:t>
            </a:r>
          </a:p>
        </p:txBody>
      </p:sp>
      <p:sp>
        <p:nvSpPr>
          <p:cNvPr id="4" name="Freeform 5">
            <a:extLst>
              <a:ext uri="{FF2B5EF4-FFF2-40B4-BE49-F238E27FC236}">
                <a16:creationId xmlns:a16="http://schemas.microsoft.com/office/drawing/2014/main" id="{9717D698-1CD5-3DBB-E6F0-6A666FC002C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9" name="Text Placeholder 10">
            <a:extLst>
              <a:ext uri="{FF2B5EF4-FFF2-40B4-BE49-F238E27FC236}">
                <a16:creationId xmlns:a16="http://schemas.microsoft.com/office/drawing/2014/main" id="{34072C05-AED5-2EFC-938E-482980433E09}"/>
              </a:ext>
            </a:extLst>
          </p:cNvPr>
          <p:cNvSpPr>
            <a:spLocks noGrp="1"/>
          </p:cNvSpPr>
          <p:nvPr>
            <p:ph type="body" sz="quarter" idx="45"/>
          </p:nvPr>
        </p:nvSpPr>
        <p:spPr>
          <a:xfrm>
            <a:off x="548640" y="1127125"/>
            <a:ext cx="1108932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31" name="Text Placeholder 30">
            <a:extLst>
              <a:ext uri="{FF2B5EF4-FFF2-40B4-BE49-F238E27FC236}">
                <a16:creationId xmlns:a16="http://schemas.microsoft.com/office/drawing/2014/main" id="{903611B5-888A-47D0-AF1C-FE9A83D8B5B5}"/>
              </a:ext>
            </a:extLst>
          </p:cNvPr>
          <p:cNvSpPr>
            <a:spLocks noGrp="1"/>
          </p:cNvSpPr>
          <p:nvPr>
            <p:ph type="body" sz="quarter" idx="46"/>
          </p:nvPr>
        </p:nvSpPr>
        <p:spPr>
          <a:xfrm>
            <a:off x="549274" y="4273549"/>
            <a:ext cx="1975104" cy="1457325"/>
          </a:xfrm>
        </p:spPr>
        <p:txBody>
          <a:bodyPr>
            <a:normAutofit/>
          </a:bodyPr>
          <a:lstStyle>
            <a:lvl1pPr marL="0" indent="0">
              <a:spcAft>
                <a:spcPts val="200"/>
              </a:spcAft>
              <a:buFont typeface="Arial" panose="020B0604020202020204" pitchFamily="34" charset="0"/>
              <a:buNone/>
              <a:defRPr sz="1200" b="1"/>
            </a:lvl1pPr>
            <a:lvl2pPr marL="0" indent="0">
              <a:buNone/>
              <a:defRPr sz="1200"/>
            </a:lvl2pPr>
            <a:lvl3pPr marL="285750" indent="-285750">
              <a:buClrTx/>
              <a:buFont typeface="GT America" charset="0"/>
              <a:buChar char="→"/>
              <a:defRPr sz="1200"/>
            </a:lvl3pPr>
            <a:lvl4pPr marL="285750" indent="-285750">
              <a:buClrTx/>
              <a:buFont typeface="GT America" charset="0"/>
              <a:buChar char="→"/>
              <a:defRPr sz="1200"/>
            </a:lvl4pPr>
            <a:lvl5pPr marL="285750" indent="-285750">
              <a:buClrTx/>
              <a:buFont typeface="GT America" charset="0"/>
              <a:buChar char="→"/>
              <a:defRPr sz="1200"/>
            </a:lvl5pPr>
            <a:lvl6pPr marL="285750" indent="-285750">
              <a:buClrTx/>
              <a:buFont typeface="GT America" charset="0"/>
              <a:buChar char="→"/>
              <a:defRPr sz="1200"/>
            </a:lvl6pPr>
            <a:lvl7pPr marL="285750" indent="-285750">
              <a:buClrTx/>
              <a:buFont typeface="GT America" charset="0"/>
              <a:buChar char="→"/>
              <a:defRPr sz="1200"/>
            </a:lvl7pPr>
            <a:lvl8pPr marL="285750" indent="-285750">
              <a:buClrTx/>
              <a:buFont typeface="GT America" charset="0"/>
              <a:buChar char="→"/>
              <a:defRPr sz="1200"/>
            </a:lvl8pPr>
            <a:lvl9pPr marL="285750" indent="-285750">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33" name="Text Placeholder 32">
            <a:extLst>
              <a:ext uri="{FF2B5EF4-FFF2-40B4-BE49-F238E27FC236}">
                <a16:creationId xmlns:a16="http://schemas.microsoft.com/office/drawing/2014/main" id="{BC98379C-7F1B-56B1-A3CE-AC2464AC4CCA}"/>
              </a:ext>
            </a:extLst>
          </p:cNvPr>
          <p:cNvSpPr>
            <a:spLocks noGrp="1"/>
          </p:cNvSpPr>
          <p:nvPr>
            <p:ph type="body" sz="quarter" idx="47"/>
          </p:nvPr>
        </p:nvSpPr>
        <p:spPr>
          <a:xfrm>
            <a:off x="2625857" y="4273549"/>
            <a:ext cx="1975104" cy="1457325"/>
          </a:xfrm>
        </p:spPr>
        <p:txBody>
          <a:bodyPr>
            <a:normAutofit/>
          </a:bodyPr>
          <a:lstStyle>
            <a:lvl1pPr marL="0" indent="0">
              <a:spcAft>
                <a:spcPts val="200"/>
              </a:spcAft>
              <a:buFont typeface="Arial" panose="020B0604020202020204" pitchFamily="34" charset="0"/>
              <a:buNone/>
              <a:defRPr sz="1200" b="1"/>
            </a:lvl1pPr>
            <a:lvl2pPr marL="0" indent="0">
              <a:buNone/>
              <a:defRPr sz="1200"/>
            </a:lvl2pPr>
            <a:lvl3pPr marL="285750" indent="-285750">
              <a:buClrTx/>
              <a:buFont typeface="GT America" charset="0"/>
              <a:buChar char="→"/>
              <a:defRPr sz="1200"/>
            </a:lvl3pPr>
            <a:lvl4pPr marL="285750" indent="-285750">
              <a:buClrTx/>
              <a:buFont typeface="GT America" charset="0"/>
              <a:buChar char="→"/>
              <a:defRPr sz="1200"/>
            </a:lvl4pPr>
            <a:lvl5pPr marL="285750" indent="-285750">
              <a:buClrTx/>
              <a:buFont typeface="GT America" charset="0"/>
              <a:buChar char="→"/>
              <a:defRPr sz="1200"/>
            </a:lvl5pPr>
            <a:lvl6pPr marL="285750" indent="-285750">
              <a:buClrTx/>
              <a:buFont typeface="GT America" charset="0"/>
              <a:buChar char="→"/>
              <a:defRPr sz="1200"/>
            </a:lvl6pPr>
            <a:lvl7pPr marL="285750" indent="-285750">
              <a:buClrTx/>
              <a:buFont typeface="GT America" charset="0"/>
              <a:buChar char="→"/>
              <a:defRPr sz="1200"/>
            </a:lvl7pPr>
            <a:lvl8pPr marL="285750" indent="-285750">
              <a:buClrTx/>
              <a:buFont typeface="GT America" charset="0"/>
              <a:buChar char="→"/>
              <a:defRPr sz="1200"/>
            </a:lvl8pPr>
            <a:lvl9pPr marL="285750" indent="-285750">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36" name="Text Placeholder 35">
            <a:extLst>
              <a:ext uri="{FF2B5EF4-FFF2-40B4-BE49-F238E27FC236}">
                <a16:creationId xmlns:a16="http://schemas.microsoft.com/office/drawing/2014/main" id="{84EC1E92-0954-710F-591A-C03311440651}"/>
              </a:ext>
            </a:extLst>
          </p:cNvPr>
          <p:cNvSpPr>
            <a:spLocks noGrp="1"/>
          </p:cNvSpPr>
          <p:nvPr>
            <p:ph type="body" sz="quarter" idx="48"/>
          </p:nvPr>
        </p:nvSpPr>
        <p:spPr>
          <a:xfrm>
            <a:off x="4671913" y="4273550"/>
            <a:ext cx="1975104" cy="1457325"/>
          </a:xfrm>
        </p:spPr>
        <p:txBody>
          <a:bodyPr>
            <a:normAutofit/>
          </a:bodyPr>
          <a:lstStyle>
            <a:lvl1pPr marL="0" indent="0">
              <a:spcAft>
                <a:spcPts val="200"/>
              </a:spcAft>
              <a:buFont typeface="Arial" panose="020B0604020202020204" pitchFamily="34" charset="0"/>
              <a:buNone/>
              <a:defRPr sz="1200" b="1"/>
            </a:lvl1pPr>
            <a:lvl2pPr marL="0" indent="0">
              <a:buNone/>
              <a:defRPr sz="1200"/>
            </a:lvl2pPr>
            <a:lvl3pPr marL="285750" indent="-285750">
              <a:buClrTx/>
              <a:buFont typeface="GT America" charset="0"/>
              <a:buChar char="→"/>
              <a:defRPr sz="1200"/>
            </a:lvl3pPr>
            <a:lvl4pPr marL="285750" indent="-285750">
              <a:buClrTx/>
              <a:buFont typeface="GT America" charset="0"/>
              <a:buChar char="→"/>
              <a:defRPr sz="1200"/>
            </a:lvl4pPr>
            <a:lvl5pPr marL="285750" indent="-285750">
              <a:buClrTx/>
              <a:buFont typeface="GT America" charset="0"/>
              <a:buChar char="→"/>
              <a:defRPr sz="1200"/>
            </a:lvl5pPr>
            <a:lvl6pPr marL="285750" indent="-285750">
              <a:buClrTx/>
              <a:buFont typeface="GT America" charset="0"/>
              <a:buChar char="→"/>
              <a:defRPr sz="1200"/>
            </a:lvl6pPr>
            <a:lvl7pPr marL="285750" indent="-285750">
              <a:buClrTx/>
              <a:buFont typeface="GT America" charset="0"/>
              <a:buChar char="→"/>
              <a:defRPr sz="1200"/>
            </a:lvl7pPr>
            <a:lvl8pPr marL="285750" indent="-285750">
              <a:buClrTx/>
              <a:buFont typeface="GT America" charset="0"/>
              <a:buChar char="→"/>
              <a:defRPr sz="1200"/>
            </a:lvl8pPr>
            <a:lvl9pPr marL="285750" indent="-285750">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0" name="Text Placeholder 39">
            <a:extLst>
              <a:ext uri="{FF2B5EF4-FFF2-40B4-BE49-F238E27FC236}">
                <a16:creationId xmlns:a16="http://schemas.microsoft.com/office/drawing/2014/main" id="{FCBF4A80-B697-CED7-AF3C-C632A2E25B53}"/>
              </a:ext>
            </a:extLst>
          </p:cNvPr>
          <p:cNvSpPr>
            <a:spLocks noGrp="1"/>
          </p:cNvSpPr>
          <p:nvPr>
            <p:ph type="body" sz="quarter" idx="49"/>
          </p:nvPr>
        </p:nvSpPr>
        <p:spPr>
          <a:xfrm>
            <a:off x="6737217" y="4273550"/>
            <a:ext cx="1975104" cy="1457325"/>
          </a:xfrm>
        </p:spPr>
        <p:txBody>
          <a:bodyPr>
            <a:normAutofit/>
          </a:bodyPr>
          <a:lstStyle>
            <a:lvl1pPr marL="0" indent="0">
              <a:spcAft>
                <a:spcPts val="200"/>
              </a:spcAft>
              <a:buFont typeface="Arial" panose="020B0604020202020204" pitchFamily="34" charset="0"/>
              <a:buNone/>
              <a:defRPr sz="1200" b="1"/>
            </a:lvl1pPr>
            <a:lvl2pPr marL="0" indent="0">
              <a:buNone/>
              <a:defRPr sz="1200"/>
            </a:lvl2pPr>
            <a:lvl3pPr marL="285750" indent="-285750">
              <a:buClrTx/>
              <a:buFont typeface="GT America" charset="0"/>
              <a:buChar char="→"/>
              <a:defRPr sz="1200"/>
            </a:lvl3pPr>
            <a:lvl4pPr marL="285750" indent="-285750">
              <a:buClrTx/>
              <a:buFont typeface="GT America" charset="0"/>
              <a:buChar char="→"/>
              <a:defRPr sz="1200"/>
            </a:lvl4pPr>
            <a:lvl5pPr marL="285750" indent="-285750">
              <a:buClrTx/>
              <a:buFont typeface="GT America" charset="0"/>
              <a:buChar char="→"/>
              <a:defRPr sz="1200"/>
            </a:lvl5pPr>
            <a:lvl6pPr marL="285750" indent="-285750">
              <a:buClrTx/>
              <a:buFont typeface="GT America" charset="0"/>
              <a:buChar char="→"/>
              <a:defRPr sz="1200"/>
            </a:lvl6pPr>
            <a:lvl7pPr marL="285750" indent="-285750">
              <a:buClrTx/>
              <a:buFont typeface="GT America" charset="0"/>
              <a:buChar char="→"/>
              <a:defRPr sz="1200"/>
            </a:lvl7pPr>
            <a:lvl8pPr marL="285750" indent="-285750">
              <a:buClrTx/>
              <a:buFont typeface="GT America" charset="0"/>
              <a:buChar char="→"/>
              <a:defRPr sz="1200"/>
            </a:lvl8pPr>
            <a:lvl9pPr marL="285750" indent="-285750">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2" name="Text Placeholder 41">
            <a:extLst>
              <a:ext uri="{FF2B5EF4-FFF2-40B4-BE49-F238E27FC236}">
                <a16:creationId xmlns:a16="http://schemas.microsoft.com/office/drawing/2014/main" id="{447A49B2-21EC-9A60-A49A-B88D32D6BCEA}"/>
              </a:ext>
            </a:extLst>
          </p:cNvPr>
          <p:cNvSpPr>
            <a:spLocks noGrp="1"/>
          </p:cNvSpPr>
          <p:nvPr>
            <p:ph type="body" sz="quarter" idx="50"/>
          </p:nvPr>
        </p:nvSpPr>
        <p:spPr>
          <a:xfrm>
            <a:off x="8813800" y="4281487"/>
            <a:ext cx="1975104" cy="1457325"/>
          </a:xfrm>
        </p:spPr>
        <p:txBody>
          <a:bodyPr>
            <a:normAutofit/>
          </a:bodyPr>
          <a:lstStyle>
            <a:lvl1pPr marL="0" indent="0">
              <a:spcAft>
                <a:spcPts val="200"/>
              </a:spcAft>
              <a:buFont typeface="Arial" panose="020B0604020202020204" pitchFamily="34" charset="0"/>
              <a:buNone/>
              <a:defRPr sz="1200" b="1"/>
            </a:lvl1pPr>
            <a:lvl2pPr marL="0" indent="0">
              <a:buNone/>
              <a:defRPr sz="1200"/>
            </a:lvl2pPr>
            <a:lvl3pPr marL="285750" indent="-285750">
              <a:buClrTx/>
              <a:buFont typeface="GT America" charset="0"/>
              <a:buChar char="→"/>
              <a:defRPr sz="1200"/>
            </a:lvl3pPr>
            <a:lvl4pPr marL="0" indent="0">
              <a:buClrTx/>
              <a:buFont typeface="GT America" charset="0"/>
              <a:buNone/>
              <a:defRPr sz="1200"/>
            </a:lvl4pPr>
            <a:lvl5pPr marL="285750" indent="-285750">
              <a:buClrTx/>
              <a:buFont typeface="GT America" charset="0"/>
              <a:buChar char="→"/>
              <a:defRPr sz="1200"/>
            </a:lvl5pPr>
            <a:lvl6pPr marL="285750" indent="-285750">
              <a:buClrTx/>
              <a:buFont typeface="GT America" charset="0"/>
              <a:buChar char="→"/>
              <a:defRPr sz="1200"/>
            </a:lvl6pPr>
            <a:lvl7pPr marL="285750" indent="-285750">
              <a:buClrTx/>
              <a:buFont typeface="GT America" charset="0"/>
              <a:buChar char="→"/>
              <a:defRPr sz="1200"/>
            </a:lvl7pPr>
            <a:lvl8pPr marL="285750" indent="-285750">
              <a:buClrTx/>
              <a:buFont typeface="GT America" charset="0"/>
              <a:buChar char="→"/>
              <a:defRPr sz="1200"/>
            </a:lvl8pPr>
            <a:lvl9pPr marL="285750" indent="-285750">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grpSp>
        <p:nvGrpSpPr>
          <p:cNvPr id="2" name="Group 1">
            <a:extLst>
              <a:ext uri="{FF2B5EF4-FFF2-40B4-BE49-F238E27FC236}">
                <a16:creationId xmlns:a16="http://schemas.microsoft.com/office/drawing/2014/main" id="{831A7E39-D39C-E448-63A1-34B57989CF3B}"/>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B0059B9B-F257-843B-8C69-8F402D3BBD0E}"/>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E989CA14-7E6C-0D01-E8D0-207EE3DA7040}"/>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084FC5C4-FA64-13D6-38F3-3F0C5C688A2C}"/>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0A958396-1A90-7AD0-6145-AB6D70BF6858}"/>
                </a:ext>
              </a:extLst>
            </p:cNvPr>
            <p:cNvGrpSpPr/>
            <p:nvPr userDrawn="1"/>
          </p:nvGrpSpPr>
          <p:grpSpPr>
            <a:xfrm>
              <a:off x="12442019" y="3791214"/>
              <a:ext cx="382660" cy="2882942"/>
              <a:chOff x="14001569" y="3716048"/>
              <a:chExt cx="316248" cy="3171236"/>
            </a:xfrm>
          </p:grpSpPr>
          <p:sp>
            <p:nvSpPr>
              <p:cNvPr id="26" name="Rectangle 25">
                <a:extLst>
                  <a:ext uri="{FF2B5EF4-FFF2-40B4-BE49-F238E27FC236}">
                    <a16:creationId xmlns:a16="http://schemas.microsoft.com/office/drawing/2014/main" id="{533D5719-5294-0871-FE38-F036C4B4B280}"/>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D0EEF297-A890-C3A2-E335-1D2FE02704D8}"/>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AB7D68F6-5154-A030-5CB7-102AD7278B31}"/>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AD0B3B17-E038-6193-B94D-D54A3DDEF84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1E5F6875-001F-4785-3DF8-26501660D73C}"/>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2442E1A3-B9AA-379E-FEAC-D5DB471005F7}"/>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64415CEA-089A-A2AB-62C6-5287AC345D06}"/>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4D79A708-9D32-7160-4BC7-6AAB1EAAA802}"/>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C6BC657D-97F6-6672-41C6-8B3866B1FFC4}"/>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3" name="Rectangle 42">
                <a:extLst>
                  <a:ext uri="{FF2B5EF4-FFF2-40B4-BE49-F238E27FC236}">
                    <a16:creationId xmlns:a16="http://schemas.microsoft.com/office/drawing/2014/main" id="{5BD73D4F-514D-D07E-C404-FF71C852D3AC}"/>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DFD1A901-AA09-802E-3338-895054C69762}"/>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C01F170A-C09B-0216-F54C-297A624FCD46}"/>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32448B82-E741-AD5D-6522-F84BB5AD0498}"/>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A113CB8F-932D-CCF6-3B37-3F5434276D0E}"/>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05F96579-E782-3694-B55A-5163043477CF}"/>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5F570364-FB0B-285A-9FC5-BCF424F8CBD0}"/>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ACC99D5C-CFFB-A3B7-EA27-3171392AD86B}"/>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81224843-D6CB-4A65-5F9C-06FCB7775132}"/>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C4E09150-EAFA-9D61-E983-938042446579}"/>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D1131EB9-745D-89DA-F598-59DC48B46A5B}"/>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FABAEE75-5A34-DB2D-F735-ABA6FEF1E22A}"/>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27C74DB9-7D6B-4C8D-92A0-1FC7754C7A9E}"/>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4" name="TextBox 43">
            <a:extLst>
              <a:ext uri="{FF2B5EF4-FFF2-40B4-BE49-F238E27FC236}">
                <a16:creationId xmlns:a16="http://schemas.microsoft.com/office/drawing/2014/main" id="{00B79A8D-FC1D-9F83-7C8E-918D3B20A706}"/>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132379724"/>
      </p:ext>
    </p:extLst>
  </p:cSld>
  <p:clrMapOvr>
    <a:masterClrMapping/>
  </p:clrMapOvr>
</p:sldLayout>
</file>

<file path=ppt/slideLayouts/slideLayout163.xml><?xml version="1.0" encoding="utf-8"?>
<p:sldLayout xmlns:a="http://schemas.openxmlformats.org/drawingml/2006/main" xmlns:r="http://schemas.openxmlformats.org/officeDocument/2006/relationships" xmlns:p="http://schemas.openxmlformats.org/presentationml/2006/main" preserve="1" userDrawn="1">
  <p:cSld name="Contact sheet 9-up">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1" name="Picture Placeholder 9">
            <a:extLst>
              <a:ext uri="{FF2B5EF4-FFF2-40B4-BE49-F238E27FC236}">
                <a16:creationId xmlns:a16="http://schemas.microsoft.com/office/drawing/2014/main" id="{E5C7C011-127A-0143-3287-56B2493616F3}"/>
              </a:ext>
            </a:extLst>
          </p:cNvPr>
          <p:cNvSpPr>
            <a:spLocks noGrp="1"/>
          </p:cNvSpPr>
          <p:nvPr>
            <p:ph type="pic" sz="quarter" idx="29" hasCustomPrompt="1"/>
          </p:nvPr>
        </p:nvSpPr>
        <p:spPr>
          <a:xfrm>
            <a:off x="548640" y="1849438"/>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28" name="Picture Placeholder 9">
            <a:extLst>
              <a:ext uri="{FF2B5EF4-FFF2-40B4-BE49-F238E27FC236}">
                <a16:creationId xmlns:a16="http://schemas.microsoft.com/office/drawing/2014/main" id="{17A4289C-7601-5CA4-4C3A-5F28EB369581}"/>
              </a:ext>
            </a:extLst>
          </p:cNvPr>
          <p:cNvSpPr>
            <a:spLocks noGrp="1"/>
          </p:cNvSpPr>
          <p:nvPr>
            <p:ph type="pic" sz="quarter" idx="43" hasCustomPrompt="1"/>
          </p:nvPr>
        </p:nvSpPr>
        <p:spPr>
          <a:xfrm>
            <a:off x="548640" y="3295650"/>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31" name="Picture Placeholder 9">
            <a:extLst>
              <a:ext uri="{FF2B5EF4-FFF2-40B4-BE49-F238E27FC236}">
                <a16:creationId xmlns:a16="http://schemas.microsoft.com/office/drawing/2014/main" id="{A0C2F317-7D2F-8DB5-8348-18AA8221AAE9}"/>
              </a:ext>
            </a:extLst>
          </p:cNvPr>
          <p:cNvSpPr>
            <a:spLocks noGrp="1"/>
          </p:cNvSpPr>
          <p:nvPr>
            <p:ph type="pic" sz="quarter" idx="45" hasCustomPrompt="1"/>
          </p:nvPr>
        </p:nvSpPr>
        <p:spPr>
          <a:xfrm>
            <a:off x="548640" y="4743563"/>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55" name="Picture Placeholder 9">
            <a:extLst>
              <a:ext uri="{FF2B5EF4-FFF2-40B4-BE49-F238E27FC236}">
                <a16:creationId xmlns:a16="http://schemas.microsoft.com/office/drawing/2014/main" id="{4471B4C7-4613-EEB3-9308-87F186645DFC}"/>
              </a:ext>
            </a:extLst>
          </p:cNvPr>
          <p:cNvSpPr>
            <a:spLocks noGrp="1"/>
          </p:cNvSpPr>
          <p:nvPr>
            <p:ph type="pic" sz="quarter" idx="47" hasCustomPrompt="1"/>
          </p:nvPr>
        </p:nvSpPr>
        <p:spPr>
          <a:xfrm>
            <a:off x="4407408" y="1844676"/>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58" name="Picture Placeholder 9">
            <a:extLst>
              <a:ext uri="{FF2B5EF4-FFF2-40B4-BE49-F238E27FC236}">
                <a16:creationId xmlns:a16="http://schemas.microsoft.com/office/drawing/2014/main" id="{B81A6CC2-3FF5-E358-9361-9AA641684178}"/>
              </a:ext>
            </a:extLst>
          </p:cNvPr>
          <p:cNvSpPr>
            <a:spLocks noGrp="1"/>
          </p:cNvSpPr>
          <p:nvPr>
            <p:ph type="pic" sz="quarter" idx="49" hasCustomPrompt="1"/>
          </p:nvPr>
        </p:nvSpPr>
        <p:spPr>
          <a:xfrm>
            <a:off x="4404520" y="3290888"/>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61" name="Picture Placeholder 9">
            <a:extLst>
              <a:ext uri="{FF2B5EF4-FFF2-40B4-BE49-F238E27FC236}">
                <a16:creationId xmlns:a16="http://schemas.microsoft.com/office/drawing/2014/main" id="{3936CF0E-0A97-CA96-5F67-097CDDE826A2}"/>
              </a:ext>
            </a:extLst>
          </p:cNvPr>
          <p:cNvSpPr>
            <a:spLocks noGrp="1"/>
          </p:cNvSpPr>
          <p:nvPr>
            <p:ph type="pic" sz="quarter" idx="51" hasCustomPrompt="1"/>
          </p:nvPr>
        </p:nvSpPr>
        <p:spPr>
          <a:xfrm>
            <a:off x="4407408" y="4737100"/>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64" name="Picture Placeholder 9">
            <a:extLst>
              <a:ext uri="{FF2B5EF4-FFF2-40B4-BE49-F238E27FC236}">
                <a16:creationId xmlns:a16="http://schemas.microsoft.com/office/drawing/2014/main" id="{C1D5E855-FA17-F4D0-646B-35CD59AAC6A0}"/>
              </a:ext>
            </a:extLst>
          </p:cNvPr>
          <p:cNvSpPr>
            <a:spLocks noGrp="1"/>
          </p:cNvSpPr>
          <p:nvPr>
            <p:ph type="pic" sz="quarter" idx="53" hasCustomPrompt="1"/>
          </p:nvPr>
        </p:nvSpPr>
        <p:spPr>
          <a:xfrm>
            <a:off x="8211312" y="1849438"/>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67" name="Picture Placeholder 9">
            <a:extLst>
              <a:ext uri="{FF2B5EF4-FFF2-40B4-BE49-F238E27FC236}">
                <a16:creationId xmlns:a16="http://schemas.microsoft.com/office/drawing/2014/main" id="{D5751559-8E90-53E9-D2C3-6C9A57296D6D}"/>
              </a:ext>
            </a:extLst>
          </p:cNvPr>
          <p:cNvSpPr>
            <a:spLocks noGrp="1"/>
          </p:cNvSpPr>
          <p:nvPr>
            <p:ph type="pic" sz="quarter" idx="55" hasCustomPrompt="1"/>
          </p:nvPr>
        </p:nvSpPr>
        <p:spPr>
          <a:xfrm>
            <a:off x="8212138" y="3295650"/>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70" name="Picture Placeholder 9">
            <a:extLst>
              <a:ext uri="{FF2B5EF4-FFF2-40B4-BE49-F238E27FC236}">
                <a16:creationId xmlns:a16="http://schemas.microsoft.com/office/drawing/2014/main" id="{769EC156-0E51-CE48-5482-055D256909C5}"/>
              </a:ext>
            </a:extLst>
          </p:cNvPr>
          <p:cNvSpPr>
            <a:spLocks noGrp="1"/>
          </p:cNvSpPr>
          <p:nvPr>
            <p:ph type="pic" sz="quarter" idx="57" hasCustomPrompt="1"/>
          </p:nvPr>
        </p:nvSpPr>
        <p:spPr>
          <a:xfrm>
            <a:off x="8211312" y="4741862"/>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3" name="Title 2">
            <a:extLst>
              <a:ext uri="{FF2B5EF4-FFF2-40B4-BE49-F238E27FC236}">
                <a16:creationId xmlns:a16="http://schemas.microsoft.com/office/drawing/2014/main" id="{D69619C9-5DB2-E39E-74FF-9877E61A97AB}"/>
              </a:ext>
            </a:extLst>
          </p:cNvPr>
          <p:cNvSpPr>
            <a:spLocks noGrp="1"/>
          </p:cNvSpPr>
          <p:nvPr>
            <p:ph type="title"/>
          </p:nvPr>
        </p:nvSpPr>
        <p:spPr/>
        <p:txBody>
          <a:bodyPr/>
          <a:lstStyle/>
          <a:p>
            <a:r>
              <a:rPr lang="en-US"/>
              <a:t>Click to edit Master title style</a:t>
            </a:r>
          </a:p>
        </p:txBody>
      </p:sp>
      <p:sp>
        <p:nvSpPr>
          <p:cNvPr id="6" name="Freeform 5">
            <a:extLst>
              <a:ext uri="{FF2B5EF4-FFF2-40B4-BE49-F238E27FC236}">
                <a16:creationId xmlns:a16="http://schemas.microsoft.com/office/drawing/2014/main" id="{60E20A95-EEA0-4571-C3C8-4DFEEFF15173}"/>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20" name="Text Placeholder 10">
            <a:extLst>
              <a:ext uri="{FF2B5EF4-FFF2-40B4-BE49-F238E27FC236}">
                <a16:creationId xmlns:a16="http://schemas.microsoft.com/office/drawing/2014/main" id="{1A8F5A52-2BB1-6E01-1280-D7B8E1530E75}"/>
              </a:ext>
            </a:extLst>
          </p:cNvPr>
          <p:cNvSpPr>
            <a:spLocks noGrp="1"/>
          </p:cNvSpPr>
          <p:nvPr>
            <p:ph type="body" sz="quarter" idx="58"/>
          </p:nvPr>
        </p:nvSpPr>
        <p:spPr>
          <a:xfrm>
            <a:off x="548640" y="1127125"/>
            <a:ext cx="1108932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47" name="Text Placeholder 28">
            <a:extLst>
              <a:ext uri="{FF2B5EF4-FFF2-40B4-BE49-F238E27FC236}">
                <a16:creationId xmlns:a16="http://schemas.microsoft.com/office/drawing/2014/main" id="{B33B65D6-52E4-77AB-4814-DB4CF93D6165}"/>
              </a:ext>
            </a:extLst>
          </p:cNvPr>
          <p:cNvSpPr>
            <a:spLocks noGrp="1"/>
          </p:cNvSpPr>
          <p:nvPr>
            <p:ph type="body" sz="quarter" idx="94"/>
          </p:nvPr>
        </p:nvSpPr>
        <p:spPr>
          <a:xfrm>
            <a:off x="1491371" y="1848982"/>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8" name="Text Placeholder 31">
            <a:extLst>
              <a:ext uri="{FF2B5EF4-FFF2-40B4-BE49-F238E27FC236}">
                <a16:creationId xmlns:a16="http://schemas.microsoft.com/office/drawing/2014/main" id="{EB65456B-8D08-C9BF-224B-B9C64A7F7CAA}"/>
              </a:ext>
            </a:extLst>
          </p:cNvPr>
          <p:cNvSpPr>
            <a:spLocks noGrp="1"/>
          </p:cNvSpPr>
          <p:nvPr>
            <p:ph type="body" sz="quarter" idx="60"/>
          </p:nvPr>
        </p:nvSpPr>
        <p:spPr>
          <a:xfrm>
            <a:off x="5347251" y="1851364"/>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9" name="Text Placeholder 33">
            <a:extLst>
              <a:ext uri="{FF2B5EF4-FFF2-40B4-BE49-F238E27FC236}">
                <a16:creationId xmlns:a16="http://schemas.microsoft.com/office/drawing/2014/main" id="{BBD5A27C-9B64-5396-B2F2-8BC953E60E1E}"/>
              </a:ext>
            </a:extLst>
          </p:cNvPr>
          <p:cNvSpPr>
            <a:spLocks noGrp="1"/>
          </p:cNvSpPr>
          <p:nvPr>
            <p:ph type="body" sz="quarter" idx="95"/>
          </p:nvPr>
        </p:nvSpPr>
        <p:spPr>
          <a:xfrm>
            <a:off x="9154043" y="1853745"/>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0" name="Text Placeholder 35">
            <a:extLst>
              <a:ext uri="{FF2B5EF4-FFF2-40B4-BE49-F238E27FC236}">
                <a16:creationId xmlns:a16="http://schemas.microsoft.com/office/drawing/2014/main" id="{4E24BE1D-A414-0921-6B24-228F418599DC}"/>
              </a:ext>
            </a:extLst>
          </p:cNvPr>
          <p:cNvSpPr>
            <a:spLocks noGrp="1"/>
          </p:cNvSpPr>
          <p:nvPr>
            <p:ph type="body" sz="quarter" idx="62"/>
          </p:nvPr>
        </p:nvSpPr>
        <p:spPr>
          <a:xfrm>
            <a:off x="1491371" y="3297351"/>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1" name="Text Placeholder 37">
            <a:extLst>
              <a:ext uri="{FF2B5EF4-FFF2-40B4-BE49-F238E27FC236}">
                <a16:creationId xmlns:a16="http://schemas.microsoft.com/office/drawing/2014/main" id="{C7229E1F-B221-29A9-4121-9AB7571172C8}"/>
              </a:ext>
            </a:extLst>
          </p:cNvPr>
          <p:cNvSpPr>
            <a:spLocks noGrp="1"/>
          </p:cNvSpPr>
          <p:nvPr>
            <p:ph type="body" sz="quarter" idx="96"/>
          </p:nvPr>
        </p:nvSpPr>
        <p:spPr>
          <a:xfrm>
            <a:off x="5347251" y="3297351"/>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2" name="Text Placeholder 39">
            <a:extLst>
              <a:ext uri="{FF2B5EF4-FFF2-40B4-BE49-F238E27FC236}">
                <a16:creationId xmlns:a16="http://schemas.microsoft.com/office/drawing/2014/main" id="{C9D12808-4957-032F-A845-94EEC2925E89}"/>
              </a:ext>
            </a:extLst>
          </p:cNvPr>
          <p:cNvSpPr>
            <a:spLocks noGrp="1"/>
          </p:cNvSpPr>
          <p:nvPr>
            <p:ph type="body" sz="quarter" idx="64"/>
          </p:nvPr>
        </p:nvSpPr>
        <p:spPr>
          <a:xfrm>
            <a:off x="9154043" y="3297351"/>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3" name="Text Placeholder 41">
            <a:extLst>
              <a:ext uri="{FF2B5EF4-FFF2-40B4-BE49-F238E27FC236}">
                <a16:creationId xmlns:a16="http://schemas.microsoft.com/office/drawing/2014/main" id="{B12AD652-87BB-53BF-14D1-7CADF3402526}"/>
              </a:ext>
            </a:extLst>
          </p:cNvPr>
          <p:cNvSpPr>
            <a:spLocks noGrp="1"/>
          </p:cNvSpPr>
          <p:nvPr>
            <p:ph type="body" sz="quarter" idx="97"/>
          </p:nvPr>
        </p:nvSpPr>
        <p:spPr>
          <a:xfrm>
            <a:off x="1491371" y="4748325"/>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4" name="Text Placeholder 43">
            <a:extLst>
              <a:ext uri="{FF2B5EF4-FFF2-40B4-BE49-F238E27FC236}">
                <a16:creationId xmlns:a16="http://schemas.microsoft.com/office/drawing/2014/main" id="{2F5D586D-E682-4214-BDFC-2381008A2DAD}"/>
              </a:ext>
            </a:extLst>
          </p:cNvPr>
          <p:cNvSpPr>
            <a:spLocks noGrp="1"/>
          </p:cNvSpPr>
          <p:nvPr>
            <p:ph type="body" sz="quarter" idx="66"/>
          </p:nvPr>
        </p:nvSpPr>
        <p:spPr>
          <a:xfrm>
            <a:off x="5347251" y="4748325"/>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6" name="Text Placeholder 45">
            <a:extLst>
              <a:ext uri="{FF2B5EF4-FFF2-40B4-BE49-F238E27FC236}">
                <a16:creationId xmlns:a16="http://schemas.microsoft.com/office/drawing/2014/main" id="{CED54B08-20E7-A541-B8ED-9C32BBF3A87B}"/>
              </a:ext>
            </a:extLst>
          </p:cNvPr>
          <p:cNvSpPr>
            <a:spLocks noGrp="1"/>
          </p:cNvSpPr>
          <p:nvPr>
            <p:ph type="body" sz="quarter" idx="98"/>
          </p:nvPr>
        </p:nvSpPr>
        <p:spPr>
          <a:xfrm>
            <a:off x="9154043" y="4732794"/>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grpSp>
        <p:nvGrpSpPr>
          <p:cNvPr id="2" name="Group 1">
            <a:extLst>
              <a:ext uri="{FF2B5EF4-FFF2-40B4-BE49-F238E27FC236}">
                <a16:creationId xmlns:a16="http://schemas.microsoft.com/office/drawing/2014/main" id="{435344E9-D992-B0EE-F5DD-3A06BB9F1264}"/>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6F32293E-0FE3-D846-29E4-1D253AB7A036}"/>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5BCB4B30-4131-578C-7248-9BD48C891152}"/>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0C175AE2-A4AA-394D-3633-7BDBAC17D35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2C1E668E-8DB1-73F2-AA35-C18B6EFF84B6}"/>
                </a:ext>
              </a:extLst>
            </p:cNvPr>
            <p:cNvGrpSpPr/>
            <p:nvPr userDrawn="1"/>
          </p:nvGrpSpPr>
          <p:grpSpPr>
            <a:xfrm>
              <a:off x="12442019" y="3791214"/>
              <a:ext cx="382660" cy="2882942"/>
              <a:chOff x="14001569" y="3716048"/>
              <a:chExt cx="316248" cy="3171236"/>
            </a:xfrm>
          </p:grpSpPr>
          <p:sp>
            <p:nvSpPr>
              <p:cNvPr id="25" name="Rectangle 24">
                <a:extLst>
                  <a:ext uri="{FF2B5EF4-FFF2-40B4-BE49-F238E27FC236}">
                    <a16:creationId xmlns:a16="http://schemas.microsoft.com/office/drawing/2014/main" id="{BCC5F20F-20BC-0A69-BA07-155DD6A9F316}"/>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1309E49F-B58F-240A-1818-D46CBF0C4F48}"/>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141503E7-A901-4DE3-4BA5-8D5E64322D46}"/>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9C8A5DE8-AEB4-25EF-AF94-E7DC84020DF9}"/>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5E03FCA3-7AF8-9D63-D4E7-282722DAD0E5}"/>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96E7BA6B-7262-3660-CC48-7291EBC85E09}"/>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9567865C-4300-88ED-7C78-F424E65D1E64}"/>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8B42B810-C8A1-7E05-675D-EAD9C366A835}"/>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4463BCE7-838B-4CBB-494B-A2C180324870}"/>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CEEE7DA7-D0F8-A4D0-3697-89F607CCD071}"/>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0A55404B-4677-3F59-A6B8-B61707EA28A4}"/>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024C9DAA-1779-D5D3-0ADF-CD36D0363F30}"/>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FEB4C27F-CA09-34D1-6DAD-E930556F9582}"/>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E670D09C-E9C2-0D98-8023-2E740D3C6E65}"/>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857BD3E5-9FA8-90D3-DD7E-7F9A46B2021A}"/>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3CCCA0F8-1FA0-5D5D-C740-BB1AAFF05DAA}"/>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F9CA8FDA-252D-6069-EAE3-7CF8851E8876}"/>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940A6294-0C02-C52A-DF68-CDACAB358AF9}"/>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877EE646-96E1-0196-2326-4E1F3826EF7D}"/>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20800806-B096-767A-0868-98C798C05C1D}"/>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8FED0DDC-6324-BE3E-CF32-505EFD79B499}"/>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AD4F736D-31C5-16D1-4126-3AFDF04ACB15}"/>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DECDA4AD-A553-845C-C79F-66487193D41E}"/>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039938133"/>
      </p:ext>
    </p:extLst>
  </p:cSld>
  <p:clrMapOvr>
    <a:masterClrMapping/>
  </p:clrMapOvr>
</p:sldLayout>
</file>

<file path=ppt/slideLayouts/slideLayout164.xml><?xml version="1.0" encoding="utf-8"?>
<p:sldLayout xmlns:a="http://schemas.openxmlformats.org/drawingml/2006/main" xmlns:r="http://schemas.openxmlformats.org/officeDocument/2006/relationships" xmlns:p="http://schemas.openxmlformats.org/presentationml/2006/main" preserve="1" userDrawn="1">
  <p:cSld name="Contact Sheet 12-up">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1" name="Picture Placeholder 9">
            <a:extLst>
              <a:ext uri="{FF2B5EF4-FFF2-40B4-BE49-F238E27FC236}">
                <a16:creationId xmlns:a16="http://schemas.microsoft.com/office/drawing/2014/main" id="{E5C7C011-127A-0143-3287-56B2493616F3}"/>
              </a:ext>
            </a:extLst>
          </p:cNvPr>
          <p:cNvSpPr>
            <a:spLocks noGrp="1"/>
          </p:cNvSpPr>
          <p:nvPr>
            <p:ph type="pic" sz="quarter" idx="29" hasCustomPrompt="1"/>
          </p:nvPr>
        </p:nvSpPr>
        <p:spPr>
          <a:xfrm>
            <a:off x="546200" y="156240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3" name="Picture Placeholder 9">
            <a:extLst>
              <a:ext uri="{FF2B5EF4-FFF2-40B4-BE49-F238E27FC236}">
                <a16:creationId xmlns:a16="http://schemas.microsoft.com/office/drawing/2014/main" id="{25876E2B-22D5-E023-0774-0D2E4727B88F}"/>
              </a:ext>
            </a:extLst>
          </p:cNvPr>
          <p:cNvSpPr>
            <a:spLocks noGrp="1"/>
          </p:cNvSpPr>
          <p:nvPr>
            <p:ph type="pic" sz="quarter" idx="59" hasCustomPrompt="1"/>
          </p:nvPr>
        </p:nvSpPr>
        <p:spPr>
          <a:xfrm>
            <a:off x="547356" y="313958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6" name="Picture Placeholder 9">
            <a:extLst>
              <a:ext uri="{FF2B5EF4-FFF2-40B4-BE49-F238E27FC236}">
                <a16:creationId xmlns:a16="http://schemas.microsoft.com/office/drawing/2014/main" id="{D6976165-15B0-50D3-48A1-3EEF58B092C0}"/>
              </a:ext>
            </a:extLst>
          </p:cNvPr>
          <p:cNvSpPr>
            <a:spLocks noGrp="1"/>
          </p:cNvSpPr>
          <p:nvPr>
            <p:ph type="pic" sz="quarter" idx="61" hasCustomPrompt="1"/>
          </p:nvPr>
        </p:nvSpPr>
        <p:spPr>
          <a:xfrm>
            <a:off x="554788" y="4705350"/>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12" name="Picture Placeholder 9">
            <a:extLst>
              <a:ext uri="{FF2B5EF4-FFF2-40B4-BE49-F238E27FC236}">
                <a16:creationId xmlns:a16="http://schemas.microsoft.com/office/drawing/2014/main" id="{0CE498C5-374E-D8FE-F156-A53931D853E7}"/>
              </a:ext>
            </a:extLst>
          </p:cNvPr>
          <p:cNvSpPr>
            <a:spLocks noGrp="1"/>
          </p:cNvSpPr>
          <p:nvPr>
            <p:ph type="pic" sz="quarter" idx="63" hasCustomPrompt="1"/>
          </p:nvPr>
        </p:nvSpPr>
        <p:spPr>
          <a:xfrm>
            <a:off x="3365932" y="156240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15" name="Picture Placeholder 9">
            <a:extLst>
              <a:ext uri="{FF2B5EF4-FFF2-40B4-BE49-F238E27FC236}">
                <a16:creationId xmlns:a16="http://schemas.microsoft.com/office/drawing/2014/main" id="{1FCBF2C0-C112-B81E-0578-54F91D1D965D}"/>
              </a:ext>
            </a:extLst>
          </p:cNvPr>
          <p:cNvSpPr>
            <a:spLocks noGrp="1"/>
          </p:cNvSpPr>
          <p:nvPr>
            <p:ph type="pic" sz="quarter" idx="65" hasCustomPrompt="1"/>
          </p:nvPr>
        </p:nvSpPr>
        <p:spPr>
          <a:xfrm>
            <a:off x="3367088" y="313958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17" name="Picture Placeholder 9">
            <a:extLst>
              <a:ext uri="{FF2B5EF4-FFF2-40B4-BE49-F238E27FC236}">
                <a16:creationId xmlns:a16="http://schemas.microsoft.com/office/drawing/2014/main" id="{4C09C1F9-ECED-C5BA-42C5-0EE10E589CC6}"/>
              </a:ext>
            </a:extLst>
          </p:cNvPr>
          <p:cNvSpPr>
            <a:spLocks noGrp="1"/>
          </p:cNvSpPr>
          <p:nvPr>
            <p:ph type="pic" sz="quarter" idx="67" hasCustomPrompt="1"/>
          </p:nvPr>
        </p:nvSpPr>
        <p:spPr>
          <a:xfrm>
            <a:off x="3374520" y="4705350"/>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19" name="Picture Placeholder 9">
            <a:extLst>
              <a:ext uri="{FF2B5EF4-FFF2-40B4-BE49-F238E27FC236}">
                <a16:creationId xmlns:a16="http://schemas.microsoft.com/office/drawing/2014/main" id="{0042FFDF-513A-EC10-98FD-B9C57D062AE0}"/>
              </a:ext>
            </a:extLst>
          </p:cNvPr>
          <p:cNvSpPr>
            <a:spLocks noGrp="1"/>
          </p:cNvSpPr>
          <p:nvPr>
            <p:ph type="pic" sz="quarter" idx="69" hasCustomPrompt="1"/>
          </p:nvPr>
        </p:nvSpPr>
        <p:spPr>
          <a:xfrm>
            <a:off x="6185664" y="156240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22" name="Picture Placeholder 9">
            <a:extLst>
              <a:ext uri="{FF2B5EF4-FFF2-40B4-BE49-F238E27FC236}">
                <a16:creationId xmlns:a16="http://schemas.microsoft.com/office/drawing/2014/main" id="{8BC36A4B-DA0D-6BF1-C4D6-33880787409E}"/>
              </a:ext>
            </a:extLst>
          </p:cNvPr>
          <p:cNvSpPr>
            <a:spLocks noGrp="1"/>
          </p:cNvSpPr>
          <p:nvPr>
            <p:ph type="pic" sz="quarter" idx="71" hasCustomPrompt="1"/>
          </p:nvPr>
        </p:nvSpPr>
        <p:spPr>
          <a:xfrm>
            <a:off x="6186820" y="313958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24" name="Picture Placeholder 9">
            <a:extLst>
              <a:ext uri="{FF2B5EF4-FFF2-40B4-BE49-F238E27FC236}">
                <a16:creationId xmlns:a16="http://schemas.microsoft.com/office/drawing/2014/main" id="{76E7E740-2280-24BA-7A1B-AB4C8412EB3C}"/>
              </a:ext>
            </a:extLst>
          </p:cNvPr>
          <p:cNvSpPr>
            <a:spLocks noGrp="1"/>
          </p:cNvSpPr>
          <p:nvPr>
            <p:ph type="pic" sz="quarter" idx="73" hasCustomPrompt="1"/>
          </p:nvPr>
        </p:nvSpPr>
        <p:spPr>
          <a:xfrm>
            <a:off x="6194252" y="4705350"/>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26" name="Picture Placeholder 9">
            <a:extLst>
              <a:ext uri="{FF2B5EF4-FFF2-40B4-BE49-F238E27FC236}">
                <a16:creationId xmlns:a16="http://schemas.microsoft.com/office/drawing/2014/main" id="{CADD27F9-84C7-1DB2-249A-964A088830A2}"/>
              </a:ext>
            </a:extLst>
          </p:cNvPr>
          <p:cNvSpPr>
            <a:spLocks noGrp="1"/>
          </p:cNvSpPr>
          <p:nvPr>
            <p:ph type="pic" sz="quarter" idx="75" hasCustomPrompt="1"/>
          </p:nvPr>
        </p:nvSpPr>
        <p:spPr>
          <a:xfrm>
            <a:off x="9005396" y="156240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34" name="Picture Placeholder 9">
            <a:extLst>
              <a:ext uri="{FF2B5EF4-FFF2-40B4-BE49-F238E27FC236}">
                <a16:creationId xmlns:a16="http://schemas.microsoft.com/office/drawing/2014/main" id="{FF1E356A-47B8-BFE3-D4E2-B4F8BF65D253}"/>
              </a:ext>
            </a:extLst>
          </p:cNvPr>
          <p:cNvSpPr>
            <a:spLocks noGrp="1"/>
          </p:cNvSpPr>
          <p:nvPr>
            <p:ph type="pic" sz="quarter" idx="77" hasCustomPrompt="1"/>
          </p:nvPr>
        </p:nvSpPr>
        <p:spPr>
          <a:xfrm>
            <a:off x="9006552" y="313958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36" name="Picture Placeholder 9">
            <a:extLst>
              <a:ext uri="{FF2B5EF4-FFF2-40B4-BE49-F238E27FC236}">
                <a16:creationId xmlns:a16="http://schemas.microsoft.com/office/drawing/2014/main" id="{D13123F8-5707-1836-E32B-577B73747D46}"/>
              </a:ext>
            </a:extLst>
          </p:cNvPr>
          <p:cNvSpPr>
            <a:spLocks noGrp="1"/>
          </p:cNvSpPr>
          <p:nvPr>
            <p:ph type="pic" sz="quarter" idx="79" hasCustomPrompt="1"/>
          </p:nvPr>
        </p:nvSpPr>
        <p:spPr>
          <a:xfrm>
            <a:off x="9013984" y="4705350"/>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13" name="Title 12">
            <a:extLst>
              <a:ext uri="{FF2B5EF4-FFF2-40B4-BE49-F238E27FC236}">
                <a16:creationId xmlns:a16="http://schemas.microsoft.com/office/drawing/2014/main" id="{E6ED4069-4F51-A36D-255A-CF77628C85CE}"/>
              </a:ext>
            </a:extLst>
          </p:cNvPr>
          <p:cNvSpPr>
            <a:spLocks noGrp="1"/>
          </p:cNvSpPr>
          <p:nvPr>
            <p:ph type="title"/>
          </p:nvPr>
        </p:nvSpPr>
        <p:spPr/>
        <p:txBody>
          <a:bodyPr/>
          <a:lstStyle/>
          <a:p>
            <a:r>
              <a:rPr lang="en-US"/>
              <a:t>Click to edit Master title style</a:t>
            </a:r>
          </a:p>
        </p:txBody>
      </p:sp>
      <p:sp>
        <p:nvSpPr>
          <p:cNvPr id="7" name="Freeform 5">
            <a:extLst>
              <a:ext uri="{FF2B5EF4-FFF2-40B4-BE49-F238E27FC236}">
                <a16:creationId xmlns:a16="http://schemas.microsoft.com/office/drawing/2014/main" id="{71A8BD57-464A-7786-334E-596380BA0688}"/>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37" name="Text Placeholder 28">
            <a:extLst>
              <a:ext uri="{FF2B5EF4-FFF2-40B4-BE49-F238E27FC236}">
                <a16:creationId xmlns:a16="http://schemas.microsoft.com/office/drawing/2014/main" id="{20725060-FB97-FB2A-839C-88058950AD03}"/>
              </a:ext>
            </a:extLst>
          </p:cNvPr>
          <p:cNvSpPr>
            <a:spLocks noGrp="1"/>
          </p:cNvSpPr>
          <p:nvPr>
            <p:ph type="body" sz="quarter" idx="94"/>
          </p:nvPr>
        </p:nvSpPr>
        <p:spPr>
          <a:xfrm>
            <a:off x="545350" y="2421426"/>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38" name="Text Placeholder 31">
            <a:extLst>
              <a:ext uri="{FF2B5EF4-FFF2-40B4-BE49-F238E27FC236}">
                <a16:creationId xmlns:a16="http://schemas.microsoft.com/office/drawing/2014/main" id="{53AEDA35-ADD6-FCE3-846B-BF1E0A6CA883}"/>
              </a:ext>
            </a:extLst>
          </p:cNvPr>
          <p:cNvSpPr>
            <a:spLocks noGrp="1"/>
          </p:cNvSpPr>
          <p:nvPr>
            <p:ph type="body" sz="quarter" idx="60"/>
          </p:nvPr>
        </p:nvSpPr>
        <p:spPr>
          <a:xfrm>
            <a:off x="3357144" y="2426187"/>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39" name="Text Placeholder 33">
            <a:extLst>
              <a:ext uri="{FF2B5EF4-FFF2-40B4-BE49-F238E27FC236}">
                <a16:creationId xmlns:a16="http://schemas.microsoft.com/office/drawing/2014/main" id="{2C1C50A9-AF10-C8FA-22B4-FD7A9720D11F}"/>
              </a:ext>
            </a:extLst>
          </p:cNvPr>
          <p:cNvSpPr>
            <a:spLocks noGrp="1"/>
          </p:cNvSpPr>
          <p:nvPr>
            <p:ph type="body" sz="quarter" idx="95"/>
          </p:nvPr>
        </p:nvSpPr>
        <p:spPr>
          <a:xfrm>
            <a:off x="6174687" y="2426187"/>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0" name="Text Placeholder 35">
            <a:extLst>
              <a:ext uri="{FF2B5EF4-FFF2-40B4-BE49-F238E27FC236}">
                <a16:creationId xmlns:a16="http://schemas.microsoft.com/office/drawing/2014/main" id="{92186842-A495-47CB-E895-A3B746F32C1C}"/>
              </a:ext>
            </a:extLst>
          </p:cNvPr>
          <p:cNvSpPr>
            <a:spLocks noGrp="1"/>
          </p:cNvSpPr>
          <p:nvPr>
            <p:ph type="body" sz="quarter" idx="62"/>
          </p:nvPr>
        </p:nvSpPr>
        <p:spPr>
          <a:xfrm>
            <a:off x="9005296" y="2429974"/>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1" name="Text Placeholder 37">
            <a:extLst>
              <a:ext uri="{FF2B5EF4-FFF2-40B4-BE49-F238E27FC236}">
                <a16:creationId xmlns:a16="http://schemas.microsoft.com/office/drawing/2014/main" id="{6CA7FDF1-8EA1-3647-617E-68BBEC83B933}"/>
              </a:ext>
            </a:extLst>
          </p:cNvPr>
          <p:cNvSpPr>
            <a:spLocks noGrp="1"/>
          </p:cNvSpPr>
          <p:nvPr>
            <p:ph type="body" sz="quarter" idx="96"/>
          </p:nvPr>
        </p:nvSpPr>
        <p:spPr>
          <a:xfrm>
            <a:off x="543911" y="3997820"/>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2" name="Text Placeholder 39">
            <a:extLst>
              <a:ext uri="{FF2B5EF4-FFF2-40B4-BE49-F238E27FC236}">
                <a16:creationId xmlns:a16="http://schemas.microsoft.com/office/drawing/2014/main" id="{B0B8D82A-323A-DAD8-2FFF-306B1BD8A7B7}"/>
              </a:ext>
            </a:extLst>
          </p:cNvPr>
          <p:cNvSpPr>
            <a:spLocks noGrp="1"/>
          </p:cNvSpPr>
          <p:nvPr>
            <p:ph type="body" sz="quarter" idx="64"/>
          </p:nvPr>
        </p:nvSpPr>
        <p:spPr>
          <a:xfrm>
            <a:off x="3369875" y="3997820"/>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3" name="Text Placeholder 41">
            <a:extLst>
              <a:ext uri="{FF2B5EF4-FFF2-40B4-BE49-F238E27FC236}">
                <a16:creationId xmlns:a16="http://schemas.microsoft.com/office/drawing/2014/main" id="{7F998DD8-A4C0-EDC9-3264-47EC9ABA7F7E}"/>
              </a:ext>
            </a:extLst>
          </p:cNvPr>
          <p:cNvSpPr>
            <a:spLocks noGrp="1"/>
          </p:cNvSpPr>
          <p:nvPr>
            <p:ph type="body" sz="quarter" idx="97"/>
          </p:nvPr>
        </p:nvSpPr>
        <p:spPr>
          <a:xfrm>
            <a:off x="6185564" y="3988842"/>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4" name="Text Placeholder 43">
            <a:extLst>
              <a:ext uri="{FF2B5EF4-FFF2-40B4-BE49-F238E27FC236}">
                <a16:creationId xmlns:a16="http://schemas.microsoft.com/office/drawing/2014/main" id="{D6080B64-327A-4888-7E45-D37CB06BD006}"/>
              </a:ext>
            </a:extLst>
          </p:cNvPr>
          <p:cNvSpPr>
            <a:spLocks noGrp="1"/>
          </p:cNvSpPr>
          <p:nvPr>
            <p:ph type="body" sz="quarter" idx="66"/>
          </p:nvPr>
        </p:nvSpPr>
        <p:spPr>
          <a:xfrm>
            <a:off x="9013984" y="3997820"/>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5" name="Text Placeholder 45">
            <a:extLst>
              <a:ext uri="{FF2B5EF4-FFF2-40B4-BE49-F238E27FC236}">
                <a16:creationId xmlns:a16="http://schemas.microsoft.com/office/drawing/2014/main" id="{A553D40B-8982-89FD-71EF-AFB57D02AF77}"/>
              </a:ext>
            </a:extLst>
          </p:cNvPr>
          <p:cNvSpPr>
            <a:spLocks noGrp="1"/>
          </p:cNvSpPr>
          <p:nvPr>
            <p:ph type="body" sz="quarter" idx="98"/>
          </p:nvPr>
        </p:nvSpPr>
        <p:spPr>
          <a:xfrm>
            <a:off x="554038" y="5572433"/>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7" name="Text Placeholder 46">
            <a:extLst>
              <a:ext uri="{FF2B5EF4-FFF2-40B4-BE49-F238E27FC236}">
                <a16:creationId xmlns:a16="http://schemas.microsoft.com/office/drawing/2014/main" id="{CC20C2B1-E5AA-66A6-3529-09EBEC5AD9E7}"/>
              </a:ext>
            </a:extLst>
          </p:cNvPr>
          <p:cNvSpPr>
            <a:spLocks noGrp="1"/>
          </p:cNvSpPr>
          <p:nvPr>
            <p:ph type="body" sz="quarter" idx="99"/>
          </p:nvPr>
        </p:nvSpPr>
        <p:spPr>
          <a:xfrm>
            <a:off x="3375025" y="5572853"/>
            <a:ext cx="2616775" cy="588235"/>
          </a:xfrm>
        </p:spPr>
        <p:txBody>
          <a:bodyPr>
            <a:noAutofit/>
          </a:bodyPr>
          <a:lstStyle>
            <a:lvl1pPr marL="0" indent="0">
              <a:spcAft>
                <a:spcPts val="200"/>
              </a:spcAft>
              <a:buFont typeface="Arial" panose="020B0604020202020204" pitchFamily="34" charset="0"/>
              <a:buNone/>
              <a:defRPr sz="1200" b="1"/>
            </a:lvl1pPr>
            <a:lvl2pPr marL="0" indent="0">
              <a:spcAft>
                <a:spcPts val="600"/>
              </a:spcAft>
              <a:buFont typeface="Arial" panose="020B0604020202020204" pitchFamily="34" charset="0"/>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9" name="Text Placeholder 48">
            <a:extLst>
              <a:ext uri="{FF2B5EF4-FFF2-40B4-BE49-F238E27FC236}">
                <a16:creationId xmlns:a16="http://schemas.microsoft.com/office/drawing/2014/main" id="{FAD7CA57-DD70-B459-15AA-F71085154014}"/>
              </a:ext>
            </a:extLst>
          </p:cNvPr>
          <p:cNvSpPr>
            <a:spLocks noGrp="1"/>
          </p:cNvSpPr>
          <p:nvPr>
            <p:ph type="body" sz="quarter" idx="100"/>
          </p:nvPr>
        </p:nvSpPr>
        <p:spPr>
          <a:xfrm>
            <a:off x="6194425" y="5588367"/>
            <a:ext cx="2623130" cy="572721"/>
          </a:xfrm>
        </p:spPr>
        <p:txBody>
          <a:bodyPr>
            <a:noAutofit/>
          </a:bodyPr>
          <a:lstStyle>
            <a:lvl1pPr marL="0" indent="0">
              <a:spcAft>
                <a:spcPts val="200"/>
              </a:spcAft>
              <a:buFont typeface="Arial" panose="020B0604020202020204" pitchFamily="34" charset="0"/>
              <a:buNone/>
              <a:defRPr sz="1200" b="1"/>
            </a:lvl1pPr>
            <a:lvl2pPr marL="0" indent="0">
              <a:spcAft>
                <a:spcPts val="600"/>
              </a:spcAft>
              <a:buFont typeface="Arial" panose="020B0604020202020204" pitchFamily="34" charset="0"/>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1" name="Text Placeholder 50">
            <a:extLst>
              <a:ext uri="{FF2B5EF4-FFF2-40B4-BE49-F238E27FC236}">
                <a16:creationId xmlns:a16="http://schemas.microsoft.com/office/drawing/2014/main" id="{EC42BD93-D831-2404-6CB8-8837AFC980E9}"/>
              </a:ext>
            </a:extLst>
          </p:cNvPr>
          <p:cNvSpPr>
            <a:spLocks noGrp="1"/>
          </p:cNvSpPr>
          <p:nvPr>
            <p:ph type="body" sz="quarter" idx="101"/>
          </p:nvPr>
        </p:nvSpPr>
        <p:spPr>
          <a:xfrm>
            <a:off x="9013824" y="5572853"/>
            <a:ext cx="2612537" cy="588235"/>
          </a:xfrm>
        </p:spPr>
        <p:txBody>
          <a:bodyPr>
            <a:noAutofit/>
          </a:bodyPr>
          <a:lstStyle>
            <a:lvl1pPr marL="0" indent="0">
              <a:spcAft>
                <a:spcPts val="200"/>
              </a:spcAft>
              <a:buFont typeface="Arial" panose="020B0604020202020204" pitchFamily="34" charset="0"/>
              <a:buNone/>
              <a:defRPr sz="1200" b="1"/>
            </a:lvl1pPr>
            <a:lvl2pPr marL="0" indent="0">
              <a:spcAft>
                <a:spcPts val="600"/>
              </a:spcAft>
              <a:buFont typeface="Arial" panose="020B0604020202020204" pitchFamily="34" charset="0"/>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2" name="Text Placeholder 10">
            <a:extLst>
              <a:ext uri="{FF2B5EF4-FFF2-40B4-BE49-F238E27FC236}">
                <a16:creationId xmlns:a16="http://schemas.microsoft.com/office/drawing/2014/main" id="{4094CC63-82FC-2C3B-297C-E0DA8033B303}"/>
              </a:ext>
            </a:extLst>
          </p:cNvPr>
          <p:cNvSpPr>
            <a:spLocks noGrp="1"/>
          </p:cNvSpPr>
          <p:nvPr>
            <p:ph type="body" sz="quarter" idx="58"/>
          </p:nvPr>
        </p:nvSpPr>
        <p:spPr>
          <a:xfrm>
            <a:off x="548640" y="1127125"/>
            <a:ext cx="1108932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2E4B5173-04E5-31DA-1FD8-7B7C88D3F2A1}"/>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93E0DB0D-8254-97F3-2157-68238B32FBE2}"/>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AE9973C1-2495-34EB-E73E-D1B691531DBB}"/>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0" name="Rectangle 9">
              <a:extLst>
                <a:ext uri="{FF2B5EF4-FFF2-40B4-BE49-F238E27FC236}">
                  <a16:creationId xmlns:a16="http://schemas.microsoft.com/office/drawing/2014/main" id="{7021CAA7-250E-8849-B692-FF9D00E4B7FC}"/>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4" name="Group 13">
              <a:extLst>
                <a:ext uri="{FF2B5EF4-FFF2-40B4-BE49-F238E27FC236}">
                  <a16:creationId xmlns:a16="http://schemas.microsoft.com/office/drawing/2014/main" id="{909DAAAC-6F80-435B-0728-36E156471656}"/>
                </a:ext>
              </a:extLst>
            </p:cNvPr>
            <p:cNvGrpSpPr/>
            <p:nvPr userDrawn="1"/>
          </p:nvGrpSpPr>
          <p:grpSpPr>
            <a:xfrm>
              <a:off x="12442019" y="3791214"/>
              <a:ext cx="382660" cy="2882942"/>
              <a:chOff x="14001569" y="3716048"/>
              <a:chExt cx="316248" cy="3171236"/>
            </a:xfrm>
          </p:grpSpPr>
          <p:sp>
            <p:nvSpPr>
              <p:cNvPr id="33" name="Rectangle 32">
                <a:extLst>
                  <a:ext uri="{FF2B5EF4-FFF2-40B4-BE49-F238E27FC236}">
                    <a16:creationId xmlns:a16="http://schemas.microsoft.com/office/drawing/2014/main" id="{C1650E13-E8B9-BCCE-ABCB-04A3976CD39B}"/>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8FEA822A-4236-E83A-85D8-DBE3175A0CD4}"/>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6" name="Rectangle 45">
                <a:extLst>
                  <a:ext uri="{FF2B5EF4-FFF2-40B4-BE49-F238E27FC236}">
                    <a16:creationId xmlns:a16="http://schemas.microsoft.com/office/drawing/2014/main" id="{E1EA1587-FA55-31D1-1747-E7B58A3B9CFA}"/>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8" name="Rectangle 47">
                <a:extLst>
                  <a:ext uri="{FF2B5EF4-FFF2-40B4-BE49-F238E27FC236}">
                    <a16:creationId xmlns:a16="http://schemas.microsoft.com/office/drawing/2014/main" id="{0766458F-32C7-FE30-814E-0B0046F479F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0" name="Rectangle 49">
                <a:extLst>
                  <a:ext uri="{FF2B5EF4-FFF2-40B4-BE49-F238E27FC236}">
                    <a16:creationId xmlns:a16="http://schemas.microsoft.com/office/drawing/2014/main" id="{D2429899-70E5-F65A-A0D6-9AE45BC48473}"/>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3" name="Rectangle 52">
                <a:extLst>
                  <a:ext uri="{FF2B5EF4-FFF2-40B4-BE49-F238E27FC236}">
                    <a16:creationId xmlns:a16="http://schemas.microsoft.com/office/drawing/2014/main" id="{C6803D37-9F38-0A7D-46A3-89AD5EDD2C5B}"/>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4" name="Rectangle 53">
                <a:extLst>
                  <a:ext uri="{FF2B5EF4-FFF2-40B4-BE49-F238E27FC236}">
                    <a16:creationId xmlns:a16="http://schemas.microsoft.com/office/drawing/2014/main" id="{DF9E6A85-AD08-F915-51DA-170CD765EFF8}"/>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5" name="Rectangle 54">
                <a:extLst>
                  <a:ext uri="{FF2B5EF4-FFF2-40B4-BE49-F238E27FC236}">
                    <a16:creationId xmlns:a16="http://schemas.microsoft.com/office/drawing/2014/main" id="{8FBC8775-6105-C413-8F57-2DA128F72667}"/>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6" name="Rectangle 55">
                <a:extLst>
                  <a:ext uri="{FF2B5EF4-FFF2-40B4-BE49-F238E27FC236}">
                    <a16:creationId xmlns:a16="http://schemas.microsoft.com/office/drawing/2014/main" id="{0C2D9856-4B48-1C72-B9BC-7C3723214D29}"/>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7" name="Rectangle 56">
                <a:extLst>
                  <a:ext uri="{FF2B5EF4-FFF2-40B4-BE49-F238E27FC236}">
                    <a16:creationId xmlns:a16="http://schemas.microsoft.com/office/drawing/2014/main" id="{837DA4DD-09DF-1245-16E7-62C2062B24F9}"/>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6" name="Group 15">
              <a:extLst>
                <a:ext uri="{FF2B5EF4-FFF2-40B4-BE49-F238E27FC236}">
                  <a16:creationId xmlns:a16="http://schemas.microsoft.com/office/drawing/2014/main" id="{A1A73C18-6B72-9426-7719-8642491FF11C}"/>
                </a:ext>
              </a:extLst>
            </p:cNvPr>
            <p:cNvGrpSpPr/>
            <p:nvPr userDrawn="1"/>
          </p:nvGrpSpPr>
          <p:grpSpPr>
            <a:xfrm>
              <a:off x="12442019" y="198485"/>
              <a:ext cx="382660" cy="2882942"/>
              <a:chOff x="12742785" y="3716048"/>
              <a:chExt cx="316248" cy="3171236"/>
            </a:xfrm>
          </p:grpSpPr>
          <p:sp>
            <p:nvSpPr>
              <p:cNvPr id="20" name="Rectangle 19">
                <a:extLst>
                  <a:ext uri="{FF2B5EF4-FFF2-40B4-BE49-F238E27FC236}">
                    <a16:creationId xmlns:a16="http://schemas.microsoft.com/office/drawing/2014/main" id="{9CFBF395-2A49-ECB4-13AD-25CD8FBDF747}"/>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FB37434E-2190-BD5A-AC3F-1D6C3A99594A}"/>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8D10A679-24BD-8B25-A78D-4237FE4FDCE9}"/>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A03FF343-E74A-FBA8-F89A-4B4A8E19A9D4}"/>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A3620E75-3933-0E2B-4BFE-AC9D7984C4C0}"/>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63A49C24-D940-A54B-0C61-3A9B3404FE1B}"/>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4776C0B0-2D46-2C78-8848-1428F350BCCD}"/>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8D36A866-5390-2485-EED1-52C20E69CE17}"/>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E922E029-0C44-4EB6-EC4E-7160EF51ABBE}"/>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77380F04-319C-E15F-5E60-A6E58170E3B1}"/>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8" name="TextBox 17">
              <a:extLst>
                <a:ext uri="{FF2B5EF4-FFF2-40B4-BE49-F238E27FC236}">
                  <a16:creationId xmlns:a16="http://schemas.microsoft.com/office/drawing/2014/main" id="{96E4C323-6374-593D-12CD-8AB6E7E6AD36}"/>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58" name="TextBox 57">
            <a:extLst>
              <a:ext uri="{FF2B5EF4-FFF2-40B4-BE49-F238E27FC236}">
                <a16:creationId xmlns:a16="http://schemas.microsoft.com/office/drawing/2014/main" id="{B534B07B-6CE7-1480-FDC2-E4D179821AB0}"/>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4143364496"/>
      </p:ext>
    </p:extLst>
  </p:cSld>
  <p:clrMapOvr>
    <a:masterClrMapping/>
  </p:clrMapOvr>
</p:sldLayout>
</file>

<file path=ppt/slideLayouts/slideLayout165.xml><?xml version="1.0" encoding="utf-8"?>
<p:sldLayout xmlns:a="http://schemas.openxmlformats.org/drawingml/2006/main" xmlns:r="http://schemas.openxmlformats.org/officeDocument/2006/relationships" xmlns:p="http://schemas.openxmlformats.org/presentationml/2006/main" preserve="1" userDrawn="1">
  <p:cSld name="Biography Spotlight 1">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1" name="Picture Placeholder 9">
            <a:extLst>
              <a:ext uri="{FF2B5EF4-FFF2-40B4-BE49-F238E27FC236}">
                <a16:creationId xmlns:a16="http://schemas.microsoft.com/office/drawing/2014/main" id="{E5C7C011-127A-0143-3287-56B2493616F3}"/>
              </a:ext>
            </a:extLst>
          </p:cNvPr>
          <p:cNvSpPr>
            <a:spLocks noGrp="1"/>
          </p:cNvSpPr>
          <p:nvPr>
            <p:ph type="pic" sz="quarter" idx="29" hasCustomPrompt="1"/>
          </p:nvPr>
        </p:nvSpPr>
        <p:spPr>
          <a:xfrm>
            <a:off x="539751" y="2146298"/>
            <a:ext cx="1970120" cy="1975104"/>
          </a:xfrm>
          <a:solidFill>
            <a:schemeClr val="accent1"/>
          </a:solidFill>
          <a:ln>
            <a:noFill/>
          </a:ln>
        </p:spPr>
        <p:txBody>
          <a:bodyPr anchor="ctr"/>
          <a:lstStyle>
            <a:lvl1pPr algn="ctr">
              <a:defRPr>
                <a:solidFill>
                  <a:schemeClr val="bg1"/>
                </a:solidFill>
                <a:latin typeface="+mn-lt"/>
              </a:defRPr>
            </a:lvl1pPr>
          </a:lstStyle>
          <a:p>
            <a:r>
              <a:rPr lang="en-US"/>
              <a:t>Silhouette</a:t>
            </a:r>
            <a:br>
              <a:rPr lang="en-US"/>
            </a:br>
            <a:r>
              <a:rPr lang="en-US"/>
              <a:t>portrait</a:t>
            </a:r>
          </a:p>
        </p:txBody>
      </p:sp>
      <p:sp>
        <p:nvSpPr>
          <p:cNvPr id="3" name="Title 2">
            <a:extLst>
              <a:ext uri="{FF2B5EF4-FFF2-40B4-BE49-F238E27FC236}">
                <a16:creationId xmlns:a16="http://schemas.microsoft.com/office/drawing/2014/main" id="{1DC8F894-857C-8F07-E60C-2FD30A700DD0}"/>
              </a:ext>
            </a:extLst>
          </p:cNvPr>
          <p:cNvSpPr>
            <a:spLocks noGrp="1"/>
          </p:cNvSpPr>
          <p:nvPr>
            <p:ph type="title"/>
          </p:nvPr>
        </p:nvSpPr>
        <p:spPr/>
        <p:txBody>
          <a:bodyPr/>
          <a:lstStyle/>
          <a:p>
            <a:r>
              <a:rPr lang="en-US"/>
              <a:t>Click to edit Master title style</a:t>
            </a:r>
          </a:p>
        </p:txBody>
      </p:sp>
      <p:sp>
        <p:nvSpPr>
          <p:cNvPr id="2" name="Freeform 5">
            <a:extLst>
              <a:ext uri="{FF2B5EF4-FFF2-40B4-BE49-F238E27FC236}">
                <a16:creationId xmlns:a16="http://schemas.microsoft.com/office/drawing/2014/main" id="{A43186F8-0EA6-5198-1B39-E155A2FB6C3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9" name="Text Placeholder 10">
            <a:extLst>
              <a:ext uri="{FF2B5EF4-FFF2-40B4-BE49-F238E27FC236}">
                <a16:creationId xmlns:a16="http://schemas.microsoft.com/office/drawing/2014/main" id="{59895743-E13E-B246-5F15-74FE000A889A}"/>
              </a:ext>
            </a:extLst>
          </p:cNvPr>
          <p:cNvSpPr>
            <a:spLocks noGrp="1"/>
          </p:cNvSpPr>
          <p:nvPr>
            <p:ph type="body" sz="quarter" idx="58"/>
          </p:nvPr>
        </p:nvSpPr>
        <p:spPr>
          <a:xfrm>
            <a:off x="548640" y="1127125"/>
            <a:ext cx="1108932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21" name="Text Placeholder 28">
            <a:extLst>
              <a:ext uri="{FF2B5EF4-FFF2-40B4-BE49-F238E27FC236}">
                <a16:creationId xmlns:a16="http://schemas.microsoft.com/office/drawing/2014/main" id="{8797249A-0895-640A-3C86-1480F09097A3}"/>
              </a:ext>
            </a:extLst>
          </p:cNvPr>
          <p:cNvSpPr>
            <a:spLocks noGrp="1"/>
          </p:cNvSpPr>
          <p:nvPr>
            <p:ph type="body" sz="quarter" idx="94"/>
          </p:nvPr>
        </p:nvSpPr>
        <p:spPr>
          <a:xfrm>
            <a:off x="539751" y="4273550"/>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23" name="Text Placeholder 22">
            <a:extLst>
              <a:ext uri="{FF2B5EF4-FFF2-40B4-BE49-F238E27FC236}">
                <a16:creationId xmlns:a16="http://schemas.microsoft.com/office/drawing/2014/main" id="{35D47A3C-8E02-4C70-4FB9-43DAB1B59A70}"/>
              </a:ext>
            </a:extLst>
          </p:cNvPr>
          <p:cNvSpPr>
            <a:spLocks noGrp="1"/>
          </p:cNvSpPr>
          <p:nvPr>
            <p:ph type="body" sz="quarter" idx="95"/>
          </p:nvPr>
        </p:nvSpPr>
        <p:spPr>
          <a:xfrm>
            <a:off x="3367088" y="2146298"/>
            <a:ext cx="5448301" cy="3440115"/>
          </a:xfrm>
        </p:spPr>
        <p:txBody>
          <a:bodyPr/>
          <a:lstStyle>
            <a:lvl1pPr>
              <a:defRPr b="1">
                <a:solidFill>
                  <a:schemeClr val="tx2"/>
                </a:solidFill>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4" name="Group 3">
            <a:extLst>
              <a:ext uri="{FF2B5EF4-FFF2-40B4-BE49-F238E27FC236}">
                <a16:creationId xmlns:a16="http://schemas.microsoft.com/office/drawing/2014/main" id="{CF61B333-4DEA-8576-E405-8E3B4B5FE812}"/>
              </a:ext>
            </a:extLst>
          </p:cNvPr>
          <p:cNvGrpSpPr/>
          <p:nvPr userDrawn="1"/>
        </p:nvGrpSpPr>
        <p:grpSpPr>
          <a:xfrm>
            <a:off x="12356815" y="0"/>
            <a:ext cx="756834" cy="6872642"/>
            <a:chOff x="12356815" y="0"/>
            <a:chExt cx="756834" cy="6872642"/>
          </a:xfrm>
        </p:grpSpPr>
        <p:sp>
          <p:nvSpPr>
            <p:cNvPr id="5" name="Rectangle 4">
              <a:extLst>
                <a:ext uri="{FF2B5EF4-FFF2-40B4-BE49-F238E27FC236}">
                  <a16:creationId xmlns:a16="http://schemas.microsoft.com/office/drawing/2014/main" id="{1376E651-9A31-FDA9-E67A-4933C13C4E8C}"/>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7A640AAA-0CCD-08C8-CCEE-78A9C99D2D3E}"/>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08AE389D-F14A-57D9-4E8C-2FCB10D2EB60}"/>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F4509903-691C-2346-3F77-B4DCEB80F27A}"/>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6AB2B8B2-FEFA-DD89-FCF6-E3E1B56E115F}"/>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BCB2F149-E9B0-1391-911E-1C0F90A34F9F}"/>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114E82DB-2A07-ED96-A313-C6147674DDB4}"/>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BB880465-0E5F-C38E-4B6C-D238C92ACA73}"/>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CDEA6672-EDE4-1089-375E-0FD55ED06205}"/>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6FADC302-63D9-3E05-F9A3-206594E6FDF6}"/>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F48758F1-59B7-559D-23BD-F407FE73A3B3}"/>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E0E4684A-2750-9F68-1273-E2121A84E9AA}"/>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DE3F1447-E33C-ABF9-D340-4A2984008836}"/>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85BE2AAA-8189-1B57-C02A-47FFCE61F9C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B928F282-BF1C-C011-6559-15D3A1A3A736}"/>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282900F8-9806-4C5D-AFDB-7B6C6F361C08}"/>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D8B1DD6A-B097-E8BA-C3D9-A625D099F088}"/>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C58DB3CC-21A4-0708-4DF0-68A91361E23D}"/>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04484275-9EA7-C808-D1D1-93BC07A0A3A8}"/>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DDF99766-5C10-7BF3-932D-37CEB9139A4F}"/>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BD3408AB-FE80-1AFE-F5FB-0A74F8013E99}"/>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55543DB2-822F-1898-B180-5F90DE934DB6}"/>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D4F71F9F-7DA6-B2DF-EB4D-6B21E82FE54F}"/>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6A432C22-43A8-C817-00E4-CA0698EC2B53}"/>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6E4FC766-0245-DAD4-C53A-8B93FCC4AB9D}"/>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CF98A26B-F4B7-76D2-49F0-B43BEA2868BC}"/>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BF605D9C-A142-BBC5-44E1-3190C0BF48C4}"/>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517225337"/>
      </p:ext>
    </p:extLst>
  </p:cSld>
  <p:clrMapOvr>
    <a:masterClrMapping/>
  </p:clrMapOvr>
</p:sldLayout>
</file>

<file path=ppt/slideLayouts/slideLayout166.xml><?xml version="1.0" encoding="utf-8"?>
<p:sldLayout xmlns:a="http://schemas.openxmlformats.org/drawingml/2006/main" xmlns:r="http://schemas.openxmlformats.org/officeDocument/2006/relationships" xmlns:p="http://schemas.openxmlformats.org/presentationml/2006/main" preserve="1" userDrawn="1">
  <p:cSld name="Biography Spotlight 2">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56927C77-4BA5-963C-77AB-D1E17369A031}"/>
              </a:ext>
            </a:extLst>
          </p:cNvPr>
          <p:cNvSpPr/>
          <p:nvPr userDrawn="1"/>
        </p:nvSpPr>
        <p:spPr bwMode="ltGray">
          <a:xfrm>
            <a:off x="0" y="0"/>
            <a:ext cx="4057650" cy="6858000"/>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1" name="Picture Placeholder 9">
            <a:extLst>
              <a:ext uri="{FF2B5EF4-FFF2-40B4-BE49-F238E27FC236}">
                <a16:creationId xmlns:a16="http://schemas.microsoft.com/office/drawing/2014/main" id="{E5C7C011-127A-0143-3287-56B2493616F3}"/>
              </a:ext>
            </a:extLst>
          </p:cNvPr>
          <p:cNvSpPr>
            <a:spLocks noGrp="1"/>
          </p:cNvSpPr>
          <p:nvPr>
            <p:ph type="pic" sz="quarter" idx="29" hasCustomPrompt="1"/>
          </p:nvPr>
        </p:nvSpPr>
        <p:spPr>
          <a:xfrm>
            <a:off x="0" y="2146298"/>
            <a:ext cx="4057649" cy="4711702"/>
          </a:xfrm>
          <a:noFill/>
          <a:ln>
            <a:noFill/>
          </a:ln>
        </p:spPr>
        <p:txBody>
          <a:bodyPr anchor="ctr"/>
          <a:lstStyle>
            <a:lvl1pPr algn="ctr">
              <a:defRPr>
                <a:solidFill>
                  <a:schemeClr val="bg1"/>
                </a:solidFill>
                <a:latin typeface="+mn-lt"/>
              </a:defRPr>
            </a:lvl1pPr>
          </a:lstStyle>
          <a:p>
            <a:r>
              <a:rPr lang="en-US"/>
              <a:t>Silhouette</a:t>
            </a:r>
            <a:br>
              <a:rPr lang="en-US"/>
            </a:br>
            <a:r>
              <a:rPr lang="en-US"/>
              <a:t>portrait</a:t>
            </a:r>
          </a:p>
        </p:txBody>
      </p:sp>
      <p:sp>
        <p:nvSpPr>
          <p:cNvPr id="5" name="Title 4">
            <a:extLst>
              <a:ext uri="{FF2B5EF4-FFF2-40B4-BE49-F238E27FC236}">
                <a16:creationId xmlns:a16="http://schemas.microsoft.com/office/drawing/2014/main" id="{EF9EC52F-C370-604D-C528-F596723637C4}"/>
              </a:ext>
            </a:extLst>
          </p:cNvPr>
          <p:cNvSpPr>
            <a:spLocks noGrp="1"/>
          </p:cNvSpPr>
          <p:nvPr>
            <p:ph type="title"/>
          </p:nvPr>
        </p:nvSpPr>
        <p:spPr>
          <a:xfrm>
            <a:off x="539520" y="552450"/>
            <a:ext cx="3421699" cy="434976"/>
          </a:xfrm>
        </p:spPr>
        <p:txBody>
          <a:bodyPr rIns="274320"/>
          <a:lstStyle>
            <a:lvl1pPr>
              <a:defRPr>
                <a:solidFill>
                  <a:schemeClr val="bg1"/>
                </a:solidFill>
              </a:defRPr>
            </a:lvl1pPr>
          </a:lstStyle>
          <a:p>
            <a:r>
              <a:rPr lang="en-US"/>
              <a:t>Click to edit Master title style</a:t>
            </a:r>
          </a:p>
        </p:txBody>
      </p:sp>
      <p:sp>
        <p:nvSpPr>
          <p:cNvPr id="15" name="Text Placeholder 10">
            <a:extLst>
              <a:ext uri="{FF2B5EF4-FFF2-40B4-BE49-F238E27FC236}">
                <a16:creationId xmlns:a16="http://schemas.microsoft.com/office/drawing/2014/main" id="{C04BF789-84A7-0CA2-9DF8-1B3053E5048C}"/>
              </a:ext>
            </a:extLst>
          </p:cNvPr>
          <p:cNvSpPr>
            <a:spLocks noGrp="1"/>
          </p:cNvSpPr>
          <p:nvPr>
            <p:ph type="body" sz="quarter" idx="58"/>
          </p:nvPr>
        </p:nvSpPr>
        <p:spPr>
          <a:xfrm>
            <a:off x="548640" y="1127125"/>
            <a:ext cx="3421698"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17" name="Text Placeholder 28">
            <a:extLst>
              <a:ext uri="{FF2B5EF4-FFF2-40B4-BE49-F238E27FC236}">
                <a16:creationId xmlns:a16="http://schemas.microsoft.com/office/drawing/2014/main" id="{C3433E12-13DE-2F76-CD91-AD464AFB9124}"/>
              </a:ext>
            </a:extLst>
          </p:cNvPr>
          <p:cNvSpPr>
            <a:spLocks noGrp="1"/>
          </p:cNvSpPr>
          <p:nvPr>
            <p:ph type="body" sz="quarter" idx="94"/>
          </p:nvPr>
        </p:nvSpPr>
        <p:spPr>
          <a:xfrm>
            <a:off x="4784011" y="697706"/>
            <a:ext cx="2623978" cy="1448594"/>
          </a:xfrm>
        </p:spPr>
        <p:txBody>
          <a:bodyPr>
            <a:noAutofit/>
          </a:bodyPr>
          <a:lstStyle>
            <a:lvl1pPr marL="0" indent="0">
              <a:spcAft>
                <a:spcPts val="200"/>
              </a:spcAft>
              <a:buFont typeface="Arial" panose="020B0604020202020204" pitchFamily="34" charset="0"/>
              <a:buNone/>
              <a:defRPr sz="1800" b="1"/>
            </a:lvl1pPr>
            <a:lvl2pPr marL="0" indent="0">
              <a:spcAft>
                <a:spcPts val="600"/>
              </a:spcAft>
              <a:buNone/>
              <a:defRPr sz="1800"/>
            </a:lvl2pPr>
            <a:lvl3pPr marL="228600" indent="-228600">
              <a:spcAft>
                <a:spcPts val="600"/>
              </a:spcAft>
              <a:buClrTx/>
              <a:buFont typeface="GT America" charset="0"/>
              <a:buChar char="→"/>
              <a:defRPr sz="1800"/>
            </a:lvl3pPr>
            <a:lvl4pPr marL="228600" indent="-228600">
              <a:spcAft>
                <a:spcPts val="600"/>
              </a:spcAft>
              <a:buClrTx/>
              <a:buFont typeface="GT America" charset="0"/>
              <a:buChar char="→"/>
              <a:defRPr sz="1800"/>
            </a:lvl4pPr>
            <a:lvl5pPr marL="228600" indent="-228600">
              <a:spcAft>
                <a:spcPts val="600"/>
              </a:spcAft>
              <a:buClrTx/>
              <a:buFont typeface="GT America" charset="0"/>
              <a:buChar char="→"/>
              <a:defRPr sz="1800"/>
            </a:lvl5pPr>
            <a:lvl6pPr marL="228600" indent="-228600">
              <a:spcAft>
                <a:spcPts val="600"/>
              </a:spcAft>
              <a:buClrTx/>
              <a:buFont typeface="GT America" charset="0"/>
              <a:buChar char="→"/>
              <a:defRPr sz="1800"/>
            </a:lvl6pPr>
            <a:lvl7pPr marL="228600" indent="-228600">
              <a:spcAft>
                <a:spcPts val="600"/>
              </a:spcAft>
              <a:buClrTx/>
              <a:buFont typeface="GT America" charset="0"/>
              <a:buChar char="→"/>
              <a:defRPr sz="1800"/>
            </a:lvl7pPr>
            <a:lvl8pPr marL="228600" indent="-228600">
              <a:spcAft>
                <a:spcPts val="600"/>
              </a:spcAft>
              <a:buClrTx/>
              <a:buFont typeface="GT America" charset="0"/>
              <a:buChar char="→"/>
              <a:defRPr sz="1800"/>
            </a:lvl8pPr>
            <a:lvl9pPr marL="228600" indent="-228600">
              <a:spcAft>
                <a:spcPts val="600"/>
              </a:spcAft>
              <a:buClrTx/>
              <a:buFont typeface="GT America" charset="0"/>
              <a:buChar char="→"/>
              <a:defRPr sz="1800"/>
            </a:lvl9pPr>
          </a:lstStyle>
          <a:p>
            <a:pPr lvl="0"/>
            <a:r>
              <a:rPr lang="en-US"/>
              <a:t>Click to edit Master text styles</a:t>
            </a:r>
          </a:p>
          <a:p>
            <a:pPr lvl="1"/>
            <a:r>
              <a:rPr lang="en-US"/>
              <a:t>Second level</a:t>
            </a:r>
          </a:p>
          <a:p>
            <a:pPr lvl="2"/>
            <a:r>
              <a:rPr lang="en-US"/>
              <a:t>Third level</a:t>
            </a:r>
          </a:p>
        </p:txBody>
      </p:sp>
      <p:sp>
        <p:nvSpPr>
          <p:cNvPr id="19" name="Text Placeholder 18">
            <a:extLst>
              <a:ext uri="{FF2B5EF4-FFF2-40B4-BE49-F238E27FC236}">
                <a16:creationId xmlns:a16="http://schemas.microsoft.com/office/drawing/2014/main" id="{A5CC0331-67E4-97F1-FFCC-045A5FC24A40}"/>
              </a:ext>
            </a:extLst>
          </p:cNvPr>
          <p:cNvSpPr>
            <a:spLocks noGrp="1"/>
          </p:cNvSpPr>
          <p:nvPr>
            <p:ph type="body" sz="quarter" idx="95"/>
          </p:nvPr>
        </p:nvSpPr>
        <p:spPr>
          <a:xfrm>
            <a:off x="7600950" y="697706"/>
            <a:ext cx="4037013" cy="4744244"/>
          </a:xfrm>
        </p:spPr>
        <p:txBody>
          <a:bodyPr/>
          <a:lstStyle>
            <a:lvl1pPr>
              <a:defRPr b="1">
                <a:solidFill>
                  <a:schemeClr val="tx2"/>
                </a:solidFill>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7CC04519-783A-A46A-4FC2-802380A8C6F7}"/>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97286C57-D758-2891-D830-7D04A8174FE5}"/>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27AAF564-E44F-74FD-CD56-126F7CCB5BDA}"/>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F8C72B1F-F028-F914-FEBE-15AC8BA01E0C}"/>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FD259A7D-1F29-E8E2-4468-3DB432E6DC28}"/>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539C6896-74A3-0ADE-72D7-90B6AAFEB440}"/>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0A01CDC3-9951-7657-027C-2F362E15B07B}"/>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5A182F45-B63D-A193-52A4-BD2F48AEED03}"/>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482FA000-B5E0-4854-DFFE-F6824FE345D8}"/>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5B7721FA-8E06-71F0-619F-0D8C033C1718}"/>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0058C57D-F015-658D-AB55-21866277932C}"/>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3D09E794-18D6-469D-18A7-6CC522EE94F6}"/>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831A019D-9D57-377F-60F3-A7A18A69C4B5}"/>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B5ACA042-19BF-9AEE-4FD8-3F3B45EF3584}"/>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C1260675-1468-58E0-1346-E07741B15BDE}"/>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24F0D38B-12A3-A8F9-398F-ECBBE31ACEB9}"/>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07AA381E-8090-1C93-08E3-B9E149187FAB}"/>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83B4A70A-53DA-44EC-ADEA-608CA214391A}"/>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929BA598-C3DC-D18F-5AAA-ACD127EA81BE}"/>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7D1188BA-0602-1113-58C4-6C255485486D}"/>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5D551AFF-AD8C-48CD-7268-4E64D8762A8A}"/>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A5C21A41-F2DA-B7B1-E364-35ECB963CD8C}"/>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C1458812-62AC-EA04-BF05-3410D3763F94}"/>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93CF4EB0-ECC3-0C14-88AC-D33D060F457C}"/>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51A1EF49-3073-8F04-FB21-2C75854BFEDA}"/>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5A75BAC0-C99C-4F20-78A9-54C16A020331}"/>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96A8E3E1-F0C9-9427-83E3-823C5BCA0FF8}"/>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CECF2BE9-AA95-73DB-26F8-D998D78A791F}"/>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036436385"/>
      </p:ext>
    </p:extLst>
  </p:cSld>
  <p:clrMapOvr>
    <a:masterClrMapping/>
  </p:clrMapOvr>
</p:sldLayout>
</file>

<file path=ppt/slideLayouts/slideLayout167.xml><?xml version="1.0" encoding="utf-8"?>
<p:sldLayout xmlns:a="http://schemas.openxmlformats.org/drawingml/2006/main" xmlns:r="http://schemas.openxmlformats.org/officeDocument/2006/relationships" xmlns:p="http://schemas.openxmlformats.org/presentationml/2006/main" preserve="1" userDrawn="1">
  <p:cSld name="Biography Spotlight 3">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56927C77-4BA5-963C-77AB-D1E17369A031}"/>
              </a:ext>
            </a:extLst>
          </p:cNvPr>
          <p:cNvSpPr/>
          <p:nvPr userDrawn="1"/>
        </p:nvSpPr>
        <p:spPr bwMode="ltGray">
          <a:xfrm>
            <a:off x="0" y="0"/>
            <a:ext cx="4057650" cy="6858000"/>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1" name="Picture Placeholder 9">
            <a:extLst>
              <a:ext uri="{FF2B5EF4-FFF2-40B4-BE49-F238E27FC236}">
                <a16:creationId xmlns:a16="http://schemas.microsoft.com/office/drawing/2014/main" id="{E5C7C011-127A-0143-3287-56B2493616F3}"/>
              </a:ext>
            </a:extLst>
          </p:cNvPr>
          <p:cNvSpPr>
            <a:spLocks noGrp="1"/>
          </p:cNvSpPr>
          <p:nvPr>
            <p:ph type="pic" sz="quarter" idx="29" hasCustomPrompt="1"/>
          </p:nvPr>
        </p:nvSpPr>
        <p:spPr>
          <a:xfrm>
            <a:off x="0" y="2146298"/>
            <a:ext cx="4057649" cy="4711702"/>
          </a:xfrm>
          <a:noFill/>
          <a:ln>
            <a:noFill/>
          </a:ln>
        </p:spPr>
        <p:txBody>
          <a:bodyPr anchor="ctr"/>
          <a:lstStyle>
            <a:lvl1pPr algn="ctr">
              <a:defRPr>
                <a:solidFill>
                  <a:schemeClr val="bg1"/>
                </a:solidFill>
                <a:latin typeface="+mn-lt"/>
              </a:defRPr>
            </a:lvl1pPr>
          </a:lstStyle>
          <a:p>
            <a:r>
              <a:rPr lang="en-US"/>
              <a:t>Silhouette</a:t>
            </a:r>
            <a:br>
              <a:rPr lang="en-US"/>
            </a:br>
            <a:r>
              <a:rPr lang="en-US"/>
              <a:t>portrait</a:t>
            </a:r>
          </a:p>
        </p:txBody>
      </p:sp>
      <p:sp>
        <p:nvSpPr>
          <p:cNvPr id="5" name="Title 4">
            <a:extLst>
              <a:ext uri="{FF2B5EF4-FFF2-40B4-BE49-F238E27FC236}">
                <a16:creationId xmlns:a16="http://schemas.microsoft.com/office/drawing/2014/main" id="{EF9EC52F-C370-604D-C528-F596723637C4}"/>
              </a:ext>
            </a:extLst>
          </p:cNvPr>
          <p:cNvSpPr>
            <a:spLocks noGrp="1"/>
          </p:cNvSpPr>
          <p:nvPr>
            <p:ph type="title"/>
          </p:nvPr>
        </p:nvSpPr>
        <p:spPr>
          <a:xfrm>
            <a:off x="539520" y="552450"/>
            <a:ext cx="3518129" cy="434975"/>
          </a:xfrm>
        </p:spPr>
        <p:txBody>
          <a:bodyPr rIns="274320"/>
          <a:lstStyle>
            <a:lvl1pPr>
              <a:defRPr>
                <a:solidFill>
                  <a:schemeClr val="bg1"/>
                </a:solidFill>
              </a:defRPr>
            </a:lvl1pPr>
          </a:lstStyle>
          <a:p>
            <a:r>
              <a:rPr lang="en-US"/>
              <a:t>Click to edit Master title style</a:t>
            </a:r>
          </a:p>
        </p:txBody>
      </p:sp>
      <p:sp>
        <p:nvSpPr>
          <p:cNvPr id="4" name="Content Placeholder 14">
            <a:extLst>
              <a:ext uri="{FF2B5EF4-FFF2-40B4-BE49-F238E27FC236}">
                <a16:creationId xmlns:a16="http://schemas.microsoft.com/office/drawing/2014/main" id="{0F4207BC-188D-C830-B83A-98B60C773C10}"/>
              </a:ext>
            </a:extLst>
          </p:cNvPr>
          <p:cNvSpPr>
            <a:spLocks noGrp="1"/>
          </p:cNvSpPr>
          <p:nvPr>
            <p:ph sz="quarter" idx="18" hasCustomPrompt="1"/>
          </p:nvPr>
        </p:nvSpPr>
        <p:spPr>
          <a:xfrm>
            <a:off x="4781551" y="697706"/>
            <a:ext cx="6856412" cy="5469732"/>
          </a:xfrm>
        </p:spPr>
        <p:txBody>
          <a:bodyPr numCol="1" spcCol="219456"/>
          <a:lstStyle>
            <a:lvl1pPr>
              <a:spcAft>
                <a:spcPts val="0"/>
              </a:spcAft>
              <a:defRPr sz="1800" b="1">
                <a:solidFill>
                  <a:schemeClr val="tx1"/>
                </a:solidFill>
                <a:latin typeface="+mn-lt"/>
              </a:defRPr>
            </a:lvl1pPr>
            <a:lvl2pPr marL="0" indent="0">
              <a:buNone/>
              <a:defRPr sz="1800" b="0">
                <a:solidFill>
                  <a:schemeClr val="tx1"/>
                </a:solidFill>
              </a:defRPr>
            </a:lvl2pPr>
            <a:lvl3pPr marL="3175" indent="0">
              <a:buFont typeface="GT America Regular" charset="0"/>
              <a:buNone/>
              <a:defRPr sz="1400" b="1">
                <a:solidFill>
                  <a:schemeClr val="tx2"/>
                </a:solidFill>
              </a:defRPr>
            </a:lvl3pPr>
            <a:lvl4pPr marL="0" indent="0">
              <a:buClrTx/>
              <a:buFont typeface="GT America Regular" charset="0"/>
              <a:buNone/>
              <a:defRPr sz="1400"/>
            </a:lvl4pPr>
            <a:lvl5pPr marL="287338" indent="-287338">
              <a:buClrTx/>
              <a:buFont typeface="GT America Regular" charset="0"/>
              <a:buChar char="→"/>
              <a:defRPr sz="1400"/>
            </a:lvl5pPr>
            <a:lvl6pPr marL="458788" indent="-171450">
              <a:buClr>
                <a:schemeClr val="accent1"/>
              </a:buClr>
              <a:buFont typeface="Arial" panose="020B0604020202020204" pitchFamily="34" charset="0"/>
              <a:buChar char="•"/>
              <a:defRPr sz="1300"/>
            </a:lvl6pPr>
            <a:lvl7pPr marL="627063" indent="-174625">
              <a:buClrTx/>
              <a:buFont typeface="GT America Regular" pitchFamily="50" charset="0"/>
              <a:buChar char="–"/>
              <a:defRPr sz="1300"/>
            </a:lvl7pPr>
            <a:lvl8pPr marL="800100" indent="-174625">
              <a:buClr>
                <a:schemeClr val="accent1"/>
              </a:buClr>
              <a:buFont typeface="GT America Regular" charset="0"/>
              <a:buChar char="–"/>
              <a:defRPr sz="1200"/>
            </a:lvl8pPr>
            <a:lvl9pPr marL="973138" indent="-171450">
              <a:buClrTx/>
              <a:buFont typeface="GT America Regular" pitchFamily="50" charset="0"/>
              <a:buChar char="»"/>
              <a:defRPr sz="1200"/>
            </a:lvl9pPr>
          </a:lstStyle>
          <a:p>
            <a:pPr lvl="0"/>
            <a:r>
              <a:rPr lang="en-US" err="1"/>
              <a:t>Firstname</a:t>
            </a:r>
            <a:r>
              <a:rPr lang="en-US"/>
              <a:t> </a:t>
            </a:r>
            <a:r>
              <a:rPr lang="en-US" err="1"/>
              <a:t>Lastname</a:t>
            </a:r>
            <a:r>
              <a:rPr lang="en-US"/>
              <a:t>, first level</a:t>
            </a:r>
          </a:p>
          <a:p>
            <a:pPr lvl="1"/>
            <a:r>
              <a:rPr lang="en-US"/>
              <a:t>Title/department, second level</a:t>
            </a:r>
          </a:p>
          <a:p>
            <a:pPr lvl="2"/>
            <a:r>
              <a:rPr lang="en-US"/>
              <a:t>Introduction or highlighted passage, third level</a:t>
            </a:r>
          </a:p>
          <a:p>
            <a:pPr lvl="3"/>
            <a:r>
              <a:rPr lang="en-US"/>
              <a:t>Fourth level</a:t>
            </a:r>
          </a:p>
          <a:p>
            <a:pPr lvl="4"/>
            <a:r>
              <a:rPr lang="en-US"/>
              <a:t>Fifth level</a:t>
            </a:r>
          </a:p>
          <a:p>
            <a:pPr lvl="5"/>
            <a:r>
              <a:rPr lang="en-US"/>
              <a:t>Sixth level</a:t>
            </a:r>
          </a:p>
          <a:p>
            <a:pPr lvl="6"/>
            <a:r>
              <a:rPr lang="en-US"/>
              <a:t>Seventh level</a:t>
            </a:r>
          </a:p>
          <a:p>
            <a:pPr lvl="7"/>
            <a:r>
              <a:rPr lang="en-US"/>
              <a:t>Eighth level</a:t>
            </a:r>
          </a:p>
          <a:p>
            <a:pPr lvl="8"/>
            <a:r>
              <a:rPr lang="en-US"/>
              <a:t>Ninth level</a:t>
            </a:r>
          </a:p>
        </p:txBody>
      </p:sp>
      <p:sp>
        <p:nvSpPr>
          <p:cNvPr id="16" name="Text Placeholder 10">
            <a:extLst>
              <a:ext uri="{FF2B5EF4-FFF2-40B4-BE49-F238E27FC236}">
                <a16:creationId xmlns:a16="http://schemas.microsoft.com/office/drawing/2014/main" id="{13CB873E-451B-AD74-97A9-A588E4BAB870}"/>
              </a:ext>
            </a:extLst>
          </p:cNvPr>
          <p:cNvSpPr>
            <a:spLocks noGrp="1"/>
          </p:cNvSpPr>
          <p:nvPr>
            <p:ph type="body" sz="quarter" idx="58"/>
          </p:nvPr>
        </p:nvSpPr>
        <p:spPr>
          <a:xfrm>
            <a:off x="548640" y="1127125"/>
            <a:ext cx="3421698"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3F6F7CFC-8B75-BF57-DBDC-D815E0F771B3}"/>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2AF201B1-3466-F78E-D567-EB3A70B4B52C}"/>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7F3AE942-4618-51D6-D865-3BF53F0D787F}"/>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0" name="Rectangle 9">
              <a:extLst>
                <a:ext uri="{FF2B5EF4-FFF2-40B4-BE49-F238E27FC236}">
                  <a16:creationId xmlns:a16="http://schemas.microsoft.com/office/drawing/2014/main" id="{4BBFBCF3-7CE5-D436-428D-7A02478BBCA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2" name="Group 11">
              <a:extLst>
                <a:ext uri="{FF2B5EF4-FFF2-40B4-BE49-F238E27FC236}">
                  <a16:creationId xmlns:a16="http://schemas.microsoft.com/office/drawing/2014/main" id="{24E081ED-F673-1417-8C13-43F53F48DBB8}"/>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77569EB0-B77B-F653-E44E-7D206E234B04}"/>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C1C7018D-6EE2-A028-091E-F1D6FA01C053}"/>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ECE8F570-1D70-87C9-6582-91ECBCEE5124}"/>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6F33D095-007F-9A66-DC7A-9D89FB3084A7}"/>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6929D4A6-1CA5-932A-5929-0DF4444D501E}"/>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6125ABA7-C55C-8949-85B6-528DAFEC8B5B}"/>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4E40F260-63CE-E67E-0A35-C14A9E715943}"/>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AD8C01FF-4D9A-CACE-6D95-13356C9D495D}"/>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FBA4CE7D-C51A-3FBD-9E03-B3E782441C18}"/>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ADEC6406-C49D-C7A6-C98C-CDFFDCD2EFB5}"/>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3" name="Group 12">
              <a:extLst>
                <a:ext uri="{FF2B5EF4-FFF2-40B4-BE49-F238E27FC236}">
                  <a16:creationId xmlns:a16="http://schemas.microsoft.com/office/drawing/2014/main" id="{E7A54AC4-3D15-272C-5A49-384ADC58EF6D}"/>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FA459F2E-13BC-9F05-80C4-0C4FFC79DA6A}"/>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C48CD3FF-F3FF-5C64-2444-B1F355FF1CEA}"/>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E3A4D0F0-26B7-FC54-2E2D-C3635FABA023}"/>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5B17EA15-12F5-9C62-462A-27397F695044}"/>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80F291AB-8C8F-C9AD-CBE8-61066783FE30}"/>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7D6BCAD6-E879-0D6D-2E0F-00CC5A349B21}"/>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0F79EFBC-406D-C024-EDF8-5CEFF572C6F5}"/>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BF12F7EF-ED2C-B180-9CF3-389CA6B4F492}"/>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0F993ACF-D0BD-2EFA-90AF-B13E9C0C847D}"/>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41585189-C5FE-0615-64DD-1854118A0667}"/>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3E990EFD-FCD8-45E9-4549-3A8B36AB73ED}"/>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F0B97453-2D43-63B0-531E-EBDDA7605315}"/>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088485865"/>
      </p:ext>
    </p:extLst>
  </p:cSld>
  <p:clrMapOvr>
    <a:masterClrMapping/>
  </p:clrMapOvr>
</p:sldLayout>
</file>

<file path=ppt/slideLayouts/slideLayout168.xml><?xml version="1.0" encoding="utf-8"?>
<p:sldLayout xmlns:a="http://schemas.openxmlformats.org/drawingml/2006/main" xmlns:r="http://schemas.openxmlformats.org/officeDocument/2006/relationships" xmlns:p="http://schemas.openxmlformats.org/presentationml/2006/main" preserve="1" userDrawn="1">
  <p:cSld name="Back Cover 1">
    <p:bg>
      <p:bgPr>
        <a:solidFill>
          <a:schemeClr val="bg2"/>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78834B98-F94F-BBE0-213C-85AFCDC4764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bwMode="hidden">
          <a:xfrm>
            <a:off x="-5621" y="0"/>
            <a:ext cx="12188952" cy="6858000"/>
          </a:xfrm>
          <a:prstGeom prst="rect">
            <a:avLst/>
          </a:prstGeom>
        </p:spPr>
      </p:pic>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4567237"/>
            <a:ext cx="5441950" cy="1165225"/>
          </a:xfrm>
          <a:prstGeom prst="rect">
            <a:avLst/>
          </a:prstGeom>
        </p:spPr>
        <p:txBody>
          <a:bodyPr anchor="b"/>
          <a:lstStyle>
            <a:lvl1pPr>
              <a:defRPr>
                <a:solidFill>
                  <a:schemeClr val="tx1"/>
                </a:solidFill>
              </a:defRPr>
            </a:lvl1pPr>
          </a:lstStyle>
          <a:p>
            <a:r>
              <a:rPr lang="en-US"/>
              <a:t>Click to edit Master title style</a:t>
            </a:r>
          </a:p>
        </p:txBody>
      </p:sp>
      <p:sp>
        <p:nvSpPr>
          <p:cNvPr id="3" name="Freeform 5">
            <a:extLst>
              <a:ext uri="{FF2B5EF4-FFF2-40B4-BE49-F238E27FC236}">
                <a16:creationId xmlns:a16="http://schemas.microsoft.com/office/drawing/2014/main" id="{DBEF819D-FDFF-C217-9B0B-68E353B7B355}"/>
              </a:ext>
            </a:extLst>
          </p:cNvPr>
          <p:cNvSpPr/>
          <p:nvPr userDrawn="1"/>
        </p:nvSpPr>
        <p:spPr bwMode="black">
          <a:xfrm>
            <a:off x="539749" y="502825"/>
            <a:ext cx="11098213" cy="1839149"/>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solidFill>
                <a:schemeClr val="tx1"/>
              </a:solidFill>
            </a:endParaRPr>
          </a:p>
        </p:txBody>
      </p:sp>
      <p:sp>
        <p:nvSpPr>
          <p:cNvPr id="5" name="Text Placeholder 9">
            <a:extLst>
              <a:ext uri="{FF2B5EF4-FFF2-40B4-BE49-F238E27FC236}">
                <a16:creationId xmlns:a16="http://schemas.microsoft.com/office/drawing/2014/main" id="{5FB2903F-88A1-83A6-3840-2C6F40ADA372}"/>
              </a:ext>
            </a:extLst>
          </p:cNvPr>
          <p:cNvSpPr>
            <a:spLocks noGrp="1"/>
          </p:cNvSpPr>
          <p:nvPr>
            <p:ph type="body" sz="quarter" idx="15" hasCustomPrompt="1"/>
          </p:nvPr>
        </p:nvSpPr>
        <p:spPr>
          <a:xfrm>
            <a:off x="10417175" y="6308725"/>
            <a:ext cx="1227138" cy="282575"/>
          </a:xfrm>
        </p:spPr>
        <p:txBody>
          <a:bodyPr anchor="b">
            <a:noAutofit/>
          </a:bodyPr>
          <a:lstStyle>
            <a:lvl1pPr marL="4763" indent="0" algn="r">
              <a:buFont typeface="Arial" panose="020B0604020202020204" pitchFamily="34" charset="0"/>
              <a:buNone/>
              <a:tabLst/>
              <a:defRPr sz="1000">
                <a:solidFill>
                  <a:schemeClr val="tx1"/>
                </a:solidFill>
              </a:defRPr>
            </a:lvl1pPr>
            <a:lvl2pPr marL="4763" indent="0" algn="r">
              <a:buNone/>
              <a:tabLst/>
              <a:defRPr sz="1000">
                <a:solidFill>
                  <a:schemeClr val="tx1"/>
                </a:solidFill>
              </a:defRPr>
            </a:lvl2pPr>
            <a:lvl3pPr marL="4763" indent="0" algn="r">
              <a:buNone/>
              <a:tabLst/>
              <a:defRPr sz="1000">
                <a:solidFill>
                  <a:schemeClr val="tx1"/>
                </a:solidFill>
              </a:defRPr>
            </a:lvl3pPr>
            <a:lvl4pPr marL="4763" indent="0" algn="r">
              <a:buNone/>
              <a:tabLst/>
              <a:defRPr sz="1000">
                <a:solidFill>
                  <a:schemeClr val="tx1"/>
                </a:solidFill>
              </a:defRPr>
            </a:lvl4pPr>
            <a:lvl5pPr marL="4763" indent="0" algn="r">
              <a:buNone/>
              <a:tabLst/>
              <a:defRPr sz="1000">
                <a:solidFill>
                  <a:schemeClr val="tx1"/>
                </a:solidFill>
              </a:defRPr>
            </a:lvl5pPr>
            <a:lvl6pPr marL="4763" indent="0" algn="r">
              <a:buNone/>
              <a:tabLst/>
              <a:defRPr sz="1000">
                <a:solidFill>
                  <a:schemeClr val="tx1"/>
                </a:solidFill>
              </a:defRPr>
            </a:lvl6pPr>
            <a:lvl7pPr marL="4763" indent="0" algn="r">
              <a:buNone/>
              <a:tabLst/>
              <a:defRPr sz="1000">
                <a:solidFill>
                  <a:schemeClr val="tx1"/>
                </a:solidFill>
              </a:defRPr>
            </a:lvl7pPr>
            <a:lvl8pPr marL="4763" indent="0" algn="r">
              <a:buNone/>
              <a:tabLst/>
              <a:defRPr sz="1000">
                <a:solidFill>
                  <a:schemeClr val="tx1"/>
                </a:solidFill>
              </a:defRPr>
            </a:lvl8pPr>
            <a:lvl9pPr marL="4763" indent="0" algn="r">
              <a:buNone/>
              <a:tabLst/>
              <a:defRPr sz="1000">
                <a:solidFill>
                  <a:schemeClr val="tx1"/>
                </a:solidFill>
              </a:defRPr>
            </a:lvl9pPr>
          </a:lstStyle>
          <a:p>
            <a:pPr lvl="0"/>
            <a:r>
              <a:rPr lang="en-US"/>
              <a:t>BX Number</a:t>
            </a:r>
          </a:p>
        </p:txBody>
      </p:sp>
      <p:sp>
        <p:nvSpPr>
          <p:cNvPr id="14" name="Text Placeholder 28">
            <a:extLst>
              <a:ext uri="{FF2B5EF4-FFF2-40B4-BE49-F238E27FC236}">
                <a16:creationId xmlns:a16="http://schemas.microsoft.com/office/drawing/2014/main" id="{E9355155-D34A-C8FB-FD7F-D8F2AFB05465}"/>
              </a:ext>
            </a:extLst>
          </p:cNvPr>
          <p:cNvSpPr>
            <a:spLocks noGrp="1"/>
          </p:cNvSpPr>
          <p:nvPr>
            <p:ph type="body" sz="quarter" idx="94"/>
          </p:nvPr>
        </p:nvSpPr>
        <p:spPr>
          <a:xfrm>
            <a:off x="534487" y="5993489"/>
            <a:ext cx="2623978" cy="588286"/>
          </a:xfrm>
        </p:spPr>
        <p:txBody>
          <a:bodyPr anchor="b">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15" name="Text Placeholder 31">
            <a:extLst>
              <a:ext uri="{FF2B5EF4-FFF2-40B4-BE49-F238E27FC236}">
                <a16:creationId xmlns:a16="http://schemas.microsoft.com/office/drawing/2014/main" id="{C7ABDCD6-3B21-724A-2B90-283DF93F2DD4}"/>
              </a:ext>
            </a:extLst>
          </p:cNvPr>
          <p:cNvSpPr>
            <a:spLocks noGrp="1"/>
          </p:cNvSpPr>
          <p:nvPr>
            <p:ph type="body" sz="quarter" idx="95"/>
          </p:nvPr>
        </p:nvSpPr>
        <p:spPr>
          <a:xfrm>
            <a:off x="3373598" y="6001088"/>
            <a:ext cx="2623978" cy="588286"/>
          </a:xfrm>
        </p:spPr>
        <p:txBody>
          <a:bodyPr anchor="b">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16" name="Text Placeholder 33">
            <a:extLst>
              <a:ext uri="{FF2B5EF4-FFF2-40B4-BE49-F238E27FC236}">
                <a16:creationId xmlns:a16="http://schemas.microsoft.com/office/drawing/2014/main" id="{9B2F4F16-C191-1C55-93DF-40C406D4E32E}"/>
              </a:ext>
            </a:extLst>
          </p:cNvPr>
          <p:cNvSpPr>
            <a:spLocks noGrp="1"/>
          </p:cNvSpPr>
          <p:nvPr>
            <p:ph type="body" sz="quarter" idx="96"/>
          </p:nvPr>
        </p:nvSpPr>
        <p:spPr>
          <a:xfrm>
            <a:off x="6194425" y="5993489"/>
            <a:ext cx="2623978" cy="588286"/>
          </a:xfrm>
        </p:spPr>
        <p:txBody>
          <a:bodyPr anchor="b">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Tree>
    <p:extLst>
      <p:ext uri="{BB962C8B-B14F-4D97-AF65-F5344CB8AC3E}">
        <p14:creationId xmlns:p14="http://schemas.microsoft.com/office/powerpoint/2010/main" val="1998716904"/>
      </p:ext>
    </p:extLst>
  </p:cSld>
  <p:clrMapOvr>
    <a:overrideClrMapping bg1="dk1" tx1="lt1" bg2="dk2" tx2="lt2" accent1="accent1" accent2="accent2" accent3="accent3" accent4="accent4" accent5="accent5" accent6="accent6" hlink="hlink" folHlink="folHlink"/>
  </p:clrMapOvr>
</p:sldLayout>
</file>

<file path=ppt/slideLayouts/slideLayout169.xml><?xml version="1.0" encoding="utf-8"?>
<p:sldLayout xmlns:a="http://schemas.openxmlformats.org/drawingml/2006/main" xmlns:r="http://schemas.openxmlformats.org/officeDocument/2006/relationships" xmlns:p="http://schemas.openxmlformats.org/presentationml/2006/main" preserve="1" userDrawn="1">
  <p:cSld name="Back Cover 2">
    <p:bg>
      <p:bgPr>
        <a:solidFill>
          <a:schemeClr val="bg2"/>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78834B98-F94F-BBE0-213C-85AFCDC4764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bwMode="hidden">
          <a:xfrm>
            <a:off x="-5621" y="0"/>
            <a:ext cx="12188952" cy="6858000"/>
          </a:xfrm>
          <a:prstGeom prst="rect">
            <a:avLst/>
          </a:prstGeom>
        </p:spPr>
      </p:pic>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4567237"/>
            <a:ext cx="5441950" cy="1165225"/>
          </a:xfrm>
          <a:prstGeom prst="rect">
            <a:avLst/>
          </a:prstGeom>
        </p:spPr>
        <p:txBody>
          <a:bodyPr anchor="b"/>
          <a:lstStyle>
            <a:lvl1pPr>
              <a:defRPr>
                <a:solidFill>
                  <a:schemeClr val="tx1"/>
                </a:solidFill>
              </a:defRPr>
            </a:lvl1pPr>
          </a:lstStyle>
          <a:p>
            <a:r>
              <a:rPr lang="en-US"/>
              <a:t>Click to edit Master title style</a:t>
            </a:r>
          </a:p>
        </p:txBody>
      </p:sp>
      <p:sp>
        <p:nvSpPr>
          <p:cNvPr id="4" name="Freeform 19">
            <a:extLst>
              <a:ext uri="{FF2B5EF4-FFF2-40B4-BE49-F238E27FC236}">
                <a16:creationId xmlns:a16="http://schemas.microsoft.com/office/drawing/2014/main" id="{D3B5462B-E2B3-7CAB-8405-4B77B98FFBAE}"/>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p>
        </p:txBody>
      </p:sp>
      <p:sp>
        <p:nvSpPr>
          <p:cNvPr id="5" name="Text Placeholder 9">
            <a:extLst>
              <a:ext uri="{FF2B5EF4-FFF2-40B4-BE49-F238E27FC236}">
                <a16:creationId xmlns:a16="http://schemas.microsoft.com/office/drawing/2014/main" id="{925BD05B-4745-E7F4-97A1-5C222CC090F5}"/>
              </a:ext>
            </a:extLst>
          </p:cNvPr>
          <p:cNvSpPr>
            <a:spLocks noGrp="1"/>
          </p:cNvSpPr>
          <p:nvPr>
            <p:ph type="body" sz="quarter" idx="15" hasCustomPrompt="1"/>
          </p:nvPr>
        </p:nvSpPr>
        <p:spPr>
          <a:xfrm>
            <a:off x="10417175" y="6308725"/>
            <a:ext cx="1227138" cy="282575"/>
          </a:xfrm>
        </p:spPr>
        <p:txBody>
          <a:bodyPr anchor="b">
            <a:noAutofit/>
          </a:bodyPr>
          <a:lstStyle>
            <a:lvl1pPr marL="4763" indent="0" algn="r">
              <a:buFont typeface="Arial" panose="020B0604020202020204" pitchFamily="34" charset="0"/>
              <a:buNone/>
              <a:tabLst/>
              <a:defRPr sz="1000">
                <a:solidFill>
                  <a:schemeClr val="tx1"/>
                </a:solidFill>
              </a:defRPr>
            </a:lvl1pPr>
            <a:lvl2pPr marL="4763" indent="0" algn="r">
              <a:buNone/>
              <a:tabLst/>
              <a:defRPr sz="1000">
                <a:solidFill>
                  <a:schemeClr val="tx1"/>
                </a:solidFill>
              </a:defRPr>
            </a:lvl2pPr>
            <a:lvl3pPr marL="4763" indent="0" algn="r">
              <a:buNone/>
              <a:tabLst/>
              <a:defRPr sz="1000">
                <a:solidFill>
                  <a:schemeClr val="tx1"/>
                </a:solidFill>
              </a:defRPr>
            </a:lvl3pPr>
            <a:lvl4pPr marL="4763" indent="0" algn="r">
              <a:buNone/>
              <a:tabLst/>
              <a:defRPr sz="1000">
                <a:solidFill>
                  <a:schemeClr val="tx1"/>
                </a:solidFill>
              </a:defRPr>
            </a:lvl4pPr>
            <a:lvl5pPr marL="4763" indent="0" algn="r">
              <a:buNone/>
              <a:tabLst/>
              <a:defRPr sz="1000">
                <a:solidFill>
                  <a:schemeClr val="tx1"/>
                </a:solidFill>
              </a:defRPr>
            </a:lvl5pPr>
            <a:lvl6pPr marL="4763" indent="0" algn="r">
              <a:buNone/>
              <a:tabLst/>
              <a:defRPr sz="1000">
                <a:solidFill>
                  <a:schemeClr val="tx1"/>
                </a:solidFill>
              </a:defRPr>
            </a:lvl6pPr>
            <a:lvl7pPr marL="4763" indent="0" algn="r">
              <a:buNone/>
              <a:tabLst/>
              <a:defRPr sz="1000">
                <a:solidFill>
                  <a:schemeClr val="tx1"/>
                </a:solidFill>
              </a:defRPr>
            </a:lvl7pPr>
            <a:lvl8pPr marL="4763" indent="0" algn="r">
              <a:buNone/>
              <a:tabLst/>
              <a:defRPr sz="1000">
                <a:solidFill>
                  <a:schemeClr val="tx1"/>
                </a:solidFill>
              </a:defRPr>
            </a:lvl8pPr>
            <a:lvl9pPr marL="4763" indent="0" algn="r">
              <a:buNone/>
              <a:tabLst/>
              <a:defRPr sz="1000">
                <a:solidFill>
                  <a:schemeClr val="tx1"/>
                </a:solidFill>
              </a:defRPr>
            </a:lvl9pPr>
          </a:lstStyle>
          <a:p>
            <a:pPr lvl="0"/>
            <a:r>
              <a:rPr lang="en-US"/>
              <a:t>BX Number</a:t>
            </a:r>
          </a:p>
        </p:txBody>
      </p:sp>
    </p:spTree>
    <p:extLst>
      <p:ext uri="{BB962C8B-B14F-4D97-AF65-F5344CB8AC3E}">
        <p14:creationId xmlns:p14="http://schemas.microsoft.com/office/powerpoint/2010/main" val="907489121"/>
      </p:ext>
    </p:extLst>
  </p:cSld>
  <p:clrMapOvr>
    <a:overrideClrMapping bg1="dk1" tx1="lt1" bg2="dk2" tx2="lt2" accent1="accent1" accent2="accent2" accent3="accent3" accent4="accent4" accent5="accent5" accent6="accent6" hlink="hlink" folHlink="folHlink"/>
  </p:clrMapOvr>
</p:sldLayout>
</file>

<file path=ppt/slideLayouts/slideLayout170.xml><?xml version="1.0" encoding="utf-8"?>
<p:sldLayout xmlns:a="http://schemas.openxmlformats.org/drawingml/2006/main" xmlns:r="http://schemas.openxmlformats.org/officeDocument/2006/relationships" xmlns:p="http://schemas.openxmlformats.org/presentationml/2006/main" preserve="1" userDrawn="1">
  <p:cSld name="Back Cover 3">
    <p:bg>
      <p:bgPr>
        <a:solidFill>
          <a:schemeClr val="bg2"/>
        </a:solidFill>
        <a:effectLst/>
      </p:bgPr>
    </p:bg>
    <p:spTree>
      <p:nvGrpSpPr>
        <p:cNvPr id="1" name=""/>
        <p:cNvGrpSpPr/>
        <p:nvPr/>
      </p:nvGrpSpPr>
      <p:grpSpPr>
        <a:xfrm>
          <a:off x="0" y="0"/>
          <a:ext cx="0" cy="0"/>
          <a:chOff x="0" y="0"/>
          <a:chExt cx="0" cy="0"/>
        </a:xfrm>
      </p:grpSpPr>
      <p:sp>
        <p:nvSpPr>
          <p:cNvPr id="20" name="Freeform 19">
            <a:extLst>
              <a:ext uri="{FF2B5EF4-FFF2-40B4-BE49-F238E27FC236}">
                <a16:creationId xmlns:a16="http://schemas.microsoft.com/office/drawing/2014/main" id="{6732315D-1057-6521-C359-22C1DAF4964C}"/>
              </a:ext>
            </a:extLst>
          </p:cNvPr>
          <p:cNvSpPr/>
          <p:nvPr/>
        </p:nvSpPr>
        <p:spPr>
          <a:xfrm>
            <a:off x="3367088" y="552449"/>
            <a:ext cx="8267463" cy="5677842"/>
          </a:xfrm>
          <a:custGeom>
            <a:avLst/>
            <a:gdLst>
              <a:gd name="connsiteX0" fmla="*/ 6722902 w 8267463"/>
              <a:gd name="connsiteY0" fmla="*/ 0 h 5677842"/>
              <a:gd name="connsiteX1" fmla="*/ 8267463 w 8267463"/>
              <a:gd name="connsiteY1" fmla="*/ 0 h 5677842"/>
              <a:gd name="connsiteX2" fmla="*/ 8267463 w 8267463"/>
              <a:gd name="connsiteY2" fmla="*/ 1419448 h 5677842"/>
              <a:gd name="connsiteX3" fmla="*/ 7275694 w 8267463"/>
              <a:gd name="connsiteY3" fmla="*/ 2749701 h 5677842"/>
              <a:gd name="connsiteX4" fmla="*/ 6942385 w 8267463"/>
              <a:gd name="connsiteY4" fmla="*/ 2749701 h 5677842"/>
              <a:gd name="connsiteX5" fmla="*/ 7381363 w 8267463"/>
              <a:gd name="connsiteY5" fmla="*/ 1541121 h 5677842"/>
              <a:gd name="connsiteX6" fmla="*/ 6722902 w 8267463"/>
              <a:gd name="connsiteY6" fmla="*/ 1541121 h 5677842"/>
              <a:gd name="connsiteX7" fmla="*/ 0 w 8267463"/>
              <a:gd name="connsiteY7" fmla="*/ 0 h 5677842"/>
              <a:gd name="connsiteX8" fmla="*/ 2268085 w 8267463"/>
              <a:gd name="connsiteY8" fmla="*/ 0 h 5677842"/>
              <a:gd name="connsiteX9" fmla="*/ 2975321 w 8267463"/>
              <a:gd name="connsiteY9" fmla="*/ 2920028 h 5677842"/>
              <a:gd name="connsiteX10" fmla="*/ 3146041 w 8267463"/>
              <a:gd name="connsiteY10" fmla="*/ 3731148 h 5677842"/>
              <a:gd name="connsiteX11" fmla="*/ 3316761 w 8267463"/>
              <a:gd name="connsiteY11" fmla="*/ 2920028 h 5677842"/>
              <a:gd name="connsiteX12" fmla="*/ 4024010 w 8267463"/>
              <a:gd name="connsiteY12" fmla="*/ 0 h 5677842"/>
              <a:gd name="connsiteX13" fmla="*/ 6292082 w 8267463"/>
              <a:gd name="connsiteY13" fmla="*/ 0 h 5677842"/>
              <a:gd name="connsiteX14" fmla="*/ 6292082 w 8267463"/>
              <a:gd name="connsiteY14" fmla="*/ 5677842 h 5677842"/>
              <a:gd name="connsiteX15" fmla="*/ 4836940 w 8267463"/>
              <a:gd name="connsiteY15" fmla="*/ 5677842 h 5677842"/>
              <a:gd name="connsiteX16" fmla="*/ 4836940 w 8267463"/>
              <a:gd name="connsiteY16" fmla="*/ 1995360 h 5677842"/>
              <a:gd name="connsiteX17" fmla="*/ 4633708 w 8267463"/>
              <a:gd name="connsiteY17" fmla="*/ 2838921 h 5677842"/>
              <a:gd name="connsiteX18" fmla="*/ 3877684 w 8267463"/>
              <a:gd name="connsiteY18" fmla="*/ 5677842 h 5677842"/>
              <a:gd name="connsiteX19" fmla="*/ 2381886 w 8267463"/>
              <a:gd name="connsiteY19" fmla="*/ 5677842 h 5677842"/>
              <a:gd name="connsiteX20" fmla="*/ 1625861 w 8267463"/>
              <a:gd name="connsiteY20" fmla="*/ 2838921 h 5677842"/>
              <a:gd name="connsiteX21" fmla="*/ 1422629 w 8267463"/>
              <a:gd name="connsiteY21" fmla="*/ 1995360 h 5677842"/>
              <a:gd name="connsiteX22" fmla="*/ 1422629 w 8267463"/>
              <a:gd name="connsiteY22" fmla="*/ 5677842 h 5677842"/>
              <a:gd name="connsiteX23" fmla="*/ 0 w 8267463"/>
              <a:gd name="connsiteY23" fmla="*/ 5677842 h 56778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8267463" h="5677842">
                <a:moveTo>
                  <a:pt x="6722902" y="0"/>
                </a:moveTo>
                <a:lnTo>
                  <a:pt x="8267463" y="0"/>
                </a:lnTo>
                <a:lnTo>
                  <a:pt x="8267463" y="1419448"/>
                </a:lnTo>
                <a:lnTo>
                  <a:pt x="7275694" y="2749701"/>
                </a:lnTo>
                <a:lnTo>
                  <a:pt x="6942385" y="2749701"/>
                </a:lnTo>
                <a:lnTo>
                  <a:pt x="7381363" y="1541121"/>
                </a:lnTo>
                <a:lnTo>
                  <a:pt x="6722902" y="1541121"/>
                </a:lnTo>
                <a:close/>
                <a:moveTo>
                  <a:pt x="0" y="0"/>
                </a:moveTo>
                <a:lnTo>
                  <a:pt x="2268085" y="0"/>
                </a:lnTo>
                <a:lnTo>
                  <a:pt x="2975321" y="2920028"/>
                </a:lnTo>
                <a:lnTo>
                  <a:pt x="3146041" y="3731148"/>
                </a:lnTo>
                <a:lnTo>
                  <a:pt x="3316761" y="2920028"/>
                </a:lnTo>
                <a:lnTo>
                  <a:pt x="4024010" y="0"/>
                </a:lnTo>
                <a:lnTo>
                  <a:pt x="6292082" y="0"/>
                </a:lnTo>
                <a:lnTo>
                  <a:pt x="6292082" y="5677842"/>
                </a:lnTo>
                <a:lnTo>
                  <a:pt x="4836940" y="5677842"/>
                </a:lnTo>
                <a:lnTo>
                  <a:pt x="4836940" y="1995360"/>
                </a:lnTo>
                <a:lnTo>
                  <a:pt x="4633708" y="2838921"/>
                </a:lnTo>
                <a:lnTo>
                  <a:pt x="3877684" y="5677842"/>
                </a:lnTo>
                <a:lnTo>
                  <a:pt x="2381886" y="5677842"/>
                </a:lnTo>
                <a:lnTo>
                  <a:pt x="1625861" y="2838921"/>
                </a:lnTo>
                <a:lnTo>
                  <a:pt x="1422629" y="1995360"/>
                </a:lnTo>
                <a:lnTo>
                  <a:pt x="1422629" y="5677842"/>
                </a:lnTo>
                <a:lnTo>
                  <a:pt x="0" y="5677842"/>
                </a:lnTo>
                <a:close/>
              </a:path>
            </a:pathLst>
          </a:custGeom>
          <a:solidFill>
            <a:schemeClr val="accent1">
              <a:alpha val="25000"/>
            </a:schemeClr>
          </a:solidFill>
          <a:ln w="0" cap="flat">
            <a:noFill/>
            <a:prstDash val="solid"/>
            <a:miter/>
          </a:ln>
        </p:spPr>
        <p:txBody>
          <a:bodyPr rtlCol="0" anchor="ctr"/>
          <a:lstStyle/>
          <a:p>
            <a:endParaRPr lang="en-US"/>
          </a:p>
        </p:txBody>
      </p:sp>
      <p:sp>
        <p:nvSpPr>
          <p:cNvPr id="5" name="Title 1">
            <a:extLst>
              <a:ext uri="{FF2B5EF4-FFF2-40B4-BE49-F238E27FC236}">
                <a16:creationId xmlns:a16="http://schemas.microsoft.com/office/drawing/2014/main" id="{F22CA864-4C06-0E60-3B00-A1D84FC28322}"/>
              </a:ext>
            </a:extLst>
          </p:cNvPr>
          <p:cNvSpPr>
            <a:spLocks noGrp="1"/>
          </p:cNvSpPr>
          <p:nvPr>
            <p:ph type="title"/>
          </p:nvPr>
        </p:nvSpPr>
        <p:spPr>
          <a:xfrm>
            <a:off x="539751" y="4567237"/>
            <a:ext cx="5441950" cy="1165225"/>
          </a:xfrm>
          <a:prstGeom prst="rect">
            <a:avLst/>
          </a:prstGeom>
        </p:spPr>
        <p:txBody>
          <a:bodyPr anchor="b"/>
          <a:lstStyle>
            <a:lvl1pPr>
              <a:defRPr>
                <a:solidFill>
                  <a:schemeClr val="tx1"/>
                </a:solidFill>
              </a:defRPr>
            </a:lvl1pPr>
          </a:lstStyle>
          <a:p>
            <a:r>
              <a:rPr lang="en-US"/>
              <a:t>Click to edit Master title style</a:t>
            </a:r>
          </a:p>
        </p:txBody>
      </p:sp>
      <p:sp>
        <p:nvSpPr>
          <p:cNvPr id="6" name="Freeform 19">
            <a:extLst>
              <a:ext uri="{FF2B5EF4-FFF2-40B4-BE49-F238E27FC236}">
                <a16:creationId xmlns:a16="http://schemas.microsoft.com/office/drawing/2014/main" id="{3EF01857-B116-6C78-4866-FF4DDE73D961}"/>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p>
        </p:txBody>
      </p:sp>
      <p:sp>
        <p:nvSpPr>
          <p:cNvPr id="3" name="Text Placeholder 9">
            <a:extLst>
              <a:ext uri="{FF2B5EF4-FFF2-40B4-BE49-F238E27FC236}">
                <a16:creationId xmlns:a16="http://schemas.microsoft.com/office/drawing/2014/main" id="{2C4DFBF5-AF25-74B3-E64C-151E88405CCD}"/>
              </a:ext>
            </a:extLst>
          </p:cNvPr>
          <p:cNvSpPr>
            <a:spLocks noGrp="1"/>
          </p:cNvSpPr>
          <p:nvPr>
            <p:ph type="body" sz="quarter" idx="15" hasCustomPrompt="1"/>
          </p:nvPr>
        </p:nvSpPr>
        <p:spPr>
          <a:xfrm>
            <a:off x="10417175" y="6308725"/>
            <a:ext cx="1227138" cy="282575"/>
          </a:xfrm>
        </p:spPr>
        <p:txBody>
          <a:bodyPr anchor="b">
            <a:noAutofit/>
          </a:bodyPr>
          <a:lstStyle>
            <a:lvl1pPr marL="4763" indent="0" algn="r">
              <a:buFont typeface="Arial" panose="020B0604020202020204" pitchFamily="34" charset="0"/>
              <a:buNone/>
              <a:tabLst/>
              <a:defRPr sz="1000">
                <a:solidFill>
                  <a:schemeClr val="tx1"/>
                </a:solidFill>
              </a:defRPr>
            </a:lvl1pPr>
            <a:lvl2pPr marL="4763" indent="0" algn="r">
              <a:buNone/>
              <a:tabLst/>
              <a:defRPr sz="1000">
                <a:solidFill>
                  <a:schemeClr val="tx1"/>
                </a:solidFill>
              </a:defRPr>
            </a:lvl2pPr>
            <a:lvl3pPr marL="4763" indent="0" algn="r">
              <a:buNone/>
              <a:tabLst/>
              <a:defRPr sz="1000">
                <a:solidFill>
                  <a:schemeClr val="tx1"/>
                </a:solidFill>
              </a:defRPr>
            </a:lvl3pPr>
            <a:lvl4pPr marL="4763" indent="0" algn="r">
              <a:buNone/>
              <a:tabLst/>
              <a:defRPr sz="1000">
                <a:solidFill>
                  <a:schemeClr val="tx1"/>
                </a:solidFill>
              </a:defRPr>
            </a:lvl4pPr>
            <a:lvl5pPr marL="4763" indent="0" algn="r">
              <a:buNone/>
              <a:tabLst/>
              <a:defRPr sz="1000">
                <a:solidFill>
                  <a:schemeClr val="tx1"/>
                </a:solidFill>
              </a:defRPr>
            </a:lvl5pPr>
            <a:lvl6pPr marL="4763" indent="0" algn="r">
              <a:buNone/>
              <a:tabLst/>
              <a:defRPr sz="1000">
                <a:solidFill>
                  <a:schemeClr val="tx1"/>
                </a:solidFill>
              </a:defRPr>
            </a:lvl6pPr>
            <a:lvl7pPr marL="4763" indent="0" algn="r">
              <a:buNone/>
              <a:tabLst/>
              <a:defRPr sz="1000">
                <a:solidFill>
                  <a:schemeClr val="tx1"/>
                </a:solidFill>
              </a:defRPr>
            </a:lvl7pPr>
            <a:lvl8pPr marL="4763" indent="0" algn="r">
              <a:buNone/>
              <a:tabLst/>
              <a:defRPr sz="1000">
                <a:solidFill>
                  <a:schemeClr val="tx1"/>
                </a:solidFill>
              </a:defRPr>
            </a:lvl8pPr>
            <a:lvl9pPr marL="4763" indent="0" algn="r">
              <a:buNone/>
              <a:tabLst/>
              <a:defRPr sz="1000">
                <a:solidFill>
                  <a:schemeClr val="tx1"/>
                </a:solidFill>
              </a:defRPr>
            </a:lvl9pPr>
          </a:lstStyle>
          <a:p>
            <a:pPr lvl="0"/>
            <a:r>
              <a:rPr lang="en-US"/>
              <a:t>BX Number</a:t>
            </a:r>
          </a:p>
        </p:txBody>
      </p:sp>
    </p:spTree>
    <p:extLst>
      <p:ext uri="{BB962C8B-B14F-4D97-AF65-F5344CB8AC3E}">
        <p14:creationId xmlns:p14="http://schemas.microsoft.com/office/powerpoint/2010/main" val="1392318860"/>
      </p:ext>
    </p:extLst>
  </p:cSld>
  <p:clrMapOvr>
    <a:overrideClrMapping bg1="dk1" tx1="lt1" bg2="dk2" tx2="lt2" accent1="accent1" accent2="accent2" accent3="accent3" accent4="accent4" accent5="accent5" accent6="accent6" hlink="hlink" folHlink="folHlink"/>
  </p:clrMapOvr>
</p:sldLayout>
</file>

<file path=ppt/slideLayouts/slideLayout171.xml><?xml version="1.0" encoding="utf-8"?>
<p:sldLayout xmlns:a="http://schemas.openxmlformats.org/drawingml/2006/main" xmlns:r="http://schemas.openxmlformats.org/officeDocument/2006/relationships" xmlns:p="http://schemas.openxmlformats.org/presentationml/2006/main" preserve="1" userDrawn="1">
  <p:cSld name="Back Cover 4">
    <p:bg>
      <p:bgPr>
        <a:solidFill>
          <a:schemeClr val="bg2"/>
        </a:solidFill>
        <a:effectLst/>
      </p:bgPr>
    </p:bg>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F22CA864-4C06-0E60-3B00-A1D84FC28322}"/>
              </a:ext>
            </a:extLst>
          </p:cNvPr>
          <p:cNvSpPr>
            <a:spLocks noGrp="1"/>
          </p:cNvSpPr>
          <p:nvPr>
            <p:ph type="title"/>
          </p:nvPr>
        </p:nvSpPr>
        <p:spPr>
          <a:xfrm>
            <a:off x="539751" y="4567237"/>
            <a:ext cx="5441950" cy="1165225"/>
          </a:xfrm>
          <a:prstGeom prst="rect">
            <a:avLst/>
          </a:prstGeom>
        </p:spPr>
        <p:txBody>
          <a:bodyPr anchor="b"/>
          <a:lstStyle>
            <a:lvl1pPr>
              <a:defRPr>
                <a:solidFill>
                  <a:schemeClr val="tx1"/>
                </a:solidFill>
              </a:defRPr>
            </a:lvl1pPr>
          </a:lstStyle>
          <a:p>
            <a:r>
              <a:rPr lang="en-US"/>
              <a:t>Click to edit Master title style</a:t>
            </a:r>
          </a:p>
        </p:txBody>
      </p:sp>
      <p:sp>
        <p:nvSpPr>
          <p:cNvPr id="6" name="Freeform 19">
            <a:extLst>
              <a:ext uri="{FF2B5EF4-FFF2-40B4-BE49-F238E27FC236}">
                <a16:creationId xmlns:a16="http://schemas.microsoft.com/office/drawing/2014/main" id="{3EF01857-B116-6C78-4866-FF4DDE73D961}"/>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p>
        </p:txBody>
      </p:sp>
      <p:sp>
        <p:nvSpPr>
          <p:cNvPr id="2" name="Picture Placeholder 9">
            <a:extLst>
              <a:ext uri="{FF2B5EF4-FFF2-40B4-BE49-F238E27FC236}">
                <a16:creationId xmlns:a16="http://schemas.microsoft.com/office/drawing/2014/main" id="{65CBF573-59E2-9C93-0DC3-78AAB8C05C25}"/>
              </a:ext>
            </a:extLst>
          </p:cNvPr>
          <p:cNvSpPr>
            <a:spLocks noGrp="1"/>
          </p:cNvSpPr>
          <p:nvPr>
            <p:ph type="pic" sz="quarter" idx="13" hasCustomPrompt="1"/>
          </p:nvPr>
        </p:nvSpPr>
        <p:spPr>
          <a:xfrm>
            <a:off x="8142973" y="0"/>
            <a:ext cx="2029968" cy="6167438"/>
          </a:xfrm>
          <a:solidFill>
            <a:srgbClr val="A6A9AA"/>
          </a:solidFill>
        </p:spPr>
        <p:txBody>
          <a:bodyPr tIns="548640" anchor="ctr"/>
          <a:lstStyle>
            <a:lvl1pPr algn="ctr">
              <a:defRPr b="0">
                <a:solidFill>
                  <a:schemeClr val="tx2"/>
                </a:solidFill>
                <a:latin typeface="+mn-lt"/>
              </a:defRPr>
            </a:lvl1pPr>
          </a:lstStyle>
          <a:p>
            <a:r>
              <a:rPr lang="en-US"/>
              <a:t>Dynamic slice crop 1</a:t>
            </a:r>
          </a:p>
        </p:txBody>
      </p:sp>
      <p:sp>
        <p:nvSpPr>
          <p:cNvPr id="3" name="Picture Placeholder 9">
            <a:extLst>
              <a:ext uri="{FF2B5EF4-FFF2-40B4-BE49-F238E27FC236}">
                <a16:creationId xmlns:a16="http://schemas.microsoft.com/office/drawing/2014/main" id="{611BAA65-5556-8A7C-F1DA-A7D11150A35C}"/>
              </a:ext>
            </a:extLst>
          </p:cNvPr>
          <p:cNvSpPr>
            <a:spLocks noGrp="1"/>
          </p:cNvSpPr>
          <p:nvPr>
            <p:ph type="pic" sz="quarter" idx="14" hasCustomPrompt="1"/>
          </p:nvPr>
        </p:nvSpPr>
        <p:spPr>
          <a:xfrm>
            <a:off x="10162032" y="0"/>
            <a:ext cx="2029968" cy="3984625"/>
          </a:xfrm>
          <a:solidFill>
            <a:srgbClr val="A6A9AA"/>
          </a:solidFill>
        </p:spPr>
        <p:txBody>
          <a:bodyPr tIns="548640" anchor="ctr"/>
          <a:lstStyle>
            <a:lvl1pPr algn="ctr">
              <a:defRPr b="0">
                <a:solidFill>
                  <a:schemeClr val="tx2"/>
                </a:solidFill>
                <a:latin typeface="+mn-lt"/>
              </a:defRPr>
            </a:lvl1pPr>
          </a:lstStyle>
          <a:p>
            <a:pPr marL="0" marR="0" lvl="0" indent="0" algn="ctr" defTabSz="914400" rtl="0" eaLnBrk="1" fontAlgn="auto" latinLnBrk="0" hangingPunct="1">
              <a:lnSpc>
                <a:spcPct val="101000"/>
              </a:lnSpc>
              <a:spcBef>
                <a:spcPts val="0"/>
              </a:spcBef>
              <a:spcAft>
                <a:spcPts val="600"/>
              </a:spcAft>
              <a:buClrTx/>
              <a:buSzTx/>
              <a:buFont typeface="GT America Regular"/>
              <a:buNone/>
              <a:tabLst/>
              <a:defRPr/>
            </a:pPr>
            <a:r>
              <a:rPr lang="en-US"/>
              <a:t>Dynamic slice crop 2</a:t>
            </a:r>
          </a:p>
        </p:txBody>
      </p:sp>
      <p:sp>
        <p:nvSpPr>
          <p:cNvPr id="7" name="Text Placeholder 9">
            <a:extLst>
              <a:ext uri="{FF2B5EF4-FFF2-40B4-BE49-F238E27FC236}">
                <a16:creationId xmlns:a16="http://schemas.microsoft.com/office/drawing/2014/main" id="{E60D21F8-DDF8-0ABD-B77A-99A1823A2B21}"/>
              </a:ext>
            </a:extLst>
          </p:cNvPr>
          <p:cNvSpPr>
            <a:spLocks noGrp="1"/>
          </p:cNvSpPr>
          <p:nvPr>
            <p:ph type="body" sz="quarter" idx="15" hasCustomPrompt="1"/>
          </p:nvPr>
        </p:nvSpPr>
        <p:spPr>
          <a:xfrm>
            <a:off x="10417175" y="6308725"/>
            <a:ext cx="1227138" cy="282575"/>
          </a:xfrm>
        </p:spPr>
        <p:txBody>
          <a:bodyPr anchor="b">
            <a:noAutofit/>
          </a:bodyPr>
          <a:lstStyle>
            <a:lvl1pPr marL="4763" indent="0" algn="r">
              <a:buFont typeface="Arial" panose="020B0604020202020204" pitchFamily="34" charset="0"/>
              <a:buNone/>
              <a:tabLst/>
              <a:defRPr sz="1000">
                <a:solidFill>
                  <a:schemeClr val="tx1"/>
                </a:solidFill>
              </a:defRPr>
            </a:lvl1pPr>
            <a:lvl2pPr marL="4763" indent="0" algn="r">
              <a:buNone/>
              <a:tabLst/>
              <a:defRPr sz="1000">
                <a:solidFill>
                  <a:schemeClr val="tx1"/>
                </a:solidFill>
              </a:defRPr>
            </a:lvl2pPr>
            <a:lvl3pPr marL="4763" indent="0" algn="r">
              <a:buNone/>
              <a:tabLst/>
              <a:defRPr sz="1000">
                <a:solidFill>
                  <a:schemeClr val="tx1"/>
                </a:solidFill>
              </a:defRPr>
            </a:lvl3pPr>
            <a:lvl4pPr marL="4763" indent="0" algn="r">
              <a:buNone/>
              <a:tabLst/>
              <a:defRPr sz="1000">
                <a:solidFill>
                  <a:schemeClr val="tx1"/>
                </a:solidFill>
              </a:defRPr>
            </a:lvl4pPr>
            <a:lvl5pPr marL="4763" indent="0" algn="r">
              <a:buNone/>
              <a:tabLst/>
              <a:defRPr sz="1000">
                <a:solidFill>
                  <a:schemeClr val="tx1"/>
                </a:solidFill>
              </a:defRPr>
            </a:lvl5pPr>
            <a:lvl6pPr marL="4763" indent="0" algn="r">
              <a:buNone/>
              <a:tabLst/>
              <a:defRPr sz="1000">
                <a:solidFill>
                  <a:schemeClr val="tx1"/>
                </a:solidFill>
              </a:defRPr>
            </a:lvl6pPr>
            <a:lvl7pPr marL="4763" indent="0" algn="r">
              <a:buNone/>
              <a:tabLst/>
              <a:defRPr sz="1000">
                <a:solidFill>
                  <a:schemeClr val="tx1"/>
                </a:solidFill>
              </a:defRPr>
            </a:lvl7pPr>
            <a:lvl8pPr marL="4763" indent="0" algn="r">
              <a:buNone/>
              <a:tabLst/>
              <a:defRPr sz="1000">
                <a:solidFill>
                  <a:schemeClr val="tx1"/>
                </a:solidFill>
              </a:defRPr>
            </a:lvl8pPr>
            <a:lvl9pPr marL="4763" indent="0" algn="r">
              <a:buNone/>
              <a:tabLst/>
              <a:defRPr sz="1000">
                <a:solidFill>
                  <a:schemeClr val="tx1"/>
                </a:solidFill>
              </a:defRPr>
            </a:lvl9pPr>
          </a:lstStyle>
          <a:p>
            <a:pPr lvl="0"/>
            <a:r>
              <a:rPr lang="en-US"/>
              <a:t>BX Number</a:t>
            </a:r>
          </a:p>
        </p:txBody>
      </p:sp>
    </p:spTree>
    <p:extLst>
      <p:ext uri="{BB962C8B-B14F-4D97-AF65-F5344CB8AC3E}">
        <p14:creationId xmlns:p14="http://schemas.microsoft.com/office/powerpoint/2010/main" val="3496976618"/>
      </p:ext>
    </p:extLst>
  </p:cSld>
  <p:clrMapOvr>
    <a:overrideClrMapping bg1="dk1" tx1="lt1" bg2="dk2" tx2="lt2" accent1="accent1" accent2="accent2" accent3="accent3" accent4="accent4" accent5="accent5" accent6="accent6" hlink="hlink" folHlink="folHlink"/>
  </p:clrMapOvr>
</p:sldLayout>
</file>

<file path=ppt/slideLayouts/slideLayout172.xml><?xml version="1.0" encoding="utf-8"?>
<p:sldLayout xmlns:a="http://schemas.openxmlformats.org/drawingml/2006/main" xmlns:r="http://schemas.openxmlformats.org/officeDocument/2006/relationships" xmlns:p="http://schemas.openxmlformats.org/presentationml/2006/main" preserve="1" userDrawn="1">
  <p:cSld name="Back Cover 5">
    <p:bg>
      <p:bgPr>
        <a:solidFill>
          <a:schemeClr val="bg2"/>
        </a:solidFill>
        <a:effectLst/>
      </p:bgPr>
    </p:bg>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F22CA864-4C06-0E60-3B00-A1D84FC28322}"/>
              </a:ext>
            </a:extLst>
          </p:cNvPr>
          <p:cNvSpPr>
            <a:spLocks noGrp="1"/>
          </p:cNvSpPr>
          <p:nvPr>
            <p:ph type="title"/>
          </p:nvPr>
        </p:nvSpPr>
        <p:spPr>
          <a:xfrm>
            <a:off x="539751" y="4567237"/>
            <a:ext cx="5441950" cy="1165225"/>
          </a:xfrm>
          <a:prstGeom prst="rect">
            <a:avLst/>
          </a:prstGeom>
        </p:spPr>
        <p:txBody>
          <a:bodyPr anchor="b"/>
          <a:lstStyle>
            <a:lvl1pPr>
              <a:defRPr>
                <a:solidFill>
                  <a:schemeClr val="tx1"/>
                </a:solidFill>
              </a:defRPr>
            </a:lvl1pPr>
          </a:lstStyle>
          <a:p>
            <a:r>
              <a:rPr lang="en-US"/>
              <a:t>Click to edit Master title style</a:t>
            </a:r>
          </a:p>
        </p:txBody>
      </p:sp>
      <p:sp>
        <p:nvSpPr>
          <p:cNvPr id="6" name="Freeform 19">
            <a:extLst>
              <a:ext uri="{FF2B5EF4-FFF2-40B4-BE49-F238E27FC236}">
                <a16:creationId xmlns:a16="http://schemas.microsoft.com/office/drawing/2014/main" id="{3EF01857-B116-6C78-4866-FF4DDE73D961}"/>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p>
        </p:txBody>
      </p:sp>
      <p:sp>
        <p:nvSpPr>
          <p:cNvPr id="2" name="Picture Placeholder 9">
            <a:extLst>
              <a:ext uri="{FF2B5EF4-FFF2-40B4-BE49-F238E27FC236}">
                <a16:creationId xmlns:a16="http://schemas.microsoft.com/office/drawing/2014/main" id="{65CBF573-59E2-9C93-0DC3-78AAB8C05C25}"/>
              </a:ext>
            </a:extLst>
          </p:cNvPr>
          <p:cNvSpPr>
            <a:spLocks noGrp="1"/>
          </p:cNvSpPr>
          <p:nvPr>
            <p:ph type="pic" sz="quarter" idx="13" hasCustomPrompt="1"/>
          </p:nvPr>
        </p:nvSpPr>
        <p:spPr>
          <a:xfrm>
            <a:off x="6096000" y="2425700"/>
            <a:ext cx="2029968" cy="4432300"/>
          </a:xfrm>
          <a:solidFill>
            <a:srgbClr val="A6A9AA"/>
          </a:solidFill>
        </p:spPr>
        <p:txBody>
          <a:bodyPr tIns="548640" anchor="ctr"/>
          <a:lstStyle>
            <a:lvl1pPr algn="ctr">
              <a:defRPr b="0">
                <a:solidFill>
                  <a:schemeClr val="tx2"/>
                </a:solidFill>
                <a:latin typeface="+mn-lt"/>
              </a:defRPr>
            </a:lvl1pPr>
          </a:lstStyle>
          <a:p>
            <a:r>
              <a:rPr lang="en-US"/>
              <a:t>Dynamic slice crop 1</a:t>
            </a:r>
          </a:p>
        </p:txBody>
      </p:sp>
      <p:sp>
        <p:nvSpPr>
          <p:cNvPr id="3" name="Picture Placeholder 9">
            <a:extLst>
              <a:ext uri="{FF2B5EF4-FFF2-40B4-BE49-F238E27FC236}">
                <a16:creationId xmlns:a16="http://schemas.microsoft.com/office/drawing/2014/main" id="{611BAA65-5556-8A7C-F1DA-A7D11150A35C}"/>
              </a:ext>
            </a:extLst>
          </p:cNvPr>
          <p:cNvSpPr>
            <a:spLocks noGrp="1"/>
          </p:cNvSpPr>
          <p:nvPr>
            <p:ph type="pic" sz="quarter" idx="14" hasCustomPrompt="1"/>
          </p:nvPr>
        </p:nvSpPr>
        <p:spPr>
          <a:xfrm>
            <a:off x="8125968" y="0"/>
            <a:ext cx="4066032" cy="4567237"/>
          </a:xfrm>
          <a:solidFill>
            <a:srgbClr val="A6A9AA"/>
          </a:solidFill>
        </p:spPr>
        <p:txBody>
          <a:bodyPr tIns="548640" anchor="ctr"/>
          <a:lstStyle>
            <a:lvl1pPr algn="ctr">
              <a:defRPr b="0">
                <a:solidFill>
                  <a:schemeClr val="tx2"/>
                </a:solidFill>
                <a:latin typeface="+mn-lt"/>
              </a:defRPr>
            </a:lvl1pPr>
          </a:lstStyle>
          <a:p>
            <a:pPr marL="0" marR="0" lvl="0" indent="0" algn="ctr" defTabSz="914400" rtl="0" eaLnBrk="1" fontAlgn="auto" latinLnBrk="0" hangingPunct="1">
              <a:lnSpc>
                <a:spcPct val="101000"/>
              </a:lnSpc>
              <a:spcBef>
                <a:spcPts val="0"/>
              </a:spcBef>
              <a:spcAft>
                <a:spcPts val="600"/>
              </a:spcAft>
              <a:buClrTx/>
              <a:buSzTx/>
              <a:buFont typeface="GT America Regular"/>
              <a:buNone/>
              <a:tabLst/>
              <a:defRPr/>
            </a:pPr>
            <a:r>
              <a:rPr lang="en-US"/>
              <a:t>Dynamic slice crop 2</a:t>
            </a:r>
          </a:p>
        </p:txBody>
      </p:sp>
      <p:sp>
        <p:nvSpPr>
          <p:cNvPr id="4" name="Text Placeholder 9">
            <a:extLst>
              <a:ext uri="{FF2B5EF4-FFF2-40B4-BE49-F238E27FC236}">
                <a16:creationId xmlns:a16="http://schemas.microsoft.com/office/drawing/2014/main" id="{0A81BF85-E531-3686-907C-CABBA5BF2785}"/>
              </a:ext>
            </a:extLst>
          </p:cNvPr>
          <p:cNvSpPr>
            <a:spLocks noGrp="1"/>
          </p:cNvSpPr>
          <p:nvPr>
            <p:ph type="body" sz="quarter" idx="15" hasCustomPrompt="1"/>
          </p:nvPr>
        </p:nvSpPr>
        <p:spPr>
          <a:xfrm>
            <a:off x="10417175" y="6308725"/>
            <a:ext cx="1227138" cy="282575"/>
          </a:xfrm>
        </p:spPr>
        <p:txBody>
          <a:bodyPr anchor="b">
            <a:noAutofit/>
          </a:bodyPr>
          <a:lstStyle>
            <a:lvl1pPr marL="4763" indent="0" algn="r">
              <a:buFont typeface="Arial" panose="020B0604020202020204" pitchFamily="34" charset="0"/>
              <a:buNone/>
              <a:tabLst/>
              <a:defRPr sz="1000">
                <a:solidFill>
                  <a:schemeClr val="tx1"/>
                </a:solidFill>
              </a:defRPr>
            </a:lvl1pPr>
            <a:lvl2pPr marL="4763" indent="0" algn="r">
              <a:buNone/>
              <a:tabLst/>
              <a:defRPr sz="1000">
                <a:solidFill>
                  <a:schemeClr val="tx1"/>
                </a:solidFill>
              </a:defRPr>
            </a:lvl2pPr>
            <a:lvl3pPr marL="4763" indent="0" algn="r">
              <a:buNone/>
              <a:tabLst/>
              <a:defRPr sz="1000">
                <a:solidFill>
                  <a:schemeClr val="tx1"/>
                </a:solidFill>
              </a:defRPr>
            </a:lvl3pPr>
            <a:lvl4pPr marL="4763" indent="0" algn="r">
              <a:buNone/>
              <a:tabLst/>
              <a:defRPr sz="1000">
                <a:solidFill>
                  <a:schemeClr val="tx1"/>
                </a:solidFill>
              </a:defRPr>
            </a:lvl4pPr>
            <a:lvl5pPr marL="4763" indent="0" algn="r">
              <a:buNone/>
              <a:tabLst/>
              <a:defRPr sz="1000">
                <a:solidFill>
                  <a:schemeClr val="tx1"/>
                </a:solidFill>
              </a:defRPr>
            </a:lvl5pPr>
            <a:lvl6pPr marL="4763" indent="0" algn="r">
              <a:buNone/>
              <a:tabLst/>
              <a:defRPr sz="1000">
                <a:solidFill>
                  <a:schemeClr val="tx1"/>
                </a:solidFill>
              </a:defRPr>
            </a:lvl6pPr>
            <a:lvl7pPr marL="4763" indent="0" algn="r">
              <a:buNone/>
              <a:tabLst/>
              <a:defRPr sz="1000">
                <a:solidFill>
                  <a:schemeClr val="tx1"/>
                </a:solidFill>
              </a:defRPr>
            </a:lvl7pPr>
            <a:lvl8pPr marL="4763" indent="0" algn="r">
              <a:buNone/>
              <a:tabLst/>
              <a:defRPr sz="1000">
                <a:solidFill>
                  <a:schemeClr val="tx1"/>
                </a:solidFill>
              </a:defRPr>
            </a:lvl8pPr>
            <a:lvl9pPr marL="4763" indent="0" algn="r">
              <a:buNone/>
              <a:tabLst/>
              <a:defRPr sz="1000">
                <a:solidFill>
                  <a:schemeClr val="tx1"/>
                </a:solidFill>
              </a:defRPr>
            </a:lvl9pPr>
          </a:lstStyle>
          <a:p>
            <a:pPr lvl="0"/>
            <a:r>
              <a:rPr lang="en-US"/>
              <a:t>BX Number</a:t>
            </a:r>
          </a:p>
        </p:txBody>
      </p:sp>
    </p:spTree>
    <p:extLst>
      <p:ext uri="{BB962C8B-B14F-4D97-AF65-F5344CB8AC3E}">
        <p14:creationId xmlns:p14="http://schemas.microsoft.com/office/powerpoint/2010/main" val="4082851388"/>
      </p:ext>
    </p:extLst>
  </p:cSld>
  <p:clrMapOvr>
    <a:overrideClrMapping bg1="dk1" tx1="lt1" bg2="dk2" tx2="lt2" accent1="accent1" accent2="accent2" accent3="accent3" accent4="accent4" accent5="accent5" accent6="accent6" hlink="hlink" folHlink="folHlink"/>
  </p:clrMapOvr>
</p:sldLayout>
</file>

<file path=ppt/slideLayouts/slideLayout173.xml><?xml version="1.0" encoding="utf-8"?>
<p:sldLayout xmlns:a="http://schemas.openxmlformats.org/drawingml/2006/main" xmlns:r="http://schemas.openxmlformats.org/officeDocument/2006/relationships" xmlns:p="http://schemas.openxmlformats.org/presentationml/2006/main" preserve="1" userDrawn="1">
  <p:cSld name="Disclaimer">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CE376998-4040-9761-674E-D9535BFB68B1}"/>
              </a:ext>
            </a:extLst>
          </p:cNvPr>
          <p:cNvSpPr>
            <a:spLocks noGrp="1"/>
          </p:cNvSpPr>
          <p:nvPr>
            <p:ph type="ftr" sz="quarter" idx="11"/>
          </p:nvPr>
        </p:nvSpPr>
        <p:spPr/>
        <p:txBody>
          <a:bodyPr/>
          <a:lstStyle/>
          <a:p>
            <a:r>
              <a:rPr lang="en-US"/>
              <a:t>SG Product Update</a:t>
            </a:r>
          </a:p>
        </p:txBody>
      </p:sp>
      <p:sp>
        <p:nvSpPr>
          <p:cNvPr id="5" name="Slide Number Placeholder 4">
            <a:extLst>
              <a:ext uri="{FF2B5EF4-FFF2-40B4-BE49-F238E27FC236}">
                <a16:creationId xmlns:a16="http://schemas.microsoft.com/office/drawing/2014/main" id="{BB98ADA5-8554-9765-F77A-EDEF8AC9DCA3}"/>
              </a:ext>
            </a:extLst>
          </p:cNvPr>
          <p:cNvSpPr>
            <a:spLocks noGrp="1"/>
          </p:cNvSpPr>
          <p:nvPr>
            <p:ph type="sldNum" sz="quarter" idx="12"/>
          </p:nvPr>
        </p:nvSpPr>
        <p:spPr/>
        <p:txBody>
          <a:bodyPr/>
          <a:lstStyle/>
          <a:p>
            <a:fld id="{862A5111-985B-C14D-9115-5787026182A8}" type="slidenum">
              <a:rPr lang="en-US" smtClean="0"/>
              <a:pPr/>
              <a:t>‹#›</a:t>
            </a:fld>
            <a:endParaRPr lang="en-US"/>
          </a:p>
        </p:txBody>
      </p:sp>
      <p:sp>
        <p:nvSpPr>
          <p:cNvPr id="12" name="TextBox 11">
            <a:extLst>
              <a:ext uri="{FF2B5EF4-FFF2-40B4-BE49-F238E27FC236}">
                <a16:creationId xmlns:a16="http://schemas.microsoft.com/office/drawing/2014/main" id="{3E8F0C73-A398-6456-DB05-CBC41E2EBB3E}"/>
              </a:ext>
            </a:extLst>
          </p:cNvPr>
          <p:cNvSpPr txBox="1"/>
          <p:nvPr userDrawn="1"/>
        </p:nvSpPr>
        <p:spPr>
          <a:xfrm>
            <a:off x="548639" y="269875"/>
            <a:ext cx="11089323" cy="5597525"/>
          </a:xfrm>
          <a:prstGeom prst="rect">
            <a:avLst/>
          </a:prstGeom>
          <a:noFill/>
        </p:spPr>
        <p:txBody>
          <a:bodyPr wrap="square" lIns="0" tIns="0" rIns="0" bIns="0" numCol="2">
            <a:noAutofit/>
          </a:bodyPr>
          <a:lstStyle/>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2024 Moody’s Corporation, Moody’s Investors Service, Inc., Moody’s Analytics, Inc. and/or their licensors and affiliates (collectively, “MOODY’S”). All rights reserved.</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a:t>
            </a:r>
          </a:p>
          <a:p>
            <a:pPr marL="0" marR="142240">
              <a:spcBef>
                <a:spcPts val="0"/>
              </a:spcBef>
              <a:spcAft>
                <a:spcPts val="0"/>
              </a:spcAft>
            </a:pPr>
            <a:r>
              <a:rPr lang="en-US" sz="700" u="none" strike="noStrike">
                <a:solidFill>
                  <a:schemeClr val="tx1"/>
                </a:solidFill>
                <a:effectLst/>
                <a:latin typeface="+mn-lt"/>
                <a:ea typeface="GT America Regular" pitchFamily="2" charset="77"/>
                <a:cs typeface="GT America Regular" pitchFamily="2" charset="77"/>
              </a:rPr>
              <a:t>CREDIT RATINGS ISSUED BY MOODY'S CREDIT RATINGS AFFILIATES ARE THEIR CURRENT OPINIONS OF THE RELATIVE FUTURE CREDIT RISK OF ENTITIES, CREDIT COMMITMENTS, OR DEBT OR DEBT-LIKE SECURITIES, AND MATERIALS, PRODUCTS, SERVICES AND INFORMATION PUBLISHED OR OTHERWISE MADE AVAILABLE BY MOODY’S (COLLECTIVELY, “MATERIALS”) MAY INCLUDE SUCH CURRENT OPINIONS. MOODY’S DEFINES CREDIT RISK AS THE RISK THAT AN ENTITY MAY NOT MEET ITS CONTRACTUAL FINANCIAL OBLIGATIONS AS THEY COME DUE AND ANY ESTIMATED FINANCIAL LOSS IN THE EVENT OF DEFAULT OR IMPAIRMENT. SEE APPLICABLE MOODY’S RATING SYMBOLS AND DEFINITIONS PUBLICATION FOR INFORMATION ON THE TYPES OF CONTRACTUAL FINANCIAL OBLIGATIONS ADDRESSED BY MOODY’S CREDIT RATINGS. CREDIT RATINGS DO NOT ADDRESS ANY OTHER RISK, INCLUDING BUT NOT LIMITED TO: LIQUIDITY RISK, MARKET VALUE RISK, OR PRICE VOLATILITY. CREDIT RATINGS, NON-CREDIT ASSESSMENTS (“ASSESSMENTS”), AND OTHER OPINIONS INCLUDED IN MOODY’S MATERIALS ARE NOT STATEMENTS OF CURRENT OR HISTORICAL FACT. MOODY’S MATERIALS MAY ALSO INCLUDE QUANTITATIVE MODEL-BASED ESTIMATES OF CREDIT RISK AND RELATED OPINIONS OR COMMENTARY PUBLISHED BY MOODY’S ANALYTICS, INC. AND/OR ITS AFFILIATES. MOODY’S CREDIT RATINGS, ASSESSMENTS, OTHER OPINIONS AND MATERIALS DO NOT CONSTITUTE OR PROVIDE INVESTMENT OR FINANCIAL ADVICE, AND MOODY’S CREDIT RATINGS, ASSESSMENTS, OTHER OPINIONS AND MATERIALS ARE NOT AND DO NOT PROVIDE RECOMMENDATIONS TO PURCHASE, SELL, OR HOLD PARTICULAR SECURITIES. MOODY’S CREDIT RATINGS, ASSESSMENTS, OTHER OPINIONS AND MATERIALS DO NOT COMMENT ON THE SUITABILITY OF AN INVESTMENT FOR ANY PARTICULAR INVESTOR. MOODY’S ISSUES ITS CREDIT RATINGS, ASSESSMENTS AND OTHER OPINIONS AND PUBLISHES OR OTHERWISE MAKES AVAILABLE ITS MATERIALS WITH THE EXPECTATION AND UNDERSTANDING THAT EACH INVESTOR WILL, WITH DUE CARE, MAKE ITS OWN STUDY AND EVALUATION OF EACH SECURITY THAT IS UNDER CONSIDERATION FOR PURCHASE, HOLDING, OR SALE. </a:t>
            </a:r>
            <a:endParaRPr lang="en-US" sz="700" u="sng">
              <a:solidFill>
                <a:schemeClr val="tx1"/>
              </a:solidFill>
              <a:effectLst/>
              <a:latin typeface="+mn-lt"/>
              <a:ea typeface="GT America Regular" pitchFamily="2" charset="77"/>
              <a:cs typeface="GT America Regular" pitchFamily="2" charset="77"/>
            </a:endParaRP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MOODY’S CREDIT RATINGS</a:t>
            </a:r>
            <a:r>
              <a:rPr lang="en-US" sz="700" b="1">
                <a:solidFill>
                  <a:schemeClr val="tx1"/>
                </a:solidFill>
                <a:effectLst/>
                <a:latin typeface="+mn-lt"/>
                <a:ea typeface="GT America Regular" pitchFamily="2" charset="77"/>
                <a:cs typeface="GT America Regular" pitchFamily="2" charset="77"/>
              </a:rPr>
              <a:t>, </a:t>
            </a:r>
            <a:r>
              <a:rPr lang="en-US" sz="700">
                <a:solidFill>
                  <a:schemeClr val="tx1"/>
                </a:solidFill>
                <a:effectLst/>
                <a:latin typeface="+mn-lt"/>
                <a:ea typeface="GT America Regular" pitchFamily="2" charset="77"/>
                <a:cs typeface="GT America Regular" pitchFamily="2" charset="77"/>
              </a:rPr>
              <a:t>ASSESSMENTS, OTHER OPINIONS, AND MATERIALS ARE NOT INTENDED FOR USE BY RETAIL INVESTORS AND IT WOULD BE RECKLESS AND INAPPROPRIATE FOR RETAIL INVESTORS TO USE MOODY’S CREDIT RATINGS, ASSESSMENTS, OTHER OPINIONS OR MATERIALS WHEN MAKING AN INVESTMENT DECISION. IF IN DOUBT YOU SHOULD CONTACT YOUR FINANCIAL OR OTHER PROFESSIONAL ADVISER.</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ALL INFORMATION CONTAINED HEREIN IS PROTECTED BY LAW, INCLUDING BUT NOT LIMITED TO, COPYRIGHT LAW, AND NONE OF SUCH INFORMATION MAY BE COPIED OR OTHERWISE REPRODUCED, REPACKAGED, FURTHER TRANSMITTED, TRANSFERRED, DISSEMINATED, REDISTRIBUTED OR RESOLD, OR STORED FOR SUBSEQUENT USE FOR ANY SUCH PURPOSE, IN WHOLE OR IN PART, IN ANY FORM OR MANNER OR BY ANY MEANS WHATSOEVER, BY ANY PERSON WITHOUT MOODY’S PRIOR WRITTEN CONSENT.  FOR CLARITY, NO INFORMATION CONTAINED HEREIN MAY BE USED TO DEVELOP, IMPROVE, TRAIN OR RETRAIN ANY SOFTWARE PROGRAM OR DATABASE, INCLUDING, BUT NOT LIMITED TO, FOR ANY ARTIFICIAL INTELLIGENCE, MACHINE LEARNING OR NATURAL LANGUAGE PROCESSING SOFTWARE, ALGORITHM, METHODOLOGY AND/OR MODEL.  </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MOODY’S CREDIT RATINGS</a:t>
            </a:r>
            <a:r>
              <a:rPr lang="en-US" sz="700" b="1">
                <a:solidFill>
                  <a:schemeClr val="tx1"/>
                </a:solidFill>
                <a:effectLst/>
                <a:latin typeface="+mn-lt"/>
                <a:ea typeface="GT America Regular" pitchFamily="2" charset="77"/>
                <a:cs typeface="GT America Regular" pitchFamily="2" charset="77"/>
              </a:rPr>
              <a:t>, </a:t>
            </a:r>
            <a:r>
              <a:rPr lang="en-US" sz="700">
                <a:solidFill>
                  <a:schemeClr val="tx1"/>
                </a:solidFill>
                <a:effectLst/>
                <a:latin typeface="+mn-lt"/>
                <a:ea typeface="GT America Regular" pitchFamily="2" charset="77"/>
                <a:cs typeface="GT America Regular" pitchFamily="2" charset="77"/>
              </a:rPr>
              <a:t>ASSESSMENTS, OTHER OPINIONS AND MATERIALS ARE NOT INTENDED FOR USE BY ANY PERSON AS A BENCHMARK AS THAT TERM IS DEFINED FOR REGULATORY PURPOSES AND MUST NOT BE USED IN ANY WAY THAT COULD RESULT IN THEM BEING CONSIDERED A BENCHMARK.</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All information contained herein is obtained by MOODY’S from sources believed by it to be accurate and reliable. Because of the possibility of human or mechanical error as well as other factors, however, all information contained herein is provided “AS IS” without warranty of any kind. MOODY'S adopts all necessary measures so that the information it uses in assigning a credit rating is of sufficient quality and from sources MOODY'S considers to be reliable including, when appropriate, independent third-party sources. However, MOODY’S is not an auditor and cannot in every instance independently verify or validate information received in the credit rating process or in preparing its Materials. </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To the extent permitted by law, MOODY’S and its directors, officers, employees, agents, representatives, licensors and suppliers disclaim liability to any person or entity for any indirect, special, consequential, or incidental losses or damages whatsoever arising from or in connection with the information contained herein or the use of or inability to use any such information, even if MOODY’S or any of its directors, officers, employees, agents, representatives, licensors or suppliers is advised in advance of the possibility of such losses or damages, including but not limited to: (a) any loss of present or prospective profits or (b) any loss or damage arising where the relevant financial instrument is not the subject of a particular credit rating assigned by MOODY’S.</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To the extent permitted by law, MOODY’S and its directors, officers, employees, agents, representatives, licensors and suppliers disclaim liability for any direct or compensatory losses or damages caused to any person or entity, including but not limited to by any negligence (but excluding fraud, willful misconduct or any other type of liability that, for the avoidance of doubt, by law cannot be excluded) on the part of, or any contingency within or beyond the control of, MOODY’S or any of its directors, officers, employees, agents, representatives, licensors or suppliers, arising from or in connection with the information contained herein or the use of or inability to use any such information.</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 </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NO WARRANTY, EXPRESS OR IMPLIED, AS TO THE ACCURACY, TIMELINESS, COMPLETENESS, MERCHANTABILITY OR FITNESS FOR ANY PARTICULAR PURPOSE OF ANY CREDIT RATING, ASSESSMENT, OTHER OPINION OR INFORMATION IS GIVEN OR MADE BY MOODY’S IN ANY FORM OR MANNER WHATSOEVER.</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 </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Moody’s Investors Service, Inc., a wholly-owned credit rating agency subsidiary of Moody’s Corporation (“MCO”), hereby discloses that most issuers of debt securities (including corporate and municipal bonds, debentures, notes and commercial paper) and preferred stock rated by Moody’s Investors Service, Inc. have, prior to assignment of any credit rating, agreed to pay to Moody’s Investors Service, Inc. for credit ratings opinions and services rendered by it. MCO and Moody’s Investors Service also maintain policies and procedures to address the independence of Moody’s Investors Service credit ratings and credit rating processes. Information regarding certain affiliations that may exist between directors of MCO and rated entities, and between entities who hold credit ratings from Moody’s Investors Service, Inc. and have also publicly reported to the SEC an ownership interest in MCO of more than 5%, is posted annually at </a:t>
            </a:r>
            <a:r>
              <a:rPr lang="en-US" sz="700" u="sng">
                <a:solidFill>
                  <a:schemeClr val="accent1"/>
                </a:solidFill>
                <a:effectLst/>
                <a:latin typeface="+mn-lt"/>
                <a:ea typeface="GT America Regular" pitchFamily="2" charset="77"/>
                <a:cs typeface="GT America Regular" pitchFamily="2" charset="77"/>
                <a:hlinkClick r:id="rId2">
                  <a:extLst>
                    <a:ext uri="{A12FA001-AC4F-418D-AE19-62706E023703}">
                      <ahyp:hlinkClr xmlns:ahyp="http://schemas.microsoft.com/office/drawing/2018/hyperlinkcolor" val="tx"/>
                    </a:ext>
                  </a:extLst>
                </a:hlinkClick>
              </a:rPr>
              <a:t>www.moodys.com</a:t>
            </a:r>
            <a:r>
              <a:rPr lang="en-US" sz="700">
                <a:solidFill>
                  <a:schemeClr val="accent1"/>
                </a:solidFill>
                <a:effectLst/>
                <a:latin typeface="+mn-lt"/>
                <a:ea typeface="GT America Regular" pitchFamily="2" charset="77"/>
                <a:cs typeface="GT America Regular" pitchFamily="2" charset="77"/>
              </a:rPr>
              <a:t> </a:t>
            </a:r>
            <a:r>
              <a:rPr lang="en-US" sz="700">
                <a:solidFill>
                  <a:schemeClr val="tx1"/>
                </a:solidFill>
                <a:effectLst/>
                <a:latin typeface="+mn-lt"/>
                <a:ea typeface="GT America Regular" pitchFamily="2" charset="77"/>
                <a:cs typeface="GT America Regular" pitchFamily="2" charset="77"/>
              </a:rPr>
              <a:t>under the heading “Investor Relations — Corporate Governance — Charter Documents - Director and Shareholder Affiliation Policy.”  </a:t>
            </a:r>
          </a:p>
          <a:p>
            <a:pPr marL="114300" marR="0" indent="0">
              <a:spcBef>
                <a:spcPts val="0"/>
              </a:spcBef>
              <a:spcAft>
                <a:spcPts val="0"/>
              </a:spcAft>
              <a:tabLst/>
            </a:pPr>
            <a:r>
              <a:rPr lang="en-US" sz="700" b="1" i="1">
                <a:solidFill>
                  <a:schemeClr val="tx1"/>
                </a:solidFill>
                <a:effectLst/>
                <a:latin typeface="+mn-lt"/>
                <a:ea typeface="GT America Regular" pitchFamily="2" charset="77"/>
                <a:cs typeface="GT America Regular" pitchFamily="2" charset="77"/>
              </a:rPr>
              <a:t> </a:t>
            </a:r>
            <a:endParaRPr lang="en-US" sz="700">
              <a:solidFill>
                <a:schemeClr val="tx1"/>
              </a:solidFill>
              <a:effectLst/>
              <a:latin typeface="+mn-lt"/>
              <a:ea typeface="GT America Regular" pitchFamily="2" charset="77"/>
              <a:cs typeface="GT America Regular" pitchFamily="2" charset="77"/>
            </a:endParaRPr>
          </a:p>
          <a:p>
            <a:pPr marL="114300" marR="0" indent="0">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Moody's SF Japan K.K., Moody's Local AR </a:t>
            </a:r>
            <a:r>
              <a:rPr lang="en-US" sz="700" err="1">
                <a:solidFill>
                  <a:schemeClr val="tx1"/>
                </a:solidFill>
                <a:effectLst/>
                <a:latin typeface="+mn-lt"/>
                <a:ea typeface="GT America Regular" pitchFamily="2" charset="77"/>
                <a:cs typeface="GT America Regular" pitchFamily="2" charset="77"/>
              </a:rPr>
              <a:t>Agente</a:t>
            </a:r>
            <a:r>
              <a:rPr lang="en-US" sz="700">
                <a:solidFill>
                  <a:schemeClr val="tx1"/>
                </a:solidFill>
                <a:effectLst/>
                <a:latin typeface="+mn-lt"/>
                <a:ea typeface="GT America Regular" pitchFamily="2" charset="77"/>
                <a:cs typeface="GT America Regular" pitchFamily="2" charset="77"/>
              </a:rPr>
              <a:t> de </a:t>
            </a:r>
            <a:r>
              <a:rPr lang="en-US" sz="700" err="1">
                <a:solidFill>
                  <a:schemeClr val="tx1"/>
                </a:solidFill>
                <a:effectLst/>
                <a:latin typeface="+mn-lt"/>
                <a:ea typeface="GT America Regular" pitchFamily="2" charset="77"/>
                <a:cs typeface="GT America Regular" pitchFamily="2" charset="77"/>
              </a:rPr>
              <a:t>Calificación</a:t>
            </a:r>
            <a:r>
              <a:rPr lang="en-US" sz="700">
                <a:solidFill>
                  <a:schemeClr val="tx1"/>
                </a:solidFill>
                <a:effectLst/>
                <a:latin typeface="+mn-lt"/>
                <a:ea typeface="GT America Regular" pitchFamily="2" charset="77"/>
                <a:cs typeface="GT America Regular" pitchFamily="2" charset="77"/>
              </a:rPr>
              <a:t> de </a:t>
            </a:r>
            <a:r>
              <a:rPr lang="en-US" sz="700" err="1">
                <a:solidFill>
                  <a:schemeClr val="tx1"/>
                </a:solidFill>
                <a:effectLst/>
                <a:latin typeface="+mn-lt"/>
                <a:ea typeface="GT America Regular" pitchFamily="2" charset="77"/>
                <a:cs typeface="GT America Regular" pitchFamily="2" charset="77"/>
              </a:rPr>
              <a:t>Riesgo</a:t>
            </a:r>
            <a:r>
              <a:rPr lang="en-US" sz="700">
                <a:solidFill>
                  <a:schemeClr val="tx1"/>
                </a:solidFill>
                <a:effectLst/>
                <a:latin typeface="+mn-lt"/>
                <a:ea typeface="GT America Regular" pitchFamily="2" charset="77"/>
                <a:cs typeface="GT America Regular" pitchFamily="2" charset="77"/>
              </a:rPr>
              <a:t> S.A., Moody’s Local BR </a:t>
            </a:r>
            <a:r>
              <a:rPr lang="en-US" sz="700" err="1">
                <a:solidFill>
                  <a:schemeClr val="tx1"/>
                </a:solidFill>
                <a:effectLst/>
                <a:latin typeface="+mn-lt"/>
                <a:ea typeface="GT America Regular" pitchFamily="2" charset="77"/>
                <a:cs typeface="GT America Regular" pitchFamily="2" charset="77"/>
              </a:rPr>
              <a:t>Agência</a:t>
            </a:r>
            <a:r>
              <a:rPr lang="en-US" sz="700">
                <a:solidFill>
                  <a:schemeClr val="tx1"/>
                </a:solidFill>
                <a:effectLst/>
                <a:latin typeface="+mn-lt"/>
                <a:ea typeface="GT America Regular" pitchFamily="2" charset="77"/>
                <a:cs typeface="GT America Regular" pitchFamily="2" charset="77"/>
              </a:rPr>
              <a:t> de </a:t>
            </a:r>
            <a:r>
              <a:rPr lang="en-US" sz="700" err="1">
                <a:solidFill>
                  <a:schemeClr val="tx1"/>
                </a:solidFill>
                <a:effectLst/>
                <a:latin typeface="+mn-lt"/>
                <a:ea typeface="GT America Regular" pitchFamily="2" charset="77"/>
                <a:cs typeface="GT America Regular" pitchFamily="2" charset="77"/>
              </a:rPr>
              <a:t>Classificação</a:t>
            </a:r>
            <a:r>
              <a:rPr lang="en-US" sz="700">
                <a:solidFill>
                  <a:schemeClr val="tx1"/>
                </a:solidFill>
                <a:effectLst/>
                <a:latin typeface="+mn-lt"/>
                <a:ea typeface="GT America Regular" pitchFamily="2" charset="77"/>
                <a:cs typeface="GT America Regular" pitchFamily="2" charset="77"/>
              </a:rPr>
              <a:t> de </a:t>
            </a:r>
            <a:r>
              <a:rPr lang="en-US" sz="700" err="1">
                <a:solidFill>
                  <a:schemeClr val="tx1"/>
                </a:solidFill>
                <a:effectLst/>
                <a:latin typeface="+mn-lt"/>
                <a:ea typeface="GT America Regular" pitchFamily="2" charset="77"/>
                <a:cs typeface="GT America Regular" pitchFamily="2" charset="77"/>
              </a:rPr>
              <a:t>Risco</a:t>
            </a:r>
            <a:r>
              <a:rPr lang="en-US" sz="700">
                <a:solidFill>
                  <a:schemeClr val="tx1"/>
                </a:solidFill>
                <a:effectLst/>
                <a:latin typeface="+mn-lt"/>
                <a:ea typeface="GT America Regular" pitchFamily="2" charset="77"/>
                <a:cs typeface="GT America Regular" pitchFamily="2" charset="77"/>
              </a:rPr>
              <a:t> LTDA, Moody’s Local MX S.A. de C.V, I.C.V., Moody's Local PE </a:t>
            </a:r>
            <a:r>
              <a:rPr lang="en-US" sz="700" err="1">
                <a:solidFill>
                  <a:schemeClr val="tx1"/>
                </a:solidFill>
                <a:effectLst/>
                <a:latin typeface="+mn-lt"/>
                <a:ea typeface="GT America Regular" pitchFamily="2" charset="77"/>
                <a:cs typeface="GT America Regular" pitchFamily="2" charset="77"/>
              </a:rPr>
              <a:t>Clasificadora</a:t>
            </a:r>
            <a:r>
              <a:rPr lang="en-US" sz="700">
                <a:solidFill>
                  <a:schemeClr val="tx1"/>
                </a:solidFill>
                <a:effectLst/>
                <a:latin typeface="+mn-lt"/>
                <a:ea typeface="GT America Regular" pitchFamily="2" charset="77"/>
                <a:cs typeface="GT America Regular" pitchFamily="2" charset="77"/>
              </a:rPr>
              <a:t> de </a:t>
            </a:r>
            <a:r>
              <a:rPr lang="en-US" sz="700" err="1">
                <a:solidFill>
                  <a:schemeClr val="tx1"/>
                </a:solidFill>
                <a:effectLst/>
                <a:latin typeface="+mn-lt"/>
                <a:ea typeface="GT America Regular" pitchFamily="2" charset="77"/>
                <a:cs typeface="GT America Regular" pitchFamily="2" charset="77"/>
              </a:rPr>
              <a:t>Riesgo</a:t>
            </a:r>
            <a:r>
              <a:rPr lang="en-US" sz="700">
                <a:solidFill>
                  <a:schemeClr val="tx1"/>
                </a:solidFill>
                <a:effectLst/>
                <a:latin typeface="+mn-lt"/>
                <a:ea typeface="GT America Regular" pitchFamily="2" charset="77"/>
                <a:cs typeface="GT America Regular" pitchFamily="2" charset="77"/>
              </a:rPr>
              <a:t> S.A., and Moody's Local PA </a:t>
            </a:r>
            <a:r>
              <a:rPr lang="en-US" sz="700" err="1">
                <a:solidFill>
                  <a:schemeClr val="tx1"/>
                </a:solidFill>
                <a:effectLst/>
                <a:latin typeface="+mn-lt"/>
                <a:ea typeface="GT America Regular" pitchFamily="2" charset="77"/>
                <a:cs typeface="GT America Regular" pitchFamily="2" charset="77"/>
              </a:rPr>
              <a:t>Calificadora</a:t>
            </a:r>
            <a:r>
              <a:rPr lang="en-US" sz="700">
                <a:solidFill>
                  <a:schemeClr val="tx1"/>
                </a:solidFill>
                <a:effectLst/>
                <a:latin typeface="+mn-lt"/>
                <a:ea typeface="GT America Regular" pitchFamily="2" charset="77"/>
                <a:cs typeface="GT America Regular" pitchFamily="2" charset="77"/>
              </a:rPr>
              <a:t> de </a:t>
            </a:r>
            <a:r>
              <a:rPr lang="en-US" sz="700" err="1">
                <a:solidFill>
                  <a:schemeClr val="tx1"/>
                </a:solidFill>
                <a:effectLst/>
                <a:latin typeface="+mn-lt"/>
                <a:ea typeface="GT America Regular" pitchFamily="2" charset="77"/>
                <a:cs typeface="GT America Regular" pitchFamily="2" charset="77"/>
              </a:rPr>
              <a:t>Riesgo</a:t>
            </a:r>
            <a:r>
              <a:rPr lang="en-US" sz="700">
                <a:solidFill>
                  <a:schemeClr val="tx1"/>
                </a:solidFill>
                <a:effectLst/>
                <a:latin typeface="+mn-lt"/>
                <a:ea typeface="GT America Regular" pitchFamily="2" charset="77"/>
                <a:cs typeface="GT America Regular" pitchFamily="2" charset="77"/>
              </a:rPr>
              <a:t> S.A. (collectively, the “Moody’s Non-NRSRO CRAs”) are all indirectly wholly-owned credit rating agency subsidiaries of MCO. None of the Moody’s Non-NRSRO CRAs is a Nationally Recognized Statistical Rating Organization.</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 </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Additional terms for Australia only: Any publication into Australia of this document is pursuant to the Australian Financial Services License of MOODY’S affiliate, Moody’s Investors Service Pty Limited ABN 61 003 399 657AFSL 336969 and/or Moody’s Analytics Australia Pty Ltd ABN 94 105 136 972 AFSL 383569 (as applicable). This document is intended to be provided only to “wholesale clients” within the meaning of section 761G of the Corporations Act 2001. By continuing to access this document from within Australia, you represent to MOODY’S that you are, or are accessing the document as a representative of, a “wholesale client” and that neither you nor the entity you represent will directly or indirectly disseminate this document or its contents to “retail clients” within the meaning of section 761G of the Corporations Act 2001. MOODY’S credit rating is an opinion as to the creditworthiness of a debt obligation of the issuer, not on the equity securities of the issuer or any form of security that is available to retail investors.</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 </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Additional terms for India only:  Moody’s credit ratings, Assessments, other opinions and Materials are not intended to be and shall not be relied upon or used by any users located in India in relation to securities listed or proposed to be listed on Indian stock exchanges. </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 </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Additional terms with respect to Second Party Opinions (as defined in Moody’s Investors Service Rating Symbols and Definitions): Please note that a Second Party Opinion (“SPO”) is not a “credit rating”. The issuance of SPOs is not a regulated activity in many jurisdictions, including Singapore. JAPAN: In Japan, development and provision of SPOs fall under the category of “Ancillary Businesses”, not “Credit Rating Business”, and are not subject to the regulations applicable to “Credit Rating Business” under the Financial Instruments and Exchange Act of Japan and its relevant regulation. PRC: Any SPO: (1) does not constitute a PRC Green Bond Assessment as defined under any relevant PRC laws or regulations; (2) cannot be included in any registration statement, offering circular, prospectus or any other documents submitted to the PRC regulatory authorities or otherwise used to satisfy any PRC regulatory disclosure requirement; and (3) cannot be used within the PRC for any regulatory purpose or for any other purpose which is not permitted under relevant PRC laws or regulations.  For the purposes of this disclaimer, “PRC” refers to the mainland of the People’s Republic of China, excluding Hong Kong, Macau and Taiwan.</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 </a:t>
            </a:r>
          </a:p>
        </p:txBody>
      </p:sp>
      <p:sp>
        <p:nvSpPr>
          <p:cNvPr id="2" name="Freeform 5">
            <a:extLst>
              <a:ext uri="{FF2B5EF4-FFF2-40B4-BE49-F238E27FC236}">
                <a16:creationId xmlns:a16="http://schemas.microsoft.com/office/drawing/2014/main" id="{97B1C835-81AD-EEDE-C89F-1B3485714E5B}"/>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Tree>
    <p:extLst>
      <p:ext uri="{BB962C8B-B14F-4D97-AF65-F5344CB8AC3E}">
        <p14:creationId xmlns:p14="http://schemas.microsoft.com/office/powerpoint/2010/main" val="2878153957"/>
      </p:ext>
    </p:extLst>
  </p:cSld>
  <p:clrMapOvr>
    <a:masterClrMapping/>
  </p:clrMapOvr>
</p:sldLayout>
</file>

<file path=ppt/slideLayouts/slideLayout174.xml><?xml version="1.0" encoding="utf-8"?>
<p:sldLayout xmlns:a="http://schemas.openxmlformats.org/drawingml/2006/main" xmlns:r="http://schemas.openxmlformats.org/officeDocument/2006/relationships" xmlns:p="http://schemas.openxmlformats.org/presentationml/2006/main" userDrawn="1">
  <p:cSld name="Title only / Dark / Waves">
    <p:bg>
      <p:bgPr>
        <a:solidFill>
          <a:schemeClr val="bg2"/>
        </a:solidFill>
        <a:effectLst/>
      </p:bgPr>
    </p:bg>
    <p:spTree>
      <p:nvGrpSpPr>
        <p:cNvPr id="1" name=""/>
        <p:cNvGrpSpPr/>
        <p:nvPr/>
      </p:nvGrpSpPr>
      <p:grpSpPr>
        <a:xfrm>
          <a:off x="0" y="0"/>
          <a:ext cx="0" cy="0"/>
          <a:chOff x="0" y="0"/>
          <a:chExt cx="0" cy="0"/>
        </a:xfrm>
      </p:grpSpPr>
      <p:pic>
        <p:nvPicPr>
          <p:cNvPr id="2" name="Picture 1" descr="A blue wavy lines on a black background&#10;&#10;Description automatically generated">
            <a:extLst>
              <a:ext uri="{FF2B5EF4-FFF2-40B4-BE49-F238E27FC236}">
                <a16:creationId xmlns:a16="http://schemas.microsoft.com/office/drawing/2014/main" id="{E5769A4C-4B64-42FA-1434-C81384216752}"/>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hidden">
          <a:xfrm>
            <a:off x="6350" y="-1"/>
            <a:ext cx="12179302" cy="6858000"/>
          </a:xfrm>
          <a:prstGeom prst="rect">
            <a:avLst/>
          </a:prstGeom>
        </p:spPr>
      </p:pic>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rgbClr val="F0F0F1"/>
          </a:solidFill>
          <a:ln w="0" cap="flat">
            <a:noFill/>
            <a:prstDash val="solid"/>
            <a:miter/>
          </a:ln>
        </p:spPr>
        <p:txBody>
          <a:bodyPr rtlCol="0" anchor="ctr"/>
          <a:lstStyle/>
          <a:p>
            <a:endParaRPr lang="en-US"/>
          </a:p>
        </p:txBody>
      </p:sp>
      <p:sp>
        <p:nvSpPr>
          <p:cNvPr id="5" name="Title 4">
            <a:extLst>
              <a:ext uri="{FF2B5EF4-FFF2-40B4-BE49-F238E27FC236}">
                <a16:creationId xmlns:a16="http://schemas.microsoft.com/office/drawing/2014/main" id="{DFA82EE6-606F-A412-2CF2-001ACBC3F752}"/>
              </a:ext>
            </a:extLst>
          </p:cNvPr>
          <p:cNvSpPr>
            <a:spLocks noGrp="1"/>
          </p:cNvSpPr>
          <p:nvPr>
            <p:ph type="title"/>
          </p:nvPr>
        </p:nvSpPr>
        <p:spPr>
          <a:xfrm>
            <a:off x="546891" y="552449"/>
            <a:ext cx="11091672" cy="434975"/>
          </a:xfrm>
        </p:spPr>
        <p:txBody>
          <a:bodyPr/>
          <a:lstStyle>
            <a:lvl1pPr>
              <a:defRPr>
                <a:solidFill>
                  <a:schemeClr val="accent1"/>
                </a:solidFill>
              </a:defRPr>
            </a:lvl1pPr>
          </a:lstStyle>
          <a:p>
            <a:r>
              <a:rPr lang="en-US"/>
              <a:t>Click to edit Master title style</a:t>
            </a:r>
          </a:p>
        </p:txBody>
      </p:sp>
      <p:sp>
        <p:nvSpPr>
          <p:cNvPr id="4" name="Text Placeholder 11">
            <a:extLst>
              <a:ext uri="{FF2B5EF4-FFF2-40B4-BE49-F238E27FC236}">
                <a16:creationId xmlns:a16="http://schemas.microsoft.com/office/drawing/2014/main" id="{98C27CD0-E7ED-0F06-9583-C2455E4C7100}"/>
              </a:ext>
            </a:extLst>
          </p:cNvPr>
          <p:cNvSpPr>
            <a:spLocks noGrp="1"/>
          </p:cNvSpPr>
          <p:nvPr>
            <p:ph type="body" sz="quarter" idx="18"/>
          </p:nvPr>
        </p:nvSpPr>
        <p:spPr>
          <a:xfrm>
            <a:off x="548640" y="1127126"/>
            <a:ext cx="11091672" cy="295274"/>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tx1"/>
                </a:solidFill>
                <a:latin typeface="+mj-lt"/>
                <a:ea typeface="GT America Regular" charset="0"/>
                <a:cs typeface="GT America Regular" charset="0"/>
              </a:defRPr>
            </a:lvl9pPr>
          </a:lstStyle>
          <a:p>
            <a:pPr lvl="0"/>
            <a:r>
              <a:rPr lang="en-US"/>
              <a:t>Click to edit Master text styles</a:t>
            </a:r>
          </a:p>
        </p:txBody>
      </p:sp>
      <p:sp>
        <p:nvSpPr>
          <p:cNvPr id="16" name="Text Placeholder 15">
            <a:extLst>
              <a:ext uri="{FF2B5EF4-FFF2-40B4-BE49-F238E27FC236}">
                <a16:creationId xmlns:a16="http://schemas.microsoft.com/office/drawing/2014/main" id="{153D2C7A-DCFA-04C5-B25D-045A4E287A01}"/>
              </a:ext>
            </a:extLst>
          </p:cNvPr>
          <p:cNvSpPr>
            <a:spLocks noGrp="1"/>
          </p:cNvSpPr>
          <p:nvPr>
            <p:ph type="body" sz="quarter" idx="19" hasCustomPrompt="1"/>
          </p:nvPr>
        </p:nvSpPr>
        <p:spPr>
          <a:xfrm>
            <a:off x="546540" y="6019800"/>
            <a:ext cx="6849111" cy="292099"/>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add footnotes or disclaimer information</a:t>
            </a:r>
          </a:p>
        </p:txBody>
      </p:sp>
    </p:spTree>
    <p:extLst>
      <p:ext uri="{BB962C8B-B14F-4D97-AF65-F5344CB8AC3E}">
        <p14:creationId xmlns:p14="http://schemas.microsoft.com/office/powerpoint/2010/main" val="667700650"/>
      </p:ext>
    </p:extLst>
  </p:cSld>
  <p:clrMapOvr>
    <a:overrideClrMapping bg1="dk1" tx1="lt1" bg2="dk2" tx2="lt2" accent1="accent1" accent2="accent2" accent3="accent3" accent4="accent4" accent5="accent5" accent6="accent6" hlink="hlink" folHlink="folHlink"/>
  </p:clrMapOvr>
</p:sldLayout>
</file>

<file path=ppt/slideLayouts/slideLayout175.xml><?xml version="1.0" encoding="utf-8"?>
<p:sldLayout xmlns:a="http://schemas.openxmlformats.org/drawingml/2006/main" xmlns:r="http://schemas.openxmlformats.org/officeDocument/2006/relationships" xmlns:p="http://schemas.openxmlformats.org/presentationml/2006/main" userDrawn="1">
  <p:cSld name="1_Title Only">
    <p:spTree>
      <p:nvGrpSpPr>
        <p:cNvPr id="1" name=""/>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3601F7DF-30E1-D713-9FFA-757E3563DACB}"/>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9" name="Title 8">
            <a:extLst>
              <a:ext uri="{FF2B5EF4-FFF2-40B4-BE49-F238E27FC236}">
                <a16:creationId xmlns:a16="http://schemas.microsoft.com/office/drawing/2014/main" id="{32664483-5AC8-0F16-9C46-37836889B6E9}"/>
              </a:ext>
            </a:extLst>
          </p:cNvPr>
          <p:cNvSpPr>
            <a:spLocks noGrp="1"/>
          </p:cNvSpPr>
          <p:nvPr>
            <p:ph type="title"/>
          </p:nvPr>
        </p:nvSpPr>
        <p:spPr>
          <a:xfrm>
            <a:off x="546100" y="552450"/>
            <a:ext cx="11091861" cy="434975"/>
          </a:xfrm>
        </p:spPr>
        <p:txBody>
          <a:bodyPr/>
          <a:lstStyle/>
          <a:p>
            <a:r>
              <a:rPr lang="en-US"/>
              <a:t>Click to edit Master title style</a:t>
            </a:r>
          </a:p>
        </p:txBody>
      </p:sp>
      <p:sp>
        <p:nvSpPr>
          <p:cNvPr id="3" name="Freeform 5">
            <a:extLst>
              <a:ext uri="{FF2B5EF4-FFF2-40B4-BE49-F238E27FC236}">
                <a16:creationId xmlns:a16="http://schemas.microsoft.com/office/drawing/2014/main" id="{7FE8C2D7-70E3-CC7C-8803-9B39088A71F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4" name="Text Placeholder 10">
            <a:extLst>
              <a:ext uri="{FF2B5EF4-FFF2-40B4-BE49-F238E27FC236}">
                <a16:creationId xmlns:a16="http://schemas.microsoft.com/office/drawing/2014/main" id="{8D27C407-E192-03E9-638A-6586423552D1}"/>
              </a:ext>
            </a:extLst>
          </p:cNvPr>
          <p:cNvSpPr>
            <a:spLocks noGrp="1"/>
          </p:cNvSpPr>
          <p:nvPr>
            <p:ph type="body" sz="quarter" idx="45"/>
          </p:nvPr>
        </p:nvSpPr>
        <p:spPr>
          <a:xfrm>
            <a:off x="546100" y="1127125"/>
            <a:ext cx="1109186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5" name="Text Placeholder 15">
            <a:extLst>
              <a:ext uri="{FF2B5EF4-FFF2-40B4-BE49-F238E27FC236}">
                <a16:creationId xmlns:a16="http://schemas.microsoft.com/office/drawing/2014/main" id="{00C9B1A6-9BEE-5CDA-ABBB-81C99443866D}"/>
              </a:ext>
            </a:extLst>
          </p:cNvPr>
          <p:cNvSpPr>
            <a:spLocks noGrp="1"/>
          </p:cNvSpPr>
          <p:nvPr>
            <p:ph type="body" sz="quarter" idx="46"/>
          </p:nvPr>
        </p:nvSpPr>
        <p:spPr>
          <a:xfrm>
            <a:off x="546100" y="6019800"/>
            <a:ext cx="5445125"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grpSp>
        <p:nvGrpSpPr>
          <p:cNvPr id="92" name="Group 91">
            <a:extLst>
              <a:ext uri="{FF2B5EF4-FFF2-40B4-BE49-F238E27FC236}">
                <a16:creationId xmlns:a16="http://schemas.microsoft.com/office/drawing/2014/main" id="{0798617E-247E-2737-1739-69175F72DF00}"/>
              </a:ext>
            </a:extLst>
          </p:cNvPr>
          <p:cNvGrpSpPr/>
          <p:nvPr userDrawn="1"/>
        </p:nvGrpSpPr>
        <p:grpSpPr>
          <a:xfrm>
            <a:off x="12356815" y="0"/>
            <a:ext cx="756834" cy="6872642"/>
            <a:chOff x="12356815" y="0"/>
            <a:chExt cx="756834" cy="6872642"/>
          </a:xfrm>
        </p:grpSpPr>
        <p:sp>
          <p:nvSpPr>
            <p:cNvPr id="2" name="Rectangle 1">
              <a:extLst>
                <a:ext uri="{FF2B5EF4-FFF2-40B4-BE49-F238E27FC236}">
                  <a16:creationId xmlns:a16="http://schemas.microsoft.com/office/drawing/2014/main" id="{A8D8143E-0BF4-CD52-C859-DEEB4D250714}"/>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2" name="TextBox 51">
              <a:extLst>
                <a:ext uri="{FF2B5EF4-FFF2-40B4-BE49-F238E27FC236}">
                  <a16:creationId xmlns:a16="http://schemas.microsoft.com/office/drawing/2014/main" id="{BA12C94B-1B42-D761-2F94-3AE3FA3D0E4A}"/>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3" name="Rectangle 62">
              <a:extLst>
                <a:ext uri="{FF2B5EF4-FFF2-40B4-BE49-F238E27FC236}">
                  <a16:creationId xmlns:a16="http://schemas.microsoft.com/office/drawing/2014/main" id="{498A5541-0A28-FFA7-355E-523ACAA049C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69" name="Group 68">
              <a:extLst>
                <a:ext uri="{FF2B5EF4-FFF2-40B4-BE49-F238E27FC236}">
                  <a16:creationId xmlns:a16="http://schemas.microsoft.com/office/drawing/2014/main" id="{50161755-2B78-00C9-A75B-71F84182FE40}"/>
                </a:ext>
              </a:extLst>
            </p:cNvPr>
            <p:cNvGrpSpPr/>
            <p:nvPr userDrawn="1"/>
          </p:nvGrpSpPr>
          <p:grpSpPr>
            <a:xfrm>
              <a:off x="12442019" y="3791214"/>
              <a:ext cx="382660" cy="2882942"/>
              <a:chOff x="14001569" y="3716048"/>
              <a:chExt cx="316248" cy="3171236"/>
            </a:xfrm>
          </p:grpSpPr>
          <p:sp>
            <p:nvSpPr>
              <p:cNvPr id="70" name="Rectangle 69">
                <a:extLst>
                  <a:ext uri="{FF2B5EF4-FFF2-40B4-BE49-F238E27FC236}">
                    <a16:creationId xmlns:a16="http://schemas.microsoft.com/office/drawing/2014/main" id="{D1D05B16-0692-674D-48F8-AD7BBDD9B293}"/>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1" name="Rectangle 70">
                <a:extLst>
                  <a:ext uri="{FF2B5EF4-FFF2-40B4-BE49-F238E27FC236}">
                    <a16:creationId xmlns:a16="http://schemas.microsoft.com/office/drawing/2014/main" id="{1A9D4841-7275-B41A-4187-0A664F3AA979}"/>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2" name="Rectangle 71">
                <a:extLst>
                  <a:ext uri="{FF2B5EF4-FFF2-40B4-BE49-F238E27FC236}">
                    <a16:creationId xmlns:a16="http://schemas.microsoft.com/office/drawing/2014/main" id="{0E1B8A8B-4CC8-7EFB-4533-5C24C8463212}"/>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3" name="Rectangle 72">
                <a:extLst>
                  <a:ext uri="{FF2B5EF4-FFF2-40B4-BE49-F238E27FC236}">
                    <a16:creationId xmlns:a16="http://schemas.microsoft.com/office/drawing/2014/main" id="{81F22297-2327-1EDD-3468-BE9F9A29D15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4" name="Rectangle 73">
                <a:extLst>
                  <a:ext uri="{FF2B5EF4-FFF2-40B4-BE49-F238E27FC236}">
                    <a16:creationId xmlns:a16="http://schemas.microsoft.com/office/drawing/2014/main" id="{B93BF0BB-47B9-DE28-B1E2-8EEA2154770D}"/>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5" name="Rectangle 74">
                <a:extLst>
                  <a:ext uri="{FF2B5EF4-FFF2-40B4-BE49-F238E27FC236}">
                    <a16:creationId xmlns:a16="http://schemas.microsoft.com/office/drawing/2014/main" id="{E6568330-DF08-4678-3BE8-5BCE081D0716}"/>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6" name="Rectangle 75">
                <a:extLst>
                  <a:ext uri="{FF2B5EF4-FFF2-40B4-BE49-F238E27FC236}">
                    <a16:creationId xmlns:a16="http://schemas.microsoft.com/office/drawing/2014/main" id="{3EE71149-E1B3-38BE-6723-9A8827447536}"/>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7" name="Rectangle 76">
                <a:extLst>
                  <a:ext uri="{FF2B5EF4-FFF2-40B4-BE49-F238E27FC236}">
                    <a16:creationId xmlns:a16="http://schemas.microsoft.com/office/drawing/2014/main" id="{CE1A5062-78FB-0249-0CB3-520B18CF9784}"/>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8" name="Rectangle 77">
                <a:extLst>
                  <a:ext uri="{FF2B5EF4-FFF2-40B4-BE49-F238E27FC236}">
                    <a16:creationId xmlns:a16="http://schemas.microsoft.com/office/drawing/2014/main" id="{5223E46D-913A-A332-D764-8586F2A87AB4}"/>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9" name="Rectangle 78">
                <a:extLst>
                  <a:ext uri="{FF2B5EF4-FFF2-40B4-BE49-F238E27FC236}">
                    <a16:creationId xmlns:a16="http://schemas.microsoft.com/office/drawing/2014/main" id="{8678326D-3C78-1ABA-EBEC-B9421DFBFD4C}"/>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80" name="Group 79">
              <a:extLst>
                <a:ext uri="{FF2B5EF4-FFF2-40B4-BE49-F238E27FC236}">
                  <a16:creationId xmlns:a16="http://schemas.microsoft.com/office/drawing/2014/main" id="{7DB46327-FEE7-18F9-8FD7-AEC19B997B21}"/>
                </a:ext>
              </a:extLst>
            </p:cNvPr>
            <p:cNvGrpSpPr/>
            <p:nvPr userDrawn="1"/>
          </p:nvGrpSpPr>
          <p:grpSpPr>
            <a:xfrm>
              <a:off x="12442019" y="198485"/>
              <a:ext cx="382660" cy="2882942"/>
              <a:chOff x="12742785" y="3716048"/>
              <a:chExt cx="316248" cy="3171236"/>
            </a:xfrm>
          </p:grpSpPr>
          <p:sp>
            <p:nvSpPr>
              <p:cNvPr id="81" name="Rectangle 80">
                <a:extLst>
                  <a:ext uri="{FF2B5EF4-FFF2-40B4-BE49-F238E27FC236}">
                    <a16:creationId xmlns:a16="http://schemas.microsoft.com/office/drawing/2014/main" id="{6CAA87FF-3BB2-967F-E898-BBC4F9AA9420}"/>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2" name="Rectangle 81">
                <a:extLst>
                  <a:ext uri="{FF2B5EF4-FFF2-40B4-BE49-F238E27FC236}">
                    <a16:creationId xmlns:a16="http://schemas.microsoft.com/office/drawing/2014/main" id="{829950E0-9E32-A623-6377-1984A86CDBF3}"/>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3" name="Rectangle 82">
                <a:extLst>
                  <a:ext uri="{FF2B5EF4-FFF2-40B4-BE49-F238E27FC236}">
                    <a16:creationId xmlns:a16="http://schemas.microsoft.com/office/drawing/2014/main" id="{C111E6D3-A976-FCC9-AC3D-53A6EB9EC123}"/>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4" name="Rectangle 83">
                <a:extLst>
                  <a:ext uri="{FF2B5EF4-FFF2-40B4-BE49-F238E27FC236}">
                    <a16:creationId xmlns:a16="http://schemas.microsoft.com/office/drawing/2014/main" id="{95E39AE0-5FBF-4BBB-D0B7-B23C3E2455E7}"/>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5" name="Rectangle 84">
                <a:extLst>
                  <a:ext uri="{FF2B5EF4-FFF2-40B4-BE49-F238E27FC236}">
                    <a16:creationId xmlns:a16="http://schemas.microsoft.com/office/drawing/2014/main" id="{48E227D5-94D4-A7B8-6F39-12A9F21F3F2A}"/>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6" name="Rectangle 85">
                <a:extLst>
                  <a:ext uri="{FF2B5EF4-FFF2-40B4-BE49-F238E27FC236}">
                    <a16:creationId xmlns:a16="http://schemas.microsoft.com/office/drawing/2014/main" id="{600ACCB4-2A91-F351-642E-091D959D8464}"/>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7" name="Rectangle 86">
                <a:extLst>
                  <a:ext uri="{FF2B5EF4-FFF2-40B4-BE49-F238E27FC236}">
                    <a16:creationId xmlns:a16="http://schemas.microsoft.com/office/drawing/2014/main" id="{A99970AD-31CA-2616-FF28-2D85AAA1ABC7}"/>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8" name="Rectangle 87">
                <a:extLst>
                  <a:ext uri="{FF2B5EF4-FFF2-40B4-BE49-F238E27FC236}">
                    <a16:creationId xmlns:a16="http://schemas.microsoft.com/office/drawing/2014/main" id="{215D475B-6249-D0E4-65BC-263409A02A19}"/>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9" name="Rectangle 88">
                <a:extLst>
                  <a:ext uri="{FF2B5EF4-FFF2-40B4-BE49-F238E27FC236}">
                    <a16:creationId xmlns:a16="http://schemas.microsoft.com/office/drawing/2014/main" id="{BB424193-F5EB-A39E-341D-C3FB693413E4}"/>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90" name="Rectangle 89">
                <a:extLst>
                  <a:ext uri="{FF2B5EF4-FFF2-40B4-BE49-F238E27FC236}">
                    <a16:creationId xmlns:a16="http://schemas.microsoft.com/office/drawing/2014/main" id="{B49D944C-BABD-9DE1-EE74-B55D21E2F0E1}"/>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91" name="TextBox 90">
              <a:extLst>
                <a:ext uri="{FF2B5EF4-FFF2-40B4-BE49-F238E27FC236}">
                  <a16:creationId xmlns:a16="http://schemas.microsoft.com/office/drawing/2014/main" id="{D4AC6DEF-4491-37A4-C6BB-02578725D591}"/>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128" name="TextBox 127">
            <a:extLst>
              <a:ext uri="{FF2B5EF4-FFF2-40B4-BE49-F238E27FC236}">
                <a16:creationId xmlns:a16="http://schemas.microsoft.com/office/drawing/2014/main" id="{D2DB175A-FFD0-4856-7479-6B34D879AE38}"/>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975987269"/>
      </p:ext>
    </p:extLst>
  </p:cSld>
  <p:clrMapOvr>
    <a:masterClrMapping/>
  </p:clrMapOvr>
</p:sldLayout>
</file>

<file path=ppt/slideLayouts/slideLayout176.xml><?xml version="1.0" encoding="utf-8"?>
<p:sldLayout xmlns:a="http://schemas.openxmlformats.org/drawingml/2006/main" xmlns:r="http://schemas.openxmlformats.org/officeDocument/2006/relationships" xmlns:p="http://schemas.openxmlformats.org/presentationml/2006/main" preserve="1" userDrawn="1">
  <p:cSld name="Cover 1">
    <p:bg>
      <p:bgPr>
        <a:solidFill>
          <a:schemeClr val="bg2"/>
        </a:solidFill>
        <a:effectLst/>
      </p:bgPr>
    </p:bg>
    <p:spTree>
      <p:nvGrpSpPr>
        <p:cNvPr id="1" name=""/>
        <p:cNvGrpSpPr/>
        <p:nvPr/>
      </p:nvGrpSpPr>
      <p:grpSpPr>
        <a:xfrm>
          <a:off x="0" y="0"/>
          <a:ext cx="0" cy="0"/>
          <a:chOff x="0" y="0"/>
          <a:chExt cx="0" cy="0"/>
        </a:xfrm>
      </p:grpSpPr>
      <p:pic>
        <p:nvPicPr>
          <p:cNvPr id="7" name="Picture 6" descr="A blue and black background&#10;&#10;Description automatically generated">
            <a:extLst>
              <a:ext uri="{FF2B5EF4-FFF2-40B4-BE49-F238E27FC236}">
                <a16:creationId xmlns:a16="http://schemas.microsoft.com/office/drawing/2014/main" id="{78834B98-F94F-BBE0-213C-85AFCDC4764F}"/>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hidden">
          <a:xfrm>
            <a:off x="0" y="-1"/>
            <a:ext cx="12192000" cy="6858000"/>
          </a:xfrm>
          <a:prstGeom prst="rect">
            <a:avLst/>
          </a:prstGeom>
        </p:spPr>
      </p:pic>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46099" y="3552825"/>
            <a:ext cx="5445125" cy="2179638"/>
          </a:xfrm>
          <a:prstGeom prst="rect">
            <a:avLst/>
          </a:prstGeom>
        </p:spPr>
        <p:txBody>
          <a:bodyPr anchor="b"/>
          <a:lstStyle>
            <a:lvl1pPr>
              <a:defRPr b="0" i="0">
                <a:solidFill>
                  <a:schemeClr val="tx1"/>
                </a:solidFill>
              </a:defRPr>
            </a:lvl1pPr>
          </a:lstStyle>
          <a:p>
            <a:r>
              <a:rPr lang="en-US"/>
              <a:t>Click to edit Master title style</a:t>
            </a:r>
          </a:p>
        </p:txBody>
      </p:sp>
      <p:sp>
        <p:nvSpPr>
          <p:cNvPr id="10" name="Freeform 5">
            <a:extLst>
              <a:ext uri="{FF2B5EF4-FFF2-40B4-BE49-F238E27FC236}">
                <a16:creationId xmlns:a16="http://schemas.microsoft.com/office/drawing/2014/main" id="{D38E589A-C29C-8E0A-54D9-0FD61209638A}"/>
              </a:ext>
            </a:extLst>
          </p:cNvPr>
          <p:cNvSpPr/>
          <p:nvPr userDrawn="1"/>
        </p:nvSpPr>
        <p:spPr bwMode="black">
          <a:xfrm>
            <a:off x="539749" y="502825"/>
            <a:ext cx="11098213" cy="1839149"/>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solidFill>
                <a:schemeClr val="tx1"/>
              </a:solidFill>
            </a:endParaRPr>
          </a:p>
        </p:txBody>
      </p:sp>
      <p:sp>
        <p:nvSpPr>
          <p:cNvPr id="12" name="Text Placeholder 11">
            <a:extLst>
              <a:ext uri="{FF2B5EF4-FFF2-40B4-BE49-F238E27FC236}">
                <a16:creationId xmlns:a16="http://schemas.microsoft.com/office/drawing/2014/main" id="{E72AFBB8-BCA9-94F3-D205-3A4D41E4862E}"/>
              </a:ext>
            </a:extLst>
          </p:cNvPr>
          <p:cNvSpPr>
            <a:spLocks noGrp="1"/>
          </p:cNvSpPr>
          <p:nvPr>
            <p:ph type="body" sz="quarter" idx="11" hasCustomPrompt="1"/>
          </p:nvPr>
        </p:nvSpPr>
        <p:spPr>
          <a:xfrm>
            <a:off x="3367089" y="6311900"/>
            <a:ext cx="5445126" cy="269875"/>
          </a:xfrm>
        </p:spPr>
        <p:txBody>
          <a:bodyPr anchor="b">
            <a:normAutofit/>
          </a:bodyPr>
          <a:lstStyle>
            <a:lvl1pPr marL="0" algn="l" defTabSz="914400" rtl="0" eaLnBrk="1" latinLnBrk="0" hangingPunct="1">
              <a:defRPr lang="en-US" sz="1000" b="0" i="0" kern="1200" dirty="0" smtClean="0">
                <a:solidFill>
                  <a:schemeClr val="tx1"/>
                </a:solidFill>
                <a:latin typeface="+mn-lt"/>
                <a:ea typeface="GT America Regular" pitchFamily="2" charset="77"/>
                <a:cs typeface="GT America Regular" pitchFamily="2" charset="77"/>
              </a:defRPr>
            </a:lvl1pPr>
            <a:lvl2pPr>
              <a:defRPr sz="1000"/>
            </a:lvl2pPr>
            <a:lvl3pPr marL="0" indent="0">
              <a:buNone/>
              <a:defRPr sz="1000"/>
            </a:lvl3pPr>
            <a:lvl4pPr marL="0" indent="0">
              <a:defRPr sz="1000"/>
            </a:lvl4pPr>
            <a:lvl5pPr marL="0" indent="0">
              <a:buNone/>
              <a:defRPr sz="1000"/>
            </a:lvl5pPr>
            <a:lvl6pPr marL="0" indent="0">
              <a:defRPr sz="1000"/>
            </a:lvl6pPr>
            <a:lvl7pPr marL="0" indent="0">
              <a:buNone/>
              <a:defRPr sz="1000"/>
            </a:lvl7pPr>
            <a:lvl8pPr marL="0" indent="0">
              <a:defRPr sz="1000"/>
            </a:lvl8pPr>
            <a:lvl9pPr marL="0" indent="0">
              <a:buNone/>
              <a:defRPr sz="1000"/>
            </a:lvl9pPr>
          </a:lstStyle>
          <a:p>
            <a:pPr lvl="0"/>
            <a:r>
              <a:rPr lang="en-US"/>
              <a:t>Title Department</a:t>
            </a:r>
          </a:p>
        </p:txBody>
      </p:sp>
      <p:sp>
        <p:nvSpPr>
          <p:cNvPr id="3" name="Date Placeholder 3">
            <a:extLst>
              <a:ext uri="{FF2B5EF4-FFF2-40B4-BE49-F238E27FC236}">
                <a16:creationId xmlns:a16="http://schemas.microsoft.com/office/drawing/2014/main" id="{7A00869A-4EEC-6377-9755-BE0859C5FBE0}"/>
              </a:ext>
            </a:extLst>
          </p:cNvPr>
          <p:cNvSpPr>
            <a:spLocks noGrp="1"/>
          </p:cNvSpPr>
          <p:nvPr>
            <p:ph type="dt" sz="half" idx="2"/>
          </p:nvPr>
        </p:nvSpPr>
        <p:spPr>
          <a:xfrm>
            <a:off x="9013829" y="6311900"/>
            <a:ext cx="2619375" cy="269875"/>
          </a:xfrm>
          <a:prstGeom prst="rect">
            <a:avLst/>
          </a:prstGeom>
        </p:spPr>
        <p:txBody>
          <a:bodyPr vert="horz" lIns="0" tIns="0" rIns="0" bIns="0" rtlCol="0" anchor="b" anchorCtr="0"/>
          <a:lstStyle>
            <a:lvl1pPr algn="r">
              <a:defRPr sz="1000">
                <a:solidFill>
                  <a:schemeClr val="tx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
        <p:nvSpPr>
          <p:cNvPr id="13" name="Text Placeholder 12">
            <a:extLst>
              <a:ext uri="{FF2B5EF4-FFF2-40B4-BE49-F238E27FC236}">
                <a16:creationId xmlns:a16="http://schemas.microsoft.com/office/drawing/2014/main" id="{C423DB64-C228-437F-B60D-1E1BE27A7AAF}"/>
              </a:ext>
            </a:extLst>
          </p:cNvPr>
          <p:cNvSpPr>
            <a:spLocks noGrp="1"/>
          </p:cNvSpPr>
          <p:nvPr>
            <p:ph type="body" sz="quarter" idx="99" hasCustomPrompt="1"/>
          </p:nvPr>
        </p:nvSpPr>
        <p:spPr>
          <a:xfrm>
            <a:off x="539750" y="6311900"/>
            <a:ext cx="2619375" cy="269875"/>
          </a:xfrm>
        </p:spPr>
        <p:txBody>
          <a:bodyPr anchor="b">
            <a:noAutofit/>
          </a:bodyPr>
          <a:lstStyle>
            <a:lvl1pPr>
              <a:defRPr sz="1000" b="0"/>
            </a:lvl1pPr>
            <a:lvl2pP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Single presenter</a:t>
            </a:r>
          </a:p>
        </p:txBody>
      </p:sp>
      <p:sp>
        <p:nvSpPr>
          <p:cNvPr id="16" name="Text Placeholder 15">
            <a:extLst>
              <a:ext uri="{FF2B5EF4-FFF2-40B4-BE49-F238E27FC236}">
                <a16:creationId xmlns:a16="http://schemas.microsoft.com/office/drawing/2014/main" id="{98C70801-2682-CDF2-4AEE-21379A10EAB6}"/>
              </a:ext>
            </a:extLst>
          </p:cNvPr>
          <p:cNvSpPr>
            <a:spLocks noGrp="1"/>
          </p:cNvSpPr>
          <p:nvPr>
            <p:ph type="body" sz="quarter" idx="100" hasCustomPrompt="1"/>
          </p:nvPr>
        </p:nvSpPr>
        <p:spPr>
          <a:xfrm>
            <a:off x="546099" y="3014450"/>
            <a:ext cx="2615184" cy="281478"/>
          </a:xfrm>
        </p:spPr>
        <p:txBody>
          <a:bodyPr>
            <a:noAutofit/>
          </a:bodyPr>
          <a:lstStyle>
            <a:lvl1pPr>
              <a:defRPr sz="1000"/>
            </a:lvl1pPr>
            <a:lvl2pPr marL="285750" indent="-285750">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1</a:t>
            </a:r>
          </a:p>
        </p:txBody>
      </p:sp>
      <p:sp>
        <p:nvSpPr>
          <p:cNvPr id="18" name="Text Placeholder 17">
            <a:extLst>
              <a:ext uri="{FF2B5EF4-FFF2-40B4-BE49-F238E27FC236}">
                <a16:creationId xmlns:a16="http://schemas.microsoft.com/office/drawing/2014/main" id="{94B37353-6985-FCA6-CD38-4B2A083EC280}"/>
              </a:ext>
            </a:extLst>
          </p:cNvPr>
          <p:cNvSpPr>
            <a:spLocks noGrp="1"/>
          </p:cNvSpPr>
          <p:nvPr>
            <p:ph type="body" sz="quarter" idx="101" hasCustomPrompt="1"/>
          </p:nvPr>
        </p:nvSpPr>
        <p:spPr>
          <a:xfrm>
            <a:off x="3386138" y="3009900"/>
            <a:ext cx="2615184" cy="286028"/>
          </a:xfrm>
        </p:spPr>
        <p:txBody>
          <a:bodyPr>
            <a:noAutofit/>
          </a:bodyPr>
          <a:lstStyle>
            <a:lvl1pPr>
              <a:defRPr sz="1000"/>
            </a:lvl1pPr>
            <a:lvl2pPr marL="284163" indent="-284163">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2</a:t>
            </a:r>
          </a:p>
        </p:txBody>
      </p:sp>
      <p:sp>
        <p:nvSpPr>
          <p:cNvPr id="20" name="Text Placeholder 19">
            <a:extLst>
              <a:ext uri="{FF2B5EF4-FFF2-40B4-BE49-F238E27FC236}">
                <a16:creationId xmlns:a16="http://schemas.microsoft.com/office/drawing/2014/main" id="{6BA32A09-37DC-FCBC-7D07-E937258863A2}"/>
              </a:ext>
            </a:extLst>
          </p:cNvPr>
          <p:cNvSpPr>
            <a:spLocks noGrp="1"/>
          </p:cNvSpPr>
          <p:nvPr>
            <p:ph type="body" sz="quarter" idx="102" hasCustomPrompt="1"/>
          </p:nvPr>
        </p:nvSpPr>
        <p:spPr>
          <a:xfrm>
            <a:off x="6194425" y="3009900"/>
            <a:ext cx="2615184" cy="286028"/>
          </a:xfrm>
        </p:spPr>
        <p:txBody>
          <a:bodyPr>
            <a:normAutofit/>
          </a:bodyPr>
          <a:lstStyle>
            <a:lvl1pPr>
              <a:defRPr sz="1000"/>
            </a:lvl1pPr>
            <a:lvl2pPr marL="284163" indent="-284163">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3</a:t>
            </a:r>
          </a:p>
        </p:txBody>
      </p:sp>
    </p:spTree>
    <p:extLst>
      <p:ext uri="{BB962C8B-B14F-4D97-AF65-F5344CB8AC3E}">
        <p14:creationId xmlns:p14="http://schemas.microsoft.com/office/powerpoint/2010/main" val="3958527752"/>
      </p:ext>
    </p:extLst>
  </p:cSld>
  <p:clrMapOvr>
    <a:overrideClrMapping bg1="dk1" tx1="lt1" bg2="dk2" tx2="lt2" accent1="accent1" accent2="accent2" accent3="accent3" accent4="accent4" accent5="accent5" accent6="accent6" hlink="hlink" folHlink="folHlink"/>
  </p:clrMapOvr>
</p:sldLayout>
</file>

<file path=ppt/slideLayouts/slideLayout177.xml><?xml version="1.0" encoding="utf-8"?>
<p:sldLayout xmlns:a="http://schemas.openxmlformats.org/drawingml/2006/main" xmlns:r="http://schemas.openxmlformats.org/officeDocument/2006/relationships" xmlns:p="http://schemas.openxmlformats.org/presentationml/2006/main" preserve="1" userDrawn="1">
  <p:cSld name="Cover 2">
    <p:bg>
      <p:bgPr>
        <a:solidFill>
          <a:schemeClr val="bg2"/>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78834B98-F94F-BBE0-213C-85AFCDC4764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t="8922" b="11853"/>
          <a:stretch/>
        </p:blipFill>
        <p:spPr bwMode="hidden">
          <a:xfrm>
            <a:off x="0" y="0"/>
            <a:ext cx="12188952" cy="6858000"/>
          </a:xfrm>
          <a:prstGeom prst="rect">
            <a:avLst/>
          </a:prstGeom>
        </p:spPr>
      </p:pic>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3552825"/>
            <a:ext cx="5441950" cy="2179638"/>
          </a:xfrm>
          <a:prstGeom prst="rect">
            <a:avLst/>
          </a:prstGeom>
        </p:spPr>
        <p:txBody>
          <a:bodyPr anchor="b"/>
          <a:lstStyle>
            <a:lvl1pPr>
              <a:defRPr>
                <a:solidFill>
                  <a:schemeClr val="tx1"/>
                </a:solidFill>
              </a:defRPr>
            </a:lvl1pPr>
          </a:lstStyle>
          <a:p>
            <a:r>
              <a:rPr lang="en-US"/>
              <a:t>Click to edit Master title style</a:t>
            </a:r>
          </a:p>
        </p:txBody>
      </p:sp>
      <p:sp>
        <p:nvSpPr>
          <p:cNvPr id="10" name="Freeform 5">
            <a:extLst>
              <a:ext uri="{FF2B5EF4-FFF2-40B4-BE49-F238E27FC236}">
                <a16:creationId xmlns:a16="http://schemas.microsoft.com/office/drawing/2014/main" id="{D38E589A-C29C-8E0A-54D9-0FD61209638A}"/>
              </a:ext>
            </a:extLst>
          </p:cNvPr>
          <p:cNvSpPr/>
          <p:nvPr userDrawn="1"/>
        </p:nvSpPr>
        <p:spPr bwMode="black">
          <a:xfrm>
            <a:off x="539749" y="502825"/>
            <a:ext cx="11098213" cy="1839149"/>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solidFill>
                <a:schemeClr val="tx1"/>
              </a:solidFill>
            </a:endParaRPr>
          </a:p>
        </p:txBody>
      </p:sp>
      <p:sp>
        <p:nvSpPr>
          <p:cNvPr id="4" name="Text Placeholder 11">
            <a:extLst>
              <a:ext uri="{FF2B5EF4-FFF2-40B4-BE49-F238E27FC236}">
                <a16:creationId xmlns:a16="http://schemas.microsoft.com/office/drawing/2014/main" id="{15C7BCFF-949E-6B1A-9E84-4E640E43A099}"/>
              </a:ext>
            </a:extLst>
          </p:cNvPr>
          <p:cNvSpPr>
            <a:spLocks noGrp="1"/>
          </p:cNvSpPr>
          <p:nvPr>
            <p:ph type="body" sz="quarter" idx="11" hasCustomPrompt="1"/>
          </p:nvPr>
        </p:nvSpPr>
        <p:spPr>
          <a:xfrm>
            <a:off x="3367089" y="6311900"/>
            <a:ext cx="5445126" cy="269875"/>
          </a:xfrm>
        </p:spPr>
        <p:txBody>
          <a:bodyPr anchor="b">
            <a:normAutofit/>
          </a:bodyPr>
          <a:lstStyle>
            <a:lvl1pPr marL="0" algn="l" defTabSz="914400" rtl="0" eaLnBrk="1" latinLnBrk="0" hangingPunct="1">
              <a:defRPr lang="en-US" sz="1000" b="0" i="0" kern="1200" dirty="0" smtClean="0">
                <a:solidFill>
                  <a:schemeClr val="tx1"/>
                </a:solidFill>
                <a:latin typeface="+mn-lt"/>
                <a:ea typeface="GT America Regular" pitchFamily="2" charset="77"/>
                <a:cs typeface="GT America Regular" pitchFamily="2" charset="77"/>
              </a:defRPr>
            </a:lvl1pPr>
            <a:lvl2pPr>
              <a:defRPr sz="1000"/>
            </a:lvl2pPr>
            <a:lvl3pPr marL="0" indent="0">
              <a:buNone/>
              <a:defRPr sz="1000"/>
            </a:lvl3pPr>
            <a:lvl4pPr marL="0" indent="0">
              <a:defRPr sz="1000"/>
            </a:lvl4pPr>
            <a:lvl5pPr marL="0" indent="0">
              <a:buNone/>
              <a:defRPr sz="1000"/>
            </a:lvl5pPr>
            <a:lvl6pPr marL="0" indent="0">
              <a:defRPr sz="1000"/>
            </a:lvl6pPr>
            <a:lvl7pPr marL="0" indent="0">
              <a:buNone/>
              <a:defRPr sz="1000"/>
            </a:lvl7pPr>
            <a:lvl8pPr marL="0" indent="0">
              <a:defRPr sz="1000"/>
            </a:lvl8pPr>
            <a:lvl9pPr marL="0" indent="0">
              <a:buNone/>
              <a:defRPr sz="1000"/>
            </a:lvl9pPr>
          </a:lstStyle>
          <a:p>
            <a:pPr lvl="0"/>
            <a:r>
              <a:rPr lang="en-US"/>
              <a:t>Title Department</a:t>
            </a:r>
          </a:p>
        </p:txBody>
      </p:sp>
      <p:sp>
        <p:nvSpPr>
          <p:cNvPr id="3" name="Date Placeholder 3">
            <a:extLst>
              <a:ext uri="{FF2B5EF4-FFF2-40B4-BE49-F238E27FC236}">
                <a16:creationId xmlns:a16="http://schemas.microsoft.com/office/drawing/2014/main" id="{8535D649-E56D-F236-C1A7-0EB194B6CA32}"/>
              </a:ext>
            </a:extLst>
          </p:cNvPr>
          <p:cNvSpPr>
            <a:spLocks noGrp="1"/>
          </p:cNvSpPr>
          <p:nvPr>
            <p:ph type="dt" sz="half" idx="2"/>
          </p:nvPr>
        </p:nvSpPr>
        <p:spPr>
          <a:xfrm>
            <a:off x="9013829" y="6311900"/>
            <a:ext cx="2619375" cy="269875"/>
          </a:xfrm>
          <a:prstGeom prst="rect">
            <a:avLst/>
          </a:prstGeom>
        </p:spPr>
        <p:txBody>
          <a:bodyPr vert="horz" lIns="0" tIns="0" rIns="0" bIns="0" rtlCol="0" anchor="b" anchorCtr="0"/>
          <a:lstStyle>
            <a:lvl1pPr algn="r">
              <a:defRPr sz="1000">
                <a:solidFill>
                  <a:schemeClr val="tx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
        <p:nvSpPr>
          <p:cNvPr id="11" name="Text Placeholder 12">
            <a:extLst>
              <a:ext uri="{FF2B5EF4-FFF2-40B4-BE49-F238E27FC236}">
                <a16:creationId xmlns:a16="http://schemas.microsoft.com/office/drawing/2014/main" id="{47CB2CEE-A03C-EC89-5AB0-73F5282BA36C}"/>
              </a:ext>
            </a:extLst>
          </p:cNvPr>
          <p:cNvSpPr>
            <a:spLocks noGrp="1"/>
          </p:cNvSpPr>
          <p:nvPr>
            <p:ph type="body" sz="quarter" idx="99" hasCustomPrompt="1"/>
          </p:nvPr>
        </p:nvSpPr>
        <p:spPr>
          <a:xfrm>
            <a:off x="539750" y="6311900"/>
            <a:ext cx="2619375" cy="269875"/>
          </a:xfrm>
        </p:spPr>
        <p:txBody>
          <a:bodyPr anchor="b">
            <a:noAutofit/>
          </a:bodyPr>
          <a:lstStyle>
            <a:lvl1pPr>
              <a:defRPr sz="1000" b="0"/>
            </a:lvl1pPr>
            <a:lvl2pP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Single presenter</a:t>
            </a:r>
          </a:p>
        </p:txBody>
      </p:sp>
      <p:sp>
        <p:nvSpPr>
          <p:cNvPr id="12" name="Text Placeholder 15">
            <a:extLst>
              <a:ext uri="{FF2B5EF4-FFF2-40B4-BE49-F238E27FC236}">
                <a16:creationId xmlns:a16="http://schemas.microsoft.com/office/drawing/2014/main" id="{0376D71A-71A9-510A-D341-C8B568EA210C}"/>
              </a:ext>
            </a:extLst>
          </p:cNvPr>
          <p:cNvSpPr>
            <a:spLocks noGrp="1"/>
          </p:cNvSpPr>
          <p:nvPr>
            <p:ph type="body" sz="quarter" idx="100" hasCustomPrompt="1"/>
          </p:nvPr>
        </p:nvSpPr>
        <p:spPr>
          <a:xfrm>
            <a:off x="546099" y="3014450"/>
            <a:ext cx="2615184" cy="281478"/>
          </a:xfrm>
        </p:spPr>
        <p:txBody>
          <a:bodyPr>
            <a:noAutofit/>
          </a:bodyPr>
          <a:lstStyle>
            <a:lvl1pPr>
              <a:defRPr sz="1000"/>
            </a:lvl1pPr>
            <a:lvl2pPr marL="285750" indent="-285750">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1</a:t>
            </a:r>
          </a:p>
        </p:txBody>
      </p:sp>
      <p:sp>
        <p:nvSpPr>
          <p:cNvPr id="13" name="Text Placeholder 17">
            <a:extLst>
              <a:ext uri="{FF2B5EF4-FFF2-40B4-BE49-F238E27FC236}">
                <a16:creationId xmlns:a16="http://schemas.microsoft.com/office/drawing/2014/main" id="{1C83BB37-A25F-C543-4845-494814497A5A}"/>
              </a:ext>
            </a:extLst>
          </p:cNvPr>
          <p:cNvSpPr>
            <a:spLocks noGrp="1"/>
          </p:cNvSpPr>
          <p:nvPr>
            <p:ph type="body" sz="quarter" idx="101" hasCustomPrompt="1"/>
          </p:nvPr>
        </p:nvSpPr>
        <p:spPr>
          <a:xfrm>
            <a:off x="3386138" y="3009900"/>
            <a:ext cx="2615184" cy="286028"/>
          </a:xfrm>
        </p:spPr>
        <p:txBody>
          <a:bodyPr>
            <a:noAutofit/>
          </a:bodyPr>
          <a:lstStyle>
            <a:lvl1pPr>
              <a:defRPr sz="1000"/>
            </a:lvl1pPr>
            <a:lvl2pPr marL="284163" indent="-284163">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2</a:t>
            </a:r>
          </a:p>
        </p:txBody>
      </p:sp>
      <p:sp>
        <p:nvSpPr>
          <p:cNvPr id="14" name="Text Placeholder 19">
            <a:extLst>
              <a:ext uri="{FF2B5EF4-FFF2-40B4-BE49-F238E27FC236}">
                <a16:creationId xmlns:a16="http://schemas.microsoft.com/office/drawing/2014/main" id="{52E7508F-569C-0E55-9BA1-A12C84FB7A5D}"/>
              </a:ext>
            </a:extLst>
          </p:cNvPr>
          <p:cNvSpPr>
            <a:spLocks noGrp="1"/>
          </p:cNvSpPr>
          <p:nvPr>
            <p:ph type="body" sz="quarter" idx="102" hasCustomPrompt="1"/>
          </p:nvPr>
        </p:nvSpPr>
        <p:spPr>
          <a:xfrm>
            <a:off x="6194425" y="3009900"/>
            <a:ext cx="2615184" cy="286028"/>
          </a:xfrm>
        </p:spPr>
        <p:txBody>
          <a:bodyPr>
            <a:normAutofit/>
          </a:bodyPr>
          <a:lstStyle>
            <a:lvl1pPr>
              <a:defRPr sz="1000"/>
            </a:lvl1pPr>
            <a:lvl2pPr marL="284163" indent="-284163">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3</a:t>
            </a:r>
          </a:p>
        </p:txBody>
      </p:sp>
    </p:spTree>
    <p:extLst>
      <p:ext uri="{BB962C8B-B14F-4D97-AF65-F5344CB8AC3E}">
        <p14:creationId xmlns:p14="http://schemas.microsoft.com/office/powerpoint/2010/main" val="4084710291"/>
      </p:ext>
    </p:extLst>
  </p:cSld>
  <p:clrMapOvr>
    <a:overrideClrMapping bg1="dk1" tx1="lt1" bg2="dk2" tx2="lt2" accent1="accent1" accent2="accent2" accent3="accent3" accent4="accent4" accent5="accent5" accent6="accent6" hlink="hlink" folHlink="folHlink"/>
  </p:clrMapOvr>
</p:sldLayout>
</file>

<file path=ppt/slideLayouts/slideLayout178.xml><?xml version="1.0" encoding="utf-8"?>
<p:sldLayout xmlns:a="http://schemas.openxmlformats.org/drawingml/2006/main" xmlns:r="http://schemas.openxmlformats.org/officeDocument/2006/relationships" xmlns:p="http://schemas.openxmlformats.org/presentationml/2006/main" preserve="1" userDrawn="1">
  <p:cSld name="Cover 3">
    <p:bg>
      <p:bgPr>
        <a:solidFill>
          <a:schemeClr val="bg2"/>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78834B98-F94F-BBE0-213C-85AFCDC4764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t="8922" b="11853"/>
          <a:stretch/>
        </p:blipFill>
        <p:spPr bwMode="hidden">
          <a:xfrm>
            <a:off x="-5621" y="0"/>
            <a:ext cx="12188952" cy="6858000"/>
          </a:xfrm>
          <a:prstGeom prst="rect">
            <a:avLst/>
          </a:prstGeom>
        </p:spPr>
      </p:pic>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3552825"/>
            <a:ext cx="5441950" cy="2179638"/>
          </a:xfrm>
          <a:prstGeom prst="rect">
            <a:avLst/>
          </a:prstGeom>
        </p:spPr>
        <p:txBody>
          <a:bodyPr anchor="b"/>
          <a:lstStyle>
            <a:lvl1pPr>
              <a:defRPr>
                <a:solidFill>
                  <a:schemeClr val="tx1"/>
                </a:solidFill>
              </a:defRPr>
            </a:lvl1pPr>
          </a:lstStyle>
          <a:p>
            <a:r>
              <a:rPr lang="en-US"/>
              <a:t>Click to edit Master title style</a:t>
            </a:r>
          </a:p>
        </p:txBody>
      </p:sp>
      <p:sp>
        <p:nvSpPr>
          <p:cNvPr id="6" name="Freeform 5">
            <a:extLst>
              <a:ext uri="{FF2B5EF4-FFF2-40B4-BE49-F238E27FC236}">
                <a16:creationId xmlns:a16="http://schemas.microsoft.com/office/drawing/2014/main" id="{EBC8BAC9-2F39-70BA-C3AC-DE7DA1042A5B}"/>
              </a:ext>
            </a:extLst>
          </p:cNvPr>
          <p:cNvSpPr/>
          <p:nvPr userDrawn="1"/>
        </p:nvSpPr>
        <p:spPr bwMode="black">
          <a:xfrm>
            <a:off x="539750" y="545106"/>
            <a:ext cx="2635250" cy="436702"/>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solidFill>
                <a:schemeClr val="tx1"/>
              </a:solidFill>
            </a:endParaRPr>
          </a:p>
        </p:txBody>
      </p:sp>
      <p:sp>
        <p:nvSpPr>
          <p:cNvPr id="4" name="Text Placeholder 11">
            <a:extLst>
              <a:ext uri="{FF2B5EF4-FFF2-40B4-BE49-F238E27FC236}">
                <a16:creationId xmlns:a16="http://schemas.microsoft.com/office/drawing/2014/main" id="{6FA1FE30-4DE2-0D36-81F6-894372591DE3}"/>
              </a:ext>
            </a:extLst>
          </p:cNvPr>
          <p:cNvSpPr>
            <a:spLocks noGrp="1"/>
          </p:cNvSpPr>
          <p:nvPr>
            <p:ph type="body" sz="quarter" idx="11" hasCustomPrompt="1"/>
          </p:nvPr>
        </p:nvSpPr>
        <p:spPr>
          <a:xfrm>
            <a:off x="3367089" y="6311900"/>
            <a:ext cx="5445126" cy="269875"/>
          </a:xfrm>
        </p:spPr>
        <p:txBody>
          <a:bodyPr anchor="b">
            <a:normAutofit/>
          </a:bodyPr>
          <a:lstStyle>
            <a:lvl1pPr marL="0" algn="l" defTabSz="914400" rtl="0" eaLnBrk="1" latinLnBrk="0" hangingPunct="1">
              <a:defRPr lang="en-US" sz="1000" b="0" i="0" kern="1200" dirty="0" smtClean="0">
                <a:solidFill>
                  <a:schemeClr val="tx1"/>
                </a:solidFill>
                <a:latin typeface="+mn-lt"/>
                <a:ea typeface="GT America Regular" pitchFamily="2" charset="77"/>
                <a:cs typeface="GT America Regular" pitchFamily="2" charset="77"/>
              </a:defRPr>
            </a:lvl1pPr>
            <a:lvl2pPr>
              <a:defRPr sz="1000"/>
            </a:lvl2pPr>
            <a:lvl3pPr marL="0" indent="0">
              <a:buNone/>
              <a:defRPr sz="1000"/>
            </a:lvl3pPr>
            <a:lvl4pPr marL="0" indent="0">
              <a:defRPr sz="1000"/>
            </a:lvl4pPr>
            <a:lvl5pPr marL="0" indent="0">
              <a:buNone/>
              <a:defRPr sz="1000"/>
            </a:lvl5pPr>
            <a:lvl6pPr marL="0" indent="0">
              <a:defRPr sz="1000"/>
            </a:lvl6pPr>
            <a:lvl7pPr marL="0" indent="0">
              <a:buNone/>
              <a:defRPr sz="1000"/>
            </a:lvl7pPr>
            <a:lvl8pPr marL="0" indent="0">
              <a:defRPr sz="1000"/>
            </a:lvl8pPr>
            <a:lvl9pPr marL="0" indent="0">
              <a:buNone/>
              <a:defRPr sz="1000"/>
            </a:lvl9pPr>
          </a:lstStyle>
          <a:p>
            <a:pPr lvl="0"/>
            <a:r>
              <a:rPr lang="en-US"/>
              <a:t>Title Department</a:t>
            </a:r>
          </a:p>
        </p:txBody>
      </p:sp>
      <p:sp>
        <p:nvSpPr>
          <p:cNvPr id="3" name="Date Placeholder 3">
            <a:extLst>
              <a:ext uri="{FF2B5EF4-FFF2-40B4-BE49-F238E27FC236}">
                <a16:creationId xmlns:a16="http://schemas.microsoft.com/office/drawing/2014/main" id="{553F6D28-3FA3-C8DD-333F-25AAC7FDE379}"/>
              </a:ext>
            </a:extLst>
          </p:cNvPr>
          <p:cNvSpPr>
            <a:spLocks noGrp="1"/>
          </p:cNvSpPr>
          <p:nvPr>
            <p:ph type="dt" sz="half" idx="2"/>
          </p:nvPr>
        </p:nvSpPr>
        <p:spPr>
          <a:xfrm>
            <a:off x="9013829" y="6311900"/>
            <a:ext cx="2619375" cy="269875"/>
          </a:xfrm>
          <a:prstGeom prst="rect">
            <a:avLst/>
          </a:prstGeom>
        </p:spPr>
        <p:txBody>
          <a:bodyPr vert="horz" lIns="0" tIns="0" rIns="0" bIns="0" rtlCol="0" anchor="b" anchorCtr="0"/>
          <a:lstStyle>
            <a:lvl1pPr algn="r">
              <a:defRPr sz="1000">
                <a:solidFill>
                  <a:schemeClr val="tx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
        <p:nvSpPr>
          <p:cNvPr id="9" name="Text Placeholder 8">
            <a:extLst>
              <a:ext uri="{FF2B5EF4-FFF2-40B4-BE49-F238E27FC236}">
                <a16:creationId xmlns:a16="http://schemas.microsoft.com/office/drawing/2014/main" id="{BB5660BA-32D8-A7E6-5696-BC9C94DC43BE}"/>
              </a:ext>
            </a:extLst>
          </p:cNvPr>
          <p:cNvSpPr>
            <a:spLocks noGrp="1"/>
          </p:cNvSpPr>
          <p:nvPr>
            <p:ph type="body" sz="quarter" idx="13" hasCustomPrompt="1"/>
          </p:nvPr>
        </p:nvSpPr>
        <p:spPr>
          <a:xfrm>
            <a:off x="6194424" y="696913"/>
            <a:ext cx="5438779" cy="430212"/>
          </a:xfrm>
        </p:spPr>
        <p:txBody>
          <a:bodyPr tIns="91440">
            <a:noAutofit/>
          </a:bodyPr>
          <a:lstStyle>
            <a:lvl1pPr marL="0" indent="0" algn="r">
              <a:buFont typeface="Arial" panose="020B0604020202020204" pitchFamily="34" charset="0"/>
              <a:buNone/>
              <a:defRPr sz="1600" b="1">
                <a:solidFill>
                  <a:schemeClr val="tx1"/>
                </a:solidFill>
              </a:defRPr>
            </a:lvl1pPr>
            <a:lvl2pPr marL="0" indent="0" algn="r">
              <a:buNone/>
              <a:defRPr sz="1600" b="1">
                <a:solidFill>
                  <a:schemeClr val="tx1"/>
                </a:solidFill>
              </a:defRPr>
            </a:lvl2pPr>
            <a:lvl3pPr marL="0" indent="0" algn="r">
              <a:buNone/>
              <a:defRPr sz="1600" b="1">
                <a:solidFill>
                  <a:schemeClr val="tx1"/>
                </a:solidFill>
              </a:defRPr>
            </a:lvl3pPr>
            <a:lvl4pPr marL="0" indent="0" algn="r">
              <a:buNone/>
              <a:defRPr sz="1600" b="1">
                <a:solidFill>
                  <a:schemeClr val="tx1"/>
                </a:solidFill>
              </a:defRPr>
            </a:lvl4pPr>
            <a:lvl5pPr marL="0" indent="0" algn="r">
              <a:buFont typeface="Arial" panose="020B0604020202020204" pitchFamily="34" charset="0"/>
              <a:buNone/>
              <a:defRPr sz="1600" b="1">
                <a:solidFill>
                  <a:schemeClr val="tx1"/>
                </a:solidFill>
              </a:defRPr>
            </a:lvl5pPr>
            <a:lvl6pPr marL="0" indent="0" algn="r">
              <a:buNone/>
              <a:defRPr sz="1600" b="1">
                <a:solidFill>
                  <a:schemeClr val="tx1"/>
                </a:solidFill>
              </a:defRPr>
            </a:lvl6pPr>
            <a:lvl7pPr marL="0" indent="0" algn="r">
              <a:buNone/>
              <a:defRPr sz="1600" b="1">
                <a:solidFill>
                  <a:schemeClr val="tx1"/>
                </a:solidFill>
              </a:defRPr>
            </a:lvl7pPr>
            <a:lvl8pPr marL="0" indent="0" algn="r">
              <a:buNone/>
              <a:defRPr sz="1600" b="1">
                <a:solidFill>
                  <a:schemeClr val="tx1"/>
                </a:solidFill>
              </a:defRPr>
            </a:lvl8pPr>
            <a:lvl9pPr marL="0" indent="0" algn="r">
              <a:buNone/>
              <a:defRPr sz="1600" b="1">
                <a:solidFill>
                  <a:schemeClr val="tx1"/>
                </a:solidFill>
              </a:defRPr>
            </a:lvl9pPr>
          </a:lstStyle>
          <a:p>
            <a:pPr lvl="0"/>
            <a:r>
              <a:rPr lang="en-US"/>
              <a:t>Division / Geography</a:t>
            </a:r>
          </a:p>
        </p:txBody>
      </p:sp>
      <p:sp>
        <p:nvSpPr>
          <p:cNvPr id="20" name="Text Placeholder 12">
            <a:extLst>
              <a:ext uri="{FF2B5EF4-FFF2-40B4-BE49-F238E27FC236}">
                <a16:creationId xmlns:a16="http://schemas.microsoft.com/office/drawing/2014/main" id="{FBA29B2B-670B-AAB2-BC37-FE5A168EDEA0}"/>
              </a:ext>
            </a:extLst>
          </p:cNvPr>
          <p:cNvSpPr>
            <a:spLocks noGrp="1"/>
          </p:cNvSpPr>
          <p:nvPr>
            <p:ph type="body" sz="quarter" idx="99" hasCustomPrompt="1"/>
          </p:nvPr>
        </p:nvSpPr>
        <p:spPr>
          <a:xfrm>
            <a:off x="539750" y="6311900"/>
            <a:ext cx="2619375" cy="269875"/>
          </a:xfrm>
        </p:spPr>
        <p:txBody>
          <a:bodyPr anchor="b">
            <a:noAutofit/>
          </a:bodyPr>
          <a:lstStyle>
            <a:lvl1pPr>
              <a:defRPr sz="1000" b="0"/>
            </a:lvl1pPr>
            <a:lvl2pP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Single presenter</a:t>
            </a:r>
          </a:p>
        </p:txBody>
      </p:sp>
      <p:sp>
        <p:nvSpPr>
          <p:cNvPr id="21" name="Text Placeholder 15">
            <a:extLst>
              <a:ext uri="{FF2B5EF4-FFF2-40B4-BE49-F238E27FC236}">
                <a16:creationId xmlns:a16="http://schemas.microsoft.com/office/drawing/2014/main" id="{835110E4-502F-E652-7077-A2CE77DA8B44}"/>
              </a:ext>
            </a:extLst>
          </p:cNvPr>
          <p:cNvSpPr>
            <a:spLocks noGrp="1"/>
          </p:cNvSpPr>
          <p:nvPr>
            <p:ph type="body" sz="quarter" idx="100" hasCustomPrompt="1"/>
          </p:nvPr>
        </p:nvSpPr>
        <p:spPr>
          <a:xfrm>
            <a:off x="546099" y="3014450"/>
            <a:ext cx="2615184" cy="281478"/>
          </a:xfrm>
        </p:spPr>
        <p:txBody>
          <a:bodyPr>
            <a:noAutofit/>
          </a:bodyPr>
          <a:lstStyle>
            <a:lvl1pPr>
              <a:defRPr sz="1000"/>
            </a:lvl1pPr>
            <a:lvl2pPr marL="285750" indent="-285750">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1</a:t>
            </a:r>
          </a:p>
        </p:txBody>
      </p:sp>
      <p:sp>
        <p:nvSpPr>
          <p:cNvPr id="22" name="Text Placeholder 17">
            <a:extLst>
              <a:ext uri="{FF2B5EF4-FFF2-40B4-BE49-F238E27FC236}">
                <a16:creationId xmlns:a16="http://schemas.microsoft.com/office/drawing/2014/main" id="{163AD2E7-BE7D-20B6-8408-18EA20DC4C5D}"/>
              </a:ext>
            </a:extLst>
          </p:cNvPr>
          <p:cNvSpPr>
            <a:spLocks noGrp="1"/>
          </p:cNvSpPr>
          <p:nvPr>
            <p:ph type="body" sz="quarter" idx="101" hasCustomPrompt="1"/>
          </p:nvPr>
        </p:nvSpPr>
        <p:spPr>
          <a:xfrm>
            <a:off x="3386138" y="3009900"/>
            <a:ext cx="2615184" cy="286028"/>
          </a:xfrm>
        </p:spPr>
        <p:txBody>
          <a:bodyPr>
            <a:noAutofit/>
          </a:bodyPr>
          <a:lstStyle>
            <a:lvl1pPr>
              <a:defRPr sz="1000"/>
            </a:lvl1pPr>
            <a:lvl2pPr marL="284163" indent="-284163">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2</a:t>
            </a:r>
          </a:p>
        </p:txBody>
      </p:sp>
      <p:sp>
        <p:nvSpPr>
          <p:cNvPr id="23" name="Text Placeholder 19">
            <a:extLst>
              <a:ext uri="{FF2B5EF4-FFF2-40B4-BE49-F238E27FC236}">
                <a16:creationId xmlns:a16="http://schemas.microsoft.com/office/drawing/2014/main" id="{358AEE93-EEF8-93F7-7F9A-409CBCB372CF}"/>
              </a:ext>
            </a:extLst>
          </p:cNvPr>
          <p:cNvSpPr>
            <a:spLocks noGrp="1"/>
          </p:cNvSpPr>
          <p:nvPr>
            <p:ph type="body" sz="quarter" idx="102" hasCustomPrompt="1"/>
          </p:nvPr>
        </p:nvSpPr>
        <p:spPr>
          <a:xfrm>
            <a:off x="6194425" y="3009900"/>
            <a:ext cx="2615184" cy="286028"/>
          </a:xfrm>
        </p:spPr>
        <p:txBody>
          <a:bodyPr>
            <a:normAutofit/>
          </a:bodyPr>
          <a:lstStyle>
            <a:lvl1pPr>
              <a:defRPr sz="1000"/>
            </a:lvl1pPr>
            <a:lvl2pPr marL="284163" indent="-284163">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3</a:t>
            </a:r>
          </a:p>
        </p:txBody>
      </p:sp>
    </p:spTree>
    <p:extLst>
      <p:ext uri="{BB962C8B-B14F-4D97-AF65-F5344CB8AC3E}">
        <p14:creationId xmlns:p14="http://schemas.microsoft.com/office/powerpoint/2010/main" val="1117519114"/>
      </p:ext>
    </p:extLst>
  </p:cSld>
  <p:clrMapOvr>
    <a:overrideClrMapping bg1="dk1" tx1="lt1" bg2="dk2" tx2="lt2" accent1="accent1" accent2="accent2" accent3="accent3" accent4="accent4" accent5="accent5" accent6="accent6" hlink="hlink" folHlink="folHlink"/>
  </p:clrMapOvr>
</p:sldLayout>
</file>

<file path=ppt/slideLayouts/slideLayout179.xml><?xml version="1.0" encoding="utf-8"?>
<p:sldLayout xmlns:a="http://schemas.openxmlformats.org/drawingml/2006/main" xmlns:r="http://schemas.openxmlformats.org/officeDocument/2006/relationships" xmlns:p="http://schemas.openxmlformats.org/presentationml/2006/main" preserve="1" userDrawn="1">
  <p:cSld name="Cover 4 - Dark Photo">
    <p:bg>
      <p:bgPr>
        <a:solidFill>
          <a:schemeClr val="tx1"/>
        </a:solidFill>
        <a:effectLst/>
      </p:bgPr>
    </p:bg>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5C77B404-B686-66A0-1A20-E42FD89A9DE9}"/>
              </a:ext>
            </a:extLst>
          </p:cNvPr>
          <p:cNvSpPr>
            <a:spLocks noGrp="1"/>
          </p:cNvSpPr>
          <p:nvPr>
            <p:ph type="pic" sz="quarter" idx="13"/>
          </p:nvPr>
        </p:nvSpPr>
        <p:spPr>
          <a:xfrm>
            <a:off x="0" y="0"/>
            <a:ext cx="12192000" cy="6857999"/>
          </a:xfrm>
          <a:custGeom>
            <a:avLst/>
            <a:gdLst>
              <a:gd name="connsiteX0" fmla="*/ 2041649 w 12192000"/>
              <a:gd name="connsiteY0" fmla="*/ 647043 h 6857999"/>
              <a:gd name="connsiteX1" fmla="*/ 2097141 w 12192000"/>
              <a:gd name="connsiteY1" fmla="*/ 647043 h 6857999"/>
              <a:gd name="connsiteX2" fmla="*/ 2185808 w 12192000"/>
              <a:gd name="connsiteY2" fmla="*/ 735711 h 6857999"/>
              <a:gd name="connsiteX3" fmla="*/ 2185808 w 12192000"/>
              <a:gd name="connsiteY3" fmla="*/ 791202 h 6857999"/>
              <a:gd name="connsiteX4" fmla="*/ 2097141 w 12192000"/>
              <a:gd name="connsiteY4" fmla="*/ 879871 h 6857999"/>
              <a:gd name="connsiteX5" fmla="*/ 2041649 w 12192000"/>
              <a:gd name="connsiteY5" fmla="*/ 879871 h 6857999"/>
              <a:gd name="connsiteX6" fmla="*/ 1685779 w 12192000"/>
              <a:gd name="connsiteY6" fmla="*/ 638600 h 6857999"/>
              <a:gd name="connsiteX7" fmla="*/ 1768415 w 12192000"/>
              <a:gd name="connsiteY7" fmla="*/ 715201 h 6857999"/>
              <a:gd name="connsiteX8" fmla="*/ 1768415 w 12192000"/>
              <a:gd name="connsiteY8" fmla="*/ 811711 h 6857999"/>
              <a:gd name="connsiteX9" fmla="*/ 1685779 w 12192000"/>
              <a:gd name="connsiteY9" fmla="*/ 888315 h 6857999"/>
              <a:gd name="connsiteX10" fmla="*/ 1603145 w 12192000"/>
              <a:gd name="connsiteY10" fmla="*/ 811711 h 6857999"/>
              <a:gd name="connsiteX11" fmla="*/ 1603145 w 12192000"/>
              <a:gd name="connsiteY11" fmla="*/ 715201 h 6857999"/>
              <a:gd name="connsiteX12" fmla="*/ 1685779 w 12192000"/>
              <a:gd name="connsiteY12" fmla="*/ 638600 h 6857999"/>
              <a:gd name="connsiteX13" fmla="*/ 1248481 w 12192000"/>
              <a:gd name="connsiteY13" fmla="*/ 638600 h 6857999"/>
              <a:gd name="connsiteX14" fmla="*/ 1331117 w 12192000"/>
              <a:gd name="connsiteY14" fmla="*/ 715201 h 6857999"/>
              <a:gd name="connsiteX15" fmla="*/ 1331117 w 12192000"/>
              <a:gd name="connsiteY15" fmla="*/ 811711 h 6857999"/>
              <a:gd name="connsiteX16" fmla="*/ 1248481 w 12192000"/>
              <a:gd name="connsiteY16" fmla="*/ 888315 h 6857999"/>
              <a:gd name="connsiteX17" fmla="*/ 1165846 w 12192000"/>
              <a:gd name="connsiteY17" fmla="*/ 811711 h 6857999"/>
              <a:gd name="connsiteX18" fmla="*/ 1165846 w 12192000"/>
              <a:gd name="connsiteY18" fmla="*/ 715201 h 6857999"/>
              <a:gd name="connsiteX19" fmla="*/ 1248481 w 12192000"/>
              <a:gd name="connsiteY19" fmla="*/ 638600 h 6857999"/>
              <a:gd name="connsiteX20" fmla="*/ 1927044 w 12192000"/>
              <a:gd name="connsiteY20" fmla="*/ 552346 h 6857999"/>
              <a:gd name="connsiteX21" fmla="*/ 1927044 w 12192000"/>
              <a:gd name="connsiteY21" fmla="*/ 974570 h 6857999"/>
              <a:gd name="connsiteX22" fmla="*/ 2097141 w 12192000"/>
              <a:gd name="connsiteY22" fmla="*/ 974570 h 6857999"/>
              <a:gd name="connsiteX23" fmla="*/ 2301618 w 12192000"/>
              <a:gd name="connsiteY23" fmla="*/ 789394 h 6857999"/>
              <a:gd name="connsiteX24" fmla="*/ 2301618 w 12192000"/>
              <a:gd name="connsiteY24" fmla="*/ 737520 h 6857999"/>
              <a:gd name="connsiteX25" fmla="*/ 2097141 w 12192000"/>
              <a:gd name="connsiteY25" fmla="*/ 552346 h 6857999"/>
              <a:gd name="connsiteX26" fmla="*/ 2266624 w 12192000"/>
              <a:gd name="connsiteY26" fmla="*/ 552345 h 6857999"/>
              <a:gd name="connsiteX27" fmla="*/ 2420435 w 12192000"/>
              <a:gd name="connsiteY27" fmla="*/ 788790 h 6857999"/>
              <a:gd name="connsiteX28" fmla="*/ 2420435 w 12192000"/>
              <a:gd name="connsiteY28" fmla="*/ 974569 h 6857999"/>
              <a:gd name="connsiteX29" fmla="*/ 2529007 w 12192000"/>
              <a:gd name="connsiteY29" fmla="*/ 974569 h 6857999"/>
              <a:gd name="connsiteX30" fmla="*/ 2529007 w 12192000"/>
              <a:gd name="connsiteY30" fmla="*/ 788790 h 6857999"/>
              <a:gd name="connsiteX31" fmla="*/ 2682817 w 12192000"/>
              <a:gd name="connsiteY31" fmla="*/ 552345 h 6857999"/>
              <a:gd name="connsiteX32" fmla="*/ 2558564 w 12192000"/>
              <a:gd name="connsiteY32" fmla="*/ 552345 h 6857999"/>
              <a:gd name="connsiteX33" fmla="*/ 2477738 w 12192000"/>
              <a:gd name="connsiteY33" fmla="*/ 685042 h 6857999"/>
              <a:gd name="connsiteX34" fmla="*/ 2396307 w 12192000"/>
              <a:gd name="connsiteY34" fmla="*/ 552345 h 6857999"/>
              <a:gd name="connsiteX35" fmla="*/ 2694276 w 12192000"/>
              <a:gd name="connsiteY35" fmla="*/ 552345 h 6857999"/>
              <a:gd name="connsiteX36" fmla="*/ 2694276 w 12192000"/>
              <a:gd name="connsiteY36" fmla="*/ 666947 h 6857999"/>
              <a:gd name="connsiteX37" fmla="*/ 2743134 w 12192000"/>
              <a:gd name="connsiteY37" fmla="*/ 666947 h 6857999"/>
              <a:gd name="connsiteX38" fmla="*/ 2710563 w 12192000"/>
              <a:gd name="connsiteY38" fmla="*/ 756821 h 6857999"/>
              <a:gd name="connsiteX39" fmla="*/ 2735293 w 12192000"/>
              <a:gd name="connsiteY39" fmla="*/ 756821 h 6857999"/>
              <a:gd name="connsiteX40" fmla="*/ 2808881 w 12192000"/>
              <a:gd name="connsiteY40" fmla="*/ 657901 h 6857999"/>
              <a:gd name="connsiteX41" fmla="*/ 2808881 w 12192000"/>
              <a:gd name="connsiteY41" fmla="*/ 552345 h 6857999"/>
              <a:gd name="connsiteX42" fmla="*/ 539750 w 12192000"/>
              <a:gd name="connsiteY42" fmla="*/ 552345 h 6857999"/>
              <a:gd name="connsiteX43" fmla="*/ 539750 w 12192000"/>
              <a:gd name="connsiteY43" fmla="*/ 974568 h 6857999"/>
              <a:gd name="connsiteX44" fmla="*/ 645307 w 12192000"/>
              <a:gd name="connsiteY44" fmla="*/ 974568 h 6857999"/>
              <a:gd name="connsiteX45" fmla="*/ 645307 w 12192000"/>
              <a:gd name="connsiteY45" fmla="*/ 700726 h 6857999"/>
              <a:gd name="connsiteX46" fmla="*/ 660385 w 12192000"/>
              <a:gd name="connsiteY46" fmla="*/ 763457 h 6857999"/>
              <a:gd name="connsiteX47" fmla="*/ 716483 w 12192000"/>
              <a:gd name="connsiteY47" fmla="*/ 974568 h 6857999"/>
              <a:gd name="connsiteX48" fmla="*/ 827466 w 12192000"/>
              <a:gd name="connsiteY48" fmla="*/ 974568 h 6857999"/>
              <a:gd name="connsiteX49" fmla="*/ 883562 w 12192000"/>
              <a:gd name="connsiteY49" fmla="*/ 763457 h 6857999"/>
              <a:gd name="connsiteX50" fmla="*/ 898643 w 12192000"/>
              <a:gd name="connsiteY50" fmla="*/ 700726 h 6857999"/>
              <a:gd name="connsiteX51" fmla="*/ 898643 w 12192000"/>
              <a:gd name="connsiteY51" fmla="*/ 974568 h 6857999"/>
              <a:gd name="connsiteX52" fmla="*/ 1006610 w 12192000"/>
              <a:gd name="connsiteY52" fmla="*/ 974568 h 6857999"/>
              <a:gd name="connsiteX53" fmla="*/ 1006610 w 12192000"/>
              <a:gd name="connsiteY53" fmla="*/ 552345 h 6857999"/>
              <a:gd name="connsiteX54" fmla="*/ 838323 w 12192000"/>
              <a:gd name="connsiteY54" fmla="*/ 552345 h 6857999"/>
              <a:gd name="connsiteX55" fmla="*/ 785847 w 12192000"/>
              <a:gd name="connsiteY55" fmla="*/ 769489 h 6857999"/>
              <a:gd name="connsiteX56" fmla="*/ 773181 w 12192000"/>
              <a:gd name="connsiteY56" fmla="*/ 829806 h 6857999"/>
              <a:gd name="connsiteX57" fmla="*/ 760513 w 12192000"/>
              <a:gd name="connsiteY57" fmla="*/ 769489 h 6857999"/>
              <a:gd name="connsiteX58" fmla="*/ 708037 w 12192000"/>
              <a:gd name="connsiteY58" fmla="*/ 552345 h 6857999"/>
              <a:gd name="connsiteX59" fmla="*/ 1685779 w 12192000"/>
              <a:gd name="connsiteY59" fmla="*/ 545106 h 6857999"/>
              <a:gd name="connsiteX60" fmla="*/ 1487334 w 12192000"/>
              <a:gd name="connsiteY60" fmla="*/ 725456 h 6857999"/>
              <a:gd name="connsiteX61" fmla="*/ 1487334 w 12192000"/>
              <a:gd name="connsiteY61" fmla="*/ 801457 h 6857999"/>
              <a:gd name="connsiteX62" fmla="*/ 1685779 w 12192000"/>
              <a:gd name="connsiteY62" fmla="*/ 981806 h 6857999"/>
              <a:gd name="connsiteX63" fmla="*/ 1884225 w 12192000"/>
              <a:gd name="connsiteY63" fmla="*/ 801457 h 6857999"/>
              <a:gd name="connsiteX64" fmla="*/ 1884225 w 12192000"/>
              <a:gd name="connsiteY64" fmla="*/ 725456 h 6857999"/>
              <a:gd name="connsiteX65" fmla="*/ 1685779 w 12192000"/>
              <a:gd name="connsiteY65" fmla="*/ 545106 h 6857999"/>
              <a:gd name="connsiteX66" fmla="*/ 1248481 w 12192000"/>
              <a:gd name="connsiteY66" fmla="*/ 545106 h 6857999"/>
              <a:gd name="connsiteX67" fmla="*/ 1050036 w 12192000"/>
              <a:gd name="connsiteY67" fmla="*/ 725456 h 6857999"/>
              <a:gd name="connsiteX68" fmla="*/ 1050036 w 12192000"/>
              <a:gd name="connsiteY68" fmla="*/ 801457 h 6857999"/>
              <a:gd name="connsiteX69" fmla="*/ 1248481 w 12192000"/>
              <a:gd name="connsiteY69" fmla="*/ 981806 h 6857999"/>
              <a:gd name="connsiteX70" fmla="*/ 1446927 w 12192000"/>
              <a:gd name="connsiteY70" fmla="*/ 801457 h 6857999"/>
              <a:gd name="connsiteX71" fmla="*/ 1446927 w 12192000"/>
              <a:gd name="connsiteY71" fmla="*/ 725456 h 6857999"/>
              <a:gd name="connsiteX72" fmla="*/ 1248481 w 12192000"/>
              <a:gd name="connsiteY72" fmla="*/ 545106 h 6857999"/>
              <a:gd name="connsiteX73" fmla="*/ 3000079 w 12192000"/>
              <a:gd name="connsiteY73" fmla="*/ 545106 h 6857999"/>
              <a:gd name="connsiteX74" fmla="*/ 2828172 w 12192000"/>
              <a:gd name="connsiteY74" fmla="*/ 682630 h 6857999"/>
              <a:gd name="connsiteX75" fmla="*/ 2942175 w 12192000"/>
              <a:gd name="connsiteY75" fmla="*/ 806281 h 6857999"/>
              <a:gd name="connsiteX76" fmla="*/ 3018174 w 12192000"/>
              <a:gd name="connsiteY76" fmla="*/ 817743 h 6857999"/>
              <a:gd name="connsiteX77" fmla="*/ 3061604 w 12192000"/>
              <a:gd name="connsiteY77" fmla="*/ 852728 h 6857999"/>
              <a:gd name="connsiteX78" fmla="*/ 3000079 w 12192000"/>
              <a:gd name="connsiteY78" fmla="*/ 887712 h 6857999"/>
              <a:gd name="connsiteX79" fmla="*/ 2937348 w 12192000"/>
              <a:gd name="connsiteY79" fmla="*/ 845489 h 6857999"/>
              <a:gd name="connsiteX80" fmla="*/ 2937348 w 12192000"/>
              <a:gd name="connsiteY80" fmla="*/ 829203 h 6857999"/>
              <a:gd name="connsiteX81" fmla="*/ 2825761 w 12192000"/>
              <a:gd name="connsiteY81" fmla="*/ 829203 h 6857999"/>
              <a:gd name="connsiteX82" fmla="*/ 2825761 w 12192000"/>
              <a:gd name="connsiteY82" fmla="*/ 847901 h 6857999"/>
              <a:gd name="connsiteX83" fmla="*/ 3000079 w 12192000"/>
              <a:gd name="connsiteY83" fmla="*/ 981808 h 6857999"/>
              <a:gd name="connsiteX84" fmla="*/ 3172012 w 12192000"/>
              <a:gd name="connsiteY84" fmla="*/ 874148 h 6857999"/>
              <a:gd name="connsiteX85" fmla="*/ 3175000 w 12192000"/>
              <a:gd name="connsiteY85" fmla="*/ 843076 h 6857999"/>
              <a:gd name="connsiteX86" fmla="*/ 3172125 w 12192000"/>
              <a:gd name="connsiteY86" fmla="*/ 811710 h 6857999"/>
              <a:gd name="connsiteX87" fmla="*/ 3057985 w 12192000"/>
              <a:gd name="connsiteY87" fmla="*/ 718220 h 6857999"/>
              <a:gd name="connsiteX88" fmla="*/ 2982586 w 12192000"/>
              <a:gd name="connsiteY88" fmla="*/ 706758 h 6857999"/>
              <a:gd name="connsiteX89" fmla="*/ 2941572 w 12192000"/>
              <a:gd name="connsiteY89" fmla="*/ 672981 h 6857999"/>
              <a:gd name="connsiteX90" fmla="*/ 3000079 w 12192000"/>
              <a:gd name="connsiteY90" fmla="*/ 639203 h 6857999"/>
              <a:gd name="connsiteX91" fmla="*/ 3058587 w 12192000"/>
              <a:gd name="connsiteY91" fmla="*/ 680219 h 6857999"/>
              <a:gd name="connsiteX92" fmla="*/ 3058587 w 12192000"/>
              <a:gd name="connsiteY92" fmla="*/ 694092 h 6857999"/>
              <a:gd name="connsiteX93" fmla="*/ 3170176 w 12192000"/>
              <a:gd name="connsiteY93" fmla="*/ 694092 h 6857999"/>
              <a:gd name="connsiteX94" fmla="*/ 3170176 w 12192000"/>
              <a:gd name="connsiteY94" fmla="*/ 677806 h 6857999"/>
              <a:gd name="connsiteX95" fmla="*/ 3000079 w 12192000"/>
              <a:gd name="connsiteY95" fmla="*/ 545106 h 6857999"/>
              <a:gd name="connsiteX96" fmla="*/ 0 w 12192000"/>
              <a:gd name="connsiteY96" fmla="*/ 0 h 6857999"/>
              <a:gd name="connsiteX97" fmla="*/ 12192000 w 12192000"/>
              <a:gd name="connsiteY97" fmla="*/ 0 h 6857999"/>
              <a:gd name="connsiteX98" fmla="*/ 12192000 w 12192000"/>
              <a:gd name="connsiteY98" fmla="*/ 6857999 h 6857999"/>
              <a:gd name="connsiteX99" fmla="*/ 0 w 12192000"/>
              <a:gd name="connsiteY99" fmla="*/ 6857999 h 68579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Lst>
            <a:rect l="l" t="t" r="r" b="b"/>
            <a:pathLst>
              <a:path w="12192000" h="6857999">
                <a:moveTo>
                  <a:pt x="2041649" y="647043"/>
                </a:moveTo>
                <a:lnTo>
                  <a:pt x="2097141" y="647043"/>
                </a:lnTo>
                <a:cubicBezTo>
                  <a:pt x="2156253" y="647043"/>
                  <a:pt x="2185808" y="676600"/>
                  <a:pt x="2185808" y="735711"/>
                </a:cubicBezTo>
                <a:lnTo>
                  <a:pt x="2185808" y="791202"/>
                </a:lnTo>
                <a:cubicBezTo>
                  <a:pt x="2185808" y="849711"/>
                  <a:pt x="2156253" y="879871"/>
                  <a:pt x="2097141" y="879871"/>
                </a:cubicBezTo>
                <a:lnTo>
                  <a:pt x="2041649" y="879871"/>
                </a:lnTo>
                <a:close/>
                <a:moveTo>
                  <a:pt x="1685779" y="638600"/>
                </a:moveTo>
                <a:cubicBezTo>
                  <a:pt x="1737050" y="638600"/>
                  <a:pt x="1768415" y="667552"/>
                  <a:pt x="1768415" y="715201"/>
                </a:cubicBezTo>
                <a:lnTo>
                  <a:pt x="1768415" y="811711"/>
                </a:lnTo>
                <a:cubicBezTo>
                  <a:pt x="1768415" y="858758"/>
                  <a:pt x="1737048" y="888315"/>
                  <a:pt x="1685779" y="888315"/>
                </a:cubicBezTo>
                <a:cubicBezTo>
                  <a:pt x="1634510" y="888315"/>
                  <a:pt x="1603145" y="858758"/>
                  <a:pt x="1603145" y="811711"/>
                </a:cubicBezTo>
                <a:lnTo>
                  <a:pt x="1603145" y="715201"/>
                </a:lnTo>
                <a:cubicBezTo>
                  <a:pt x="1603145" y="667552"/>
                  <a:pt x="1634510" y="638600"/>
                  <a:pt x="1685779" y="638600"/>
                </a:cubicBezTo>
                <a:close/>
                <a:moveTo>
                  <a:pt x="1248481" y="638600"/>
                </a:moveTo>
                <a:cubicBezTo>
                  <a:pt x="1299752" y="638600"/>
                  <a:pt x="1331117" y="667552"/>
                  <a:pt x="1331117" y="715201"/>
                </a:cubicBezTo>
                <a:lnTo>
                  <a:pt x="1331117" y="811711"/>
                </a:lnTo>
                <a:cubicBezTo>
                  <a:pt x="1331117" y="858758"/>
                  <a:pt x="1299749" y="888315"/>
                  <a:pt x="1248481" y="888315"/>
                </a:cubicBezTo>
                <a:cubicBezTo>
                  <a:pt x="1197212" y="888315"/>
                  <a:pt x="1165846" y="858758"/>
                  <a:pt x="1165846" y="811711"/>
                </a:cubicBezTo>
                <a:lnTo>
                  <a:pt x="1165846" y="715201"/>
                </a:lnTo>
                <a:cubicBezTo>
                  <a:pt x="1165846" y="667552"/>
                  <a:pt x="1197212" y="638600"/>
                  <a:pt x="1248481" y="638600"/>
                </a:cubicBezTo>
                <a:close/>
                <a:moveTo>
                  <a:pt x="1927044" y="552346"/>
                </a:moveTo>
                <a:lnTo>
                  <a:pt x="1927044" y="974570"/>
                </a:lnTo>
                <a:lnTo>
                  <a:pt x="2097141" y="974570"/>
                </a:lnTo>
                <a:cubicBezTo>
                  <a:pt x="2226825" y="974570"/>
                  <a:pt x="2301618" y="906409"/>
                  <a:pt x="2301618" y="789394"/>
                </a:cubicBezTo>
                <a:lnTo>
                  <a:pt x="2301618" y="737520"/>
                </a:lnTo>
                <a:cubicBezTo>
                  <a:pt x="2301618" y="620504"/>
                  <a:pt x="2226825" y="552346"/>
                  <a:pt x="2097141" y="552346"/>
                </a:cubicBezTo>
                <a:close/>
                <a:moveTo>
                  <a:pt x="2266624" y="552345"/>
                </a:moveTo>
                <a:lnTo>
                  <a:pt x="2420435" y="788790"/>
                </a:lnTo>
                <a:lnTo>
                  <a:pt x="2420435" y="974569"/>
                </a:lnTo>
                <a:lnTo>
                  <a:pt x="2529007" y="974569"/>
                </a:lnTo>
                <a:lnTo>
                  <a:pt x="2529007" y="788790"/>
                </a:lnTo>
                <a:lnTo>
                  <a:pt x="2682817" y="552345"/>
                </a:lnTo>
                <a:lnTo>
                  <a:pt x="2558564" y="552345"/>
                </a:lnTo>
                <a:lnTo>
                  <a:pt x="2477738" y="685042"/>
                </a:lnTo>
                <a:lnTo>
                  <a:pt x="2396307" y="552345"/>
                </a:lnTo>
                <a:close/>
                <a:moveTo>
                  <a:pt x="2694276" y="552345"/>
                </a:moveTo>
                <a:lnTo>
                  <a:pt x="2694276" y="666947"/>
                </a:lnTo>
                <a:lnTo>
                  <a:pt x="2743134" y="666947"/>
                </a:lnTo>
                <a:lnTo>
                  <a:pt x="2710563" y="756821"/>
                </a:lnTo>
                <a:lnTo>
                  <a:pt x="2735293" y="756821"/>
                </a:lnTo>
                <a:lnTo>
                  <a:pt x="2808881" y="657901"/>
                </a:lnTo>
                <a:lnTo>
                  <a:pt x="2808881" y="552345"/>
                </a:lnTo>
                <a:close/>
                <a:moveTo>
                  <a:pt x="539750" y="552345"/>
                </a:moveTo>
                <a:lnTo>
                  <a:pt x="539750" y="974568"/>
                </a:lnTo>
                <a:lnTo>
                  <a:pt x="645307" y="974568"/>
                </a:lnTo>
                <a:lnTo>
                  <a:pt x="645307" y="700726"/>
                </a:lnTo>
                <a:lnTo>
                  <a:pt x="660385" y="763457"/>
                </a:lnTo>
                <a:lnTo>
                  <a:pt x="716483" y="974568"/>
                </a:lnTo>
                <a:lnTo>
                  <a:pt x="827466" y="974568"/>
                </a:lnTo>
                <a:lnTo>
                  <a:pt x="883562" y="763457"/>
                </a:lnTo>
                <a:lnTo>
                  <a:pt x="898643" y="700726"/>
                </a:lnTo>
                <a:lnTo>
                  <a:pt x="898643" y="974568"/>
                </a:lnTo>
                <a:lnTo>
                  <a:pt x="1006610" y="974568"/>
                </a:lnTo>
                <a:lnTo>
                  <a:pt x="1006610" y="552345"/>
                </a:lnTo>
                <a:lnTo>
                  <a:pt x="838323" y="552345"/>
                </a:lnTo>
                <a:lnTo>
                  <a:pt x="785847" y="769489"/>
                </a:lnTo>
                <a:lnTo>
                  <a:pt x="773181" y="829806"/>
                </a:lnTo>
                <a:lnTo>
                  <a:pt x="760513" y="769489"/>
                </a:lnTo>
                <a:lnTo>
                  <a:pt x="708037" y="552345"/>
                </a:lnTo>
                <a:close/>
                <a:moveTo>
                  <a:pt x="1685779" y="545106"/>
                </a:moveTo>
                <a:cubicBezTo>
                  <a:pt x="1561525" y="545106"/>
                  <a:pt x="1487334" y="612662"/>
                  <a:pt x="1487334" y="725456"/>
                </a:cubicBezTo>
                <a:lnTo>
                  <a:pt x="1487334" y="801457"/>
                </a:lnTo>
                <a:cubicBezTo>
                  <a:pt x="1487334" y="914854"/>
                  <a:pt x="1560922" y="981806"/>
                  <a:pt x="1685779" y="981806"/>
                </a:cubicBezTo>
                <a:cubicBezTo>
                  <a:pt x="1810035" y="981806"/>
                  <a:pt x="1884225" y="914251"/>
                  <a:pt x="1884225" y="801457"/>
                </a:cubicBezTo>
                <a:lnTo>
                  <a:pt x="1884225" y="725456"/>
                </a:lnTo>
                <a:cubicBezTo>
                  <a:pt x="1884225" y="612059"/>
                  <a:pt x="1810637" y="545106"/>
                  <a:pt x="1685779" y="545106"/>
                </a:cubicBezTo>
                <a:close/>
                <a:moveTo>
                  <a:pt x="1248481" y="545106"/>
                </a:moveTo>
                <a:cubicBezTo>
                  <a:pt x="1124227" y="545106"/>
                  <a:pt x="1050036" y="612662"/>
                  <a:pt x="1050036" y="725456"/>
                </a:cubicBezTo>
                <a:lnTo>
                  <a:pt x="1050036" y="801457"/>
                </a:lnTo>
                <a:cubicBezTo>
                  <a:pt x="1050036" y="914854"/>
                  <a:pt x="1123624" y="981806"/>
                  <a:pt x="1248481" y="981806"/>
                </a:cubicBezTo>
                <a:cubicBezTo>
                  <a:pt x="1372737" y="981806"/>
                  <a:pt x="1446927" y="914251"/>
                  <a:pt x="1446927" y="801457"/>
                </a:cubicBezTo>
                <a:lnTo>
                  <a:pt x="1446927" y="725456"/>
                </a:lnTo>
                <a:cubicBezTo>
                  <a:pt x="1446927" y="612059"/>
                  <a:pt x="1373339" y="545106"/>
                  <a:pt x="1248481" y="545106"/>
                </a:cubicBezTo>
                <a:close/>
                <a:moveTo>
                  <a:pt x="3000079" y="545106"/>
                </a:moveTo>
                <a:cubicBezTo>
                  <a:pt x="2891506" y="545106"/>
                  <a:pt x="2828172" y="595774"/>
                  <a:pt x="2828172" y="682630"/>
                </a:cubicBezTo>
                <a:cubicBezTo>
                  <a:pt x="2828172" y="773710"/>
                  <a:pt x="2892714" y="799045"/>
                  <a:pt x="2942175" y="806281"/>
                </a:cubicBezTo>
                <a:lnTo>
                  <a:pt x="3018174" y="817743"/>
                </a:lnTo>
                <a:cubicBezTo>
                  <a:pt x="3044112" y="821362"/>
                  <a:pt x="3061604" y="826790"/>
                  <a:pt x="3061604" y="852728"/>
                </a:cubicBezTo>
                <a:cubicBezTo>
                  <a:pt x="3061604" y="875647"/>
                  <a:pt x="3040492" y="887712"/>
                  <a:pt x="3000079" y="887712"/>
                </a:cubicBezTo>
                <a:cubicBezTo>
                  <a:pt x="2956048" y="887712"/>
                  <a:pt x="2937348" y="875044"/>
                  <a:pt x="2937348" y="845489"/>
                </a:cubicBezTo>
                <a:lnTo>
                  <a:pt x="2937348" y="829203"/>
                </a:lnTo>
                <a:lnTo>
                  <a:pt x="2825761" y="829203"/>
                </a:lnTo>
                <a:lnTo>
                  <a:pt x="2825761" y="847901"/>
                </a:lnTo>
                <a:cubicBezTo>
                  <a:pt x="2825761" y="931743"/>
                  <a:pt x="2890301" y="981808"/>
                  <a:pt x="3000079" y="981808"/>
                </a:cubicBezTo>
                <a:cubicBezTo>
                  <a:pt x="3096664" y="981808"/>
                  <a:pt x="3158149" y="942554"/>
                  <a:pt x="3172012" y="874148"/>
                </a:cubicBezTo>
                <a:lnTo>
                  <a:pt x="3175000" y="843076"/>
                </a:lnTo>
                <a:lnTo>
                  <a:pt x="3172125" y="811710"/>
                </a:lnTo>
                <a:cubicBezTo>
                  <a:pt x="3159054" y="745334"/>
                  <a:pt x="3103902" y="725081"/>
                  <a:pt x="3057985" y="718220"/>
                </a:cubicBezTo>
                <a:lnTo>
                  <a:pt x="2982586" y="706758"/>
                </a:lnTo>
                <a:cubicBezTo>
                  <a:pt x="2958461" y="703139"/>
                  <a:pt x="2941572" y="697711"/>
                  <a:pt x="2941572" y="672981"/>
                </a:cubicBezTo>
                <a:cubicBezTo>
                  <a:pt x="2941572" y="650662"/>
                  <a:pt x="2961475" y="639203"/>
                  <a:pt x="3000079" y="639203"/>
                </a:cubicBezTo>
                <a:cubicBezTo>
                  <a:pt x="3041095" y="639203"/>
                  <a:pt x="3058587" y="651265"/>
                  <a:pt x="3058587" y="680219"/>
                </a:cubicBezTo>
                <a:lnTo>
                  <a:pt x="3058587" y="694092"/>
                </a:lnTo>
                <a:lnTo>
                  <a:pt x="3170176" y="694092"/>
                </a:lnTo>
                <a:lnTo>
                  <a:pt x="3170176" y="677806"/>
                </a:lnTo>
                <a:cubicBezTo>
                  <a:pt x="3170176" y="594567"/>
                  <a:pt x="3106842" y="545106"/>
                  <a:pt x="3000079" y="545106"/>
                </a:cubicBezTo>
                <a:close/>
                <a:moveTo>
                  <a:pt x="0" y="0"/>
                </a:moveTo>
                <a:lnTo>
                  <a:pt x="12192000" y="0"/>
                </a:lnTo>
                <a:lnTo>
                  <a:pt x="12192000" y="6857999"/>
                </a:lnTo>
                <a:lnTo>
                  <a:pt x="0" y="6857999"/>
                </a:lnTo>
                <a:close/>
              </a:path>
            </a:pathLst>
          </a:custGeom>
          <a:solidFill>
            <a:srgbClr val="A6A9AA"/>
          </a:solidFill>
        </p:spPr>
        <p:txBody>
          <a:bodyPr wrap="square" rIns="548640" anchor="ctr">
            <a:noAutofit/>
          </a:bodyPr>
          <a:lstStyle>
            <a:lvl1pPr algn="r">
              <a:defRPr>
                <a:solidFill>
                  <a:schemeClr val="tx1"/>
                </a:solidFill>
              </a:defRPr>
            </a:lvl1pPr>
          </a:lstStyle>
          <a:p>
            <a:r>
              <a:rPr lang="en-US"/>
              <a:t>Click icon to add picture</a:t>
            </a:r>
          </a:p>
        </p:txBody>
      </p:sp>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3552825"/>
            <a:ext cx="5441950" cy="2179638"/>
          </a:xfrm>
          <a:prstGeom prst="rect">
            <a:avLst/>
          </a:prstGeom>
        </p:spPr>
        <p:txBody>
          <a:bodyPr anchor="b"/>
          <a:lstStyle>
            <a:lvl1pPr>
              <a:defRPr>
                <a:solidFill>
                  <a:schemeClr val="tx1"/>
                </a:solidFill>
              </a:defRPr>
            </a:lvl1pPr>
          </a:lstStyle>
          <a:p>
            <a:r>
              <a:rPr lang="en-US"/>
              <a:t>Click to edit Master title style</a:t>
            </a:r>
          </a:p>
        </p:txBody>
      </p:sp>
      <p:sp>
        <p:nvSpPr>
          <p:cNvPr id="4" name="Text Placeholder 11">
            <a:extLst>
              <a:ext uri="{FF2B5EF4-FFF2-40B4-BE49-F238E27FC236}">
                <a16:creationId xmlns:a16="http://schemas.microsoft.com/office/drawing/2014/main" id="{6FA1FE30-4DE2-0D36-81F6-894372591DE3}"/>
              </a:ext>
            </a:extLst>
          </p:cNvPr>
          <p:cNvSpPr>
            <a:spLocks noGrp="1"/>
          </p:cNvSpPr>
          <p:nvPr>
            <p:ph type="body" sz="quarter" idx="11" hasCustomPrompt="1"/>
          </p:nvPr>
        </p:nvSpPr>
        <p:spPr>
          <a:xfrm>
            <a:off x="3367089" y="6311900"/>
            <a:ext cx="5445126" cy="269875"/>
          </a:xfrm>
        </p:spPr>
        <p:txBody>
          <a:bodyPr anchor="b">
            <a:normAutofit/>
          </a:bodyPr>
          <a:lstStyle>
            <a:lvl1pPr marL="0" algn="l" defTabSz="914400" rtl="0" eaLnBrk="1" latinLnBrk="0" hangingPunct="1">
              <a:defRPr lang="en-US" sz="1000" b="0" i="0" kern="1200" dirty="0" smtClean="0">
                <a:solidFill>
                  <a:schemeClr val="tx1"/>
                </a:solidFill>
                <a:latin typeface="+mn-lt"/>
                <a:ea typeface="GT America Regular" pitchFamily="2" charset="77"/>
                <a:cs typeface="GT America Regular" pitchFamily="2" charset="77"/>
              </a:defRPr>
            </a:lvl1pPr>
            <a:lvl2pPr>
              <a:defRPr sz="1000"/>
            </a:lvl2pPr>
            <a:lvl3pPr marL="0" indent="0">
              <a:buNone/>
              <a:defRPr sz="1000"/>
            </a:lvl3pPr>
            <a:lvl4pPr marL="0" indent="0">
              <a:defRPr sz="1000"/>
            </a:lvl4pPr>
            <a:lvl5pPr marL="0" indent="0">
              <a:buNone/>
              <a:defRPr sz="1000"/>
            </a:lvl5pPr>
            <a:lvl6pPr marL="0" indent="0">
              <a:defRPr sz="1000"/>
            </a:lvl6pPr>
            <a:lvl7pPr marL="0" indent="0">
              <a:buNone/>
              <a:defRPr sz="1000"/>
            </a:lvl7pPr>
            <a:lvl8pPr marL="0" indent="0">
              <a:defRPr sz="1000"/>
            </a:lvl8pPr>
            <a:lvl9pPr marL="0" indent="0">
              <a:buNone/>
              <a:defRPr sz="1000"/>
            </a:lvl9pPr>
          </a:lstStyle>
          <a:p>
            <a:pPr lvl="0"/>
            <a:r>
              <a:rPr lang="en-US"/>
              <a:t>Title Department</a:t>
            </a:r>
          </a:p>
        </p:txBody>
      </p:sp>
      <p:sp>
        <p:nvSpPr>
          <p:cNvPr id="3" name="Date Placeholder 3">
            <a:extLst>
              <a:ext uri="{FF2B5EF4-FFF2-40B4-BE49-F238E27FC236}">
                <a16:creationId xmlns:a16="http://schemas.microsoft.com/office/drawing/2014/main" id="{6DC47A95-CCFB-A6E7-23DB-287FFF642D6A}"/>
              </a:ext>
            </a:extLst>
          </p:cNvPr>
          <p:cNvSpPr>
            <a:spLocks noGrp="1"/>
          </p:cNvSpPr>
          <p:nvPr>
            <p:ph type="dt" sz="half" idx="2"/>
          </p:nvPr>
        </p:nvSpPr>
        <p:spPr>
          <a:xfrm>
            <a:off x="9013829" y="6311900"/>
            <a:ext cx="2619375" cy="269875"/>
          </a:xfrm>
          <a:prstGeom prst="rect">
            <a:avLst/>
          </a:prstGeom>
        </p:spPr>
        <p:txBody>
          <a:bodyPr vert="horz" lIns="0" tIns="0" rIns="0" bIns="0" rtlCol="0" anchor="b" anchorCtr="0"/>
          <a:lstStyle>
            <a:lvl1pPr algn="r">
              <a:defRPr sz="1000">
                <a:solidFill>
                  <a:schemeClr val="tx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
        <p:nvSpPr>
          <p:cNvPr id="6" name="Text Placeholder 8">
            <a:extLst>
              <a:ext uri="{FF2B5EF4-FFF2-40B4-BE49-F238E27FC236}">
                <a16:creationId xmlns:a16="http://schemas.microsoft.com/office/drawing/2014/main" id="{A16C230C-5691-F970-ED78-91F42403D1D0}"/>
              </a:ext>
            </a:extLst>
          </p:cNvPr>
          <p:cNvSpPr>
            <a:spLocks noGrp="1"/>
          </p:cNvSpPr>
          <p:nvPr>
            <p:ph type="body" sz="quarter" idx="14" hasCustomPrompt="1"/>
          </p:nvPr>
        </p:nvSpPr>
        <p:spPr>
          <a:xfrm>
            <a:off x="6194424" y="696913"/>
            <a:ext cx="5438779" cy="430212"/>
          </a:xfrm>
        </p:spPr>
        <p:txBody>
          <a:bodyPr tIns="91440">
            <a:noAutofit/>
          </a:bodyPr>
          <a:lstStyle>
            <a:lvl1pPr marL="0" indent="0" algn="r">
              <a:buFont typeface="Arial" panose="020B0604020202020204" pitchFamily="34" charset="0"/>
              <a:buNone/>
              <a:defRPr sz="1600" b="1">
                <a:solidFill>
                  <a:schemeClr val="tx1"/>
                </a:solidFill>
              </a:defRPr>
            </a:lvl1pPr>
            <a:lvl2pPr marL="0" indent="0" algn="r">
              <a:buNone/>
              <a:defRPr sz="1600" b="1">
                <a:solidFill>
                  <a:schemeClr val="tx1"/>
                </a:solidFill>
              </a:defRPr>
            </a:lvl2pPr>
            <a:lvl3pPr marL="0" indent="0" algn="r">
              <a:buNone/>
              <a:defRPr sz="1600" b="1">
                <a:solidFill>
                  <a:schemeClr val="tx1"/>
                </a:solidFill>
              </a:defRPr>
            </a:lvl3pPr>
            <a:lvl4pPr marL="0" indent="0" algn="r">
              <a:buNone/>
              <a:defRPr sz="1600" b="1">
                <a:solidFill>
                  <a:schemeClr val="tx1"/>
                </a:solidFill>
              </a:defRPr>
            </a:lvl4pPr>
            <a:lvl5pPr marL="0" indent="0" algn="r">
              <a:buFont typeface="Arial" panose="020B0604020202020204" pitchFamily="34" charset="0"/>
              <a:buNone/>
              <a:defRPr sz="1600" b="1">
                <a:solidFill>
                  <a:schemeClr val="tx1"/>
                </a:solidFill>
              </a:defRPr>
            </a:lvl5pPr>
            <a:lvl6pPr marL="0" indent="0" algn="r">
              <a:buNone/>
              <a:defRPr sz="1600" b="1">
                <a:solidFill>
                  <a:schemeClr val="tx1"/>
                </a:solidFill>
              </a:defRPr>
            </a:lvl6pPr>
            <a:lvl7pPr marL="0" indent="0" algn="r">
              <a:buNone/>
              <a:defRPr sz="1600" b="1">
                <a:solidFill>
                  <a:schemeClr val="tx1"/>
                </a:solidFill>
              </a:defRPr>
            </a:lvl7pPr>
            <a:lvl8pPr marL="0" indent="0" algn="r">
              <a:buNone/>
              <a:defRPr sz="1600" b="1">
                <a:solidFill>
                  <a:schemeClr val="tx1"/>
                </a:solidFill>
              </a:defRPr>
            </a:lvl8pPr>
            <a:lvl9pPr marL="0" indent="0" algn="r">
              <a:buNone/>
              <a:defRPr sz="1600" b="1">
                <a:solidFill>
                  <a:schemeClr val="tx1"/>
                </a:solidFill>
              </a:defRPr>
            </a:lvl9pPr>
          </a:lstStyle>
          <a:p>
            <a:pPr lvl="0"/>
            <a:r>
              <a:rPr lang="en-US"/>
              <a:t>Division / Geography</a:t>
            </a:r>
          </a:p>
        </p:txBody>
      </p:sp>
      <p:sp>
        <p:nvSpPr>
          <p:cNvPr id="11" name="Text Placeholder 12">
            <a:extLst>
              <a:ext uri="{FF2B5EF4-FFF2-40B4-BE49-F238E27FC236}">
                <a16:creationId xmlns:a16="http://schemas.microsoft.com/office/drawing/2014/main" id="{3C21ED02-4A33-6EFD-6724-30A8642C13A3}"/>
              </a:ext>
            </a:extLst>
          </p:cNvPr>
          <p:cNvSpPr>
            <a:spLocks noGrp="1"/>
          </p:cNvSpPr>
          <p:nvPr>
            <p:ph type="body" sz="quarter" idx="99" hasCustomPrompt="1"/>
          </p:nvPr>
        </p:nvSpPr>
        <p:spPr>
          <a:xfrm>
            <a:off x="539750" y="6311900"/>
            <a:ext cx="2619375" cy="269875"/>
          </a:xfrm>
        </p:spPr>
        <p:txBody>
          <a:bodyPr anchor="b">
            <a:noAutofit/>
          </a:bodyPr>
          <a:lstStyle>
            <a:lvl1pPr>
              <a:defRPr sz="1000" b="0"/>
            </a:lvl1pPr>
            <a:lvl2pP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Single presenter</a:t>
            </a:r>
          </a:p>
        </p:txBody>
      </p:sp>
      <p:sp>
        <p:nvSpPr>
          <p:cNvPr id="12" name="Text Placeholder 15">
            <a:extLst>
              <a:ext uri="{FF2B5EF4-FFF2-40B4-BE49-F238E27FC236}">
                <a16:creationId xmlns:a16="http://schemas.microsoft.com/office/drawing/2014/main" id="{DDFCCCE6-1080-7167-2C83-D3BE43A6E107}"/>
              </a:ext>
            </a:extLst>
          </p:cNvPr>
          <p:cNvSpPr>
            <a:spLocks noGrp="1"/>
          </p:cNvSpPr>
          <p:nvPr>
            <p:ph type="body" sz="quarter" idx="100" hasCustomPrompt="1"/>
          </p:nvPr>
        </p:nvSpPr>
        <p:spPr>
          <a:xfrm>
            <a:off x="546099" y="3014450"/>
            <a:ext cx="2615184" cy="281478"/>
          </a:xfrm>
        </p:spPr>
        <p:txBody>
          <a:bodyPr>
            <a:noAutofit/>
          </a:bodyPr>
          <a:lstStyle>
            <a:lvl1pPr>
              <a:defRPr sz="1000"/>
            </a:lvl1pPr>
            <a:lvl2pPr marL="285750" indent="-285750">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1</a:t>
            </a:r>
          </a:p>
        </p:txBody>
      </p:sp>
      <p:sp>
        <p:nvSpPr>
          <p:cNvPr id="13" name="Text Placeholder 17">
            <a:extLst>
              <a:ext uri="{FF2B5EF4-FFF2-40B4-BE49-F238E27FC236}">
                <a16:creationId xmlns:a16="http://schemas.microsoft.com/office/drawing/2014/main" id="{4E920023-5558-3759-D0F7-D4E02260898A}"/>
              </a:ext>
            </a:extLst>
          </p:cNvPr>
          <p:cNvSpPr>
            <a:spLocks noGrp="1"/>
          </p:cNvSpPr>
          <p:nvPr>
            <p:ph type="body" sz="quarter" idx="101" hasCustomPrompt="1"/>
          </p:nvPr>
        </p:nvSpPr>
        <p:spPr>
          <a:xfrm>
            <a:off x="3386138" y="3009900"/>
            <a:ext cx="2615184" cy="286028"/>
          </a:xfrm>
        </p:spPr>
        <p:txBody>
          <a:bodyPr>
            <a:noAutofit/>
          </a:bodyPr>
          <a:lstStyle>
            <a:lvl1pPr>
              <a:defRPr sz="1000"/>
            </a:lvl1pPr>
            <a:lvl2pPr marL="284163" indent="-284163">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2</a:t>
            </a:r>
          </a:p>
        </p:txBody>
      </p:sp>
      <p:sp>
        <p:nvSpPr>
          <p:cNvPr id="14" name="Text Placeholder 19">
            <a:extLst>
              <a:ext uri="{FF2B5EF4-FFF2-40B4-BE49-F238E27FC236}">
                <a16:creationId xmlns:a16="http://schemas.microsoft.com/office/drawing/2014/main" id="{6463DDA5-4241-B62D-0CE3-D5CF7DDC78DE}"/>
              </a:ext>
            </a:extLst>
          </p:cNvPr>
          <p:cNvSpPr>
            <a:spLocks noGrp="1"/>
          </p:cNvSpPr>
          <p:nvPr>
            <p:ph type="body" sz="quarter" idx="102" hasCustomPrompt="1"/>
          </p:nvPr>
        </p:nvSpPr>
        <p:spPr>
          <a:xfrm>
            <a:off x="6194425" y="3009900"/>
            <a:ext cx="2615184" cy="286028"/>
          </a:xfrm>
        </p:spPr>
        <p:txBody>
          <a:bodyPr>
            <a:normAutofit/>
          </a:bodyPr>
          <a:lstStyle>
            <a:lvl1pPr>
              <a:defRPr sz="1000"/>
            </a:lvl1pPr>
            <a:lvl2pPr marL="284163" indent="-284163">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3</a:t>
            </a:r>
          </a:p>
        </p:txBody>
      </p:sp>
    </p:spTree>
    <p:extLst>
      <p:ext uri="{BB962C8B-B14F-4D97-AF65-F5344CB8AC3E}">
        <p14:creationId xmlns:p14="http://schemas.microsoft.com/office/powerpoint/2010/main" val="1178605023"/>
      </p:ext>
    </p:extLst>
  </p:cSld>
  <p:clrMapOvr>
    <a:overrideClrMapping bg1="dk1" tx1="lt1" bg2="dk2" tx2="lt2" accent1="accent1" accent2="accent2" accent3="accent3" accent4="accent4" accent5="accent5" accent6="accent6" hlink="hlink" folHlink="folHlink"/>
  </p:clrMapOvr>
</p:sldLayout>
</file>

<file path=ppt/slideLayouts/slideLayout180.xml><?xml version="1.0" encoding="utf-8"?>
<p:sldLayout xmlns:a="http://schemas.openxmlformats.org/drawingml/2006/main" xmlns:r="http://schemas.openxmlformats.org/officeDocument/2006/relationships" xmlns:p="http://schemas.openxmlformats.org/presentationml/2006/main" preserve="1" userDrawn="1">
  <p:cSld name="Cover 5 - Light Photo">
    <p:bg>
      <p:bgPr>
        <a:solidFill>
          <a:schemeClr val="tx1"/>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E6E69FF6-3FAE-6184-8074-A3CDDC7C9ABD}"/>
              </a:ext>
            </a:extLst>
          </p:cNvPr>
          <p:cNvSpPr/>
          <p:nvPr userDrawn="1"/>
        </p:nvSpPr>
        <p:spPr>
          <a:xfrm>
            <a:off x="0" y="0"/>
            <a:ext cx="12188952" cy="685800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Picture Placeholder 9">
            <a:extLst>
              <a:ext uri="{FF2B5EF4-FFF2-40B4-BE49-F238E27FC236}">
                <a16:creationId xmlns:a16="http://schemas.microsoft.com/office/drawing/2014/main" id="{5C77B404-B686-66A0-1A20-E42FD89A9DE9}"/>
              </a:ext>
            </a:extLst>
          </p:cNvPr>
          <p:cNvSpPr>
            <a:spLocks noGrp="1"/>
          </p:cNvSpPr>
          <p:nvPr>
            <p:ph type="pic" sz="quarter" idx="13"/>
          </p:nvPr>
        </p:nvSpPr>
        <p:spPr>
          <a:xfrm>
            <a:off x="0" y="0"/>
            <a:ext cx="12192000" cy="6857999"/>
          </a:xfrm>
          <a:custGeom>
            <a:avLst/>
            <a:gdLst>
              <a:gd name="connsiteX0" fmla="*/ 2041649 w 12192000"/>
              <a:gd name="connsiteY0" fmla="*/ 647043 h 6857999"/>
              <a:gd name="connsiteX1" fmla="*/ 2097141 w 12192000"/>
              <a:gd name="connsiteY1" fmla="*/ 647043 h 6857999"/>
              <a:gd name="connsiteX2" fmla="*/ 2185808 w 12192000"/>
              <a:gd name="connsiteY2" fmla="*/ 735711 h 6857999"/>
              <a:gd name="connsiteX3" fmla="*/ 2185808 w 12192000"/>
              <a:gd name="connsiteY3" fmla="*/ 791202 h 6857999"/>
              <a:gd name="connsiteX4" fmla="*/ 2097141 w 12192000"/>
              <a:gd name="connsiteY4" fmla="*/ 879871 h 6857999"/>
              <a:gd name="connsiteX5" fmla="*/ 2041649 w 12192000"/>
              <a:gd name="connsiteY5" fmla="*/ 879871 h 6857999"/>
              <a:gd name="connsiteX6" fmla="*/ 1685779 w 12192000"/>
              <a:gd name="connsiteY6" fmla="*/ 638600 h 6857999"/>
              <a:gd name="connsiteX7" fmla="*/ 1768415 w 12192000"/>
              <a:gd name="connsiteY7" fmla="*/ 715201 h 6857999"/>
              <a:gd name="connsiteX8" fmla="*/ 1768415 w 12192000"/>
              <a:gd name="connsiteY8" fmla="*/ 811711 h 6857999"/>
              <a:gd name="connsiteX9" fmla="*/ 1685779 w 12192000"/>
              <a:gd name="connsiteY9" fmla="*/ 888315 h 6857999"/>
              <a:gd name="connsiteX10" fmla="*/ 1603145 w 12192000"/>
              <a:gd name="connsiteY10" fmla="*/ 811711 h 6857999"/>
              <a:gd name="connsiteX11" fmla="*/ 1603145 w 12192000"/>
              <a:gd name="connsiteY11" fmla="*/ 715201 h 6857999"/>
              <a:gd name="connsiteX12" fmla="*/ 1685779 w 12192000"/>
              <a:gd name="connsiteY12" fmla="*/ 638600 h 6857999"/>
              <a:gd name="connsiteX13" fmla="*/ 1248481 w 12192000"/>
              <a:gd name="connsiteY13" fmla="*/ 638600 h 6857999"/>
              <a:gd name="connsiteX14" fmla="*/ 1331117 w 12192000"/>
              <a:gd name="connsiteY14" fmla="*/ 715201 h 6857999"/>
              <a:gd name="connsiteX15" fmla="*/ 1331117 w 12192000"/>
              <a:gd name="connsiteY15" fmla="*/ 811711 h 6857999"/>
              <a:gd name="connsiteX16" fmla="*/ 1248481 w 12192000"/>
              <a:gd name="connsiteY16" fmla="*/ 888315 h 6857999"/>
              <a:gd name="connsiteX17" fmla="*/ 1165846 w 12192000"/>
              <a:gd name="connsiteY17" fmla="*/ 811711 h 6857999"/>
              <a:gd name="connsiteX18" fmla="*/ 1165846 w 12192000"/>
              <a:gd name="connsiteY18" fmla="*/ 715201 h 6857999"/>
              <a:gd name="connsiteX19" fmla="*/ 1248481 w 12192000"/>
              <a:gd name="connsiteY19" fmla="*/ 638600 h 6857999"/>
              <a:gd name="connsiteX20" fmla="*/ 1927044 w 12192000"/>
              <a:gd name="connsiteY20" fmla="*/ 552346 h 6857999"/>
              <a:gd name="connsiteX21" fmla="*/ 1927044 w 12192000"/>
              <a:gd name="connsiteY21" fmla="*/ 974570 h 6857999"/>
              <a:gd name="connsiteX22" fmla="*/ 2097141 w 12192000"/>
              <a:gd name="connsiteY22" fmla="*/ 974570 h 6857999"/>
              <a:gd name="connsiteX23" fmla="*/ 2301618 w 12192000"/>
              <a:gd name="connsiteY23" fmla="*/ 789394 h 6857999"/>
              <a:gd name="connsiteX24" fmla="*/ 2301618 w 12192000"/>
              <a:gd name="connsiteY24" fmla="*/ 737520 h 6857999"/>
              <a:gd name="connsiteX25" fmla="*/ 2097141 w 12192000"/>
              <a:gd name="connsiteY25" fmla="*/ 552346 h 6857999"/>
              <a:gd name="connsiteX26" fmla="*/ 2266624 w 12192000"/>
              <a:gd name="connsiteY26" fmla="*/ 552345 h 6857999"/>
              <a:gd name="connsiteX27" fmla="*/ 2420435 w 12192000"/>
              <a:gd name="connsiteY27" fmla="*/ 788790 h 6857999"/>
              <a:gd name="connsiteX28" fmla="*/ 2420435 w 12192000"/>
              <a:gd name="connsiteY28" fmla="*/ 974569 h 6857999"/>
              <a:gd name="connsiteX29" fmla="*/ 2529007 w 12192000"/>
              <a:gd name="connsiteY29" fmla="*/ 974569 h 6857999"/>
              <a:gd name="connsiteX30" fmla="*/ 2529007 w 12192000"/>
              <a:gd name="connsiteY30" fmla="*/ 788790 h 6857999"/>
              <a:gd name="connsiteX31" fmla="*/ 2682817 w 12192000"/>
              <a:gd name="connsiteY31" fmla="*/ 552345 h 6857999"/>
              <a:gd name="connsiteX32" fmla="*/ 2558564 w 12192000"/>
              <a:gd name="connsiteY32" fmla="*/ 552345 h 6857999"/>
              <a:gd name="connsiteX33" fmla="*/ 2477738 w 12192000"/>
              <a:gd name="connsiteY33" fmla="*/ 685042 h 6857999"/>
              <a:gd name="connsiteX34" fmla="*/ 2396307 w 12192000"/>
              <a:gd name="connsiteY34" fmla="*/ 552345 h 6857999"/>
              <a:gd name="connsiteX35" fmla="*/ 2694276 w 12192000"/>
              <a:gd name="connsiteY35" fmla="*/ 552345 h 6857999"/>
              <a:gd name="connsiteX36" fmla="*/ 2694276 w 12192000"/>
              <a:gd name="connsiteY36" fmla="*/ 666947 h 6857999"/>
              <a:gd name="connsiteX37" fmla="*/ 2743134 w 12192000"/>
              <a:gd name="connsiteY37" fmla="*/ 666947 h 6857999"/>
              <a:gd name="connsiteX38" fmla="*/ 2710563 w 12192000"/>
              <a:gd name="connsiteY38" fmla="*/ 756821 h 6857999"/>
              <a:gd name="connsiteX39" fmla="*/ 2735293 w 12192000"/>
              <a:gd name="connsiteY39" fmla="*/ 756821 h 6857999"/>
              <a:gd name="connsiteX40" fmla="*/ 2808881 w 12192000"/>
              <a:gd name="connsiteY40" fmla="*/ 657901 h 6857999"/>
              <a:gd name="connsiteX41" fmla="*/ 2808881 w 12192000"/>
              <a:gd name="connsiteY41" fmla="*/ 552345 h 6857999"/>
              <a:gd name="connsiteX42" fmla="*/ 539750 w 12192000"/>
              <a:gd name="connsiteY42" fmla="*/ 552345 h 6857999"/>
              <a:gd name="connsiteX43" fmla="*/ 539750 w 12192000"/>
              <a:gd name="connsiteY43" fmla="*/ 974568 h 6857999"/>
              <a:gd name="connsiteX44" fmla="*/ 645307 w 12192000"/>
              <a:gd name="connsiteY44" fmla="*/ 974568 h 6857999"/>
              <a:gd name="connsiteX45" fmla="*/ 645307 w 12192000"/>
              <a:gd name="connsiteY45" fmla="*/ 700726 h 6857999"/>
              <a:gd name="connsiteX46" fmla="*/ 660385 w 12192000"/>
              <a:gd name="connsiteY46" fmla="*/ 763457 h 6857999"/>
              <a:gd name="connsiteX47" fmla="*/ 716483 w 12192000"/>
              <a:gd name="connsiteY47" fmla="*/ 974568 h 6857999"/>
              <a:gd name="connsiteX48" fmla="*/ 827466 w 12192000"/>
              <a:gd name="connsiteY48" fmla="*/ 974568 h 6857999"/>
              <a:gd name="connsiteX49" fmla="*/ 883562 w 12192000"/>
              <a:gd name="connsiteY49" fmla="*/ 763457 h 6857999"/>
              <a:gd name="connsiteX50" fmla="*/ 898643 w 12192000"/>
              <a:gd name="connsiteY50" fmla="*/ 700726 h 6857999"/>
              <a:gd name="connsiteX51" fmla="*/ 898643 w 12192000"/>
              <a:gd name="connsiteY51" fmla="*/ 974568 h 6857999"/>
              <a:gd name="connsiteX52" fmla="*/ 1006610 w 12192000"/>
              <a:gd name="connsiteY52" fmla="*/ 974568 h 6857999"/>
              <a:gd name="connsiteX53" fmla="*/ 1006610 w 12192000"/>
              <a:gd name="connsiteY53" fmla="*/ 552345 h 6857999"/>
              <a:gd name="connsiteX54" fmla="*/ 838323 w 12192000"/>
              <a:gd name="connsiteY54" fmla="*/ 552345 h 6857999"/>
              <a:gd name="connsiteX55" fmla="*/ 785847 w 12192000"/>
              <a:gd name="connsiteY55" fmla="*/ 769489 h 6857999"/>
              <a:gd name="connsiteX56" fmla="*/ 773181 w 12192000"/>
              <a:gd name="connsiteY56" fmla="*/ 829806 h 6857999"/>
              <a:gd name="connsiteX57" fmla="*/ 760513 w 12192000"/>
              <a:gd name="connsiteY57" fmla="*/ 769489 h 6857999"/>
              <a:gd name="connsiteX58" fmla="*/ 708037 w 12192000"/>
              <a:gd name="connsiteY58" fmla="*/ 552345 h 6857999"/>
              <a:gd name="connsiteX59" fmla="*/ 1685779 w 12192000"/>
              <a:gd name="connsiteY59" fmla="*/ 545106 h 6857999"/>
              <a:gd name="connsiteX60" fmla="*/ 1487334 w 12192000"/>
              <a:gd name="connsiteY60" fmla="*/ 725456 h 6857999"/>
              <a:gd name="connsiteX61" fmla="*/ 1487334 w 12192000"/>
              <a:gd name="connsiteY61" fmla="*/ 801457 h 6857999"/>
              <a:gd name="connsiteX62" fmla="*/ 1685779 w 12192000"/>
              <a:gd name="connsiteY62" fmla="*/ 981806 h 6857999"/>
              <a:gd name="connsiteX63" fmla="*/ 1884225 w 12192000"/>
              <a:gd name="connsiteY63" fmla="*/ 801457 h 6857999"/>
              <a:gd name="connsiteX64" fmla="*/ 1884225 w 12192000"/>
              <a:gd name="connsiteY64" fmla="*/ 725456 h 6857999"/>
              <a:gd name="connsiteX65" fmla="*/ 1685779 w 12192000"/>
              <a:gd name="connsiteY65" fmla="*/ 545106 h 6857999"/>
              <a:gd name="connsiteX66" fmla="*/ 1248481 w 12192000"/>
              <a:gd name="connsiteY66" fmla="*/ 545106 h 6857999"/>
              <a:gd name="connsiteX67" fmla="*/ 1050036 w 12192000"/>
              <a:gd name="connsiteY67" fmla="*/ 725456 h 6857999"/>
              <a:gd name="connsiteX68" fmla="*/ 1050036 w 12192000"/>
              <a:gd name="connsiteY68" fmla="*/ 801457 h 6857999"/>
              <a:gd name="connsiteX69" fmla="*/ 1248481 w 12192000"/>
              <a:gd name="connsiteY69" fmla="*/ 981806 h 6857999"/>
              <a:gd name="connsiteX70" fmla="*/ 1446927 w 12192000"/>
              <a:gd name="connsiteY70" fmla="*/ 801457 h 6857999"/>
              <a:gd name="connsiteX71" fmla="*/ 1446927 w 12192000"/>
              <a:gd name="connsiteY71" fmla="*/ 725456 h 6857999"/>
              <a:gd name="connsiteX72" fmla="*/ 1248481 w 12192000"/>
              <a:gd name="connsiteY72" fmla="*/ 545106 h 6857999"/>
              <a:gd name="connsiteX73" fmla="*/ 3000079 w 12192000"/>
              <a:gd name="connsiteY73" fmla="*/ 545106 h 6857999"/>
              <a:gd name="connsiteX74" fmla="*/ 2828172 w 12192000"/>
              <a:gd name="connsiteY74" fmla="*/ 682630 h 6857999"/>
              <a:gd name="connsiteX75" fmla="*/ 2942175 w 12192000"/>
              <a:gd name="connsiteY75" fmla="*/ 806281 h 6857999"/>
              <a:gd name="connsiteX76" fmla="*/ 3018174 w 12192000"/>
              <a:gd name="connsiteY76" fmla="*/ 817743 h 6857999"/>
              <a:gd name="connsiteX77" fmla="*/ 3061604 w 12192000"/>
              <a:gd name="connsiteY77" fmla="*/ 852728 h 6857999"/>
              <a:gd name="connsiteX78" fmla="*/ 3000079 w 12192000"/>
              <a:gd name="connsiteY78" fmla="*/ 887712 h 6857999"/>
              <a:gd name="connsiteX79" fmla="*/ 2937348 w 12192000"/>
              <a:gd name="connsiteY79" fmla="*/ 845489 h 6857999"/>
              <a:gd name="connsiteX80" fmla="*/ 2937348 w 12192000"/>
              <a:gd name="connsiteY80" fmla="*/ 829203 h 6857999"/>
              <a:gd name="connsiteX81" fmla="*/ 2825761 w 12192000"/>
              <a:gd name="connsiteY81" fmla="*/ 829203 h 6857999"/>
              <a:gd name="connsiteX82" fmla="*/ 2825761 w 12192000"/>
              <a:gd name="connsiteY82" fmla="*/ 847901 h 6857999"/>
              <a:gd name="connsiteX83" fmla="*/ 3000079 w 12192000"/>
              <a:gd name="connsiteY83" fmla="*/ 981808 h 6857999"/>
              <a:gd name="connsiteX84" fmla="*/ 3172012 w 12192000"/>
              <a:gd name="connsiteY84" fmla="*/ 874148 h 6857999"/>
              <a:gd name="connsiteX85" fmla="*/ 3175000 w 12192000"/>
              <a:gd name="connsiteY85" fmla="*/ 843076 h 6857999"/>
              <a:gd name="connsiteX86" fmla="*/ 3172125 w 12192000"/>
              <a:gd name="connsiteY86" fmla="*/ 811710 h 6857999"/>
              <a:gd name="connsiteX87" fmla="*/ 3057985 w 12192000"/>
              <a:gd name="connsiteY87" fmla="*/ 718220 h 6857999"/>
              <a:gd name="connsiteX88" fmla="*/ 2982586 w 12192000"/>
              <a:gd name="connsiteY88" fmla="*/ 706758 h 6857999"/>
              <a:gd name="connsiteX89" fmla="*/ 2941572 w 12192000"/>
              <a:gd name="connsiteY89" fmla="*/ 672981 h 6857999"/>
              <a:gd name="connsiteX90" fmla="*/ 3000079 w 12192000"/>
              <a:gd name="connsiteY90" fmla="*/ 639203 h 6857999"/>
              <a:gd name="connsiteX91" fmla="*/ 3058587 w 12192000"/>
              <a:gd name="connsiteY91" fmla="*/ 680219 h 6857999"/>
              <a:gd name="connsiteX92" fmla="*/ 3058587 w 12192000"/>
              <a:gd name="connsiteY92" fmla="*/ 694092 h 6857999"/>
              <a:gd name="connsiteX93" fmla="*/ 3170176 w 12192000"/>
              <a:gd name="connsiteY93" fmla="*/ 694092 h 6857999"/>
              <a:gd name="connsiteX94" fmla="*/ 3170176 w 12192000"/>
              <a:gd name="connsiteY94" fmla="*/ 677806 h 6857999"/>
              <a:gd name="connsiteX95" fmla="*/ 3000079 w 12192000"/>
              <a:gd name="connsiteY95" fmla="*/ 545106 h 6857999"/>
              <a:gd name="connsiteX96" fmla="*/ 0 w 12192000"/>
              <a:gd name="connsiteY96" fmla="*/ 0 h 6857999"/>
              <a:gd name="connsiteX97" fmla="*/ 12192000 w 12192000"/>
              <a:gd name="connsiteY97" fmla="*/ 0 h 6857999"/>
              <a:gd name="connsiteX98" fmla="*/ 12192000 w 12192000"/>
              <a:gd name="connsiteY98" fmla="*/ 6857999 h 6857999"/>
              <a:gd name="connsiteX99" fmla="*/ 0 w 12192000"/>
              <a:gd name="connsiteY99" fmla="*/ 6857999 h 68579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Lst>
            <a:rect l="l" t="t" r="r" b="b"/>
            <a:pathLst>
              <a:path w="12192000" h="6857999">
                <a:moveTo>
                  <a:pt x="2041649" y="647043"/>
                </a:moveTo>
                <a:lnTo>
                  <a:pt x="2097141" y="647043"/>
                </a:lnTo>
                <a:cubicBezTo>
                  <a:pt x="2156253" y="647043"/>
                  <a:pt x="2185808" y="676600"/>
                  <a:pt x="2185808" y="735711"/>
                </a:cubicBezTo>
                <a:lnTo>
                  <a:pt x="2185808" y="791202"/>
                </a:lnTo>
                <a:cubicBezTo>
                  <a:pt x="2185808" y="849711"/>
                  <a:pt x="2156253" y="879871"/>
                  <a:pt x="2097141" y="879871"/>
                </a:cubicBezTo>
                <a:lnTo>
                  <a:pt x="2041649" y="879871"/>
                </a:lnTo>
                <a:close/>
                <a:moveTo>
                  <a:pt x="1685779" y="638600"/>
                </a:moveTo>
                <a:cubicBezTo>
                  <a:pt x="1737050" y="638600"/>
                  <a:pt x="1768415" y="667552"/>
                  <a:pt x="1768415" y="715201"/>
                </a:cubicBezTo>
                <a:lnTo>
                  <a:pt x="1768415" y="811711"/>
                </a:lnTo>
                <a:cubicBezTo>
                  <a:pt x="1768415" y="858758"/>
                  <a:pt x="1737048" y="888315"/>
                  <a:pt x="1685779" y="888315"/>
                </a:cubicBezTo>
                <a:cubicBezTo>
                  <a:pt x="1634510" y="888315"/>
                  <a:pt x="1603145" y="858758"/>
                  <a:pt x="1603145" y="811711"/>
                </a:cubicBezTo>
                <a:lnTo>
                  <a:pt x="1603145" y="715201"/>
                </a:lnTo>
                <a:cubicBezTo>
                  <a:pt x="1603145" y="667552"/>
                  <a:pt x="1634510" y="638600"/>
                  <a:pt x="1685779" y="638600"/>
                </a:cubicBezTo>
                <a:close/>
                <a:moveTo>
                  <a:pt x="1248481" y="638600"/>
                </a:moveTo>
                <a:cubicBezTo>
                  <a:pt x="1299752" y="638600"/>
                  <a:pt x="1331117" y="667552"/>
                  <a:pt x="1331117" y="715201"/>
                </a:cubicBezTo>
                <a:lnTo>
                  <a:pt x="1331117" y="811711"/>
                </a:lnTo>
                <a:cubicBezTo>
                  <a:pt x="1331117" y="858758"/>
                  <a:pt x="1299749" y="888315"/>
                  <a:pt x="1248481" y="888315"/>
                </a:cubicBezTo>
                <a:cubicBezTo>
                  <a:pt x="1197212" y="888315"/>
                  <a:pt x="1165846" y="858758"/>
                  <a:pt x="1165846" y="811711"/>
                </a:cubicBezTo>
                <a:lnTo>
                  <a:pt x="1165846" y="715201"/>
                </a:lnTo>
                <a:cubicBezTo>
                  <a:pt x="1165846" y="667552"/>
                  <a:pt x="1197212" y="638600"/>
                  <a:pt x="1248481" y="638600"/>
                </a:cubicBezTo>
                <a:close/>
                <a:moveTo>
                  <a:pt x="1927044" y="552346"/>
                </a:moveTo>
                <a:lnTo>
                  <a:pt x="1927044" y="974570"/>
                </a:lnTo>
                <a:lnTo>
                  <a:pt x="2097141" y="974570"/>
                </a:lnTo>
                <a:cubicBezTo>
                  <a:pt x="2226825" y="974570"/>
                  <a:pt x="2301618" y="906409"/>
                  <a:pt x="2301618" y="789394"/>
                </a:cubicBezTo>
                <a:lnTo>
                  <a:pt x="2301618" y="737520"/>
                </a:lnTo>
                <a:cubicBezTo>
                  <a:pt x="2301618" y="620504"/>
                  <a:pt x="2226825" y="552346"/>
                  <a:pt x="2097141" y="552346"/>
                </a:cubicBezTo>
                <a:close/>
                <a:moveTo>
                  <a:pt x="2266624" y="552345"/>
                </a:moveTo>
                <a:lnTo>
                  <a:pt x="2420435" y="788790"/>
                </a:lnTo>
                <a:lnTo>
                  <a:pt x="2420435" y="974569"/>
                </a:lnTo>
                <a:lnTo>
                  <a:pt x="2529007" y="974569"/>
                </a:lnTo>
                <a:lnTo>
                  <a:pt x="2529007" y="788790"/>
                </a:lnTo>
                <a:lnTo>
                  <a:pt x="2682817" y="552345"/>
                </a:lnTo>
                <a:lnTo>
                  <a:pt x="2558564" y="552345"/>
                </a:lnTo>
                <a:lnTo>
                  <a:pt x="2477738" y="685042"/>
                </a:lnTo>
                <a:lnTo>
                  <a:pt x="2396307" y="552345"/>
                </a:lnTo>
                <a:close/>
                <a:moveTo>
                  <a:pt x="2694276" y="552345"/>
                </a:moveTo>
                <a:lnTo>
                  <a:pt x="2694276" y="666947"/>
                </a:lnTo>
                <a:lnTo>
                  <a:pt x="2743134" y="666947"/>
                </a:lnTo>
                <a:lnTo>
                  <a:pt x="2710563" y="756821"/>
                </a:lnTo>
                <a:lnTo>
                  <a:pt x="2735293" y="756821"/>
                </a:lnTo>
                <a:lnTo>
                  <a:pt x="2808881" y="657901"/>
                </a:lnTo>
                <a:lnTo>
                  <a:pt x="2808881" y="552345"/>
                </a:lnTo>
                <a:close/>
                <a:moveTo>
                  <a:pt x="539750" y="552345"/>
                </a:moveTo>
                <a:lnTo>
                  <a:pt x="539750" y="974568"/>
                </a:lnTo>
                <a:lnTo>
                  <a:pt x="645307" y="974568"/>
                </a:lnTo>
                <a:lnTo>
                  <a:pt x="645307" y="700726"/>
                </a:lnTo>
                <a:lnTo>
                  <a:pt x="660385" y="763457"/>
                </a:lnTo>
                <a:lnTo>
                  <a:pt x="716483" y="974568"/>
                </a:lnTo>
                <a:lnTo>
                  <a:pt x="827466" y="974568"/>
                </a:lnTo>
                <a:lnTo>
                  <a:pt x="883562" y="763457"/>
                </a:lnTo>
                <a:lnTo>
                  <a:pt x="898643" y="700726"/>
                </a:lnTo>
                <a:lnTo>
                  <a:pt x="898643" y="974568"/>
                </a:lnTo>
                <a:lnTo>
                  <a:pt x="1006610" y="974568"/>
                </a:lnTo>
                <a:lnTo>
                  <a:pt x="1006610" y="552345"/>
                </a:lnTo>
                <a:lnTo>
                  <a:pt x="838323" y="552345"/>
                </a:lnTo>
                <a:lnTo>
                  <a:pt x="785847" y="769489"/>
                </a:lnTo>
                <a:lnTo>
                  <a:pt x="773181" y="829806"/>
                </a:lnTo>
                <a:lnTo>
                  <a:pt x="760513" y="769489"/>
                </a:lnTo>
                <a:lnTo>
                  <a:pt x="708037" y="552345"/>
                </a:lnTo>
                <a:close/>
                <a:moveTo>
                  <a:pt x="1685779" y="545106"/>
                </a:moveTo>
                <a:cubicBezTo>
                  <a:pt x="1561525" y="545106"/>
                  <a:pt x="1487334" y="612662"/>
                  <a:pt x="1487334" y="725456"/>
                </a:cubicBezTo>
                <a:lnTo>
                  <a:pt x="1487334" y="801457"/>
                </a:lnTo>
                <a:cubicBezTo>
                  <a:pt x="1487334" y="914854"/>
                  <a:pt x="1560922" y="981806"/>
                  <a:pt x="1685779" y="981806"/>
                </a:cubicBezTo>
                <a:cubicBezTo>
                  <a:pt x="1810035" y="981806"/>
                  <a:pt x="1884225" y="914251"/>
                  <a:pt x="1884225" y="801457"/>
                </a:cubicBezTo>
                <a:lnTo>
                  <a:pt x="1884225" y="725456"/>
                </a:lnTo>
                <a:cubicBezTo>
                  <a:pt x="1884225" y="612059"/>
                  <a:pt x="1810637" y="545106"/>
                  <a:pt x="1685779" y="545106"/>
                </a:cubicBezTo>
                <a:close/>
                <a:moveTo>
                  <a:pt x="1248481" y="545106"/>
                </a:moveTo>
                <a:cubicBezTo>
                  <a:pt x="1124227" y="545106"/>
                  <a:pt x="1050036" y="612662"/>
                  <a:pt x="1050036" y="725456"/>
                </a:cubicBezTo>
                <a:lnTo>
                  <a:pt x="1050036" y="801457"/>
                </a:lnTo>
                <a:cubicBezTo>
                  <a:pt x="1050036" y="914854"/>
                  <a:pt x="1123624" y="981806"/>
                  <a:pt x="1248481" y="981806"/>
                </a:cubicBezTo>
                <a:cubicBezTo>
                  <a:pt x="1372737" y="981806"/>
                  <a:pt x="1446927" y="914251"/>
                  <a:pt x="1446927" y="801457"/>
                </a:cubicBezTo>
                <a:lnTo>
                  <a:pt x="1446927" y="725456"/>
                </a:lnTo>
                <a:cubicBezTo>
                  <a:pt x="1446927" y="612059"/>
                  <a:pt x="1373339" y="545106"/>
                  <a:pt x="1248481" y="545106"/>
                </a:cubicBezTo>
                <a:close/>
                <a:moveTo>
                  <a:pt x="3000079" y="545106"/>
                </a:moveTo>
                <a:cubicBezTo>
                  <a:pt x="2891506" y="545106"/>
                  <a:pt x="2828172" y="595774"/>
                  <a:pt x="2828172" y="682630"/>
                </a:cubicBezTo>
                <a:cubicBezTo>
                  <a:pt x="2828172" y="773710"/>
                  <a:pt x="2892714" y="799045"/>
                  <a:pt x="2942175" y="806281"/>
                </a:cubicBezTo>
                <a:lnTo>
                  <a:pt x="3018174" y="817743"/>
                </a:lnTo>
                <a:cubicBezTo>
                  <a:pt x="3044112" y="821362"/>
                  <a:pt x="3061604" y="826790"/>
                  <a:pt x="3061604" y="852728"/>
                </a:cubicBezTo>
                <a:cubicBezTo>
                  <a:pt x="3061604" y="875647"/>
                  <a:pt x="3040492" y="887712"/>
                  <a:pt x="3000079" y="887712"/>
                </a:cubicBezTo>
                <a:cubicBezTo>
                  <a:pt x="2956048" y="887712"/>
                  <a:pt x="2937348" y="875044"/>
                  <a:pt x="2937348" y="845489"/>
                </a:cubicBezTo>
                <a:lnTo>
                  <a:pt x="2937348" y="829203"/>
                </a:lnTo>
                <a:lnTo>
                  <a:pt x="2825761" y="829203"/>
                </a:lnTo>
                <a:lnTo>
                  <a:pt x="2825761" y="847901"/>
                </a:lnTo>
                <a:cubicBezTo>
                  <a:pt x="2825761" y="931743"/>
                  <a:pt x="2890301" y="981808"/>
                  <a:pt x="3000079" y="981808"/>
                </a:cubicBezTo>
                <a:cubicBezTo>
                  <a:pt x="3096664" y="981808"/>
                  <a:pt x="3158149" y="942554"/>
                  <a:pt x="3172012" y="874148"/>
                </a:cubicBezTo>
                <a:lnTo>
                  <a:pt x="3175000" y="843076"/>
                </a:lnTo>
                <a:lnTo>
                  <a:pt x="3172125" y="811710"/>
                </a:lnTo>
                <a:cubicBezTo>
                  <a:pt x="3159054" y="745334"/>
                  <a:pt x="3103902" y="725081"/>
                  <a:pt x="3057985" y="718220"/>
                </a:cubicBezTo>
                <a:lnTo>
                  <a:pt x="2982586" y="706758"/>
                </a:lnTo>
                <a:cubicBezTo>
                  <a:pt x="2958461" y="703139"/>
                  <a:pt x="2941572" y="697711"/>
                  <a:pt x="2941572" y="672981"/>
                </a:cubicBezTo>
                <a:cubicBezTo>
                  <a:pt x="2941572" y="650662"/>
                  <a:pt x="2961475" y="639203"/>
                  <a:pt x="3000079" y="639203"/>
                </a:cubicBezTo>
                <a:cubicBezTo>
                  <a:pt x="3041095" y="639203"/>
                  <a:pt x="3058587" y="651265"/>
                  <a:pt x="3058587" y="680219"/>
                </a:cubicBezTo>
                <a:lnTo>
                  <a:pt x="3058587" y="694092"/>
                </a:lnTo>
                <a:lnTo>
                  <a:pt x="3170176" y="694092"/>
                </a:lnTo>
                <a:lnTo>
                  <a:pt x="3170176" y="677806"/>
                </a:lnTo>
                <a:cubicBezTo>
                  <a:pt x="3170176" y="594567"/>
                  <a:pt x="3106842" y="545106"/>
                  <a:pt x="3000079" y="545106"/>
                </a:cubicBezTo>
                <a:close/>
                <a:moveTo>
                  <a:pt x="0" y="0"/>
                </a:moveTo>
                <a:lnTo>
                  <a:pt x="12192000" y="0"/>
                </a:lnTo>
                <a:lnTo>
                  <a:pt x="12192000" y="6857999"/>
                </a:lnTo>
                <a:lnTo>
                  <a:pt x="0" y="6857999"/>
                </a:lnTo>
                <a:close/>
              </a:path>
            </a:pathLst>
          </a:custGeom>
          <a:solidFill>
            <a:srgbClr val="F0F0F1"/>
          </a:solidFill>
        </p:spPr>
        <p:txBody>
          <a:bodyPr wrap="square" rIns="548640" anchor="ctr">
            <a:noAutofit/>
          </a:bodyPr>
          <a:lstStyle>
            <a:lvl1pPr algn="r">
              <a:defRPr>
                <a:solidFill>
                  <a:schemeClr val="bg1"/>
                </a:solidFill>
              </a:defRPr>
            </a:lvl1pPr>
          </a:lstStyle>
          <a:p>
            <a:r>
              <a:rPr lang="en-US"/>
              <a:t>Click icon to add picture</a:t>
            </a:r>
          </a:p>
        </p:txBody>
      </p:sp>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3552825"/>
            <a:ext cx="5441950" cy="2179638"/>
          </a:xfrm>
          <a:prstGeom prst="rect">
            <a:avLst/>
          </a:prstGeom>
        </p:spPr>
        <p:txBody>
          <a:bodyPr anchor="b"/>
          <a:lstStyle>
            <a:lvl1pPr>
              <a:defRPr>
                <a:solidFill>
                  <a:schemeClr val="bg1"/>
                </a:solidFill>
              </a:defRPr>
            </a:lvl1pPr>
          </a:lstStyle>
          <a:p>
            <a:r>
              <a:rPr lang="en-US"/>
              <a:t>Click to edit Master title style</a:t>
            </a:r>
          </a:p>
        </p:txBody>
      </p:sp>
      <p:sp>
        <p:nvSpPr>
          <p:cNvPr id="4" name="Text Placeholder 11">
            <a:extLst>
              <a:ext uri="{FF2B5EF4-FFF2-40B4-BE49-F238E27FC236}">
                <a16:creationId xmlns:a16="http://schemas.microsoft.com/office/drawing/2014/main" id="{6FA1FE30-4DE2-0D36-81F6-894372591DE3}"/>
              </a:ext>
            </a:extLst>
          </p:cNvPr>
          <p:cNvSpPr>
            <a:spLocks noGrp="1"/>
          </p:cNvSpPr>
          <p:nvPr>
            <p:ph type="body" sz="quarter" idx="11" hasCustomPrompt="1"/>
          </p:nvPr>
        </p:nvSpPr>
        <p:spPr>
          <a:xfrm>
            <a:off x="3367089" y="6311900"/>
            <a:ext cx="5445126" cy="269875"/>
          </a:xfrm>
        </p:spPr>
        <p:txBody>
          <a:bodyPr anchor="b">
            <a:normAutofit/>
          </a:bodyPr>
          <a:lstStyle>
            <a:lvl1pPr marL="0" algn="l" defTabSz="914400" rtl="0" eaLnBrk="1" latinLnBrk="0" hangingPunct="1">
              <a:defRPr lang="en-US" sz="1000" b="0" i="0" kern="1200" dirty="0" smtClean="0">
                <a:solidFill>
                  <a:schemeClr val="bg1"/>
                </a:solidFill>
                <a:latin typeface="+mn-lt"/>
                <a:ea typeface="GT America Regular" pitchFamily="2" charset="77"/>
                <a:cs typeface="GT America Regular" pitchFamily="2" charset="77"/>
              </a:defRPr>
            </a:lvl1pPr>
            <a:lvl2pPr>
              <a:defRPr sz="1000"/>
            </a:lvl2pPr>
            <a:lvl3pPr marL="0" indent="0">
              <a:buNone/>
              <a:defRPr sz="1000"/>
            </a:lvl3pPr>
            <a:lvl4pPr marL="0" indent="0">
              <a:defRPr sz="1000"/>
            </a:lvl4pPr>
            <a:lvl5pPr marL="0" indent="0">
              <a:buNone/>
              <a:defRPr sz="1000"/>
            </a:lvl5pPr>
            <a:lvl6pPr marL="0" indent="0">
              <a:defRPr sz="1000"/>
            </a:lvl6pPr>
            <a:lvl7pPr marL="0" indent="0">
              <a:buNone/>
              <a:defRPr sz="1000"/>
            </a:lvl7pPr>
            <a:lvl8pPr marL="0" indent="0">
              <a:defRPr sz="1000"/>
            </a:lvl8pPr>
            <a:lvl9pPr marL="0" indent="0">
              <a:buNone/>
              <a:defRPr sz="1000"/>
            </a:lvl9pPr>
          </a:lstStyle>
          <a:p>
            <a:pPr lvl="0"/>
            <a:r>
              <a:rPr lang="en-US"/>
              <a:t>Title Department</a:t>
            </a:r>
          </a:p>
        </p:txBody>
      </p:sp>
      <p:sp>
        <p:nvSpPr>
          <p:cNvPr id="3" name="Date Placeholder 3">
            <a:extLst>
              <a:ext uri="{FF2B5EF4-FFF2-40B4-BE49-F238E27FC236}">
                <a16:creationId xmlns:a16="http://schemas.microsoft.com/office/drawing/2014/main" id="{6DC47A95-CCFB-A6E7-23DB-287FFF642D6A}"/>
              </a:ext>
            </a:extLst>
          </p:cNvPr>
          <p:cNvSpPr>
            <a:spLocks noGrp="1"/>
          </p:cNvSpPr>
          <p:nvPr>
            <p:ph type="dt" sz="half" idx="2"/>
          </p:nvPr>
        </p:nvSpPr>
        <p:spPr>
          <a:xfrm>
            <a:off x="9013829" y="6311900"/>
            <a:ext cx="2619375" cy="269875"/>
          </a:xfrm>
          <a:prstGeom prst="rect">
            <a:avLst/>
          </a:prstGeom>
        </p:spPr>
        <p:txBody>
          <a:bodyPr vert="horz" lIns="0" tIns="0" rIns="0" bIns="0" rtlCol="0" anchor="b" anchorCtr="0"/>
          <a:lstStyle>
            <a:lvl1pPr algn="r">
              <a:defRPr sz="1000">
                <a:solidFill>
                  <a:schemeClr val="bg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
        <p:nvSpPr>
          <p:cNvPr id="6" name="Text Placeholder 8">
            <a:extLst>
              <a:ext uri="{FF2B5EF4-FFF2-40B4-BE49-F238E27FC236}">
                <a16:creationId xmlns:a16="http://schemas.microsoft.com/office/drawing/2014/main" id="{A16C230C-5691-F970-ED78-91F42403D1D0}"/>
              </a:ext>
            </a:extLst>
          </p:cNvPr>
          <p:cNvSpPr>
            <a:spLocks noGrp="1"/>
          </p:cNvSpPr>
          <p:nvPr>
            <p:ph type="body" sz="quarter" idx="14" hasCustomPrompt="1"/>
          </p:nvPr>
        </p:nvSpPr>
        <p:spPr>
          <a:xfrm>
            <a:off x="6194424" y="696913"/>
            <a:ext cx="5438779" cy="430212"/>
          </a:xfrm>
        </p:spPr>
        <p:txBody>
          <a:bodyPr tIns="91440">
            <a:noAutofit/>
          </a:bodyPr>
          <a:lstStyle>
            <a:lvl1pPr marL="0" indent="0" algn="r">
              <a:buFont typeface="Arial" panose="020B0604020202020204" pitchFamily="34" charset="0"/>
              <a:buNone/>
              <a:defRPr sz="1600" b="1">
                <a:solidFill>
                  <a:schemeClr val="bg1"/>
                </a:solidFill>
              </a:defRPr>
            </a:lvl1pPr>
            <a:lvl2pPr marL="0" indent="0" algn="r">
              <a:buNone/>
              <a:defRPr sz="1600" b="1">
                <a:solidFill>
                  <a:schemeClr val="tx1"/>
                </a:solidFill>
              </a:defRPr>
            </a:lvl2pPr>
            <a:lvl3pPr marL="0" indent="0" algn="r">
              <a:buNone/>
              <a:defRPr sz="1600" b="1">
                <a:solidFill>
                  <a:schemeClr val="tx1"/>
                </a:solidFill>
              </a:defRPr>
            </a:lvl3pPr>
            <a:lvl4pPr marL="0" indent="0" algn="r">
              <a:buNone/>
              <a:defRPr sz="1600" b="1">
                <a:solidFill>
                  <a:schemeClr val="tx1"/>
                </a:solidFill>
              </a:defRPr>
            </a:lvl4pPr>
            <a:lvl5pPr marL="0" indent="0" algn="r">
              <a:buFont typeface="Arial" panose="020B0604020202020204" pitchFamily="34" charset="0"/>
              <a:buNone/>
              <a:defRPr sz="1600" b="1">
                <a:solidFill>
                  <a:schemeClr val="tx1"/>
                </a:solidFill>
              </a:defRPr>
            </a:lvl5pPr>
            <a:lvl6pPr marL="0" indent="0" algn="r">
              <a:buNone/>
              <a:defRPr sz="1600" b="1">
                <a:solidFill>
                  <a:schemeClr val="tx1"/>
                </a:solidFill>
              </a:defRPr>
            </a:lvl6pPr>
            <a:lvl7pPr marL="0" indent="0" algn="r">
              <a:buNone/>
              <a:defRPr sz="1600" b="1">
                <a:solidFill>
                  <a:schemeClr val="tx1"/>
                </a:solidFill>
              </a:defRPr>
            </a:lvl7pPr>
            <a:lvl8pPr marL="0" indent="0" algn="r">
              <a:buNone/>
              <a:defRPr sz="1600" b="1">
                <a:solidFill>
                  <a:schemeClr val="tx1"/>
                </a:solidFill>
              </a:defRPr>
            </a:lvl8pPr>
            <a:lvl9pPr marL="0" indent="0" algn="r">
              <a:buNone/>
              <a:defRPr sz="1600" b="1">
                <a:solidFill>
                  <a:schemeClr val="tx1"/>
                </a:solidFill>
              </a:defRPr>
            </a:lvl9pPr>
          </a:lstStyle>
          <a:p>
            <a:pPr lvl="0"/>
            <a:r>
              <a:rPr lang="en-US"/>
              <a:t>Division / Geography</a:t>
            </a:r>
          </a:p>
        </p:txBody>
      </p:sp>
      <p:sp>
        <p:nvSpPr>
          <p:cNvPr id="11" name="Text Placeholder 12">
            <a:extLst>
              <a:ext uri="{FF2B5EF4-FFF2-40B4-BE49-F238E27FC236}">
                <a16:creationId xmlns:a16="http://schemas.microsoft.com/office/drawing/2014/main" id="{3C21ED02-4A33-6EFD-6724-30A8642C13A3}"/>
              </a:ext>
            </a:extLst>
          </p:cNvPr>
          <p:cNvSpPr>
            <a:spLocks noGrp="1"/>
          </p:cNvSpPr>
          <p:nvPr>
            <p:ph type="body" sz="quarter" idx="99" hasCustomPrompt="1"/>
          </p:nvPr>
        </p:nvSpPr>
        <p:spPr>
          <a:xfrm>
            <a:off x="539750" y="6311900"/>
            <a:ext cx="2619375" cy="269875"/>
          </a:xfrm>
        </p:spPr>
        <p:txBody>
          <a:bodyPr anchor="b">
            <a:noAutofit/>
          </a:bodyPr>
          <a:lstStyle>
            <a:lvl1pPr>
              <a:defRPr sz="1000" b="0">
                <a:solidFill>
                  <a:schemeClr val="bg1"/>
                </a:solidFill>
              </a:defRPr>
            </a:lvl1pPr>
            <a:lvl2pP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Single presenter</a:t>
            </a:r>
          </a:p>
        </p:txBody>
      </p:sp>
      <p:sp>
        <p:nvSpPr>
          <p:cNvPr id="12" name="Text Placeholder 15">
            <a:extLst>
              <a:ext uri="{FF2B5EF4-FFF2-40B4-BE49-F238E27FC236}">
                <a16:creationId xmlns:a16="http://schemas.microsoft.com/office/drawing/2014/main" id="{DDFCCCE6-1080-7167-2C83-D3BE43A6E107}"/>
              </a:ext>
            </a:extLst>
          </p:cNvPr>
          <p:cNvSpPr>
            <a:spLocks noGrp="1"/>
          </p:cNvSpPr>
          <p:nvPr>
            <p:ph type="body" sz="quarter" idx="100" hasCustomPrompt="1"/>
          </p:nvPr>
        </p:nvSpPr>
        <p:spPr>
          <a:xfrm>
            <a:off x="546099" y="3014450"/>
            <a:ext cx="2615184" cy="281478"/>
          </a:xfrm>
        </p:spPr>
        <p:txBody>
          <a:bodyPr>
            <a:noAutofit/>
          </a:bodyPr>
          <a:lstStyle>
            <a:lvl1pPr>
              <a:defRPr sz="1000">
                <a:solidFill>
                  <a:schemeClr val="bg1"/>
                </a:solidFill>
              </a:defRPr>
            </a:lvl1pPr>
            <a:lvl2pPr marL="285750" indent="-285750">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1</a:t>
            </a:r>
          </a:p>
        </p:txBody>
      </p:sp>
      <p:sp>
        <p:nvSpPr>
          <p:cNvPr id="13" name="Text Placeholder 17">
            <a:extLst>
              <a:ext uri="{FF2B5EF4-FFF2-40B4-BE49-F238E27FC236}">
                <a16:creationId xmlns:a16="http://schemas.microsoft.com/office/drawing/2014/main" id="{4E920023-5558-3759-D0F7-D4E02260898A}"/>
              </a:ext>
            </a:extLst>
          </p:cNvPr>
          <p:cNvSpPr>
            <a:spLocks noGrp="1"/>
          </p:cNvSpPr>
          <p:nvPr>
            <p:ph type="body" sz="quarter" idx="101" hasCustomPrompt="1"/>
          </p:nvPr>
        </p:nvSpPr>
        <p:spPr>
          <a:xfrm>
            <a:off x="3386138" y="3009900"/>
            <a:ext cx="2615184" cy="286028"/>
          </a:xfrm>
        </p:spPr>
        <p:txBody>
          <a:bodyPr>
            <a:noAutofit/>
          </a:bodyPr>
          <a:lstStyle>
            <a:lvl1pPr>
              <a:defRPr sz="1000">
                <a:solidFill>
                  <a:schemeClr val="bg1"/>
                </a:solidFill>
              </a:defRPr>
            </a:lvl1pPr>
            <a:lvl2pPr marL="284163" indent="-284163">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2</a:t>
            </a:r>
          </a:p>
        </p:txBody>
      </p:sp>
      <p:sp>
        <p:nvSpPr>
          <p:cNvPr id="14" name="Text Placeholder 19">
            <a:extLst>
              <a:ext uri="{FF2B5EF4-FFF2-40B4-BE49-F238E27FC236}">
                <a16:creationId xmlns:a16="http://schemas.microsoft.com/office/drawing/2014/main" id="{6463DDA5-4241-B62D-0CE3-D5CF7DDC78DE}"/>
              </a:ext>
            </a:extLst>
          </p:cNvPr>
          <p:cNvSpPr>
            <a:spLocks noGrp="1"/>
          </p:cNvSpPr>
          <p:nvPr>
            <p:ph type="body" sz="quarter" idx="102" hasCustomPrompt="1"/>
          </p:nvPr>
        </p:nvSpPr>
        <p:spPr>
          <a:xfrm>
            <a:off x="6194425" y="3009900"/>
            <a:ext cx="2615184" cy="286028"/>
          </a:xfrm>
        </p:spPr>
        <p:txBody>
          <a:bodyPr>
            <a:normAutofit/>
          </a:bodyPr>
          <a:lstStyle>
            <a:lvl1pPr>
              <a:defRPr sz="1000">
                <a:solidFill>
                  <a:schemeClr val="bg1"/>
                </a:solidFill>
              </a:defRPr>
            </a:lvl1pPr>
            <a:lvl2pPr marL="284163" indent="-284163">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3</a:t>
            </a:r>
          </a:p>
        </p:txBody>
      </p:sp>
    </p:spTree>
    <p:extLst>
      <p:ext uri="{BB962C8B-B14F-4D97-AF65-F5344CB8AC3E}">
        <p14:creationId xmlns:p14="http://schemas.microsoft.com/office/powerpoint/2010/main" val="3051655138"/>
      </p:ext>
    </p:extLst>
  </p:cSld>
  <p:clrMapOvr>
    <a:overrideClrMapping bg1="dk1" tx1="lt1" bg2="dk2" tx2="lt2" accent1="accent1" accent2="accent2" accent3="accent3" accent4="accent4" accent5="accent5" accent6="accent6" hlink="hlink" folHlink="folHlink"/>
  </p:clrMapOvr>
</p:sldLayout>
</file>

<file path=ppt/slideLayouts/slideLayout181.xml><?xml version="1.0" encoding="utf-8"?>
<p:sldLayout xmlns:a="http://schemas.openxmlformats.org/drawingml/2006/main" xmlns:r="http://schemas.openxmlformats.org/officeDocument/2006/relationships" xmlns:p="http://schemas.openxmlformats.org/presentationml/2006/main" preserve="1" userDrawn="1">
  <p:cSld name="Cover 6">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3552825"/>
            <a:ext cx="5441950" cy="2179638"/>
          </a:xfrm>
          <a:prstGeom prst="rect">
            <a:avLst/>
          </a:prstGeom>
        </p:spPr>
        <p:txBody>
          <a:bodyPr anchor="b"/>
          <a:lstStyle>
            <a:lvl1pPr>
              <a:defRPr>
                <a:solidFill>
                  <a:schemeClr val="tx1"/>
                </a:solidFill>
              </a:defRPr>
            </a:lvl1pPr>
          </a:lstStyle>
          <a:p>
            <a:r>
              <a:rPr lang="en-US"/>
              <a:t>Click to edit Master title style</a:t>
            </a:r>
          </a:p>
        </p:txBody>
      </p:sp>
      <p:sp>
        <p:nvSpPr>
          <p:cNvPr id="6" name="Freeform 5">
            <a:extLst>
              <a:ext uri="{FF2B5EF4-FFF2-40B4-BE49-F238E27FC236}">
                <a16:creationId xmlns:a16="http://schemas.microsoft.com/office/drawing/2014/main" id="{EBC8BAC9-2F39-70BA-C3AC-DE7DA1042A5B}"/>
              </a:ext>
            </a:extLst>
          </p:cNvPr>
          <p:cNvSpPr/>
          <p:nvPr userDrawn="1"/>
        </p:nvSpPr>
        <p:spPr bwMode="black">
          <a:xfrm>
            <a:off x="539750" y="545106"/>
            <a:ext cx="2635250" cy="436702"/>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solidFill>
                <a:schemeClr val="tx1"/>
              </a:solidFill>
            </a:endParaRPr>
          </a:p>
        </p:txBody>
      </p:sp>
      <p:sp>
        <p:nvSpPr>
          <p:cNvPr id="9" name="Picture Placeholder 8">
            <a:extLst>
              <a:ext uri="{FF2B5EF4-FFF2-40B4-BE49-F238E27FC236}">
                <a16:creationId xmlns:a16="http://schemas.microsoft.com/office/drawing/2014/main" id="{7AC15287-0630-B8DA-C579-8B9B7FB3569E}"/>
              </a:ext>
            </a:extLst>
          </p:cNvPr>
          <p:cNvSpPr>
            <a:spLocks noGrp="1"/>
          </p:cNvSpPr>
          <p:nvPr>
            <p:ph type="pic" sz="quarter" idx="13" hasCustomPrompt="1"/>
          </p:nvPr>
        </p:nvSpPr>
        <p:spPr bwMode="auto">
          <a:xfrm>
            <a:off x="6096000" y="0"/>
            <a:ext cx="2029968" cy="5868988"/>
          </a:xfrm>
          <a:solidFill>
            <a:srgbClr val="A6A9AA"/>
          </a:solidFill>
        </p:spPr>
        <p:txBody>
          <a:bodyPr tIns="731520" anchor="ctr"/>
          <a:lstStyle>
            <a:lvl1pPr algn="ctr">
              <a:defRPr b="0">
                <a:solidFill>
                  <a:schemeClr val="bg1"/>
                </a:solidFill>
                <a:latin typeface="+mn-lt"/>
              </a:defRPr>
            </a:lvl1pPr>
          </a:lstStyle>
          <a:p>
            <a:r>
              <a:rPr lang="en-US"/>
              <a:t>Dynamic slice crop 1</a:t>
            </a:r>
          </a:p>
        </p:txBody>
      </p:sp>
      <p:sp>
        <p:nvSpPr>
          <p:cNvPr id="13" name="Picture Placeholder 8">
            <a:extLst>
              <a:ext uri="{FF2B5EF4-FFF2-40B4-BE49-F238E27FC236}">
                <a16:creationId xmlns:a16="http://schemas.microsoft.com/office/drawing/2014/main" id="{88B0AA94-1619-F4BF-E5D2-311BE603DDAC}"/>
              </a:ext>
            </a:extLst>
          </p:cNvPr>
          <p:cNvSpPr>
            <a:spLocks noGrp="1"/>
          </p:cNvSpPr>
          <p:nvPr>
            <p:ph type="pic" sz="quarter" idx="14" hasCustomPrompt="1"/>
          </p:nvPr>
        </p:nvSpPr>
        <p:spPr bwMode="auto">
          <a:xfrm>
            <a:off x="8125968" y="1422400"/>
            <a:ext cx="2029968" cy="5434765"/>
          </a:xfrm>
          <a:solidFill>
            <a:srgbClr val="A6A9AA"/>
          </a:solidFill>
        </p:spPr>
        <p:txBody>
          <a:bodyPr tIns="731520" anchor="ctr"/>
          <a:lstStyle>
            <a:lvl1pPr algn="ctr">
              <a:defRPr b="0">
                <a:solidFill>
                  <a:schemeClr val="bg1"/>
                </a:solidFill>
                <a:latin typeface="+mn-lt"/>
              </a:defRPr>
            </a:lvl1pPr>
          </a:lstStyle>
          <a:p>
            <a:r>
              <a:rPr lang="en-US"/>
              <a:t>Dynamic slice crop 2</a:t>
            </a:r>
          </a:p>
        </p:txBody>
      </p:sp>
      <p:sp>
        <p:nvSpPr>
          <p:cNvPr id="15" name="Picture Placeholder 8">
            <a:extLst>
              <a:ext uri="{FF2B5EF4-FFF2-40B4-BE49-F238E27FC236}">
                <a16:creationId xmlns:a16="http://schemas.microsoft.com/office/drawing/2014/main" id="{D814C211-DBD2-6DA0-0A9F-8BF774A63EE4}"/>
              </a:ext>
            </a:extLst>
          </p:cNvPr>
          <p:cNvSpPr>
            <a:spLocks noGrp="1"/>
          </p:cNvSpPr>
          <p:nvPr>
            <p:ph type="pic" sz="quarter" idx="15" hasCustomPrompt="1"/>
          </p:nvPr>
        </p:nvSpPr>
        <p:spPr bwMode="auto">
          <a:xfrm>
            <a:off x="10155936" y="1"/>
            <a:ext cx="2036063" cy="4419599"/>
          </a:xfrm>
          <a:solidFill>
            <a:srgbClr val="A6A9AA"/>
          </a:solidFill>
        </p:spPr>
        <p:txBody>
          <a:bodyPr tIns="731520" anchor="ctr"/>
          <a:lstStyle>
            <a:lvl1pPr algn="ctr">
              <a:defRPr b="0">
                <a:solidFill>
                  <a:schemeClr val="bg1"/>
                </a:solidFill>
                <a:latin typeface="+mn-lt"/>
              </a:defRPr>
            </a:lvl1pPr>
          </a:lstStyle>
          <a:p>
            <a:r>
              <a:rPr lang="en-US"/>
              <a:t>Dynamic slice crop 3</a:t>
            </a:r>
          </a:p>
        </p:txBody>
      </p:sp>
      <p:sp>
        <p:nvSpPr>
          <p:cNvPr id="4" name="Text Placeholder 11">
            <a:extLst>
              <a:ext uri="{FF2B5EF4-FFF2-40B4-BE49-F238E27FC236}">
                <a16:creationId xmlns:a16="http://schemas.microsoft.com/office/drawing/2014/main" id="{662F28CC-4FDC-6231-81B1-808636A2AFE1}"/>
              </a:ext>
            </a:extLst>
          </p:cNvPr>
          <p:cNvSpPr>
            <a:spLocks noGrp="1"/>
          </p:cNvSpPr>
          <p:nvPr>
            <p:ph type="body" sz="quarter" idx="11" hasCustomPrompt="1"/>
          </p:nvPr>
        </p:nvSpPr>
        <p:spPr>
          <a:xfrm>
            <a:off x="3367089" y="6311900"/>
            <a:ext cx="5445126" cy="269875"/>
          </a:xfrm>
        </p:spPr>
        <p:txBody>
          <a:bodyPr anchor="b">
            <a:normAutofit/>
          </a:bodyPr>
          <a:lstStyle>
            <a:lvl1pPr marL="0" algn="l" defTabSz="914400" rtl="0" eaLnBrk="1" latinLnBrk="0" hangingPunct="1">
              <a:defRPr lang="en-US" sz="1000" b="0" i="0" kern="1200" dirty="0" smtClean="0">
                <a:solidFill>
                  <a:schemeClr val="tx1"/>
                </a:solidFill>
                <a:latin typeface="+mn-lt"/>
                <a:ea typeface="GT America Regular" pitchFamily="2" charset="77"/>
                <a:cs typeface="GT America Regular" pitchFamily="2" charset="77"/>
              </a:defRPr>
            </a:lvl1pPr>
            <a:lvl2pPr>
              <a:defRPr sz="1000"/>
            </a:lvl2pPr>
            <a:lvl3pPr marL="0" indent="0">
              <a:buNone/>
              <a:defRPr sz="1000"/>
            </a:lvl3pPr>
            <a:lvl4pPr marL="0" indent="0">
              <a:defRPr sz="1000"/>
            </a:lvl4pPr>
            <a:lvl5pPr marL="0" indent="0">
              <a:buNone/>
              <a:defRPr sz="1000"/>
            </a:lvl5pPr>
            <a:lvl6pPr marL="0" indent="0">
              <a:defRPr sz="1000"/>
            </a:lvl6pPr>
            <a:lvl7pPr marL="0" indent="0">
              <a:buNone/>
              <a:defRPr sz="1000"/>
            </a:lvl7pPr>
            <a:lvl8pPr marL="0" indent="0">
              <a:defRPr sz="1000"/>
            </a:lvl8pPr>
            <a:lvl9pPr marL="0" indent="0">
              <a:buNone/>
              <a:defRPr sz="1000"/>
            </a:lvl9pPr>
          </a:lstStyle>
          <a:p>
            <a:pPr lvl="0"/>
            <a:r>
              <a:rPr lang="en-US"/>
              <a:t>Title Department</a:t>
            </a:r>
          </a:p>
        </p:txBody>
      </p:sp>
      <p:sp>
        <p:nvSpPr>
          <p:cNvPr id="3" name="Date Placeholder 3">
            <a:extLst>
              <a:ext uri="{FF2B5EF4-FFF2-40B4-BE49-F238E27FC236}">
                <a16:creationId xmlns:a16="http://schemas.microsoft.com/office/drawing/2014/main" id="{4E4E5E40-9936-2B1A-A957-B3832110D191}"/>
              </a:ext>
            </a:extLst>
          </p:cNvPr>
          <p:cNvSpPr>
            <a:spLocks noGrp="1"/>
          </p:cNvSpPr>
          <p:nvPr>
            <p:ph type="dt" sz="half" idx="2"/>
          </p:nvPr>
        </p:nvSpPr>
        <p:spPr>
          <a:xfrm>
            <a:off x="9013829" y="6311900"/>
            <a:ext cx="2619375" cy="269875"/>
          </a:xfrm>
          <a:prstGeom prst="rect">
            <a:avLst/>
          </a:prstGeom>
        </p:spPr>
        <p:txBody>
          <a:bodyPr vert="horz" lIns="0" tIns="0" rIns="0" bIns="0" rtlCol="0" anchor="b" anchorCtr="0"/>
          <a:lstStyle>
            <a:lvl1pPr algn="r">
              <a:defRPr sz="1000">
                <a:solidFill>
                  <a:schemeClr val="tx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
        <p:nvSpPr>
          <p:cNvPr id="11" name="Text Placeholder 12">
            <a:extLst>
              <a:ext uri="{FF2B5EF4-FFF2-40B4-BE49-F238E27FC236}">
                <a16:creationId xmlns:a16="http://schemas.microsoft.com/office/drawing/2014/main" id="{2831160B-5FF4-1736-F0D0-4A4677891D9D}"/>
              </a:ext>
            </a:extLst>
          </p:cNvPr>
          <p:cNvSpPr>
            <a:spLocks noGrp="1"/>
          </p:cNvSpPr>
          <p:nvPr>
            <p:ph type="body" sz="quarter" idx="99" hasCustomPrompt="1"/>
          </p:nvPr>
        </p:nvSpPr>
        <p:spPr>
          <a:xfrm>
            <a:off x="539750" y="6311900"/>
            <a:ext cx="2619375" cy="269875"/>
          </a:xfrm>
        </p:spPr>
        <p:txBody>
          <a:bodyPr anchor="b">
            <a:noAutofit/>
          </a:bodyPr>
          <a:lstStyle>
            <a:lvl1pPr>
              <a:defRPr sz="1000" b="0"/>
            </a:lvl1pPr>
            <a:lvl2pP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Single presenter</a:t>
            </a:r>
          </a:p>
        </p:txBody>
      </p:sp>
      <p:sp>
        <p:nvSpPr>
          <p:cNvPr id="12" name="Text Placeholder 15">
            <a:extLst>
              <a:ext uri="{FF2B5EF4-FFF2-40B4-BE49-F238E27FC236}">
                <a16:creationId xmlns:a16="http://schemas.microsoft.com/office/drawing/2014/main" id="{CF96A1AB-78C0-6521-B97B-BDB3F01285A2}"/>
              </a:ext>
            </a:extLst>
          </p:cNvPr>
          <p:cNvSpPr>
            <a:spLocks noGrp="1"/>
          </p:cNvSpPr>
          <p:nvPr>
            <p:ph type="body" sz="quarter" idx="100" hasCustomPrompt="1"/>
          </p:nvPr>
        </p:nvSpPr>
        <p:spPr>
          <a:xfrm>
            <a:off x="559816" y="1717185"/>
            <a:ext cx="2615184" cy="281478"/>
          </a:xfrm>
        </p:spPr>
        <p:txBody>
          <a:bodyPr>
            <a:noAutofit/>
          </a:bodyPr>
          <a:lstStyle>
            <a:lvl1pPr>
              <a:defRPr sz="1000"/>
            </a:lvl1pPr>
            <a:lvl2pPr marL="285750" indent="-285750">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1</a:t>
            </a:r>
          </a:p>
        </p:txBody>
      </p:sp>
      <p:sp>
        <p:nvSpPr>
          <p:cNvPr id="14" name="Text Placeholder 17">
            <a:extLst>
              <a:ext uri="{FF2B5EF4-FFF2-40B4-BE49-F238E27FC236}">
                <a16:creationId xmlns:a16="http://schemas.microsoft.com/office/drawing/2014/main" id="{E8D27B1D-88E9-5CC5-DDCC-40CEA313B46B}"/>
              </a:ext>
            </a:extLst>
          </p:cNvPr>
          <p:cNvSpPr>
            <a:spLocks noGrp="1"/>
          </p:cNvSpPr>
          <p:nvPr>
            <p:ph type="body" sz="quarter" idx="101" hasCustomPrompt="1"/>
          </p:nvPr>
        </p:nvSpPr>
        <p:spPr>
          <a:xfrm>
            <a:off x="559816" y="2284135"/>
            <a:ext cx="2615184" cy="286028"/>
          </a:xfrm>
        </p:spPr>
        <p:txBody>
          <a:bodyPr>
            <a:noAutofit/>
          </a:bodyPr>
          <a:lstStyle>
            <a:lvl1pPr>
              <a:defRPr sz="1000"/>
            </a:lvl1pPr>
            <a:lvl2pPr marL="284163" indent="-284163">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2</a:t>
            </a:r>
          </a:p>
        </p:txBody>
      </p:sp>
      <p:sp>
        <p:nvSpPr>
          <p:cNvPr id="16" name="Text Placeholder 19">
            <a:extLst>
              <a:ext uri="{FF2B5EF4-FFF2-40B4-BE49-F238E27FC236}">
                <a16:creationId xmlns:a16="http://schemas.microsoft.com/office/drawing/2014/main" id="{B7AFFEB9-D67F-9298-FCF9-0054A5CB24FB}"/>
              </a:ext>
            </a:extLst>
          </p:cNvPr>
          <p:cNvSpPr>
            <a:spLocks noGrp="1"/>
          </p:cNvSpPr>
          <p:nvPr>
            <p:ph type="body" sz="quarter" idx="102" hasCustomPrompt="1"/>
          </p:nvPr>
        </p:nvSpPr>
        <p:spPr>
          <a:xfrm>
            <a:off x="559816" y="2857474"/>
            <a:ext cx="2615184" cy="286028"/>
          </a:xfrm>
        </p:spPr>
        <p:txBody>
          <a:bodyPr>
            <a:normAutofit/>
          </a:bodyPr>
          <a:lstStyle>
            <a:lvl1pPr>
              <a:defRPr sz="1000"/>
            </a:lvl1pPr>
            <a:lvl2pPr marL="284163" indent="-284163">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3</a:t>
            </a:r>
          </a:p>
        </p:txBody>
      </p:sp>
    </p:spTree>
    <p:extLst>
      <p:ext uri="{BB962C8B-B14F-4D97-AF65-F5344CB8AC3E}">
        <p14:creationId xmlns:p14="http://schemas.microsoft.com/office/powerpoint/2010/main" val="354002341"/>
      </p:ext>
    </p:extLst>
  </p:cSld>
  <p:clrMapOvr>
    <a:overrideClrMapping bg1="dk1" tx1="lt1" bg2="dk2" tx2="lt2" accent1="accent1" accent2="accent2" accent3="accent3" accent4="accent4" accent5="accent5" accent6="accent6" hlink="hlink" folHlink="folHlink"/>
  </p:clrMapOvr>
</p:sldLayout>
</file>

<file path=ppt/slideLayouts/slideLayout182.xml><?xml version="1.0" encoding="utf-8"?>
<p:sldLayout xmlns:a="http://schemas.openxmlformats.org/drawingml/2006/main" xmlns:r="http://schemas.openxmlformats.org/officeDocument/2006/relationships" xmlns:p="http://schemas.openxmlformats.org/presentationml/2006/main" preserve="1" userDrawn="1">
  <p:cSld name="Cover 7">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3552825"/>
            <a:ext cx="5441950" cy="2179638"/>
          </a:xfrm>
          <a:prstGeom prst="rect">
            <a:avLst/>
          </a:prstGeom>
        </p:spPr>
        <p:txBody>
          <a:bodyPr anchor="b"/>
          <a:lstStyle>
            <a:lvl1pPr>
              <a:defRPr>
                <a:solidFill>
                  <a:schemeClr val="tx1"/>
                </a:solidFill>
              </a:defRPr>
            </a:lvl1pPr>
          </a:lstStyle>
          <a:p>
            <a:r>
              <a:rPr lang="en-US"/>
              <a:t>Click to edit Master title style</a:t>
            </a:r>
          </a:p>
        </p:txBody>
      </p:sp>
      <p:sp>
        <p:nvSpPr>
          <p:cNvPr id="6" name="Freeform 5">
            <a:extLst>
              <a:ext uri="{FF2B5EF4-FFF2-40B4-BE49-F238E27FC236}">
                <a16:creationId xmlns:a16="http://schemas.microsoft.com/office/drawing/2014/main" id="{EBC8BAC9-2F39-70BA-C3AC-DE7DA1042A5B}"/>
              </a:ext>
            </a:extLst>
          </p:cNvPr>
          <p:cNvSpPr/>
          <p:nvPr userDrawn="1"/>
        </p:nvSpPr>
        <p:spPr bwMode="black">
          <a:xfrm>
            <a:off x="539750" y="545106"/>
            <a:ext cx="2635250" cy="436702"/>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solidFill>
                <a:schemeClr val="tx1"/>
              </a:solidFill>
            </a:endParaRPr>
          </a:p>
        </p:txBody>
      </p:sp>
      <p:sp>
        <p:nvSpPr>
          <p:cNvPr id="4" name="Text Placeholder 11">
            <a:extLst>
              <a:ext uri="{FF2B5EF4-FFF2-40B4-BE49-F238E27FC236}">
                <a16:creationId xmlns:a16="http://schemas.microsoft.com/office/drawing/2014/main" id="{6FA1FE30-4DE2-0D36-81F6-894372591DE3}"/>
              </a:ext>
            </a:extLst>
          </p:cNvPr>
          <p:cNvSpPr>
            <a:spLocks noGrp="1"/>
          </p:cNvSpPr>
          <p:nvPr>
            <p:ph type="body" sz="quarter" idx="11" hasCustomPrompt="1"/>
          </p:nvPr>
        </p:nvSpPr>
        <p:spPr>
          <a:xfrm>
            <a:off x="3367089" y="6311900"/>
            <a:ext cx="2624136" cy="269875"/>
          </a:xfrm>
        </p:spPr>
        <p:txBody>
          <a:bodyPr anchor="b">
            <a:normAutofit/>
          </a:bodyPr>
          <a:lstStyle>
            <a:lvl1pPr marL="0" algn="l" defTabSz="914400" rtl="0" eaLnBrk="1" latinLnBrk="0" hangingPunct="1">
              <a:defRPr lang="en-US" sz="1000" b="0" i="0" kern="1200" dirty="0" smtClean="0">
                <a:solidFill>
                  <a:schemeClr val="tx1"/>
                </a:solidFill>
                <a:latin typeface="+mn-lt"/>
                <a:ea typeface="GT America Regular" pitchFamily="2" charset="77"/>
                <a:cs typeface="GT America Regular" pitchFamily="2" charset="77"/>
              </a:defRPr>
            </a:lvl1pPr>
            <a:lvl2pPr>
              <a:defRPr sz="1000"/>
            </a:lvl2pPr>
            <a:lvl3pPr marL="0" indent="0">
              <a:buNone/>
              <a:defRPr sz="1000"/>
            </a:lvl3pPr>
            <a:lvl4pPr marL="0" indent="0">
              <a:defRPr sz="1000"/>
            </a:lvl4pPr>
            <a:lvl5pPr marL="0" indent="0">
              <a:buNone/>
              <a:defRPr sz="1000"/>
            </a:lvl5pPr>
            <a:lvl6pPr marL="0" indent="0">
              <a:defRPr sz="1000"/>
            </a:lvl6pPr>
            <a:lvl7pPr marL="0" indent="0">
              <a:buNone/>
              <a:defRPr sz="1000"/>
            </a:lvl7pPr>
            <a:lvl8pPr marL="0" indent="0">
              <a:defRPr sz="1000"/>
            </a:lvl8pPr>
            <a:lvl9pPr marL="0" indent="0">
              <a:buNone/>
              <a:defRPr sz="1000"/>
            </a:lvl9pPr>
          </a:lstStyle>
          <a:p>
            <a:pPr lvl="0"/>
            <a:r>
              <a:rPr lang="en-US"/>
              <a:t>Title Department</a:t>
            </a:r>
          </a:p>
        </p:txBody>
      </p:sp>
      <p:sp>
        <p:nvSpPr>
          <p:cNvPr id="8" name="Picture Placeholder 9">
            <a:extLst>
              <a:ext uri="{FF2B5EF4-FFF2-40B4-BE49-F238E27FC236}">
                <a16:creationId xmlns:a16="http://schemas.microsoft.com/office/drawing/2014/main" id="{4DFF5D06-761A-8209-6035-68AC3551CA5A}"/>
              </a:ext>
            </a:extLst>
          </p:cNvPr>
          <p:cNvSpPr>
            <a:spLocks noGrp="1"/>
          </p:cNvSpPr>
          <p:nvPr>
            <p:ph type="pic" sz="quarter" idx="13" hasCustomPrompt="1"/>
          </p:nvPr>
        </p:nvSpPr>
        <p:spPr>
          <a:xfrm>
            <a:off x="6096000" y="2425700"/>
            <a:ext cx="2029968" cy="4432300"/>
          </a:xfrm>
          <a:solidFill>
            <a:srgbClr val="A6A9AA"/>
          </a:solidFill>
        </p:spPr>
        <p:txBody>
          <a:bodyPr tIns="548640" anchor="ctr"/>
          <a:lstStyle>
            <a:lvl1pPr algn="ctr">
              <a:defRPr b="0">
                <a:solidFill>
                  <a:schemeClr val="tx2"/>
                </a:solidFill>
                <a:latin typeface="+mn-lt"/>
              </a:defRPr>
            </a:lvl1pPr>
          </a:lstStyle>
          <a:p>
            <a:r>
              <a:rPr lang="en-US"/>
              <a:t>Dynamic slice crop 1</a:t>
            </a:r>
          </a:p>
        </p:txBody>
      </p:sp>
      <p:sp>
        <p:nvSpPr>
          <p:cNvPr id="9" name="Picture Placeholder 9">
            <a:extLst>
              <a:ext uri="{FF2B5EF4-FFF2-40B4-BE49-F238E27FC236}">
                <a16:creationId xmlns:a16="http://schemas.microsoft.com/office/drawing/2014/main" id="{A06D238C-D66D-D54D-25CD-678D0ECC7E53}"/>
              </a:ext>
            </a:extLst>
          </p:cNvPr>
          <p:cNvSpPr>
            <a:spLocks noGrp="1"/>
          </p:cNvSpPr>
          <p:nvPr>
            <p:ph type="pic" sz="quarter" idx="14" hasCustomPrompt="1"/>
          </p:nvPr>
        </p:nvSpPr>
        <p:spPr>
          <a:xfrm>
            <a:off x="8125968" y="0"/>
            <a:ext cx="4066032" cy="4567237"/>
          </a:xfrm>
          <a:solidFill>
            <a:srgbClr val="A6A9AA"/>
          </a:solidFill>
        </p:spPr>
        <p:txBody>
          <a:bodyPr tIns="548640" anchor="ctr"/>
          <a:lstStyle>
            <a:lvl1pPr algn="ctr">
              <a:defRPr b="0">
                <a:solidFill>
                  <a:schemeClr val="tx2"/>
                </a:solidFill>
                <a:latin typeface="+mn-lt"/>
              </a:defRPr>
            </a:lvl1pPr>
          </a:lstStyle>
          <a:p>
            <a:pPr marL="0" marR="0" lvl="0" indent="0" algn="ctr" defTabSz="914400" rtl="0" eaLnBrk="1" fontAlgn="auto" latinLnBrk="0" hangingPunct="1">
              <a:lnSpc>
                <a:spcPct val="101000"/>
              </a:lnSpc>
              <a:spcBef>
                <a:spcPts val="0"/>
              </a:spcBef>
              <a:spcAft>
                <a:spcPts val="600"/>
              </a:spcAft>
              <a:buClrTx/>
              <a:buSzTx/>
              <a:buFont typeface="GT America Regular"/>
              <a:buNone/>
              <a:tabLst/>
              <a:defRPr/>
            </a:pPr>
            <a:r>
              <a:rPr lang="en-US"/>
              <a:t>Dynamic slice crop 2</a:t>
            </a:r>
          </a:p>
        </p:txBody>
      </p:sp>
      <p:sp>
        <p:nvSpPr>
          <p:cNvPr id="3" name="Date Placeholder 3">
            <a:extLst>
              <a:ext uri="{FF2B5EF4-FFF2-40B4-BE49-F238E27FC236}">
                <a16:creationId xmlns:a16="http://schemas.microsoft.com/office/drawing/2014/main" id="{0C3AF8AB-703B-6EF3-1025-97479D9CF493}"/>
              </a:ext>
            </a:extLst>
          </p:cNvPr>
          <p:cNvSpPr>
            <a:spLocks noGrp="1"/>
          </p:cNvSpPr>
          <p:nvPr>
            <p:ph type="dt" sz="half" idx="2"/>
          </p:nvPr>
        </p:nvSpPr>
        <p:spPr>
          <a:xfrm>
            <a:off x="9013829" y="6311900"/>
            <a:ext cx="2619375" cy="269875"/>
          </a:xfrm>
          <a:prstGeom prst="rect">
            <a:avLst/>
          </a:prstGeom>
        </p:spPr>
        <p:txBody>
          <a:bodyPr vert="horz" lIns="0" tIns="0" rIns="0" bIns="0" rtlCol="0" anchor="b" anchorCtr="0"/>
          <a:lstStyle>
            <a:lvl1pPr algn="r">
              <a:defRPr sz="1000">
                <a:solidFill>
                  <a:schemeClr val="tx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
        <p:nvSpPr>
          <p:cNvPr id="12" name="Text Placeholder 12">
            <a:extLst>
              <a:ext uri="{FF2B5EF4-FFF2-40B4-BE49-F238E27FC236}">
                <a16:creationId xmlns:a16="http://schemas.microsoft.com/office/drawing/2014/main" id="{EDF60DF2-B8E2-23E1-0952-91B36AE41896}"/>
              </a:ext>
            </a:extLst>
          </p:cNvPr>
          <p:cNvSpPr>
            <a:spLocks noGrp="1"/>
          </p:cNvSpPr>
          <p:nvPr>
            <p:ph type="body" sz="quarter" idx="99" hasCustomPrompt="1"/>
          </p:nvPr>
        </p:nvSpPr>
        <p:spPr>
          <a:xfrm>
            <a:off x="539750" y="6311900"/>
            <a:ext cx="2619375" cy="269875"/>
          </a:xfrm>
        </p:spPr>
        <p:txBody>
          <a:bodyPr anchor="b">
            <a:noAutofit/>
          </a:bodyPr>
          <a:lstStyle>
            <a:lvl1pPr>
              <a:defRPr sz="1000" b="0"/>
            </a:lvl1pPr>
            <a:lvl2pP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Single presenter</a:t>
            </a:r>
          </a:p>
        </p:txBody>
      </p:sp>
      <p:sp>
        <p:nvSpPr>
          <p:cNvPr id="13" name="Text Placeholder 15">
            <a:extLst>
              <a:ext uri="{FF2B5EF4-FFF2-40B4-BE49-F238E27FC236}">
                <a16:creationId xmlns:a16="http://schemas.microsoft.com/office/drawing/2014/main" id="{83A399C3-4B34-EF9D-F98F-879132EB60BE}"/>
              </a:ext>
            </a:extLst>
          </p:cNvPr>
          <p:cNvSpPr>
            <a:spLocks noGrp="1"/>
          </p:cNvSpPr>
          <p:nvPr>
            <p:ph type="body" sz="quarter" idx="100" hasCustomPrompt="1"/>
          </p:nvPr>
        </p:nvSpPr>
        <p:spPr>
          <a:xfrm>
            <a:off x="559816" y="1717185"/>
            <a:ext cx="2615184" cy="281478"/>
          </a:xfrm>
        </p:spPr>
        <p:txBody>
          <a:bodyPr>
            <a:noAutofit/>
          </a:bodyPr>
          <a:lstStyle>
            <a:lvl1pPr>
              <a:defRPr sz="1000"/>
            </a:lvl1pPr>
            <a:lvl2pPr marL="285750" indent="-285750">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1</a:t>
            </a:r>
          </a:p>
        </p:txBody>
      </p:sp>
      <p:sp>
        <p:nvSpPr>
          <p:cNvPr id="14" name="Text Placeholder 17">
            <a:extLst>
              <a:ext uri="{FF2B5EF4-FFF2-40B4-BE49-F238E27FC236}">
                <a16:creationId xmlns:a16="http://schemas.microsoft.com/office/drawing/2014/main" id="{04311926-1FA1-54E9-A566-1E93D701E606}"/>
              </a:ext>
            </a:extLst>
          </p:cNvPr>
          <p:cNvSpPr>
            <a:spLocks noGrp="1"/>
          </p:cNvSpPr>
          <p:nvPr>
            <p:ph type="body" sz="quarter" idx="101" hasCustomPrompt="1"/>
          </p:nvPr>
        </p:nvSpPr>
        <p:spPr>
          <a:xfrm>
            <a:off x="559816" y="2284135"/>
            <a:ext cx="2615184" cy="286028"/>
          </a:xfrm>
        </p:spPr>
        <p:txBody>
          <a:bodyPr>
            <a:noAutofit/>
          </a:bodyPr>
          <a:lstStyle>
            <a:lvl1pPr>
              <a:defRPr sz="1000"/>
            </a:lvl1pPr>
            <a:lvl2pPr marL="284163" indent="-284163">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2</a:t>
            </a:r>
          </a:p>
        </p:txBody>
      </p:sp>
      <p:sp>
        <p:nvSpPr>
          <p:cNvPr id="15" name="Text Placeholder 19">
            <a:extLst>
              <a:ext uri="{FF2B5EF4-FFF2-40B4-BE49-F238E27FC236}">
                <a16:creationId xmlns:a16="http://schemas.microsoft.com/office/drawing/2014/main" id="{C7A7ABC1-D1E0-552E-EE6B-7B417C789504}"/>
              </a:ext>
            </a:extLst>
          </p:cNvPr>
          <p:cNvSpPr>
            <a:spLocks noGrp="1"/>
          </p:cNvSpPr>
          <p:nvPr>
            <p:ph type="body" sz="quarter" idx="102" hasCustomPrompt="1"/>
          </p:nvPr>
        </p:nvSpPr>
        <p:spPr>
          <a:xfrm>
            <a:off x="559816" y="2857474"/>
            <a:ext cx="2615184" cy="286028"/>
          </a:xfrm>
        </p:spPr>
        <p:txBody>
          <a:bodyPr>
            <a:normAutofit/>
          </a:bodyPr>
          <a:lstStyle>
            <a:lvl1pPr>
              <a:defRPr sz="1000"/>
            </a:lvl1pPr>
            <a:lvl2pPr marL="284163" indent="-284163">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3</a:t>
            </a:r>
          </a:p>
        </p:txBody>
      </p:sp>
    </p:spTree>
    <p:extLst>
      <p:ext uri="{BB962C8B-B14F-4D97-AF65-F5344CB8AC3E}">
        <p14:creationId xmlns:p14="http://schemas.microsoft.com/office/powerpoint/2010/main" val="1779813147"/>
      </p:ext>
    </p:extLst>
  </p:cSld>
  <p:clrMapOvr>
    <a:overrideClrMapping bg1="dk1" tx1="lt1" bg2="dk2" tx2="lt2" accent1="accent1" accent2="accent2" accent3="accent3" accent4="accent4" accent5="accent5" accent6="accent6" hlink="hlink" folHlink="folHlink"/>
  </p:clrMapOvr>
</p:sldLayout>
</file>

<file path=ppt/slideLayouts/slideLayout183.xml><?xml version="1.0" encoding="utf-8"?>
<p:sldLayout xmlns:a="http://schemas.openxmlformats.org/drawingml/2006/main" xmlns:r="http://schemas.openxmlformats.org/officeDocument/2006/relationships" xmlns:p="http://schemas.openxmlformats.org/presentationml/2006/main" preserve="1" userDrawn="1">
  <p:cSld name="Agenda 1">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55127C53-C848-5C29-009F-006AB168562E}"/>
              </a:ext>
            </a:extLst>
          </p:cNvPr>
          <p:cNvSpPr/>
          <p:nvPr/>
        </p:nvSpPr>
        <p:spPr bwMode="hidden">
          <a:xfrm>
            <a:off x="0" y="0"/>
            <a:ext cx="6096000"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 name="Picture 9" descr="A blue and black background&#10;&#10;Description automatically generated">
            <a:extLst>
              <a:ext uri="{FF2B5EF4-FFF2-40B4-BE49-F238E27FC236}">
                <a16:creationId xmlns:a16="http://schemas.microsoft.com/office/drawing/2014/main" id="{CFF49F27-390A-B9BC-E6E4-8A08407B6C31}"/>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hidden">
          <a:xfrm>
            <a:off x="0" y="0"/>
            <a:ext cx="6095999" cy="6845300"/>
          </a:xfrm>
          <a:prstGeom prst="rect">
            <a:avLst/>
          </a:prstGeom>
        </p:spPr>
      </p:pic>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a:xfrm>
            <a:off x="6210302" y="6311900"/>
            <a:ext cx="4008435" cy="269875"/>
          </a:xfrm>
        </p:spPr>
        <p:txBody>
          <a:bodyPr/>
          <a:lstStyle>
            <a:lvl1pPr>
              <a:defRPr/>
            </a:lvl1pPr>
          </a:lstStyle>
          <a:p>
            <a:r>
              <a:rPr lang="en-US"/>
              <a:t>User Group - October 2024</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6" name="Freeform 5">
            <a:extLst>
              <a:ext uri="{FF2B5EF4-FFF2-40B4-BE49-F238E27FC236}">
                <a16:creationId xmlns:a16="http://schemas.microsoft.com/office/drawing/2014/main" id="{5BCC6303-B8A8-E0F3-1B26-45B29EE4DC62}"/>
              </a:ext>
            </a:extLst>
          </p:cNvPr>
          <p:cNvSpPr/>
          <p:nvPr/>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4" name="Table Placeholder 13">
            <a:extLst>
              <a:ext uri="{FF2B5EF4-FFF2-40B4-BE49-F238E27FC236}">
                <a16:creationId xmlns:a16="http://schemas.microsoft.com/office/drawing/2014/main" id="{5002590A-F907-AAD8-7A39-3B1BC429EBA8}"/>
              </a:ext>
            </a:extLst>
          </p:cNvPr>
          <p:cNvSpPr>
            <a:spLocks noGrp="1"/>
          </p:cNvSpPr>
          <p:nvPr>
            <p:ph type="tbl" sz="quarter" idx="13"/>
          </p:nvPr>
        </p:nvSpPr>
        <p:spPr>
          <a:xfrm>
            <a:off x="6194426" y="552450"/>
            <a:ext cx="5443536" cy="5467349"/>
          </a:xfrm>
        </p:spPr>
        <p:txBody>
          <a:bodyPr/>
          <a:lstStyle/>
          <a:p>
            <a:r>
              <a:rPr lang="en-US"/>
              <a:t>Click icon to add table</a:t>
            </a:r>
          </a:p>
        </p:txBody>
      </p:sp>
      <p:sp>
        <p:nvSpPr>
          <p:cNvPr id="2" name="Title 1">
            <a:extLst>
              <a:ext uri="{FF2B5EF4-FFF2-40B4-BE49-F238E27FC236}">
                <a16:creationId xmlns:a16="http://schemas.microsoft.com/office/drawing/2014/main" id="{F6F0AFB7-EC79-4E82-2106-075F8224E949}"/>
              </a:ext>
            </a:extLst>
          </p:cNvPr>
          <p:cNvSpPr>
            <a:spLocks noGrp="1"/>
          </p:cNvSpPr>
          <p:nvPr>
            <p:ph type="title" hasCustomPrompt="1"/>
          </p:nvPr>
        </p:nvSpPr>
        <p:spPr>
          <a:xfrm>
            <a:off x="0" y="548640"/>
            <a:ext cx="1958975" cy="5037773"/>
          </a:xfrm>
        </p:spPr>
        <p:txBody>
          <a:bodyPr vert="vert270" anchor="ctr"/>
          <a:lstStyle>
            <a:lvl1pPr algn="r">
              <a:lnSpc>
                <a:spcPct val="100000"/>
              </a:lnSpc>
              <a:defRPr sz="9600">
                <a:solidFill>
                  <a:schemeClr val="bg1"/>
                </a:solidFill>
              </a:defRPr>
            </a:lvl1pPr>
          </a:lstStyle>
          <a:p>
            <a:r>
              <a:rPr lang="en-US"/>
              <a:t>Edit title</a:t>
            </a:r>
          </a:p>
        </p:txBody>
      </p:sp>
    </p:spTree>
    <p:extLst>
      <p:ext uri="{BB962C8B-B14F-4D97-AF65-F5344CB8AC3E}">
        <p14:creationId xmlns:p14="http://schemas.microsoft.com/office/powerpoint/2010/main" val="814928335"/>
      </p:ext>
    </p:extLst>
  </p:cSld>
  <p:clrMapOvr>
    <a:masterClrMapping/>
  </p:clrMapOvr>
</p:sldLayout>
</file>

<file path=ppt/slideLayouts/slideLayout184.xml><?xml version="1.0" encoding="utf-8"?>
<p:sldLayout xmlns:a="http://schemas.openxmlformats.org/drawingml/2006/main" xmlns:r="http://schemas.openxmlformats.org/officeDocument/2006/relationships" xmlns:p="http://schemas.openxmlformats.org/presentationml/2006/main" preserve="1" userDrawn="1">
  <p:cSld name="Agenda 2">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90433748-ED34-E7AE-787B-D4DA9BB7C4F8}"/>
              </a:ext>
            </a:extLst>
          </p:cNvPr>
          <p:cNvSpPr/>
          <p:nvPr/>
        </p:nvSpPr>
        <p:spPr bwMode="hidden">
          <a:xfrm>
            <a:off x="0" y="0"/>
            <a:ext cx="4051300"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Picture 12" descr="A blue lines on a black background&#10;&#10;Description automatically generated">
            <a:extLst>
              <a:ext uri="{FF2B5EF4-FFF2-40B4-BE49-F238E27FC236}">
                <a16:creationId xmlns:a16="http://schemas.microsoft.com/office/drawing/2014/main" id="{A1C86A7D-867C-38DB-B865-B67E5D7B6F99}"/>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hidden">
          <a:xfrm>
            <a:off x="0" y="0"/>
            <a:ext cx="4051300" cy="6861175"/>
          </a:xfrm>
          <a:prstGeom prst="rect">
            <a:avLst/>
          </a:prstGeom>
        </p:spPr>
      </p:pic>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User Group - October 2024</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9" name="Freeform 5">
            <a:extLst>
              <a:ext uri="{FF2B5EF4-FFF2-40B4-BE49-F238E27FC236}">
                <a16:creationId xmlns:a16="http://schemas.microsoft.com/office/drawing/2014/main" id="{9CD8C04C-1D78-487C-A015-9D171A470544}"/>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2" name="Table Placeholder 13">
            <a:extLst>
              <a:ext uri="{FF2B5EF4-FFF2-40B4-BE49-F238E27FC236}">
                <a16:creationId xmlns:a16="http://schemas.microsoft.com/office/drawing/2014/main" id="{A0797360-089A-16D7-DE4B-F780195CD85D}"/>
              </a:ext>
            </a:extLst>
          </p:cNvPr>
          <p:cNvSpPr>
            <a:spLocks noGrp="1"/>
          </p:cNvSpPr>
          <p:nvPr>
            <p:ph type="tbl" sz="quarter" idx="13"/>
          </p:nvPr>
        </p:nvSpPr>
        <p:spPr>
          <a:xfrm>
            <a:off x="4781550" y="552450"/>
            <a:ext cx="6856412" cy="5467349"/>
          </a:xfrm>
        </p:spPr>
        <p:txBody>
          <a:bodyPr/>
          <a:lstStyle/>
          <a:p>
            <a:r>
              <a:rPr lang="en-US"/>
              <a:t>Click icon to add table</a:t>
            </a:r>
          </a:p>
        </p:txBody>
      </p:sp>
      <p:sp>
        <p:nvSpPr>
          <p:cNvPr id="6" name="Title 1">
            <a:extLst>
              <a:ext uri="{FF2B5EF4-FFF2-40B4-BE49-F238E27FC236}">
                <a16:creationId xmlns:a16="http://schemas.microsoft.com/office/drawing/2014/main" id="{A9DA804E-D6C2-07DA-96B0-1CCBFDAC97E1}"/>
              </a:ext>
            </a:extLst>
          </p:cNvPr>
          <p:cNvSpPr>
            <a:spLocks noGrp="1"/>
          </p:cNvSpPr>
          <p:nvPr>
            <p:ph type="title" hasCustomPrompt="1"/>
          </p:nvPr>
        </p:nvSpPr>
        <p:spPr>
          <a:xfrm>
            <a:off x="0" y="548640"/>
            <a:ext cx="1958975" cy="5037773"/>
          </a:xfrm>
        </p:spPr>
        <p:txBody>
          <a:bodyPr vert="vert270" anchor="ctr"/>
          <a:lstStyle>
            <a:lvl1pPr algn="r">
              <a:lnSpc>
                <a:spcPct val="100000"/>
              </a:lnSpc>
              <a:defRPr sz="9600">
                <a:solidFill>
                  <a:schemeClr val="bg1"/>
                </a:solidFill>
              </a:defRPr>
            </a:lvl1pPr>
          </a:lstStyle>
          <a:p>
            <a:r>
              <a:rPr lang="en-US"/>
              <a:t>Edit title</a:t>
            </a:r>
          </a:p>
        </p:txBody>
      </p:sp>
    </p:spTree>
    <p:extLst>
      <p:ext uri="{BB962C8B-B14F-4D97-AF65-F5344CB8AC3E}">
        <p14:creationId xmlns:p14="http://schemas.microsoft.com/office/powerpoint/2010/main" val="2253859640"/>
      </p:ext>
    </p:extLst>
  </p:cSld>
  <p:clrMapOvr>
    <a:masterClrMapping/>
  </p:clrMapOvr>
</p:sldLayout>
</file>

<file path=ppt/slideLayouts/slideLayout185.xml><?xml version="1.0" encoding="utf-8"?>
<p:sldLayout xmlns:a="http://schemas.openxmlformats.org/drawingml/2006/main" xmlns:r="http://schemas.openxmlformats.org/officeDocument/2006/relationships" xmlns:p="http://schemas.openxmlformats.org/presentationml/2006/main" preserve="1" userDrawn="1">
  <p:cSld name="Agenda 3">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90433748-ED34-E7AE-787B-D4DA9BB7C4F8}"/>
              </a:ext>
            </a:extLst>
          </p:cNvPr>
          <p:cNvSpPr/>
          <p:nvPr/>
        </p:nvSpPr>
        <p:spPr bwMode="hidden">
          <a:xfrm>
            <a:off x="0" y="0"/>
            <a:ext cx="4051300"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Picture 12" descr="A blue lines on a black background&#10;&#10;Description automatically generated">
            <a:extLst>
              <a:ext uri="{FF2B5EF4-FFF2-40B4-BE49-F238E27FC236}">
                <a16:creationId xmlns:a16="http://schemas.microsoft.com/office/drawing/2014/main" id="{A1C86A7D-867C-38DB-B865-B67E5D7B6F99}"/>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hidden">
          <a:xfrm>
            <a:off x="0" y="0"/>
            <a:ext cx="4051300" cy="6851650"/>
          </a:xfrm>
          <a:prstGeom prst="rect">
            <a:avLst/>
          </a:prstGeom>
        </p:spPr>
      </p:pic>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User Group - October 2024</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9" name="Freeform 5">
            <a:extLst>
              <a:ext uri="{FF2B5EF4-FFF2-40B4-BE49-F238E27FC236}">
                <a16:creationId xmlns:a16="http://schemas.microsoft.com/office/drawing/2014/main" id="{9CD8C04C-1D78-487C-A015-9D171A470544}"/>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2" name="Text Placeholder 9">
            <a:extLst>
              <a:ext uri="{FF2B5EF4-FFF2-40B4-BE49-F238E27FC236}">
                <a16:creationId xmlns:a16="http://schemas.microsoft.com/office/drawing/2014/main" id="{2A355254-E2E2-A829-C676-82454D270840}"/>
              </a:ext>
            </a:extLst>
          </p:cNvPr>
          <p:cNvSpPr>
            <a:spLocks noGrp="1"/>
          </p:cNvSpPr>
          <p:nvPr>
            <p:ph type="body" sz="quarter" idx="14"/>
          </p:nvPr>
        </p:nvSpPr>
        <p:spPr>
          <a:xfrm>
            <a:off x="8423565" y="1127123"/>
            <a:ext cx="3214397" cy="5040313"/>
          </a:xfrm>
        </p:spPr>
        <p:txBody>
          <a:bodyPr lIns="0">
            <a:normAutofit/>
          </a:bodyPr>
          <a:lstStyle>
            <a:lvl1pPr>
              <a:spcBef>
                <a:spcPts val="2400"/>
              </a:spcBef>
              <a:defRPr b="1"/>
            </a:lvl1pPr>
            <a:lvl2pPr marL="285750" indent="-285750">
              <a:buFont typeface="GT America Regular" pitchFamily="2" charset="77"/>
              <a:buChar char="→"/>
              <a:defRPr/>
            </a:lvl2pPr>
            <a:lvl3pPr marL="0" indent="0">
              <a:buNone/>
              <a:defRPr/>
            </a:lvl3pPr>
            <a:lvl4pPr marL="283464" indent="0">
              <a:buFont typeface="Arial" panose="020B0604020202020204" pitchFamily="34" charset="0"/>
              <a:buNone/>
              <a:defRPr/>
            </a:lvl4pPr>
            <a:lvl5pPr marL="283464" indent="0">
              <a:buNone/>
              <a:defRPr sz="1400"/>
            </a:lvl5pPr>
            <a:lvl6pPr marL="283464" indent="0">
              <a:buFont typeface="Arial" panose="020B0604020202020204" pitchFamily="34" charset="0"/>
              <a:buNone/>
              <a:defRPr sz="1400"/>
            </a:lvl6pPr>
            <a:lvl7pPr marL="283464" indent="0">
              <a:buNone/>
              <a:defRPr/>
            </a:lvl7pPr>
            <a:lvl8pPr marL="283464" indent="0">
              <a:buFont typeface="Arial" panose="020B0604020202020204" pitchFamily="34" charset="0"/>
              <a:buNone/>
              <a:defRPr/>
            </a:lvl8pPr>
            <a:lvl9pPr marL="283464" indent="0">
              <a:buNone/>
              <a:defRPr/>
            </a:lvl9pPr>
          </a:lstStyle>
          <a:p>
            <a:pPr lvl="0"/>
            <a:r>
              <a:rPr lang="en-US"/>
              <a:t>Click to edit Master text styles</a:t>
            </a:r>
          </a:p>
          <a:p>
            <a:pPr lvl="1"/>
            <a:r>
              <a:rPr lang="en-US"/>
              <a:t>Second level</a:t>
            </a:r>
          </a:p>
        </p:txBody>
      </p:sp>
      <p:sp>
        <p:nvSpPr>
          <p:cNvPr id="6" name="Text Placeholder 9">
            <a:extLst>
              <a:ext uri="{FF2B5EF4-FFF2-40B4-BE49-F238E27FC236}">
                <a16:creationId xmlns:a16="http://schemas.microsoft.com/office/drawing/2014/main" id="{C7A8DCC2-F1AD-A798-22A8-7C3AD433BF61}"/>
              </a:ext>
            </a:extLst>
          </p:cNvPr>
          <p:cNvSpPr>
            <a:spLocks noGrp="1"/>
          </p:cNvSpPr>
          <p:nvPr>
            <p:ph type="body" sz="quarter" idx="13"/>
          </p:nvPr>
        </p:nvSpPr>
        <p:spPr>
          <a:xfrm>
            <a:off x="4781550" y="1127124"/>
            <a:ext cx="3434664" cy="5040313"/>
          </a:xfrm>
        </p:spPr>
        <p:txBody>
          <a:bodyPr lIns="0">
            <a:normAutofit/>
          </a:bodyPr>
          <a:lstStyle>
            <a:lvl1pPr>
              <a:spcBef>
                <a:spcPts val="2400"/>
              </a:spcBef>
              <a:defRPr b="1"/>
            </a:lvl1pPr>
            <a:lvl2pPr marL="285750" indent="-285750">
              <a:buFont typeface="GT America Regular" pitchFamily="2" charset="77"/>
              <a:buChar char="→"/>
              <a:defRPr/>
            </a:lvl2pPr>
            <a:lvl3pPr marL="0" indent="0">
              <a:buNone/>
              <a:defRPr/>
            </a:lvl3pPr>
            <a:lvl4pPr marL="283464" indent="0">
              <a:buFont typeface="Arial" panose="020B0604020202020204" pitchFamily="34" charset="0"/>
              <a:buNone/>
              <a:defRPr sz="1400"/>
            </a:lvl4pPr>
            <a:lvl5pPr marL="283464" indent="0">
              <a:buNone/>
              <a:defRPr sz="1400"/>
            </a:lvl5pPr>
            <a:lvl6pPr marL="283464" indent="0">
              <a:buFont typeface="Arial" panose="020B0604020202020204" pitchFamily="34" charset="0"/>
              <a:buNone/>
              <a:defRPr/>
            </a:lvl6pPr>
            <a:lvl7pPr marL="283464" indent="0">
              <a:buNone/>
              <a:defRPr sz="1400"/>
            </a:lvl7pPr>
            <a:lvl8pPr marL="283464" indent="0">
              <a:buFont typeface="Arial" panose="020B0604020202020204" pitchFamily="34" charset="0"/>
              <a:buNone/>
              <a:defRPr/>
            </a:lvl8pPr>
            <a:lvl9pPr marL="283464" indent="0">
              <a:buNone/>
              <a:defRPr/>
            </a:lvl9pPr>
          </a:lstStyle>
          <a:p>
            <a:pPr lvl="0"/>
            <a:r>
              <a:rPr lang="en-US"/>
              <a:t>Click to edit Master text styles</a:t>
            </a:r>
          </a:p>
          <a:p>
            <a:pPr lvl="1"/>
            <a:r>
              <a:rPr lang="en-US"/>
              <a:t>Second level</a:t>
            </a:r>
          </a:p>
        </p:txBody>
      </p:sp>
      <p:sp>
        <p:nvSpPr>
          <p:cNvPr id="7" name="Title 1">
            <a:extLst>
              <a:ext uri="{FF2B5EF4-FFF2-40B4-BE49-F238E27FC236}">
                <a16:creationId xmlns:a16="http://schemas.microsoft.com/office/drawing/2014/main" id="{40A69DCB-C443-D923-77AF-F7A45CB4F043}"/>
              </a:ext>
            </a:extLst>
          </p:cNvPr>
          <p:cNvSpPr>
            <a:spLocks noGrp="1"/>
          </p:cNvSpPr>
          <p:nvPr>
            <p:ph type="title" hasCustomPrompt="1"/>
          </p:nvPr>
        </p:nvSpPr>
        <p:spPr>
          <a:xfrm>
            <a:off x="0" y="548640"/>
            <a:ext cx="1958975" cy="5037773"/>
          </a:xfrm>
        </p:spPr>
        <p:txBody>
          <a:bodyPr vert="vert270" anchor="ctr"/>
          <a:lstStyle>
            <a:lvl1pPr algn="r">
              <a:lnSpc>
                <a:spcPct val="100000"/>
              </a:lnSpc>
              <a:defRPr sz="9600">
                <a:solidFill>
                  <a:schemeClr val="bg1"/>
                </a:solidFill>
              </a:defRPr>
            </a:lvl1pPr>
          </a:lstStyle>
          <a:p>
            <a:r>
              <a:rPr lang="en-US"/>
              <a:t>Edit title</a:t>
            </a:r>
          </a:p>
        </p:txBody>
      </p:sp>
    </p:spTree>
    <p:extLst>
      <p:ext uri="{BB962C8B-B14F-4D97-AF65-F5344CB8AC3E}">
        <p14:creationId xmlns:p14="http://schemas.microsoft.com/office/powerpoint/2010/main" val="3597737898"/>
      </p:ext>
    </p:extLst>
  </p:cSld>
  <p:clrMapOvr>
    <a:masterClrMapping/>
  </p:clrMapOvr>
</p:sldLayout>
</file>

<file path=ppt/slideLayouts/slideLayout186.xml><?xml version="1.0" encoding="utf-8"?>
<p:sldLayout xmlns:a="http://schemas.openxmlformats.org/drawingml/2006/main" xmlns:r="http://schemas.openxmlformats.org/officeDocument/2006/relationships" xmlns:p="http://schemas.openxmlformats.org/presentationml/2006/main" preserve="1" userDrawn="1">
  <p:cSld name="Agenda 4">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DE63420-A2BC-EC7A-3A8C-CA23AF97535A}"/>
              </a:ext>
            </a:extLst>
          </p:cNvPr>
          <p:cNvSpPr/>
          <p:nvPr userDrawn="1"/>
        </p:nvSpPr>
        <p:spPr bwMode="hidden">
          <a:xfrm>
            <a:off x="0" y="-1"/>
            <a:ext cx="2023265"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5" name="Picture 14" descr="A blue lines on a black background&#10;&#10;Description automatically generated">
            <a:extLst>
              <a:ext uri="{FF2B5EF4-FFF2-40B4-BE49-F238E27FC236}">
                <a16:creationId xmlns:a16="http://schemas.microsoft.com/office/drawing/2014/main" id="{43506656-89E5-4D3B-4C51-0386CED5F1B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r="35901"/>
          <a:stretch/>
        </p:blipFill>
        <p:spPr bwMode="hidden">
          <a:xfrm>
            <a:off x="0" y="-3175"/>
            <a:ext cx="2023265" cy="6861175"/>
          </a:xfrm>
          <a:prstGeom prst="rect">
            <a:avLst/>
          </a:prstGeom>
        </p:spPr>
      </p:pic>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User Group - October 2024</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6" name="Freeform 5">
            <a:extLst>
              <a:ext uri="{FF2B5EF4-FFF2-40B4-BE49-F238E27FC236}">
                <a16:creationId xmlns:a16="http://schemas.microsoft.com/office/drawing/2014/main" id="{5BCC6303-B8A8-E0F3-1B26-45B29EE4DC62}"/>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2" name="Freeform 5">
            <a:extLst>
              <a:ext uri="{FF2B5EF4-FFF2-40B4-BE49-F238E27FC236}">
                <a16:creationId xmlns:a16="http://schemas.microsoft.com/office/drawing/2014/main" id="{B2BF897B-C4FE-7F0C-FE2C-6956C830B315}"/>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2" name="Text Placeholder 9">
            <a:extLst>
              <a:ext uri="{FF2B5EF4-FFF2-40B4-BE49-F238E27FC236}">
                <a16:creationId xmlns:a16="http://schemas.microsoft.com/office/drawing/2014/main" id="{97A60806-2005-3279-1B3F-393FF318E435}"/>
              </a:ext>
            </a:extLst>
          </p:cNvPr>
          <p:cNvSpPr>
            <a:spLocks noGrp="1"/>
          </p:cNvSpPr>
          <p:nvPr>
            <p:ph type="body" sz="quarter" idx="14"/>
          </p:nvPr>
        </p:nvSpPr>
        <p:spPr>
          <a:xfrm>
            <a:off x="9018956" y="1127124"/>
            <a:ext cx="2619006" cy="5040313"/>
          </a:xfrm>
        </p:spPr>
        <p:txBody>
          <a:bodyPr/>
          <a:lstStyle>
            <a:lvl1pPr>
              <a:spcBef>
                <a:spcPts val="2400"/>
              </a:spcBef>
              <a:defRPr b="1"/>
            </a:lvl1pPr>
            <a:lvl2pPr marL="285750" indent="-285750">
              <a:buFont typeface="GT America Regular" pitchFamily="2" charset="77"/>
              <a:buChar char="→"/>
              <a:defRPr/>
            </a:lvl2pPr>
            <a:lvl3pPr marL="0" indent="0">
              <a:buNone/>
              <a:defRPr/>
            </a:lvl3pPr>
            <a:lvl4pPr marL="283464" indent="0">
              <a:buFont typeface="Arial" panose="020B0604020202020204" pitchFamily="34" charset="0"/>
              <a:buNone/>
              <a:defRPr/>
            </a:lvl4pPr>
            <a:lvl5pPr marL="283464" indent="0">
              <a:buNone/>
              <a:defRPr/>
            </a:lvl5pPr>
            <a:lvl6pPr marL="283464" indent="0">
              <a:buFont typeface="Arial" panose="020B0604020202020204" pitchFamily="34" charset="0"/>
              <a:buNone/>
              <a:defRPr/>
            </a:lvl6pPr>
            <a:lvl7pPr marL="283464" indent="0">
              <a:buNone/>
              <a:defRPr/>
            </a:lvl7pPr>
            <a:lvl8pPr marL="283464" indent="0">
              <a:buFont typeface="Arial" panose="020B0604020202020204" pitchFamily="34" charset="0"/>
              <a:buNone/>
              <a:defRPr/>
            </a:lvl8pPr>
            <a:lvl9pPr marL="283464" indent="0">
              <a:buNone/>
              <a:defRPr/>
            </a:lvl9pPr>
          </a:lstStyle>
          <a:p>
            <a:pPr lvl="0"/>
            <a:r>
              <a:rPr lang="en-US"/>
              <a:t>Click to edit Master text styles</a:t>
            </a:r>
          </a:p>
          <a:p>
            <a:pPr lvl="1"/>
            <a:r>
              <a:rPr lang="en-US"/>
              <a:t>Second level</a:t>
            </a:r>
          </a:p>
        </p:txBody>
      </p:sp>
      <p:sp>
        <p:nvSpPr>
          <p:cNvPr id="5" name="Text Placeholder 9">
            <a:extLst>
              <a:ext uri="{FF2B5EF4-FFF2-40B4-BE49-F238E27FC236}">
                <a16:creationId xmlns:a16="http://schemas.microsoft.com/office/drawing/2014/main" id="{A96DBD7A-DCEA-7B49-148D-857A5FC1B863}"/>
              </a:ext>
            </a:extLst>
          </p:cNvPr>
          <p:cNvSpPr>
            <a:spLocks noGrp="1"/>
          </p:cNvSpPr>
          <p:nvPr>
            <p:ph type="body" sz="quarter" idx="13"/>
          </p:nvPr>
        </p:nvSpPr>
        <p:spPr>
          <a:xfrm>
            <a:off x="6186855" y="1127124"/>
            <a:ext cx="2626946" cy="5040313"/>
          </a:xfrm>
        </p:spPr>
        <p:txBody>
          <a:bodyPr>
            <a:normAutofit/>
          </a:bodyPr>
          <a:lstStyle>
            <a:lvl1pPr>
              <a:spcBef>
                <a:spcPts val="2400"/>
              </a:spcBef>
              <a:defRPr b="1"/>
            </a:lvl1pPr>
            <a:lvl2pPr marL="285750" indent="-285750">
              <a:buFont typeface="GT America Regular" pitchFamily="2" charset="77"/>
              <a:buChar char="→"/>
              <a:defRPr/>
            </a:lvl2pPr>
            <a:lvl3pPr marL="0" indent="0">
              <a:buNone/>
              <a:defRPr/>
            </a:lvl3pPr>
            <a:lvl4pPr marL="283464" indent="0">
              <a:buFont typeface="Arial" panose="020B0604020202020204" pitchFamily="34" charset="0"/>
              <a:buNone/>
              <a:defRPr/>
            </a:lvl4pPr>
            <a:lvl5pPr marL="283464" indent="0">
              <a:buNone/>
              <a:defRPr sz="1400"/>
            </a:lvl5pPr>
            <a:lvl6pPr marL="283464" indent="0">
              <a:buFont typeface="Arial" panose="020B0604020202020204" pitchFamily="34" charset="0"/>
              <a:buNone/>
              <a:defRPr sz="1400"/>
            </a:lvl6pPr>
            <a:lvl7pPr marL="283464" indent="0">
              <a:buNone/>
              <a:defRPr/>
            </a:lvl7pPr>
            <a:lvl8pPr marL="283464" indent="0">
              <a:buFont typeface="Arial" panose="020B0604020202020204" pitchFamily="34" charset="0"/>
              <a:buNone/>
              <a:defRPr/>
            </a:lvl8pPr>
            <a:lvl9pPr marL="283464" indent="0">
              <a:buNone/>
              <a:defRPr/>
            </a:lvl9pPr>
          </a:lstStyle>
          <a:p>
            <a:pPr lvl="0"/>
            <a:r>
              <a:rPr lang="en-US"/>
              <a:t>Click to edit Master text styles</a:t>
            </a:r>
          </a:p>
          <a:p>
            <a:pPr lvl="1"/>
            <a:r>
              <a:rPr lang="en-US"/>
              <a:t>Second level</a:t>
            </a:r>
          </a:p>
        </p:txBody>
      </p:sp>
      <p:sp>
        <p:nvSpPr>
          <p:cNvPr id="13" name="Text Placeholder 9">
            <a:extLst>
              <a:ext uri="{FF2B5EF4-FFF2-40B4-BE49-F238E27FC236}">
                <a16:creationId xmlns:a16="http://schemas.microsoft.com/office/drawing/2014/main" id="{8972C75E-D802-D589-98E6-318B1F0530CB}"/>
              </a:ext>
            </a:extLst>
          </p:cNvPr>
          <p:cNvSpPr>
            <a:spLocks noGrp="1"/>
          </p:cNvSpPr>
          <p:nvPr>
            <p:ph type="body" sz="quarter" idx="15"/>
          </p:nvPr>
        </p:nvSpPr>
        <p:spPr>
          <a:xfrm>
            <a:off x="3367088" y="1127124"/>
            <a:ext cx="2614612" cy="5040313"/>
          </a:xfrm>
        </p:spPr>
        <p:txBody>
          <a:bodyPr>
            <a:normAutofit/>
          </a:bodyPr>
          <a:lstStyle>
            <a:lvl1pPr>
              <a:spcBef>
                <a:spcPts val="2400"/>
              </a:spcBef>
              <a:defRPr b="1"/>
            </a:lvl1pPr>
            <a:lvl2pPr marL="285750" indent="-285750">
              <a:buFont typeface="GT America Regular" pitchFamily="2" charset="77"/>
              <a:buChar char="→"/>
              <a:defRPr/>
            </a:lvl2pPr>
            <a:lvl3pPr marL="0" indent="0">
              <a:buNone/>
              <a:defRPr/>
            </a:lvl3pPr>
            <a:lvl4pPr marL="283464" indent="0">
              <a:buFont typeface="Arial" panose="020B0604020202020204" pitchFamily="34" charset="0"/>
              <a:buNone/>
              <a:defRPr sz="1400"/>
            </a:lvl4pPr>
            <a:lvl5pPr marL="283464" indent="0">
              <a:buNone/>
              <a:defRPr sz="1400"/>
            </a:lvl5pPr>
            <a:lvl6pPr marL="283464" indent="0">
              <a:buFont typeface="Arial" panose="020B0604020202020204" pitchFamily="34" charset="0"/>
              <a:buNone/>
              <a:defRPr/>
            </a:lvl6pPr>
            <a:lvl7pPr marL="283464" indent="0">
              <a:buNone/>
              <a:defRPr/>
            </a:lvl7pPr>
            <a:lvl8pPr marL="283464" indent="0">
              <a:buFont typeface="Arial" panose="020B0604020202020204" pitchFamily="34" charset="0"/>
              <a:buNone/>
              <a:defRPr/>
            </a:lvl8pPr>
            <a:lvl9pPr marL="283464" indent="0">
              <a:buNone/>
              <a:defRPr/>
            </a:lvl9pPr>
          </a:lstStyle>
          <a:p>
            <a:pPr lvl="0"/>
            <a:r>
              <a:rPr lang="en-US"/>
              <a:t>Click to edit Master text styles</a:t>
            </a:r>
          </a:p>
          <a:p>
            <a:pPr lvl="1"/>
            <a:r>
              <a:rPr lang="en-US"/>
              <a:t>Second level</a:t>
            </a:r>
          </a:p>
        </p:txBody>
      </p:sp>
      <p:sp>
        <p:nvSpPr>
          <p:cNvPr id="7" name="Title 1">
            <a:extLst>
              <a:ext uri="{FF2B5EF4-FFF2-40B4-BE49-F238E27FC236}">
                <a16:creationId xmlns:a16="http://schemas.microsoft.com/office/drawing/2014/main" id="{87B5BA7B-A36C-1FF6-B321-EDC408BE67B2}"/>
              </a:ext>
            </a:extLst>
          </p:cNvPr>
          <p:cNvSpPr>
            <a:spLocks noGrp="1"/>
          </p:cNvSpPr>
          <p:nvPr>
            <p:ph type="title" hasCustomPrompt="1"/>
          </p:nvPr>
        </p:nvSpPr>
        <p:spPr>
          <a:xfrm>
            <a:off x="0" y="548640"/>
            <a:ext cx="1958975" cy="5037773"/>
          </a:xfrm>
        </p:spPr>
        <p:txBody>
          <a:bodyPr vert="vert270" anchor="ctr"/>
          <a:lstStyle>
            <a:lvl1pPr algn="r">
              <a:lnSpc>
                <a:spcPct val="100000"/>
              </a:lnSpc>
              <a:defRPr sz="9600">
                <a:solidFill>
                  <a:schemeClr val="bg1"/>
                </a:solidFill>
              </a:defRPr>
            </a:lvl1pPr>
          </a:lstStyle>
          <a:p>
            <a:r>
              <a:rPr lang="en-US"/>
              <a:t>Edit title</a:t>
            </a:r>
          </a:p>
        </p:txBody>
      </p:sp>
    </p:spTree>
    <p:extLst>
      <p:ext uri="{BB962C8B-B14F-4D97-AF65-F5344CB8AC3E}">
        <p14:creationId xmlns:p14="http://schemas.microsoft.com/office/powerpoint/2010/main" val="547882757"/>
      </p:ext>
    </p:extLst>
  </p:cSld>
  <p:clrMapOvr>
    <a:masterClrMapping/>
  </p:clrMapOvr>
</p:sldLayout>
</file>

<file path=ppt/slideLayouts/slideLayout187.xml><?xml version="1.0" encoding="utf-8"?>
<p:sldLayout xmlns:a="http://schemas.openxmlformats.org/drawingml/2006/main" xmlns:r="http://schemas.openxmlformats.org/officeDocument/2006/relationships" xmlns:p="http://schemas.openxmlformats.org/presentationml/2006/main" preserve="1" userDrawn="1">
  <p:cSld name="Divider 1 - Short title">
    <p:bg>
      <p:bgPr>
        <a:solidFill>
          <a:schemeClr val="bg2"/>
        </a:solidFill>
        <a:effectLst/>
      </p:bgPr>
    </p:bg>
    <p:spTree>
      <p:nvGrpSpPr>
        <p:cNvPr id="1" name=""/>
        <p:cNvGrpSpPr/>
        <p:nvPr/>
      </p:nvGrpSpPr>
      <p:grpSpPr>
        <a:xfrm>
          <a:off x="0" y="0"/>
          <a:ext cx="0" cy="0"/>
          <a:chOff x="0" y="0"/>
          <a:chExt cx="0" cy="0"/>
        </a:xfrm>
      </p:grpSpPr>
      <p:sp>
        <p:nvSpPr>
          <p:cNvPr id="20" name="Freeform 19">
            <a:extLst>
              <a:ext uri="{FF2B5EF4-FFF2-40B4-BE49-F238E27FC236}">
                <a16:creationId xmlns:a16="http://schemas.microsoft.com/office/drawing/2014/main" id="{6732315D-1057-6521-C359-22C1DAF4964C}"/>
              </a:ext>
            </a:extLst>
          </p:cNvPr>
          <p:cNvSpPr/>
          <p:nvPr/>
        </p:nvSpPr>
        <p:spPr>
          <a:xfrm>
            <a:off x="3367088" y="552449"/>
            <a:ext cx="8267463" cy="5677842"/>
          </a:xfrm>
          <a:custGeom>
            <a:avLst/>
            <a:gdLst>
              <a:gd name="connsiteX0" fmla="*/ 6722902 w 8267463"/>
              <a:gd name="connsiteY0" fmla="*/ 0 h 5677842"/>
              <a:gd name="connsiteX1" fmla="*/ 8267463 w 8267463"/>
              <a:gd name="connsiteY1" fmla="*/ 0 h 5677842"/>
              <a:gd name="connsiteX2" fmla="*/ 8267463 w 8267463"/>
              <a:gd name="connsiteY2" fmla="*/ 1419448 h 5677842"/>
              <a:gd name="connsiteX3" fmla="*/ 7275694 w 8267463"/>
              <a:gd name="connsiteY3" fmla="*/ 2749701 h 5677842"/>
              <a:gd name="connsiteX4" fmla="*/ 6942385 w 8267463"/>
              <a:gd name="connsiteY4" fmla="*/ 2749701 h 5677842"/>
              <a:gd name="connsiteX5" fmla="*/ 7381363 w 8267463"/>
              <a:gd name="connsiteY5" fmla="*/ 1541121 h 5677842"/>
              <a:gd name="connsiteX6" fmla="*/ 6722902 w 8267463"/>
              <a:gd name="connsiteY6" fmla="*/ 1541121 h 5677842"/>
              <a:gd name="connsiteX7" fmla="*/ 0 w 8267463"/>
              <a:gd name="connsiteY7" fmla="*/ 0 h 5677842"/>
              <a:gd name="connsiteX8" fmla="*/ 2268085 w 8267463"/>
              <a:gd name="connsiteY8" fmla="*/ 0 h 5677842"/>
              <a:gd name="connsiteX9" fmla="*/ 2975321 w 8267463"/>
              <a:gd name="connsiteY9" fmla="*/ 2920028 h 5677842"/>
              <a:gd name="connsiteX10" fmla="*/ 3146041 w 8267463"/>
              <a:gd name="connsiteY10" fmla="*/ 3731148 h 5677842"/>
              <a:gd name="connsiteX11" fmla="*/ 3316761 w 8267463"/>
              <a:gd name="connsiteY11" fmla="*/ 2920028 h 5677842"/>
              <a:gd name="connsiteX12" fmla="*/ 4024010 w 8267463"/>
              <a:gd name="connsiteY12" fmla="*/ 0 h 5677842"/>
              <a:gd name="connsiteX13" fmla="*/ 6292082 w 8267463"/>
              <a:gd name="connsiteY13" fmla="*/ 0 h 5677842"/>
              <a:gd name="connsiteX14" fmla="*/ 6292082 w 8267463"/>
              <a:gd name="connsiteY14" fmla="*/ 5677842 h 5677842"/>
              <a:gd name="connsiteX15" fmla="*/ 4836940 w 8267463"/>
              <a:gd name="connsiteY15" fmla="*/ 5677842 h 5677842"/>
              <a:gd name="connsiteX16" fmla="*/ 4836940 w 8267463"/>
              <a:gd name="connsiteY16" fmla="*/ 1995360 h 5677842"/>
              <a:gd name="connsiteX17" fmla="*/ 4633708 w 8267463"/>
              <a:gd name="connsiteY17" fmla="*/ 2838921 h 5677842"/>
              <a:gd name="connsiteX18" fmla="*/ 3877684 w 8267463"/>
              <a:gd name="connsiteY18" fmla="*/ 5677842 h 5677842"/>
              <a:gd name="connsiteX19" fmla="*/ 2381886 w 8267463"/>
              <a:gd name="connsiteY19" fmla="*/ 5677842 h 5677842"/>
              <a:gd name="connsiteX20" fmla="*/ 1625861 w 8267463"/>
              <a:gd name="connsiteY20" fmla="*/ 2838921 h 5677842"/>
              <a:gd name="connsiteX21" fmla="*/ 1422629 w 8267463"/>
              <a:gd name="connsiteY21" fmla="*/ 1995360 h 5677842"/>
              <a:gd name="connsiteX22" fmla="*/ 1422629 w 8267463"/>
              <a:gd name="connsiteY22" fmla="*/ 5677842 h 5677842"/>
              <a:gd name="connsiteX23" fmla="*/ 0 w 8267463"/>
              <a:gd name="connsiteY23" fmla="*/ 5677842 h 56778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8267463" h="5677842">
                <a:moveTo>
                  <a:pt x="6722902" y="0"/>
                </a:moveTo>
                <a:lnTo>
                  <a:pt x="8267463" y="0"/>
                </a:lnTo>
                <a:lnTo>
                  <a:pt x="8267463" y="1419448"/>
                </a:lnTo>
                <a:lnTo>
                  <a:pt x="7275694" y="2749701"/>
                </a:lnTo>
                <a:lnTo>
                  <a:pt x="6942385" y="2749701"/>
                </a:lnTo>
                <a:lnTo>
                  <a:pt x="7381363" y="1541121"/>
                </a:lnTo>
                <a:lnTo>
                  <a:pt x="6722902" y="1541121"/>
                </a:lnTo>
                <a:close/>
                <a:moveTo>
                  <a:pt x="0" y="0"/>
                </a:moveTo>
                <a:lnTo>
                  <a:pt x="2268085" y="0"/>
                </a:lnTo>
                <a:lnTo>
                  <a:pt x="2975321" y="2920028"/>
                </a:lnTo>
                <a:lnTo>
                  <a:pt x="3146041" y="3731148"/>
                </a:lnTo>
                <a:lnTo>
                  <a:pt x="3316761" y="2920028"/>
                </a:lnTo>
                <a:lnTo>
                  <a:pt x="4024010" y="0"/>
                </a:lnTo>
                <a:lnTo>
                  <a:pt x="6292082" y="0"/>
                </a:lnTo>
                <a:lnTo>
                  <a:pt x="6292082" y="5677842"/>
                </a:lnTo>
                <a:lnTo>
                  <a:pt x="4836940" y="5677842"/>
                </a:lnTo>
                <a:lnTo>
                  <a:pt x="4836940" y="1995360"/>
                </a:lnTo>
                <a:lnTo>
                  <a:pt x="4633708" y="2838921"/>
                </a:lnTo>
                <a:lnTo>
                  <a:pt x="3877684" y="5677842"/>
                </a:lnTo>
                <a:lnTo>
                  <a:pt x="2381886" y="5677842"/>
                </a:lnTo>
                <a:lnTo>
                  <a:pt x="1625861" y="2838921"/>
                </a:lnTo>
                <a:lnTo>
                  <a:pt x="1422629" y="1995360"/>
                </a:lnTo>
                <a:lnTo>
                  <a:pt x="1422629" y="5677842"/>
                </a:lnTo>
                <a:lnTo>
                  <a:pt x="0" y="5677842"/>
                </a:lnTo>
                <a:close/>
              </a:path>
            </a:pathLst>
          </a:custGeom>
          <a:solidFill>
            <a:schemeClr val="accent1">
              <a:alpha val="25000"/>
            </a:schemeClr>
          </a:solidFill>
          <a:ln w="0" cap="flat">
            <a:noFill/>
            <a:prstDash val="solid"/>
            <a:miter/>
          </a:ln>
        </p:spPr>
        <p:txBody>
          <a:bodyPr rtlCol="0" anchor="ctr"/>
          <a:lstStyle/>
          <a:p>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User Group - October 2024</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8" name="Title 17">
            <a:extLst>
              <a:ext uri="{FF2B5EF4-FFF2-40B4-BE49-F238E27FC236}">
                <a16:creationId xmlns:a16="http://schemas.microsoft.com/office/drawing/2014/main" id="{98D5B202-316D-9EDE-D8FC-C6D094C650D6}"/>
              </a:ext>
            </a:extLst>
          </p:cNvPr>
          <p:cNvSpPr>
            <a:spLocks noGrp="1"/>
          </p:cNvSpPr>
          <p:nvPr>
            <p:ph type="title" hasCustomPrompt="1"/>
          </p:nvPr>
        </p:nvSpPr>
        <p:spPr>
          <a:xfrm>
            <a:off x="546100" y="3295650"/>
            <a:ext cx="8267700" cy="1997075"/>
          </a:xfrm>
          <a:prstGeom prst="rect">
            <a:avLst/>
          </a:prstGeom>
        </p:spPr>
        <p:txBody>
          <a:bodyPr anchor="b"/>
          <a:lstStyle>
            <a:lvl1pPr marL="514350" indent="-514350" algn="l">
              <a:lnSpc>
                <a:spcPct val="100000"/>
              </a:lnSpc>
              <a:tabLst/>
              <a:defRPr sz="4800">
                <a:solidFill>
                  <a:schemeClr val="tx1"/>
                </a:solidFill>
              </a:defRPr>
            </a:lvl1pPr>
          </a:lstStyle>
          <a:p>
            <a:r>
              <a:rPr lang="en-US"/>
              <a:t>Use this divider only if your headline is short</a:t>
            </a:r>
          </a:p>
        </p:txBody>
      </p:sp>
    </p:spTree>
    <p:extLst>
      <p:ext uri="{BB962C8B-B14F-4D97-AF65-F5344CB8AC3E}">
        <p14:creationId xmlns:p14="http://schemas.microsoft.com/office/powerpoint/2010/main" val="1358065160"/>
      </p:ext>
    </p:extLst>
  </p:cSld>
  <p:clrMapOvr>
    <a:overrideClrMapping bg1="dk1" tx1="lt1" bg2="dk2" tx2="lt2" accent1="accent1" accent2="accent2" accent3="accent3" accent4="accent4" accent5="accent5" accent6="accent6" hlink="hlink" folHlink="folHlink"/>
  </p:clrMapOvr>
</p:sldLayout>
</file>

<file path=ppt/slideLayouts/slideLayout188.xml><?xml version="1.0" encoding="utf-8"?>
<p:sldLayout xmlns:a="http://schemas.openxmlformats.org/drawingml/2006/main" xmlns:r="http://schemas.openxmlformats.org/officeDocument/2006/relationships" xmlns:p="http://schemas.openxmlformats.org/presentationml/2006/main" preserve="1" userDrawn="1">
  <p:cSld name="Divider 1 - Long title">
    <p:bg>
      <p:bgPr>
        <a:solidFill>
          <a:schemeClr val="bg2"/>
        </a:solidFill>
        <a:effectLst/>
      </p:bgPr>
    </p:bg>
    <p:spTree>
      <p:nvGrpSpPr>
        <p:cNvPr id="1" name=""/>
        <p:cNvGrpSpPr/>
        <p:nvPr/>
      </p:nvGrpSpPr>
      <p:grpSpPr>
        <a:xfrm>
          <a:off x="0" y="0"/>
          <a:ext cx="0" cy="0"/>
          <a:chOff x="0" y="0"/>
          <a:chExt cx="0" cy="0"/>
        </a:xfrm>
      </p:grpSpPr>
      <p:sp>
        <p:nvSpPr>
          <p:cNvPr id="20" name="Freeform 19">
            <a:extLst>
              <a:ext uri="{FF2B5EF4-FFF2-40B4-BE49-F238E27FC236}">
                <a16:creationId xmlns:a16="http://schemas.microsoft.com/office/drawing/2014/main" id="{6732315D-1057-6521-C359-22C1DAF4964C}"/>
              </a:ext>
            </a:extLst>
          </p:cNvPr>
          <p:cNvSpPr/>
          <p:nvPr/>
        </p:nvSpPr>
        <p:spPr>
          <a:xfrm>
            <a:off x="3367088" y="552449"/>
            <a:ext cx="8267463" cy="5677842"/>
          </a:xfrm>
          <a:custGeom>
            <a:avLst/>
            <a:gdLst>
              <a:gd name="connsiteX0" fmla="*/ 6722902 w 8267463"/>
              <a:gd name="connsiteY0" fmla="*/ 0 h 5677842"/>
              <a:gd name="connsiteX1" fmla="*/ 8267463 w 8267463"/>
              <a:gd name="connsiteY1" fmla="*/ 0 h 5677842"/>
              <a:gd name="connsiteX2" fmla="*/ 8267463 w 8267463"/>
              <a:gd name="connsiteY2" fmla="*/ 1419448 h 5677842"/>
              <a:gd name="connsiteX3" fmla="*/ 7275694 w 8267463"/>
              <a:gd name="connsiteY3" fmla="*/ 2749701 h 5677842"/>
              <a:gd name="connsiteX4" fmla="*/ 6942385 w 8267463"/>
              <a:gd name="connsiteY4" fmla="*/ 2749701 h 5677842"/>
              <a:gd name="connsiteX5" fmla="*/ 7381363 w 8267463"/>
              <a:gd name="connsiteY5" fmla="*/ 1541121 h 5677842"/>
              <a:gd name="connsiteX6" fmla="*/ 6722902 w 8267463"/>
              <a:gd name="connsiteY6" fmla="*/ 1541121 h 5677842"/>
              <a:gd name="connsiteX7" fmla="*/ 0 w 8267463"/>
              <a:gd name="connsiteY7" fmla="*/ 0 h 5677842"/>
              <a:gd name="connsiteX8" fmla="*/ 2268085 w 8267463"/>
              <a:gd name="connsiteY8" fmla="*/ 0 h 5677842"/>
              <a:gd name="connsiteX9" fmla="*/ 2975321 w 8267463"/>
              <a:gd name="connsiteY9" fmla="*/ 2920028 h 5677842"/>
              <a:gd name="connsiteX10" fmla="*/ 3146041 w 8267463"/>
              <a:gd name="connsiteY10" fmla="*/ 3731148 h 5677842"/>
              <a:gd name="connsiteX11" fmla="*/ 3316761 w 8267463"/>
              <a:gd name="connsiteY11" fmla="*/ 2920028 h 5677842"/>
              <a:gd name="connsiteX12" fmla="*/ 4024010 w 8267463"/>
              <a:gd name="connsiteY12" fmla="*/ 0 h 5677842"/>
              <a:gd name="connsiteX13" fmla="*/ 6292082 w 8267463"/>
              <a:gd name="connsiteY13" fmla="*/ 0 h 5677842"/>
              <a:gd name="connsiteX14" fmla="*/ 6292082 w 8267463"/>
              <a:gd name="connsiteY14" fmla="*/ 5677842 h 5677842"/>
              <a:gd name="connsiteX15" fmla="*/ 4836940 w 8267463"/>
              <a:gd name="connsiteY15" fmla="*/ 5677842 h 5677842"/>
              <a:gd name="connsiteX16" fmla="*/ 4836940 w 8267463"/>
              <a:gd name="connsiteY16" fmla="*/ 1995360 h 5677842"/>
              <a:gd name="connsiteX17" fmla="*/ 4633708 w 8267463"/>
              <a:gd name="connsiteY17" fmla="*/ 2838921 h 5677842"/>
              <a:gd name="connsiteX18" fmla="*/ 3877684 w 8267463"/>
              <a:gd name="connsiteY18" fmla="*/ 5677842 h 5677842"/>
              <a:gd name="connsiteX19" fmla="*/ 2381886 w 8267463"/>
              <a:gd name="connsiteY19" fmla="*/ 5677842 h 5677842"/>
              <a:gd name="connsiteX20" fmla="*/ 1625861 w 8267463"/>
              <a:gd name="connsiteY20" fmla="*/ 2838921 h 5677842"/>
              <a:gd name="connsiteX21" fmla="*/ 1422629 w 8267463"/>
              <a:gd name="connsiteY21" fmla="*/ 1995360 h 5677842"/>
              <a:gd name="connsiteX22" fmla="*/ 1422629 w 8267463"/>
              <a:gd name="connsiteY22" fmla="*/ 5677842 h 5677842"/>
              <a:gd name="connsiteX23" fmla="*/ 0 w 8267463"/>
              <a:gd name="connsiteY23" fmla="*/ 5677842 h 56778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8267463" h="5677842">
                <a:moveTo>
                  <a:pt x="6722902" y="0"/>
                </a:moveTo>
                <a:lnTo>
                  <a:pt x="8267463" y="0"/>
                </a:lnTo>
                <a:lnTo>
                  <a:pt x="8267463" y="1419448"/>
                </a:lnTo>
                <a:lnTo>
                  <a:pt x="7275694" y="2749701"/>
                </a:lnTo>
                <a:lnTo>
                  <a:pt x="6942385" y="2749701"/>
                </a:lnTo>
                <a:lnTo>
                  <a:pt x="7381363" y="1541121"/>
                </a:lnTo>
                <a:lnTo>
                  <a:pt x="6722902" y="1541121"/>
                </a:lnTo>
                <a:close/>
                <a:moveTo>
                  <a:pt x="0" y="0"/>
                </a:moveTo>
                <a:lnTo>
                  <a:pt x="2268085" y="0"/>
                </a:lnTo>
                <a:lnTo>
                  <a:pt x="2975321" y="2920028"/>
                </a:lnTo>
                <a:lnTo>
                  <a:pt x="3146041" y="3731148"/>
                </a:lnTo>
                <a:lnTo>
                  <a:pt x="3316761" y="2920028"/>
                </a:lnTo>
                <a:lnTo>
                  <a:pt x="4024010" y="0"/>
                </a:lnTo>
                <a:lnTo>
                  <a:pt x="6292082" y="0"/>
                </a:lnTo>
                <a:lnTo>
                  <a:pt x="6292082" y="5677842"/>
                </a:lnTo>
                <a:lnTo>
                  <a:pt x="4836940" y="5677842"/>
                </a:lnTo>
                <a:lnTo>
                  <a:pt x="4836940" y="1995360"/>
                </a:lnTo>
                <a:lnTo>
                  <a:pt x="4633708" y="2838921"/>
                </a:lnTo>
                <a:lnTo>
                  <a:pt x="3877684" y="5677842"/>
                </a:lnTo>
                <a:lnTo>
                  <a:pt x="2381886" y="5677842"/>
                </a:lnTo>
                <a:lnTo>
                  <a:pt x="1625861" y="2838921"/>
                </a:lnTo>
                <a:lnTo>
                  <a:pt x="1422629" y="1995360"/>
                </a:lnTo>
                <a:lnTo>
                  <a:pt x="1422629" y="5677842"/>
                </a:lnTo>
                <a:lnTo>
                  <a:pt x="0" y="5677842"/>
                </a:lnTo>
                <a:close/>
              </a:path>
            </a:pathLst>
          </a:custGeom>
          <a:solidFill>
            <a:schemeClr val="accent1">
              <a:alpha val="25000"/>
            </a:schemeClr>
          </a:solidFill>
          <a:ln w="0" cap="flat">
            <a:noFill/>
            <a:prstDash val="solid"/>
            <a:miter/>
          </a:ln>
        </p:spPr>
        <p:txBody>
          <a:bodyPr rtlCol="0" anchor="ctr"/>
          <a:lstStyle/>
          <a:p>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User Group - October 2024</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4676" cy="269875"/>
          </a:xfrm>
        </p:spPr>
        <p:txBody>
          <a:bodyPr/>
          <a:lstStyle/>
          <a:p>
            <a:fld id="{862A5111-985B-C14D-9115-5787026182A8}" type="slidenum">
              <a:rPr lang="en-US" smtClean="0"/>
              <a:t>‹#›</a:t>
            </a:fld>
            <a:endParaRPr lang="en-US"/>
          </a:p>
        </p:txBody>
      </p:sp>
      <p:sp>
        <p:nvSpPr>
          <p:cNvPr id="5" name="Title 17">
            <a:extLst>
              <a:ext uri="{FF2B5EF4-FFF2-40B4-BE49-F238E27FC236}">
                <a16:creationId xmlns:a16="http://schemas.microsoft.com/office/drawing/2014/main" id="{9FEA9B73-F154-CEDE-C3F9-3BA38B6541A9}"/>
              </a:ext>
            </a:extLst>
          </p:cNvPr>
          <p:cNvSpPr>
            <a:spLocks noGrp="1"/>
          </p:cNvSpPr>
          <p:nvPr>
            <p:ph type="title" hasCustomPrompt="1"/>
          </p:nvPr>
        </p:nvSpPr>
        <p:spPr>
          <a:xfrm>
            <a:off x="546100" y="2425700"/>
            <a:ext cx="8267700" cy="2860221"/>
          </a:xfrm>
          <a:prstGeom prst="rect">
            <a:avLst/>
          </a:prstGeom>
        </p:spPr>
        <p:txBody>
          <a:bodyPr anchor="b"/>
          <a:lstStyle>
            <a:lvl1pPr marL="0" indent="0" algn="l">
              <a:lnSpc>
                <a:spcPct val="100000"/>
              </a:lnSpc>
              <a:tabLst/>
              <a:defRPr sz="4800">
                <a:solidFill>
                  <a:schemeClr val="tx1"/>
                </a:solidFill>
              </a:defRPr>
            </a:lvl1pPr>
          </a:lstStyle>
          <a:p>
            <a:r>
              <a:rPr lang="en-US"/>
              <a:t>Use this divider if your headline is long, or is equal to or greater than a total of three lines</a:t>
            </a:r>
          </a:p>
        </p:txBody>
      </p:sp>
    </p:spTree>
    <p:extLst>
      <p:ext uri="{BB962C8B-B14F-4D97-AF65-F5344CB8AC3E}">
        <p14:creationId xmlns:p14="http://schemas.microsoft.com/office/powerpoint/2010/main" val="2526618333"/>
      </p:ext>
    </p:extLst>
  </p:cSld>
  <p:clrMapOvr>
    <a:overrideClrMapping bg1="dk1" tx1="lt1" bg2="dk2" tx2="lt2" accent1="accent1" accent2="accent2" accent3="accent3" accent4="accent4" accent5="accent5" accent6="accent6" hlink="hlink" folHlink="folHlink"/>
  </p:clrMapOvr>
</p:sldLayout>
</file>

<file path=ppt/slideLayouts/slideLayout189.xml><?xml version="1.0" encoding="utf-8"?>
<p:sldLayout xmlns:a="http://schemas.openxmlformats.org/drawingml/2006/main" xmlns:r="http://schemas.openxmlformats.org/officeDocument/2006/relationships" xmlns:p="http://schemas.openxmlformats.org/presentationml/2006/main" preserve="1" userDrawn="1">
  <p:cSld name="Divider 3 - Short title">
    <p:bg>
      <p:bgPr>
        <a:solidFill>
          <a:schemeClr val="bg2"/>
        </a:solidFill>
        <a:effectLst/>
      </p:bgPr>
    </p:bg>
    <p:spTree>
      <p:nvGrpSpPr>
        <p:cNvPr id="1" name=""/>
        <p:cNvGrpSpPr/>
        <p:nvPr/>
      </p:nvGrpSpPr>
      <p:grpSpPr>
        <a:xfrm>
          <a:off x="0" y="0"/>
          <a:ext cx="0" cy="0"/>
          <a:chOff x="0" y="0"/>
          <a:chExt cx="0" cy="0"/>
        </a:xfrm>
      </p:grpSpPr>
      <p:pic>
        <p:nvPicPr>
          <p:cNvPr id="5" name="Picture 4" descr="A blue wavy lines on a black background&#10;&#10;Description automatically generated">
            <a:extLst>
              <a:ext uri="{FF2B5EF4-FFF2-40B4-BE49-F238E27FC236}">
                <a16:creationId xmlns:a16="http://schemas.microsoft.com/office/drawing/2014/main" id="{08337103-59B6-6AE9-80A5-90CFAC0400CE}"/>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hidden">
          <a:xfrm>
            <a:off x="6350" y="-1"/>
            <a:ext cx="12179302" cy="6858000"/>
          </a:xfrm>
          <a:prstGeom prst="rect">
            <a:avLst/>
          </a:prstGeom>
        </p:spPr>
      </p:pic>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User Group - October 2024</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8" name="Title 17">
            <a:extLst>
              <a:ext uri="{FF2B5EF4-FFF2-40B4-BE49-F238E27FC236}">
                <a16:creationId xmlns:a16="http://schemas.microsoft.com/office/drawing/2014/main" id="{98D5B202-316D-9EDE-D8FC-C6D094C650D6}"/>
              </a:ext>
            </a:extLst>
          </p:cNvPr>
          <p:cNvSpPr>
            <a:spLocks noGrp="1"/>
          </p:cNvSpPr>
          <p:nvPr>
            <p:ph type="title" hasCustomPrompt="1"/>
          </p:nvPr>
        </p:nvSpPr>
        <p:spPr>
          <a:xfrm>
            <a:off x="546100" y="3295650"/>
            <a:ext cx="8267700" cy="1997075"/>
          </a:xfrm>
          <a:prstGeom prst="rect">
            <a:avLst/>
          </a:prstGeom>
        </p:spPr>
        <p:txBody>
          <a:bodyPr anchor="b"/>
          <a:lstStyle>
            <a:lvl1pPr marL="514350" indent="-514350" algn="l">
              <a:lnSpc>
                <a:spcPct val="100000"/>
              </a:lnSpc>
              <a:tabLst/>
              <a:defRPr sz="4800">
                <a:solidFill>
                  <a:schemeClr val="tx1"/>
                </a:solidFill>
              </a:defRPr>
            </a:lvl1pPr>
          </a:lstStyle>
          <a:p>
            <a:r>
              <a:rPr lang="en-US"/>
              <a:t>Use this divider only if your headline is short</a:t>
            </a:r>
          </a:p>
        </p:txBody>
      </p:sp>
    </p:spTree>
    <p:extLst>
      <p:ext uri="{BB962C8B-B14F-4D97-AF65-F5344CB8AC3E}">
        <p14:creationId xmlns:p14="http://schemas.microsoft.com/office/powerpoint/2010/main" val="800863323"/>
      </p:ext>
    </p:extLst>
  </p:cSld>
  <p:clrMapOvr>
    <a:overrideClrMapping bg1="dk1" tx1="lt1" bg2="dk2" tx2="lt2" accent1="accent1" accent2="accent2" accent3="accent3" accent4="accent4" accent5="accent5" accent6="accent6" hlink="hlink" folHlink="folHlink"/>
  </p:clrMapOvr>
</p:sldLayout>
</file>

<file path=ppt/slideLayouts/slideLayout190.xml><?xml version="1.0" encoding="utf-8"?>
<p:sldLayout xmlns:a="http://schemas.openxmlformats.org/drawingml/2006/main" xmlns:r="http://schemas.openxmlformats.org/officeDocument/2006/relationships" xmlns:p="http://schemas.openxmlformats.org/presentationml/2006/main" preserve="1" userDrawn="1">
  <p:cSld name="Divider 2 - Long title">
    <p:bg>
      <p:bgPr>
        <a:solidFill>
          <a:schemeClr val="bg2"/>
        </a:solidFill>
        <a:effectLst/>
      </p:bgPr>
    </p:bg>
    <p:spTree>
      <p:nvGrpSpPr>
        <p:cNvPr id="1" name=""/>
        <p:cNvGrpSpPr/>
        <p:nvPr/>
      </p:nvGrpSpPr>
      <p:grpSpPr>
        <a:xfrm>
          <a:off x="0" y="0"/>
          <a:ext cx="0" cy="0"/>
          <a:chOff x="0" y="0"/>
          <a:chExt cx="0" cy="0"/>
        </a:xfrm>
      </p:grpSpPr>
      <p:pic>
        <p:nvPicPr>
          <p:cNvPr id="6" name="Picture 5" descr="A blue wavy lines on a black background&#10;&#10;Description automatically generated">
            <a:extLst>
              <a:ext uri="{FF2B5EF4-FFF2-40B4-BE49-F238E27FC236}">
                <a16:creationId xmlns:a16="http://schemas.microsoft.com/office/drawing/2014/main" id="{836C1EA9-D1CD-4494-05CB-C8B04EE4273A}"/>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hidden">
          <a:xfrm>
            <a:off x="6350" y="-1"/>
            <a:ext cx="12179302" cy="6858000"/>
          </a:xfrm>
          <a:prstGeom prst="rect">
            <a:avLst/>
          </a:prstGeom>
        </p:spPr>
      </p:pic>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User Group - October 2024</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4676" cy="269875"/>
          </a:xfrm>
        </p:spPr>
        <p:txBody>
          <a:bodyPr/>
          <a:lstStyle/>
          <a:p>
            <a:fld id="{862A5111-985B-C14D-9115-5787026182A8}" type="slidenum">
              <a:rPr lang="en-US" smtClean="0"/>
              <a:t>‹#›</a:t>
            </a:fld>
            <a:endParaRPr lang="en-US"/>
          </a:p>
        </p:txBody>
      </p:sp>
      <p:sp>
        <p:nvSpPr>
          <p:cNvPr id="7" name="Title 17">
            <a:extLst>
              <a:ext uri="{FF2B5EF4-FFF2-40B4-BE49-F238E27FC236}">
                <a16:creationId xmlns:a16="http://schemas.microsoft.com/office/drawing/2014/main" id="{0E02A696-5AEC-8241-7182-A62C3777A058}"/>
              </a:ext>
            </a:extLst>
          </p:cNvPr>
          <p:cNvSpPr>
            <a:spLocks noGrp="1"/>
          </p:cNvSpPr>
          <p:nvPr>
            <p:ph type="title" hasCustomPrompt="1"/>
          </p:nvPr>
        </p:nvSpPr>
        <p:spPr>
          <a:xfrm>
            <a:off x="546100" y="2425700"/>
            <a:ext cx="8267700" cy="2860221"/>
          </a:xfrm>
          <a:prstGeom prst="rect">
            <a:avLst/>
          </a:prstGeom>
        </p:spPr>
        <p:txBody>
          <a:bodyPr anchor="b"/>
          <a:lstStyle>
            <a:lvl1pPr marL="0" indent="0" algn="l">
              <a:lnSpc>
                <a:spcPct val="100000"/>
              </a:lnSpc>
              <a:tabLst/>
              <a:defRPr sz="4800">
                <a:solidFill>
                  <a:schemeClr val="tx1"/>
                </a:solidFill>
              </a:defRPr>
            </a:lvl1pPr>
          </a:lstStyle>
          <a:p>
            <a:r>
              <a:rPr lang="en-US"/>
              <a:t>Use this divider if your headline is long, or is equal to or greater than a total of three lines</a:t>
            </a:r>
          </a:p>
        </p:txBody>
      </p:sp>
    </p:spTree>
    <p:extLst>
      <p:ext uri="{BB962C8B-B14F-4D97-AF65-F5344CB8AC3E}">
        <p14:creationId xmlns:p14="http://schemas.microsoft.com/office/powerpoint/2010/main" val="4163548260"/>
      </p:ext>
    </p:extLst>
  </p:cSld>
  <p:clrMapOvr>
    <a:overrideClrMapping bg1="dk1" tx1="lt1" bg2="dk2" tx2="lt2" accent1="accent1" accent2="accent2" accent3="accent3" accent4="accent4" accent5="accent5" accent6="accent6" hlink="hlink" folHlink="folHlink"/>
  </p:clrMapOvr>
</p:sldLayout>
</file>

<file path=ppt/slideLayouts/slideLayout191.xml><?xml version="1.0" encoding="utf-8"?>
<p:sldLayout xmlns:a="http://schemas.openxmlformats.org/drawingml/2006/main" xmlns:r="http://schemas.openxmlformats.org/officeDocument/2006/relationships" xmlns:p="http://schemas.openxmlformats.org/presentationml/2006/main" preserve="1" userDrawn="1">
  <p:cSld name="Divider Photo - Short title">
    <p:bg>
      <p:bgPr>
        <a:solidFill>
          <a:schemeClr val="tx1"/>
        </a:solidFill>
        <a:effectLst/>
      </p:bgPr>
    </p:bg>
    <p:spTree>
      <p:nvGrpSpPr>
        <p:cNvPr id="1" name=""/>
        <p:cNvGrpSpPr/>
        <p:nvPr/>
      </p:nvGrpSpPr>
      <p:grpSpPr>
        <a:xfrm>
          <a:off x="0" y="0"/>
          <a:ext cx="0" cy="0"/>
          <a:chOff x="0" y="0"/>
          <a:chExt cx="0" cy="0"/>
        </a:xfrm>
      </p:grpSpPr>
      <p:sp>
        <p:nvSpPr>
          <p:cNvPr id="9" name="Picture Placeholder 8">
            <a:extLst>
              <a:ext uri="{FF2B5EF4-FFF2-40B4-BE49-F238E27FC236}">
                <a16:creationId xmlns:a16="http://schemas.microsoft.com/office/drawing/2014/main" id="{EC514BA5-6487-0CDD-2D28-66E701C8A937}"/>
              </a:ext>
            </a:extLst>
          </p:cNvPr>
          <p:cNvSpPr>
            <a:spLocks noGrp="1"/>
          </p:cNvSpPr>
          <p:nvPr>
            <p:ph type="pic" sz="quarter" idx="14"/>
          </p:nvPr>
        </p:nvSpPr>
        <p:spPr>
          <a:xfrm>
            <a:off x="0" y="0"/>
            <a:ext cx="12192000" cy="6858000"/>
          </a:xfrm>
          <a:custGeom>
            <a:avLst/>
            <a:gdLst>
              <a:gd name="connsiteX0" fmla="*/ 1221554 w 12192000"/>
              <a:gd name="connsiteY0" fmla="*/ 552450 h 6858000"/>
              <a:gd name="connsiteX1" fmla="*/ 1221554 w 12192000"/>
              <a:gd name="connsiteY1" fmla="*/ 707287 h 6858000"/>
              <a:gd name="connsiteX2" fmla="*/ 1287710 w 12192000"/>
              <a:gd name="connsiteY2" fmla="*/ 707287 h 6858000"/>
              <a:gd name="connsiteX3" fmla="*/ 1243606 w 12192000"/>
              <a:gd name="connsiteY3" fmla="*/ 828714 h 6858000"/>
              <a:gd name="connsiteX4" fmla="*/ 1277094 w 12192000"/>
              <a:gd name="connsiteY4" fmla="*/ 828714 h 6858000"/>
              <a:gd name="connsiteX5" fmla="*/ 1376737 w 12192000"/>
              <a:gd name="connsiteY5" fmla="*/ 695063 h 6858000"/>
              <a:gd name="connsiteX6" fmla="*/ 1376737 w 12192000"/>
              <a:gd name="connsiteY6" fmla="*/ 552450 h 6858000"/>
              <a:gd name="connsiteX7" fmla="*/ 546100 w 12192000"/>
              <a:gd name="connsiteY7" fmla="*/ 552450 h 6858000"/>
              <a:gd name="connsiteX8" fmla="*/ 546100 w 12192000"/>
              <a:gd name="connsiteY8" fmla="*/ 1122906 h 6858000"/>
              <a:gd name="connsiteX9" fmla="*/ 689033 w 12192000"/>
              <a:gd name="connsiteY9" fmla="*/ 1122906 h 6858000"/>
              <a:gd name="connsiteX10" fmla="*/ 689033 w 12192000"/>
              <a:gd name="connsiteY10" fmla="*/ 752925 h 6858000"/>
              <a:gd name="connsiteX11" fmla="*/ 709451 w 12192000"/>
              <a:gd name="connsiteY11" fmla="*/ 837678 h 6858000"/>
              <a:gd name="connsiteX12" fmla="*/ 785410 w 12192000"/>
              <a:gd name="connsiteY12" fmla="*/ 1122906 h 6858000"/>
              <a:gd name="connsiteX13" fmla="*/ 935693 w 12192000"/>
              <a:gd name="connsiteY13" fmla="*/ 1122906 h 6858000"/>
              <a:gd name="connsiteX14" fmla="*/ 1011652 w 12192000"/>
              <a:gd name="connsiteY14" fmla="*/ 837678 h 6858000"/>
              <a:gd name="connsiteX15" fmla="*/ 1032070 w 12192000"/>
              <a:gd name="connsiteY15" fmla="*/ 752925 h 6858000"/>
              <a:gd name="connsiteX16" fmla="*/ 1032070 w 12192000"/>
              <a:gd name="connsiteY16" fmla="*/ 1122906 h 6858000"/>
              <a:gd name="connsiteX17" fmla="*/ 1178270 w 12192000"/>
              <a:gd name="connsiteY17" fmla="*/ 1122906 h 6858000"/>
              <a:gd name="connsiteX18" fmla="*/ 1178270 w 12192000"/>
              <a:gd name="connsiteY18" fmla="*/ 552450 h 6858000"/>
              <a:gd name="connsiteX19" fmla="*/ 950395 w 12192000"/>
              <a:gd name="connsiteY19" fmla="*/ 552450 h 6858000"/>
              <a:gd name="connsiteX20" fmla="*/ 879337 w 12192000"/>
              <a:gd name="connsiteY20" fmla="*/ 845827 h 6858000"/>
              <a:gd name="connsiteX21" fmla="*/ 862185 w 12192000"/>
              <a:gd name="connsiteY21" fmla="*/ 927321 h 6858000"/>
              <a:gd name="connsiteX22" fmla="*/ 845033 w 12192000"/>
              <a:gd name="connsiteY22" fmla="*/ 845827 h 6858000"/>
              <a:gd name="connsiteX23" fmla="*/ 773976 w 12192000"/>
              <a:gd name="connsiteY23" fmla="*/ 552450 h 6858000"/>
              <a:gd name="connsiteX24" fmla="*/ 0 w 12192000"/>
              <a:gd name="connsiteY24" fmla="*/ 0 h 6858000"/>
              <a:gd name="connsiteX25" fmla="*/ 12192000 w 12192000"/>
              <a:gd name="connsiteY25" fmla="*/ 0 h 6858000"/>
              <a:gd name="connsiteX26" fmla="*/ 12192000 w 12192000"/>
              <a:gd name="connsiteY26" fmla="*/ 6858000 h 6858000"/>
              <a:gd name="connsiteX27" fmla="*/ 0 w 12192000"/>
              <a:gd name="connsiteY2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2192000" h="6858000">
                <a:moveTo>
                  <a:pt x="1221554" y="552450"/>
                </a:moveTo>
                <a:lnTo>
                  <a:pt x="1221554" y="707287"/>
                </a:lnTo>
                <a:lnTo>
                  <a:pt x="1287710" y="707287"/>
                </a:lnTo>
                <a:lnTo>
                  <a:pt x="1243606" y="828714"/>
                </a:lnTo>
                <a:lnTo>
                  <a:pt x="1277094" y="828714"/>
                </a:lnTo>
                <a:lnTo>
                  <a:pt x="1376737" y="695063"/>
                </a:lnTo>
                <a:lnTo>
                  <a:pt x="1376737" y="552450"/>
                </a:lnTo>
                <a:close/>
                <a:moveTo>
                  <a:pt x="546100" y="552450"/>
                </a:moveTo>
                <a:lnTo>
                  <a:pt x="546100" y="1122906"/>
                </a:lnTo>
                <a:lnTo>
                  <a:pt x="689033" y="1122906"/>
                </a:lnTo>
                <a:lnTo>
                  <a:pt x="689033" y="752925"/>
                </a:lnTo>
                <a:lnTo>
                  <a:pt x="709451" y="837678"/>
                </a:lnTo>
                <a:lnTo>
                  <a:pt x="785410" y="1122906"/>
                </a:lnTo>
                <a:lnTo>
                  <a:pt x="935693" y="1122906"/>
                </a:lnTo>
                <a:lnTo>
                  <a:pt x="1011652" y="837678"/>
                </a:lnTo>
                <a:lnTo>
                  <a:pt x="1032070" y="752925"/>
                </a:lnTo>
                <a:lnTo>
                  <a:pt x="1032070" y="1122906"/>
                </a:lnTo>
                <a:lnTo>
                  <a:pt x="1178270" y="1122906"/>
                </a:lnTo>
                <a:lnTo>
                  <a:pt x="1178270" y="552450"/>
                </a:lnTo>
                <a:lnTo>
                  <a:pt x="950395" y="552450"/>
                </a:lnTo>
                <a:lnTo>
                  <a:pt x="879337" y="845827"/>
                </a:lnTo>
                <a:lnTo>
                  <a:pt x="862185" y="927321"/>
                </a:lnTo>
                <a:lnTo>
                  <a:pt x="845033" y="845827"/>
                </a:lnTo>
                <a:lnTo>
                  <a:pt x="773976" y="552450"/>
                </a:lnTo>
                <a:close/>
                <a:moveTo>
                  <a:pt x="0" y="0"/>
                </a:moveTo>
                <a:lnTo>
                  <a:pt x="12192000" y="0"/>
                </a:lnTo>
                <a:lnTo>
                  <a:pt x="12192000" y="6858000"/>
                </a:lnTo>
                <a:lnTo>
                  <a:pt x="0" y="6858000"/>
                </a:lnTo>
                <a:close/>
              </a:path>
            </a:pathLst>
          </a:custGeom>
          <a:solidFill>
            <a:srgbClr val="A6A9AA"/>
          </a:solidFill>
        </p:spPr>
        <p:txBody>
          <a:bodyPr wrap="square" tIns="2103120">
            <a:noAutofit/>
          </a:bodyPr>
          <a:lstStyle>
            <a:lvl1pPr algn="ctr">
              <a:defRPr>
                <a:solidFill>
                  <a:schemeClr val="tx1"/>
                </a:solidFill>
              </a:defRPr>
            </a:lvl1pPr>
          </a:lstStyle>
          <a:p>
            <a:r>
              <a:rPr lang="en-US"/>
              <a:t>Click icon to add picture</a:t>
            </a:r>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User Group - October 2024</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8" name="Title 17">
            <a:extLst>
              <a:ext uri="{FF2B5EF4-FFF2-40B4-BE49-F238E27FC236}">
                <a16:creationId xmlns:a16="http://schemas.microsoft.com/office/drawing/2014/main" id="{98D5B202-316D-9EDE-D8FC-C6D094C650D6}"/>
              </a:ext>
            </a:extLst>
          </p:cNvPr>
          <p:cNvSpPr>
            <a:spLocks noGrp="1"/>
          </p:cNvSpPr>
          <p:nvPr>
            <p:ph type="title" hasCustomPrompt="1"/>
          </p:nvPr>
        </p:nvSpPr>
        <p:spPr>
          <a:xfrm>
            <a:off x="546100" y="3295650"/>
            <a:ext cx="8267700" cy="1997075"/>
          </a:xfrm>
          <a:prstGeom prst="rect">
            <a:avLst/>
          </a:prstGeom>
        </p:spPr>
        <p:txBody>
          <a:bodyPr anchor="b"/>
          <a:lstStyle>
            <a:lvl1pPr marL="514350" indent="-514350" algn="l">
              <a:lnSpc>
                <a:spcPct val="100000"/>
              </a:lnSpc>
              <a:tabLst/>
              <a:defRPr sz="4800">
                <a:solidFill>
                  <a:schemeClr val="tx1"/>
                </a:solidFill>
              </a:defRPr>
            </a:lvl1pPr>
          </a:lstStyle>
          <a:p>
            <a:r>
              <a:rPr lang="en-US"/>
              <a:t>Use this divider only if your headline is short</a:t>
            </a:r>
          </a:p>
        </p:txBody>
      </p:sp>
    </p:spTree>
    <p:extLst>
      <p:ext uri="{BB962C8B-B14F-4D97-AF65-F5344CB8AC3E}">
        <p14:creationId xmlns:p14="http://schemas.microsoft.com/office/powerpoint/2010/main" val="1653496436"/>
      </p:ext>
    </p:extLst>
  </p:cSld>
  <p:clrMapOvr>
    <a:overrideClrMapping bg1="dk1" tx1="lt1" bg2="dk2" tx2="lt2" accent1="accent1" accent2="accent2" accent3="accent3" accent4="accent4" accent5="accent5" accent6="accent6" hlink="hlink" folHlink="folHlink"/>
  </p:clrMapOvr>
</p:sldLayout>
</file>

<file path=ppt/slideLayouts/slideLayout192.xml><?xml version="1.0" encoding="utf-8"?>
<p:sldLayout xmlns:a="http://schemas.openxmlformats.org/drawingml/2006/main" xmlns:r="http://schemas.openxmlformats.org/officeDocument/2006/relationships" xmlns:p="http://schemas.openxmlformats.org/presentationml/2006/main" preserve="1" userDrawn="1">
  <p:cSld name="Divider Photo - Long title">
    <p:bg>
      <p:bgPr>
        <a:solidFill>
          <a:schemeClr val="tx1"/>
        </a:solidFill>
        <a:effectLst/>
      </p:bgPr>
    </p:bg>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D2C1E244-876B-1F11-FE16-79C6C8406455}"/>
              </a:ext>
            </a:extLst>
          </p:cNvPr>
          <p:cNvSpPr>
            <a:spLocks noGrp="1"/>
          </p:cNvSpPr>
          <p:nvPr>
            <p:ph type="pic" sz="quarter" idx="14"/>
          </p:nvPr>
        </p:nvSpPr>
        <p:spPr>
          <a:xfrm>
            <a:off x="0" y="0"/>
            <a:ext cx="12192000" cy="6858000"/>
          </a:xfrm>
          <a:custGeom>
            <a:avLst/>
            <a:gdLst>
              <a:gd name="connsiteX0" fmla="*/ 1221554 w 12192000"/>
              <a:gd name="connsiteY0" fmla="*/ 552450 h 6858000"/>
              <a:gd name="connsiteX1" fmla="*/ 1221554 w 12192000"/>
              <a:gd name="connsiteY1" fmla="*/ 707287 h 6858000"/>
              <a:gd name="connsiteX2" fmla="*/ 1287710 w 12192000"/>
              <a:gd name="connsiteY2" fmla="*/ 707287 h 6858000"/>
              <a:gd name="connsiteX3" fmla="*/ 1243606 w 12192000"/>
              <a:gd name="connsiteY3" fmla="*/ 828714 h 6858000"/>
              <a:gd name="connsiteX4" fmla="*/ 1277094 w 12192000"/>
              <a:gd name="connsiteY4" fmla="*/ 828714 h 6858000"/>
              <a:gd name="connsiteX5" fmla="*/ 1376737 w 12192000"/>
              <a:gd name="connsiteY5" fmla="*/ 695063 h 6858000"/>
              <a:gd name="connsiteX6" fmla="*/ 1376737 w 12192000"/>
              <a:gd name="connsiteY6" fmla="*/ 552450 h 6858000"/>
              <a:gd name="connsiteX7" fmla="*/ 546100 w 12192000"/>
              <a:gd name="connsiteY7" fmla="*/ 552450 h 6858000"/>
              <a:gd name="connsiteX8" fmla="*/ 546100 w 12192000"/>
              <a:gd name="connsiteY8" fmla="*/ 1122906 h 6858000"/>
              <a:gd name="connsiteX9" fmla="*/ 689033 w 12192000"/>
              <a:gd name="connsiteY9" fmla="*/ 1122906 h 6858000"/>
              <a:gd name="connsiteX10" fmla="*/ 689033 w 12192000"/>
              <a:gd name="connsiteY10" fmla="*/ 752925 h 6858000"/>
              <a:gd name="connsiteX11" fmla="*/ 709451 w 12192000"/>
              <a:gd name="connsiteY11" fmla="*/ 837678 h 6858000"/>
              <a:gd name="connsiteX12" fmla="*/ 785410 w 12192000"/>
              <a:gd name="connsiteY12" fmla="*/ 1122906 h 6858000"/>
              <a:gd name="connsiteX13" fmla="*/ 935693 w 12192000"/>
              <a:gd name="connsiteY13" fmla="*/ 1122906 h 6858000"/>
              <a:gd name="connsiteX14" fmla="*/ 1011652 w 12192000"/>
              <a:gd name="connsiteY14" fmla="*/ 837678 h 6858000"/>
              <a:gd name="connsiteX15" fmla="*/ 1032070 w 12192000"/>
              <a:gd name="connsiteY15" fmla="*/ 752925 h 6858000"/>
              <a:gd name="connsiteX16" fmla="*/ 1032070 w 12192000"/>
              <a:gd name="connsiteY16" fmla="*/ 1122906 h 6858000"/>
              <a:gd name="connsiteX17" fmla="*/ 1178270 w 12192000"/>
              <a:gd name="connsiteY17" fmla="*/ 1122906 h 6858000"/>
              <a:gd name="connsiteX18" fmla="*/ 1178270 w 12192000"/>
              <a:gd name="connsiteY18" fmla="*/ 552450 h 6858000"/>
              <a:gd name="connsiteX19" fmla="*/ 950395 w 12192000"/>
              <a:gd name="connsiteY19" fmla="*/ 552450 h 6858000"/>
              <a:gd name="connsiteX20" fmla="*/ 879337 w 12192000"/>
              <a:gd name="connsiteY20" fmla="*/ 845827 h 6858000"/>
              <a:gd name="connsiteX21" fmla="*/ 862185 w 12192000"/>
              <a:gd name="connsiteY21" fmla="*/ 927321 h 6858000"/>
              <a:gd name="connsiteX22" fmla="*/ 845033 w 12192000"/>
              <a:gd name="connsiteY22" fmla="*/ 845827 h 6858000"/>
              <a:gd name="connsiteX23" fmla="*/ 773976 w 12192000"/>
              <a:gd name="connsiteY23" fmla="*/ 552450 h 6858000"/>
              <a:gd name="connsiteX24" fmla="*/ 0 w 12192000"/>
              <a:gd name="connsiteY24" fmla="*/ 0 h 6858000"/>
              <a:gd name="connsiteX25" fmla="*/ 12192000 w 12192000"/>
              <a:gd name="connsiteY25" fmla="*/ 0 h 6858000"/>
              <a:gd name="connsiteX26" fmla="*/ 12192000 w 12192000"/>
              <a:gd name="connsiteY26" fmla="*/ 6858000 h 6858000"/>
              <a:gd name="connsiteX27" fmla="*/ 0 w 12192000"/>
              <a:gd name="connsiteY2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2192000" h="6858000">
                <a:moveTo>
                  <a:pt x="1221554" y="552450"/>
                </a:moveTo>
                <a:lnTo>
                  <a:pt x="1221554" y="707287"/>
                </a:lnTo>
                <a:lnTo>
                  <a:pt x="1287710" y="707287"/>
                </a:lnTo>
                <a:lnTo>
                  <a:pt x="1243606" y="828714"/>
                </a:lnTo>
                <a:lnTo>
                  <a:pt x="1277094" y="828714"/>
                </a:lnTo>
                <a:lnTo>
                  <a:pt x="1376737" y="695063"/>
                </a:lnTo>
                <a:lnTo>
                  <a:pt x="1376737" y="552450"/>
                </a:lnTo>
                <a:close/>
                <a:moveTo>
                  <a:pt x="546100" y="552450"/>
                </a:moveTo>
                <a:lnTo>
                  <a:pt x="546100" y="1122906"/>
                </a:lnTo>
                <a:lnTo>
                  <a:pt x="689033" y="1122906"/>
                </a:lnTo>
                <a:lnTo>
                  <a:pt x="689033" y="752925"/>
                </a:lnTo>
                <a:lnTo>
                  <a:pt x="709451" y="837678"/>
                </a:lnTo>
                <a:lnTo>
                  <a:pt x="785410" y="1122906"/>
                </a:lnTo>
                <a:lnTo>
                  <a:pt x="935693" y="1122906"/>
                </a:lnTo>
                <a:lnTo>
                  <a:pt x="1011652" y="837678"/>
                </a:lnTo>
                <a:lnTo>
                  <a:pt x="1032070" y="752925"/>
                </a:lnTo>
                <a:lnTo>
                  <a:pt x="1032070" y="1122906"/>
                </a:lnTo>
                <a:lnTo>
                  <a:pt x="1178270" y="1122906"/>
                </a:lnTo>
                <a:lnTo>
                  <a:pt x="1178270" y="552450"/>
                </a:lnTo>
                <a:lnTo>
                  <a:pt x="950395" y="552450"/>
                </a:lnTo>
                <a:lnTo>
                  <a:pt x="879337" y="845827"/>
                </a:lnTo>
                <a:lnTo>
                  <a:pt x="862185" y="927321"/>
                </a:lnTo>
                <a:lnTo>
                  <a:pt x="845033" y="845827"/>
                </a:lnTo>
                <a:lnTo>
                  <a:pt x="773976" y="552450"/>
                </a:lnTo>
                <a:close/>
                <a:moveTo>
                  <a:pt x="0" y="0"/>
                </a:moveTo>
                <a:lnTo>
                  <a:pt x="12192000" y="0"/>
                </a:lnTo>
                <a:lnTo>
                  <a:pt x="12192000" y="6858000"/>
                </a:lnTo>
                <a:lnTo>
                  <a:pt x="0" y="6858000"/>
                </a:lnTo>
                <a:close/>
              </a:path>
            </a:pathLst>
          </a:custGeom>
          <a:solidFill>
            <a:srgbClr val="A6A9AA"/>
          </a:solidFill>
        </p:spPr>
        <p:txBody>
          <a:bodyPr wrap="square" tIns="2103120">
            <a:noAutofit/>
          </a:bodyPr>
          <a:lstStyle>
            <a:lvl1pPr algn="ctr">
              <a:defRPr>
                <a:solidFill>
                  <a:schemeClr val="tx1"/>
                </a:solidFill>
              </a:defRPr>
            </a:lvl1pPr>
          </a:lstStyle>
          <a:p>
            <a:r>
              <a:rPr lang="en-US"/>
              <a:t>Click icon to add picture</a:t>
            </a:r>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User Group - October 2024</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4676" cy="269875"/>
          </a:xfrm>
        </p:spPr>
        <p:txBody>
          <a:bodyPr/>
          <a:lstStyle/>
          <a:p>
            <a:fld id="{862A5111-985B-C14D-9115-5787026182A8}" type="slidenum">
              <a:rPr lang="en-US" smtClean="0"/>
              <a:t>‹#›</a:t>
            </a:fld>
            <a:endParaRPr lang="en-US"/>
          </a:p>
        </p:txBody>
      </p:sp>
      <p:sp>
        <p:nvSpPr>
          <p:cNvPr id="5" name="Title 17">
            <a:extLst>
              <a:ext uri="{FF2B5EF4-FFF2-40B4-BE49-F238E27FC236}">
                <a16:creationId xmlns:a16="http://schemas.microsoft.com/office/drawing/2014/main" id="{9FB85A57-AF49-344B-37C6-7EFC489A80CC}"/>
              </a:ext>
            </a:extLst>
          </p:cNvPr>
          <p:cNvSpPr>
            <a:spLocks noGrp="1"/>
          </p:cNvSpPr>
          <p:nvPr>
            <p:ph type="title" hasCustomPrompt="1"/>
          </p:nvPr>
        </p:nvSpPr>
        <p:spPr>
          <a:xfrm>
            <a:off x="546100" y="2425700"/>
            <a:ext cx="8267700" cy="2860221"/>
          </a:xfrm>
          <a:prstGeom prst="rect">
            <a:avLst/>
          </a:prstGeom>
        </p:spPr>
        <p:txBody>
          <a:bodyPr anchor="b"/>
          <a:lstStyle>
            <a:lvl1pPr marL="0" indent="0" algn="l">
              <a:lnSpc>
                <a:spcPct val="100000"/>
              </a:lnSpc>
              <a:tabLst/>
              <a:defRPr sz="4800">
                <a:solidFill>
                  <a:schemeClr val="tx1"/>
                </a:solidFill>
              </a:defRPr>
            </a:lvl1pPr>
          </a:lstStyle>
          <a:p>
            <a:r>
              <a:rPr lang="en-US"/>
              <a:t>Use this divider if your headline is long, or is equal to or greater than a total of three lines</a:t>
            </a:r>
          </a:p>
        </p:txBody>
      </p:sp>
    </p:spTree>
    <p:extLst>
      <p:ext uri="{BB962C8B-B14F-4D97-AF65-F5344CB8AC3E}">
        <p14:creationId xmlns:p14="http://schemas.microsoft.com/office/powerpoint/2010/main" val="73439438"/>
      </p:ext>
    </p:extLst>
  </p:cSld>
  <p:clrMapOvr>
    <a:overrideClrMapping bg1="dk1" tx1="lt1" bg2="dk2" tx2="lt2" accent1="accent1" accent2="accent2" accent3="accent3" accent4="accent4" accent5="accent5" accent6="accent6" hlink="hlink" folHlink="folHlink"/>
  </p:clrMapOvr>
</p:sldLayout>
</file>

<file path=ppt/slideLayouts/slideLayout193.xml><?xml version="1.0" encoding="utf-8"?>
<p:sldLayout xmlns:a="http://schemas.openxmlformats.org/drawingml/2006/main" xmlns:r="http://schemas.openxmlformats.org/officeDocument/2006/relationships" xmlns:p="http://schemas.openxmlformats.org/presentationml/2006/main" preserve="1" userDrawn="1">
  <p:cSld name="Quote 1 - General">
    <p:bg>
      <p:bgPr>
        <a:solidFill>
          <a:schemeClr val="bg2"/>
        </a:solidFill>
        <a:effectLst/>
      </p:bgPr>
    </p:bg>
    <p:spTree>
      <p:nvGrpSpPr>
        <p:cNvPr id="1" name=""/>
        <p:cNvGrpSpPr/>
        <p:nvPr/>
      </p:nvGrpSpPr>
      <p:grpSpPr>
        <a:xfrm>
          <a:off x="0" y="0"/>
          <a:ext cx="0" cy="0"/>
          <a:chOff x="0" y="0"/>
          <a:chExt cx="0" cy="0"/>
        </a:xfrm>
      </p:grpSpPr>
      <p:pic>
        <p:nvPicPr>
          <p:cNvPr id="7" name="Picture 6" descr="A blue wavy lines on a black background&#10;&#10;Description automatically generated">
            <a:extLst>
              <a:ext uri="{FF2B5EF4-FFF2-40B4-BE49-F238E27FC236}">
                <a16:creationId xmlns:a16="http://schemas.microsoft.com/office/drawing/2014/main" id="{ABB7ED4C-416B-722A-BF88-042E3CA9DC4D}"/>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hidden">
          <a:xfrm>
            <a:off x="6350" y="-1"/>
            <a:ext cx="12179302" cy="6858000"/>
          </a:xfrm>
          <a:prstGeom prst="rect">
            <a:avLst/>
          </a:prstGeom>
        </p:spPr>
      </p:pic>
      <p:sp>
        <p:nvSpPr>
          <p:cNvPr id="20" name="Freeform 19">
            <a:extLst>
              <a:ext uri="{FF2B5EF4-FFF2-40B4-BE49-F238E27FC236}">
                <a16:creationId xmlns:a16="http://schemas.microsoft.com/office/drawing/2014/main" id="{6732315D-1057-6521-C359-22C1DAF4964C}"/>
              </a:ext>
            </a:extLst>
          </p:cNvPr>
          <p:cNvSpPr/>
          <p:nvPr/>
        </p:nvSpPr>
        <p:spPr bwMode="black">
          <a:xfrm>
            <a:off x="546100" y="552450"/>
            <a:ext cx="830637" cy="570456"/>
          </a:xfrm>
          <a:custGeom>
            <a:avLst/>
            <a:gdLst>
              <a:gd name="connsiteX0" fmla="*/ 6722902 w 8267463"/>
              <a:gd name="connsiteY0" fmla="*/ 0 h 5677842"/>
              <a:gd name="connsiteX1" fmla="*/ 8267463 w 8267463"/>
              <a:gd name="connsiteY1" fmla="*/ 0 h 5677842"/>
              <a:gd name="connsiteX2" fmla="*/ 8267463 w 8267463"/>
              <a:gd name="connsiteY2" fmla="*/ 1419448 h 5677842"/>
              <a:gd name="connsiteX3" fmla="*/ 7275694 w 8267463"/>
              <a:gd name="connsiteY3" fmla="*/ 2749701 h 5677842"/>
              <a:gd name="connsiteX4" fmla="*/ 6942385 w 8267463"/>
              <a:gd name="connsiteY4" fmla="*/ 2749701 h 5677842"/>
              <a:gd name="connsiteX5" fmla="*/ 7381363 w 8267463"/>
              <a:gd name="connsiteY5" fmla="*/ 1541121 h 5677842"/>
              <a:gd name="connsiteX6" fmla="*/ 6722902 w 8267463"/>
              <a:gd name="connsiteY6" fmla="*/ 1541121 h 5677842"/>
              <a:gd name="connsiteX7" fmla="*/ 0 w 8267463"/>
              <a:gd name="connsiteY7" fmla="*/ 0 h 5677842"/>
              <a:gd name="connsiteX8" fmla="*/ 2268085 w 8267463"/>
              <a:gd name="connsiteY8" fmla="*/ 0 h 5677842"/>
              <a:gd name="connsiteX9" fmla="*/ 2975321 w 8267463"/>
              <a:gd name="connsiteY9" fmla="*/ 2920028 h 5677842"/>
              <a:gd name="connsiteX10" fmla="*/ 3146041 w 8267463"/>
              <a:gd name="connsiteY10" fmla="*/ 3731148 h 5677842"/>
              <a:gd name="connsiteX11" fmla="*/ 3316761 w 8267463"/>
              <a:gd name="connsiteY11" fmla="*/ 2920028 h 5677842"/>
              <a:gd name="connsiteX12" fmla="*/ 4024010 w 8267463"/>
              <a:gd name="connsiteY12" fmla="*/ 0 h 5677842"/>
              <a:gd name="connsiteX13" fmla="*/ 6292082 w 8267463"/>
              <a:gd name="connsiteY13" fmla="*/ 0 h 5677842"/>
              <a:gd name="connsiteX14" fmla="*/ 6292082 w 8267463"/>
              <a:gd name="connsiteY14" fmla="*/ 5677842 h 5677842"/>
              <a:gd name="connsiteX15" fmla="*/ 4836940 w 8267463"/>
              <a:gd name="connsiteY15" fmla="*/ 5677842 h 5677842"/>
              <a:gd name="connsiteX16" fmla="*/ 4836940 w 8267463"/>
              <a:gd name="connsiteY16" fmla="*/ 1995360 h 5677842"/>
              <a:gd name="connsiteX17" fmla="*/ 4633708 w 8267463"/>
              <a:gd name="connsiteY17" fmla="*/ 2838921 h 5677842"/>
              <a:gd name="connsiteX18" fmla="*/ 3877684 w 8267463"/>
              <a:gd name="connsiteY18" fmla="*/ 5677842 h 5677842"/>
              <a:gd name="connsiteX19" fmla="*/ 2381886 w 8267463"/>
              <a:gd name="connsiteY19" fmla="*/ 5677842 h 5677842"/>
              <a:gd name="connsiteX20" fmla="*/ 1625861 w 8267463"/>
              <a:gd name="connsiteY20" fmla="*/ 2838921 h 5677842"/>
              <a:gd name="connsiteX21" fmla="*/ 1422629 w 8267463"/>
              <a:gd name="connsiteY21" fmla="*/ 1995360 h 5677842"/>
              <a:gd name="connsiteX22" fmla="*/ 1422629 w 8267463"/>
              <a:gd name="connsiteY22" fmla="*/ 5677842 h 5677842"/>
              <a:gd name="connsiteX23" fmla="*/ 0 w 8267463"/>
              <a:gd name="connsiteY23" fmla="*/ 5677842 h 56778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8267463" h="5677842">
                <a:moveTo>
                  <a:pt x="6722902" y="0"/>
                </a:moveTo>
                <a:lnTo>
                  <a:pt x="8267463" y="0"/>
                </a:lnTo>
                <a:lnTo>
                  <a:pt x="8267463" y="1419448"/>
                </a:lnTo>
                <a:lnTo>
                  <a:pt x="7275694" y="2749701"/>
                </a:lnTo>
                <a:lnTo>
                  <a:pt x="6942385" y="2749701"/>
                </a:lnTo>
                <a:lnTo>
                  <a:pt x="7381363" y="1541121"/>
                </a:lnTo>
                <a:lnTo>
                  <a:pt x="6722902" y="1541121"/>
                </a:lnTo>
                <a:close/>
                <a:moveTo>
                  <a:pt x="0" y="0"/>
                </a:moveTo>
                <a:lnTo>
                  <a:pt x="2268085" y="0"/>
                </a:lnTo>
                <a:lnTo>
                  <a:pt x="2975321" y="2920028"/>
                </a:lnTo>
                <a:lnTo>
                  <a:pt x="3146041" y="3731148"/>
                </a:lnTo>
                <a:lnTo>
                  <a:pt x="3316761" y="2920028"/>
                </a:lnTo>
                <a:lnTo>
                  <a:pt x="4024010" y="0"/>
                </a:lnTo>
                <a:lnTo>
                  <a:pt x="6292082" y="0"/>
                </a:lnTo>
                <a:lnTo>
                  <a:pt x="6292082" y="5677842"/>
                </a:lnTo>
                <a:lnTo>
                  <a:pt x="4836940" y="5677842"/>
                </a:lnTo>
                <a:lnTo>
                  <a:pt x="4836940" y="1995360"/>
                </a:lnTo>
                <a:lnTo>
                  <a:pt x="4633708" y="2838921"/>
                </a:lnTo>
                <a:lnTo>
                  <a:pt x="3877684" y="5677842"/>
                </a:lnTo>
                <a:lnTo>
                  <a:pt x="2381886" y="5677842"/>
                </a:lnTo>
                <a:lnTo>
                  <a:pt x="1625861" y="2838921"/>
                </a:lnTo>
                <a:lnTo>
                  <a:pt x="1422629" y="1995360"/>
                </a:lnTo>
                <a:lnTo>
                  <a:pt x="1422629" y="5677842"/>
                </a:lnTo>
                <a:lnTo>
                  <a:pt x="0" y="5677842"/>
                </a:lnTo>
                <a:close/>
              </a:path>
            </a:pathLst>
          </a:custGeom>
          <a:solidFill>
            <a:schemeClr val="tx1"/>
          </a:solidFill>
          <a:ln w="0" cap="flat">
            <a:noFill/>
            <a:prstDash val="solid"/>
            <a:miter/>
          </a:ln>
        </p:spPr>
        <p:txBody>
          <a:bodyPr rtlCol="0" anchor="ctr"/>
          <a:lstStyle/>
          <a:p>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User Group - October 2024</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8" name="Text Placeholder 7">
            <a:extLst>
              <a:ext uri="{FF2B5EF4-FFF2-40B4-BE49-F238E27FC236}">
                <a16:creationId xmlns:a16="http://schemas.microsoft.com/office/drawing/2014/main" id="{7708F947-658B-4354-AB87-AEB000F1AA54}"/>
              </a:ext>
            </a:extLst>
          </p:cNvPr>
          <p:cNvSpPr>
            <a:spLocks noGrp="1"/>
          </p:cNvSpPr>
          <p:nvPr>
            <p:ph type="body" sz="quarter" idx="15"/>
          </p:nvPr>
        </p:nvSpPr>
        <p:spPr>
          <a:xfrm>
            <a:off x="3367087" y="1415038"/>
            <a:ext cx="8270876" cy="4171375"/>
          </a:xfrm>
        </p:spPr>
        <p:txBody>
          <a:bodyPr anchor="b"/>
          <a:lstStyle>
            <a:lvl1pPr>
              <a:lnSpc>
                <a:spcPts val="4600"/>
              </a:lnSpc>
              <a:defRPr sz="4200">
                <a:solidFill>
                  <a:schemeClr val="tx1"/>
                </a:solidFill>
                <a:latin typeface="+mj-lt"/>
              </a:defRPr>
            </a:lvl1pPr>
            <a:lvl2pPr marL="0" indent="0">
              <a:spcAft>
                <a:spcPts val="0"/>
              </a:spcAft>
              <a:buNone/>
              <a:defRPr sz="2400">
                <a:solidFill>
                  <a:schemeClr val="tx1"/>
                </a:solidFill>
                <a:latin typeface="+mn-lt"/>
              </a:defRPr>
            </a:lvl2pPr>
            <a:lvl3pPr marL="0" indent="0">
              <a:spcAft>
                <a:spcPts val="0"/>
              </a:spcAft>
              <a:buNone/>
              <a:defRPr sz="2400">
                <a:solidFill>
                  <a:schemeClr val="tx1"/>
                </a:solidFill>
              </a:defRPr>
            </a:lvl3pPr>
            <a:lvl4pPr marL="0" indent="0">
              <a:spcAft>
                <a:spcPts val="0"/>
              </a:spcAft>
              <a:buNone/>
              <a:defRPr sz="2400">
                <a:solidFill>
                  <a:schemeClr val="tx1"/>
                </a:solidFill>
              </a:defRPr>
            </a:lvl4pPr>
            <a:lvl5pPr marL="0" indent="0">
              <a:spcAft>
                <a:spcPts val="0"/>
              </a:spcAft>
              <a:buNone/>
              <a:defRPr sz="2400">
                <a:solidFill>
                  <a:schemeClr val="tx1"/>
                </a:solidFill>
              </a:defRPr>
            </a:lvl5pPr>
            <a:lvl6pPr marL="0" indent="0">
              <a:spcAft>
                <a:spcPts val="0"/>
              </a:spcAft>
              <a:buNone/>
              <a:defRPr sz="2400">
                <a:solidFill>
                  <a:schemeClr val="tx1"/>
                </a:solidFill>
              </a:defRPr>
            </a:lvl6pPr>
            <a:lvl7pPr marL="0" indent="0">
              <a:spcAft>
                <a:spcPts val="0"/>
              </a:spcAft>
              <a:buNone/>
              <a:defRPr sz="2400">
                <a:solidFill>
                  <a:schemeClr val="tx1"/>
                </a:solidFill>
              </a:defRPr>
            </a:lvl7pPr>
            <a:lvl8pPr marL="0" indent="0">
              <a:spcAft>
                <a:spcPts val="0"/>
              </a:spcAft>
              <a:buNone/>
              <a:defRPr sz="2400">
                <a:solidFill>
                  <a:schemeClr val="tx1"/>
                </a:solidFill>
              </a:defRPr>
            </a:lvl8pPr>
            <a:lvl9pPr marL="0" indent="0">
              <a:spcAft>
                <a:spcPts val="0"/>
              </a:spcAft>
              <a:buNone/>
              <a:defRPr sz="2400">
                <a:solidFill>
                  <a:schemeClr val="tx1"/>
                </a:solidFill>
              </a:defRPr>
            </a:lvl9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873353756"/>
      </p:ext>
    </p:extLst>
  </p:cSld>
  <p:clrMapOvr>
    <a:overrideClrMapping bg1="dk1" tx1="lt1" bg2="dk2" tx2="lt2" accent1="accent1" accent2="accent2" accent3="accent3" accent4="accent4" accent5="accent5" accent6="accent6" hlink="hlink" folHlink="folHlink"/>
  </p:clrMapOvr>
</p:sldLayout>
</file>

<file path=ppt/slideLayouts/slideLayout194.xml><?xml version="1.0" encoding="utf-8"?>
<p:sldLayout xmlns:a="http://schemas.openxmlformats.org/drawingml/2006/main" xmlns:r="http://schemas.openxmlformats.org/officeDocument/2006/relationships" xmlns:p="http://schemas.openxmlformats.org/presentationml/2006/main" preserve="1" userDrawn="1">
  <p:cSld name="Quote - Employee portrait">
    <p:bg>
      <p:bgPr>
        <a:solidFill>
          <a:schemeClr val="bg2"/>
        </a:solidFill>
        <a:effectLst/>
      </p:bgPr>
    </p:bg>
    <p:spTree>
      <p:nvGrpSpPr>
        <p:cNvPr id="1" name=""/>
        <p:cNvGrpSpPr/>
        <p:nvPr/>
      </p:nvGrpSpPr>
      <p:grpSpPr>
        <a:xfrm>
          <a:off x="0" y="0"/>
          <a:ext cx="0" cy="0"/>
          <a:chOff x="0" y="0"/>
          <a:chExt cx="0" cy="0"/>
        </a:xfrm>
      </p:grpSpPr>
      <p:sp>
        <p:nvSpPr>
          <p:cNvPr id="20" name="Freeform 19">
            <a:extLst>
              <a:ext uri="{FF2B5EF4-FFF2-40B4-BE49-F238E27FC236}">
                <a16:creationId xmlns:a16="http://schemas.microsoft.com/office/drawing/2014/main" id="{6732315D-1057-6521-C359-22C1DAF4964C}"/>
              </a:ext>
            </a:extLst>
          </p:cNvPr>
          <p:cNvSpPr/>
          <p:nvPr/>
        </p:nvSpPr>
        <p:spPr bwMode="black">
          <a:xfrm>
            <a:off x="546100" y="552450"/>
            <a:ext cx="830637" cy="570456"/>
          </a:xfrm>
          <a:custGeom>
            <a:avLst/>
            <a:gdLst>
              <a:gd name="connsiteX0" fmla="*/ 6722902 w 8267463"/>
              <a:gd name="connsiteY0" fmla="*/ 0 h 5677842"/>
              <a:gd name="connsiteX1" fmla="*/ 8267463 w 8267463"/>
              <a:gd name="connsiteY1" fmla="*/ 0 h 5677842"/>
              <a:gd name="connsiteX2" fmla="*/ 8267463 w 8267463"/>
              <a:gd name="connsiteY2" fmla="*/ 1419448 h 5677842"/>
              <a:gd name="connsiteX3" fmla="*/ 7275694 w 8267463"/>
              <a:gd name="connsiteY3" fmla="*/ 2749701 h 5677842"/>
              <a:gd name="connsiteX4" fmla="*/ 6942385 w 8267463"/>
              <a:gd name="connsiteY4" fmla="*/ 2749701 h 5677842"/>
              <a:gd name="connsiteX5" fmla="*/ 7381363 w 8267463"/>
              <a:gd name="connsiteY5" fmla="*/ 1541121 h 5677842"/>
              <a:gd name="connsiteX6" fmla="*/ 6722902 w 8267463"/>
              <a:gd name="connsiteY6" fmla="*/ 1541121 h 5677842"/>
              <a:gd name="connsiteX7" fmla="*/ 0 w 8267463"/>
              <a:gd name="connsiteY7" fmla="*/ 0 h 5677842"/>
              <a:gd name="connsiteX8" fmla="*/ 2268085 w 8267463"/>
              <a:gd name="connsiteY8" fmla="*/ 0 h 5677842"/>
              <a:gd name="connsiteX9" fmla="*/ 2975321 w 8267463"/>
              <a:gd name="connsiteY9" fmla="*/ 2920028 h 5677842"/>
              <a:gd name="connsiteX10" fmla="*/ 3146041 w 8267463"/>
              <a:gd name="connsiteY10" fmla="*/ 3731148 h 5677842"/>
              <a:gd name="connsiteX11" fmla="*/ 3316761 w 8267463"/>
              <a:gd name="connsiteY11" fmla="*/ 2920028 h 5677842"/>
              <a:gd name="connsiteX12" fmla="*/ 4024010 w 8267463"/>
              <a:gd name="connsiteY12" fmla="*/ 0 h 5677842"/>
              <a:gd name="connsiteX13" fmla="*/ 6292082 w 8267463"/>
              <a:gd name="connsiteY13" fmla="*/ 0 h 5677842"/>
              <a:gd name="connsiteX14" fmla="*/ 6292082 w 8267463"/>
              <a:gd name="connsiteY14" fmla="*/ 5677842 h 5677842"/>
              <a:gd name="connsiteX15" fmla="*/ 4836940 w 8267463"/>
              <a:gd name="connsiteY15" fmla="*/ 5677842 h 5677842"/>
              <a:gd name="connsiteX16" fmla="*/ 4836940 w 8267463"/>
              <a:gd name="connsiteY16" fmla="*/ 1995360 h 5677842"/>
              <a:gd name="connsiteX17" fmla="*/ 4633708 w 8267463"/>
              <a:gd name="connsiteY17" fmla="*/ 2838921 h 5677842"/>
              <a:gd name="connsiteX18" fmla="*/ 3877684 w 8267463"/>
              <a:gd name="connsiteY18" fmla="*/ 5677842 h 5677842"/>
              <a:gd name="connsiteX19" fmla="*/ 2381886 w 8267463"/>
              <a:gd name="connsiteY19" fmla="*/ 5677842 h 5677842"/>
              <a:gd name="connsiteX20" fmla="*/ 1625861 w 8267463"/>
              <a:gd name="connsiteY20" fmla="*/ 2838921 h 5677842"/>
              <a:gd name="connsiteX21" fmla="*/ 1422629 w 8267463"/>
              <a:gd name="connsiteY21" fmla="*/ 1995360 h 5677842"/>
              <a:gd name="connsiteX22" fmla="*/ 1422629 w 8267463"/>
              <a:gd name="connsiteY22" fmla="*/ 5677842 h 5677842"/>
              <a:gd name="connsiteX23" fmla="*/ 0 w 8267463"/>
              <a:gd name="connsiteY23" fmla="*/ 5677842 h 56778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8267463" h="5677842">
                <a:moveTo>
                  <a:pt x="6722902" y="0"/>
                </a:moveTo>
                <a:lnTo>
                  <a:pt x="8267463" y="0"/>
                </a:lnTo>
                <a:lnTo>
                  <a:pt x="8267463" y="1419448"/>
                </a:lnTo>
                <a:lnTo>
                  <a:pt x="7275694" y="2749701"/>
                </a:lnTo>
                <a:lnTo>
                  <a:pt x="6942385" y="2749701"/>
                </a:lnTo>
                <a:lnTo>
                  <a:pt x="7381363" y="1541121"/>
                </a:lnTo>
                <a:lnTo>
                  <a:pt x="6722902" y="1541121"/>
                </a:lnTo>
                <a:close/>
                <a:moveTo>
                  <a:pt x="0" y="0"/>
                </a:moveTo>
                <a:lnTo>
                  <a:pt x="2268085" y="0"/>
                </a:lnTo>
                <a:lnTo>
                  <a:pt x="2975321" y="2920028"/>
                </a:lnTo>
                <a:lnTo>
                  <a:pt x="3146041" y="3731148"/>
                </a:lnTo>
                <a:lnTo>
                  <a:pt x="3316761" y="2920028"/>
                </a:lnTo>
                <a:lnTo>
                  <a:pt x="4024010" y="0"/>
                </a:lnTo>
                <a:lnTo>
                  <a:pt x="6292082" y="0"/>
                </a:lnTo>
                <a:lnTo>
                  <a:pt x="6292082" y="5677842"/>
                </a:lnTo>
                <a:lnTo>
                  <a:pt x="4836940" y="5677842"/>
                </a:lnTo>
                <a:lnTo>
                  <a:pt x="4836940" y="1995360"/>
                </a:lnTo>
                <a:lnTo>
                  <a:pt x="4633708" y="2838921"/>
                </a:lnTo>
                <a:lnTo>
                  <a:pt x="3877684" y="5677842"/>
                </a:lnTo>
                <a:lnTo>
                  <a:pt x="2381886" y="5677842"/>
                </a:lnTo>
                <a:lnTo>
                  <a:pt x="1625861" y="2838921"/>
                </a:lnTo>
                <a:lnTo>
                  <a:pt x="1422629" y="1995360"/>
                </a:lnTo>
                <a:lnTo>
                  <a:pt x="1422629" y="5677842"/>
                </a:lnTo>
                <a:lnTo>
                  <a:pt x="0" y="5677842"/>
                </a:lnTo>
                <a:close/>
              </a:path>
            </a:pathLst>
          </a:custGeom>
          <a:solidFill>
            <a:schemeClr val="tx1"/>
          </a:solidFill>
          <a:ln w="0" cap="flat">
            <a:noFill/>
            <a:prstDash val="solid"/>
            <a:miter/>
          </a:ln>
        </p:spPr>
        <p:txBody>
          <a:bodyPr rtlCol="0" anchor="ctr"/>
          <a:lstStyle/>
          <a:p>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User Group - October 2024</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6" name="Picture Placeholder 9">
            <a:extLst>
              <a:ext uri="{FF2B5EF4-FFF2-40B4-BE49-F238E27FC236}">
                <a16:creationId xmlns:a16="http://schemas.microsoft.com/office/drawing/2014/main" id="{A9E39174-6051-6D2E-2D81-DADF3A2208E1}"/>
              </a:ext>
            </a:extLst>
          </p:cNvPr>
          <p:cNvSpPr>
            <a:spLocks noGrp="1"/>
          </p:cNvSpPr>
          <p:nvPr>
            <p:ph type="pic" sz="quarter" idx="29" hasCustomPrompt="1"/>
          </p:nvPr>
        </p:nvSpPr>
        <p:spPr>
          <a:xfrm>
            <a:off x="554039" y="2847976"/>
            <a:ext cx="1198562" cy="1276349"/>
          </a:xfrm>
          <a:solidFill>
            <a:schemeClr val="accent1"/>
          </a:solidFill>
          <a:ln>
            <a:noFill/>
          </a:ln>
        </p:spPr>
        <p:txBody>
          <a:bodyPr anchor="ctr"/>
          <a:lstStyle>
            <a:lvl1pPr algn="ctr">
              <a:defRPr>
                <a:solidFill>
                  <a:schemeClr val="bg1"/>
                </a:solidFill>
                <a:latin typeface="+mn-lt"/>
              </a:defRPr>
            </a:lvl1pPr>
          </a:lstStyle>
          <a:p>
            <a:r>
              <a:rPr lang="en-US"/>
              <a:t>Silhouette</a:t>
            </a:r>
            <a:br>
              <a:rPr lang="en-US"/>
            </a:br>
            <a:r>
              <a:rPr lang="en-US"/>
              <a:t>portrait</a:t>
            </a:r>
          </a:p>
        </p:txBody>
      </p:sp>
      <p:sp>
        <p:nvSpPr>
          <p:cNvPr id="7" name="Text Placeholder 3">
            <a:extLst>
              <a:ext uri="{FF2B5EF4-FFF2-40B4-BE49-F238E27FC236}">
                <a16:creationId xmlns:a16="http://schemas.microsoft.com/office/drawing/2014/main" id="{AB040204-E782-1C0F-4B3A-B9C7FF0AEEB7}"/>
              </a:ext>
            </a:extLst>
          </p:cNvPr>
          <p:cNvSpPr>
            <a:spLocks noGrp="1"/>
          </p:cNvSpPr>
          <p:nvPr>
            <p:ph type="body" sz="quarter" idx="42" hasCustomPrompt="1"/>
          </p:nvPr>
        </p:nvSpPr>
        <p:spPr>
          <a:xfrm>
            <a:off x="554038" y="4273550"/>
            <a:ext cx="2611437" cy="1458913"/>
          </a:xfrm>
        </p:spPr>
        <p:txBody>
          <a:bodyPr>
            <a:normAutofit/>
          </a:bodyPr>
          <a:lstStyle>
            <a:lvl1pPr>
              <a:spcAft>
                <a:spcPts val="200"/>
              </a:spcAft>
              <a:defRPr sz="1200" b="1">
                <a:solidFill>
                  <a:schemeClr val="tx1"/>
                </a:solidFill>
                <a:latin typeface="+mn-lt"/>
                <a:ea typeface="GT America Medium" panose="020B0604020202020204" charset="0"/>
                <a:cs typeface="GT America Medium" panose="020B0604020202020204" charset="0"/>
              </a:defRPr>
            </a:lvl1pPr>
            <a:lvl2pPr marL="0" indent="0">
              <a:buNone/>
              <a:defRPr sz="1200">
                <a:solidFill>
                  <a:schemeClr val="tx1"/>
                </a:solidFill>
              </a:defRPr>
            </a:lvl2pPr>
            <a:lvl3pPr marL="0" indent="0">
              <a:buFontTx/>
              <a:buNone/>
              <a:defRPr sz="1200">
                <a:solidFill>
                  <a:schemeClr val="tx1"/>
                </a:solidFill>
              </a:defRPr>
            </a:lvl3pPr>
            <a:lvl4pPr marL="0" indent="0">
              <a:buNone/>
              <a:defRPr sz="1200">
                <a:solidFill>
                  <a:schemeClr val="tx1"/>
                </a:solidFill>
              </a:defRPr>
            </a:lvl4pPr>
            <a:lvl5pPr marL="0" indent="0">
              <a:buNone/>
              <a:defRPr sz="1200">
                <a:solidFill>
                  <a:schemeClr val="tx1"/>
                </a:solidFill>
              </a:defRPr>
            </a:lvl5pPr>
            <a:lvl6pPr marL="0" indent="0">
              <a:buNone/>
              <a:defRPr sz="1200">
                <a:solidFill>
                  <a:schemeClr val="tx1"/>
                </a:solidFill>
              </a:defRPr>
            </a:lvl6pPr>
            <a:lvl7pPr marL="0" indent="0">
              <a:buNone/>
              <a:defRPr>
                <a:solidFill>
                  <a:schemeClr val="tx1"/>
                </a:solidFill>
              </a:defRPr>
            </a:lvl7pPr>
            <a:lvl8pPr marL="0" indent="0">
              <a:buNone/>
              <a:defRPr>
                <a:solidFill>
                  <a:schemeClr val="tx1"/>
                </a:solidFill>
              </a:defRPr>
            </a:lvl8pPr>
            <a:lvl9pPr marL="0" indent="0">
              <a:buNone/>
              <a:defRPr>
                <a:solidFill>
                  <a:schemeClr val="tx1"/>
                </a:solidFill>
              </a:defRPr>
            </a:lvl9pPr>
          </a:lstStyle>
          <a:p>
            <a:pPr lvl="0"/>
            <a:r>
              <a:rPr lang="en-US" err="1"/>
              <a:t>Firstname</a:t>
            </a:r>
            <a:r>
              <a:rPr lang="en-US"/>
              <a:t> </a:t>
            </a:r>
            <a:r>
              <a:rPr lang="en-US" err="1"/>
              <a:t>Lastname</a:t>
            </a:r>
            <a:r>
              <a:rPr lang="en-US"/>
              <a:t>, L1</a:t>
            </a:r>
          </a:p>
          <a:p>
            <a:pPr lvl="1"/>
            <a:r>
              <a:rPr lang="en-US"/>
              <a:t>Title/department, L2</a:t>
            </a:r>
          </a:p>
        </p:txBody>
      </p:sp>
      <p:sp>
        <p:nvSpPr>
          <p:cNvPr id="5" name="Text Placeholder 7">
            <a:extLst>
              <a:ext uri="{FF2B5EF4-FFF2-40B4-BE49-F238E27FC236}">
                <a16:creationId xmlns:a16="http://schemas.microsoft.com/office/drawing/2014/main" id="{C55CD7FE-FD96-5B7D-EB24-69E1A8EF9D81}"/>
              </a:ext>
            </a:extLst>
          </p:cNvPr>
          <p:cNvSpPr>
            <a:spLocks noGrp="1"/>
          </p:cNvSpPr>
          <p:nvPr>
            <p:ph type="body" sz="quarter" idx="15"/>
          </p:nvPr>
        </p:nvSpPr>
        <p:spPr>
          <a:xfrm>
            <a:off x="3367087" y="1415038"/>
            <a:ext cx="8270876" cy="4171375"/>
          </a:xfrm>
        </p:spPr>
        <p:txBody>
          <a:bodyPr anchor="b"/>
          <a:lstStyle>
            <a:lvl1pPr>
              <a:lnSpc>
                <a:spcPts val="4600"/>
              </a:lnSpc>
              <a:defRPr sz="4200">
                <a:solidFill>
                  <a:schemeClr val="tx1"/>
                </a:solidFill>
                <a:latin typeface="+mj-lt"/>
              </a:defRPr>
            </a:lvl1pPr>
            <a:lvl2pPr marL="0" indent="0">
              <a:spcAft>
                <a:spcPts val="0"/>
              </a:spcAft>
              <a:buNone/>
              <a:defRPr sz="2400">
                <a:solidFill>
                  <a:schemeClr val="tx1"/>
                </a:solidFill>
                <a:latin typeface="GT America Regular" panose="00000500000000000000" pitchFamily="50" charset="0"/>
              </a:defRPr>
            </a:lvl2pPr>
            <a:lvl3pPr marL="0" indent="0">
              <a:spcAft>
                <a:spcPts val="0"/>
              </a:spcAft>
              <a:buNone/>
              <a:defRPr sz="2400">
                <a:solidFill>
                  <a:schemeClr val="tx1"/>
                </a:solidFill>
              </a:defRPr>
            </a:lvl3pPr>
            <a:lvl4pPr marL="0" indent="0">
              <a:spcAft>
                <a:spcPts val="0"/>
              </a:spcAft>
              <a:buNone/>
              <a:defRPr sz="2400">
                <a:solidFill>
                  <a:schemeClr val="tx1"/>
                </a:solidFill>
              </a:defRPr>
            </a:lvl4pPr>
            <a:lvl5pPr marL="0" indent="0">
              <a:spcAft>
                <a:spcPts val="0"/>
              </a:spcAft>
              <a:buNone/>
              <a:defRPr sz="2400">
                <a:solidFill>
                  <a:schemeClr val="tx1"/>
                </a:solidFill>
              </a:defRPr>
            </a:lvl5pPr>
            <a:lvl6pPr marL="0" indent="0">
              <a:spcAft>
                <a:spcPts val="0"/>
              </a:spcAft>
              <a:buNone/>
              <a:defRPr sz="2400">
                <a:solidFill>
                  <a:schemeClr val="tx1"/>
                </a:solidFill>
              </a:defRPr>
            </a:lvl6pPr>
            <a:lvl7pPr marL="0" indent="0">
              <a:spcAft>
                <a:spcPts val="0"/>
              </a:spcAft>
              <a:buNone/>
              <a:defRPr sz="2400">
                <a:solidFill>
                  <a:schemeClr val="tx1"/>
                </a:solidFill>
              </a:defRPr>
            </a:lvl7pPr>
            <a:lvl8pPr marL="0" indent="0">
              <a:spcAft>
                <a:spcPts val="0"/>
              </a:spcAft>
              <a:buNone/>
              <a:defRPr sz="2400">
                <a:solidFill>
                  <a:schemeClr val="tx1"/>
                </a:solidFill>
              </a:defRPr>
            </a:lvl8pPr>
            <a:lvl9pPr marL="0" indent="0">
              <a:spcAft>
                <a:spcPts val="0"/>
              </a:spcAft>
              <a:buNone/>
              <a:defRPr sz="2400">
                <a:solidFill>
                  <a:schemeClr val="tx1"/>
                </a:solidFill>
              </a:defRPr>
            </a:lvl9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2116595013"/>
      </p:ext>
    </p:extLst>
  </p:cSld>
  <p:clrMapOvr>
    <a:overrideClrMapping bg1="dk1" tx1="lt1" bg2="dk2" tx2="lt2" accent1="accent1" accent2="accent2" accent3="accent3" accent4="accent4" accent5="accent5" accent6="accent6" hlink="hlink" folHlink="folHlink"/>
  </p:clrMapOvr>
</p:sldLayout>
</file>

<file path=ppt/slideLayouts/slideLayout195.xml><?xml version="1.0" encoding="utf-8"?>
<p:sldLayout xmlns:a="http://schemas.openxmlformats.org/drawingml/2006/main" xmlns:r="http://schemas.openxmlformats.org/officeDocument/2006/relationships" xmlns:p="http://schemas.openxmlformats.org/presentationml/2006/main" preserve="1" userDrawn="1">
  <p:cSld name="Quote - Photo">
    <p:bg>
      <p:bgPr>
        <a:solidFill>
          <a:schemeClr val="tx1"/>
        </a:solidFill>
        <a:effectLst/>
      </p:bgPr>
    </p:bg>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23F68FBE-251E-31B8-904E-1E16C461B772}"/>
              </a:ext>
            </a:extLst>
          </p:cNvPr>
          <p:cNvSpPr>
            <a:spLocks noGrp="1"/>
          </p:cNvSpPr>
          <p:nvPr>
            <p:ph type="pic" sz="quarter" idx="15"/>
          </p:nvPr>
        </p:nvSpPr>
        <p:spPr>
          <a:xfrm>
            <a:off x="0" y="0"/>
            <a:ext cx="12192000" cy="6858000"/>
          </a:xfrm>
          <a:custGeom>
            <a:avLst/>
            <a:gdLst>
              <a:gd name="connsiteX0" fmla="*/ 1221554 w 12192000"/>
              <a:gd name="connsiteY0" fmla="*/ 552450 h 6858000"/>
              <a:gd name="connsiteX1" fmla="*/ 1221554 w 12192000"/>
              <a:gd name="connsiteY1" fmla="*/ 707287 h 6858000"/>
              <a:gd name="connsiteX2" fmla="*/ 1287710 w 12192000"/>
              <a:gd name="connsiteY2" fmla="*/ 707287 h 6858000"/>
              <a:gd name="connsiteX3" fmla="*/ 1243606 w 12192000"/>
              <a:gd name="connsiteY3" fmla="*/ 828714 h 6858000"/>
              <a:gd name="connsiteX4" fmla="*/ 1277094 w 12192000"/>
              <a:gd name="connsiteY4" fmla="*/ 828714 h 6858000"/>
              <a:gd name="connsiteX5" fmla="*/ 1376737 w 12192000"/>
              <a:gd name="connsiteY5" fmla="*/ 695063 h 6858000"/>
              <a:gd name="connsiteX6" fmla="*/ 1376737 w 12192000"/>
              <a:gd name="connsiteY6" fmla="*/ 552450 h 6858000"/>
              <a:gd name="connsiteX7" fmla="*/ 546100 w 12192000"/>
              <a:gd name="connsiteY7" fmla="*/ 552450 h 6858000"/>
              <a:gd name="connsiteX8" fmla="*/ 546100 w 12192000"/>
              <a:gd name="connsiteY8" fmla="*/ 1122906 h 6858000"/>
              <a:gd name="connsiteX9" fmla="*/ 689033 w 12192000"/>
              <a:gd name="connsiteY9" fmla="*/ 1122906 h 6858000"/>
              <a:gd name="connsiteX10" fmla="*/ 689033 w 12192000"/>
              <a:gd name="connsiteY10" fmla="*/ 752925 h 6858000"/>
              <a:gd name="connsiteX11" fmla="*/ 709451 w 12192000"/>
              <a:gd name="connsiteY11" fmla="*/ 837678 h 6858000"/>
              <a:gd name="connsiteX12" fmla="*/ 785410 w 12192000"/>
              <a:gd name="connsiteY12" fmla="*/ 1122906 h 6858000"/>
              <a:gd name="connsiteX13" fmla="*/ 935693 w 12192000"/>
              <a:gd name="connsiteY13" fmla="*/ 1122906 h 6858000"/>
              <a:gd name="connsiteX14" fmla="*/ 1011652 w 12192000"/>
              <a:gd name="connsiteY14" fmla="*/ 837678 h 6858000"/>
              <a:gd name="connsiteX15" fmla="*/ 1032070 w 12192000"/>
              <a:gd name="connsiteY15" fmla="*/ 752925 h 6858000"/>
              <a:gd name="connsiteX16" fmla="*/ 1032070 w 12192000"/>
              <a:gd name="connsiteY16" fmla="*/ 1122906 h 6858000"/>
              <a:gd name="connsiteX17" fmla="*/ 1178270 w 12192000"/>
              <a:gd name="connsiteY17" fmla="*/ 1122906 h 6858000"/>
              <a:gd name="connsiteX18" fmla="*/ 1178270 w 12192000"/>
              <a:gd name="connsiteY18" fmla="*/ 552450 h 6858000"/>
              <a:gd name="connsiteX19" fmla="*/ 950395 w 12192000"/>
              <a:gd name="connsiteY19" fmla="*/ 552450 h 6858000"/>
              <a:gd name="connsiteX20" fmla="*/ 879337 w 12192000"/>
              <a:gd name="connsiteY20" fmla="*/ 845827 h 6858000"/>
              <a:gd name="connsiteX21" fmla="*/ 862185 w 12192000"/>
              <a:gd name="connsiteY21" fmla="*/ 927321 h 6858000"/>
              <a:gd name="connsiteX22" fmla="*/ 845033 w 12192000"/>
              <a:gd name="connsiteY22" fmla="*/ 845827 h 6858000"/>
              <a:gd name="connsiteX23" fmla="*/ 773976 w 12192000"/>
              <a:gd name="connsiteY23" fmla="*/ 552450 h 6858000"/>
              <a:gd name="connsiteX24" fmla="*/ 0 w 12192000"/>
              <a:gd name="connsiteY24" fmla="*/ 0 h 6858000"/>
              <a:gd name="connsiteX25" fmla="*/ 12192000 w 12192000"/>
              <a:gd name="connsiteY25" fmla="*/ 0 h 6858000"/>
              <a:gd name="connsiteX26" fmla="*/ 12192000 w 12192000"/>
              <a:gd name="connsiteY26" fmla="*/ 6858000 h 6858000"/>
              <a:gd name="connsiteX27" fmla="*/ 0 w 12192000"/>
              <a:gd name="connsiteY2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2192000" h="6858000">
                <a:moveTo>
                  <a:pt x="1221554" y="552450"/>
                </a:moveTo>
                <a:lnTo>
                  <a:pt x="1221554" y="707287"/>
                </a:lnTo>
                <a:lnTo>
                  <a:pt x="1287710" y="707287"/>
                </a:lnTo>
                <a:lnTo>
                  <a:pt x="1243606" y="828714"/>
                </a:lnTo>
                <a:lnTo>
                  <a:pt x="1277094" y="828714"/>
                </a:lnTo>
                <a:lnTo>
                  <a:pt x="1376737" y="695063"/>
                </a:lnTo>
                <a:lnTo>
                  <a:pt x="1376737" y="552450"/>
                </a:lnTo>
                <a:close/>
                <a:moveTo>
                  <a:pt x="546100" y="552450"/>
                </a:moveTo>
                <a:lnTo>
                  <a:pt x="546100" y="1122906"/>
                </a:lnTo>
                <a:lnTo>
                  <a:pt x="689033" y="1122906"/>
                </a:lnTo>
                <a:lnTo>
                  <a:pt x="689033" y="752925"/>
                </a:lnTo>
                <a:lnTo>
                  <a:pt x="709451" y="837678"/>
                </a:lnTo>
                <a:lnTo>
                  <a:pt x="785410" y="1122906"/>
                </a:lnTo>
                <a:lnTo>
                  <a:pt x="935693" y="1122906"/>
                </a:lnTo>
                <a:lnTo>
                  <a:pt x="1011652" y="837678"/>
                </a:lnTo>
                <a:lnTo>
                  <a:pt x="1032070" y="752925"/>
                </a:lnTo>
                <a:lnTo>
                  <a:pt x="1032070" y="1122906"/>
                </a:lnTo>
                <a:lnTo>
                  <a:pt x="1178270" y="1122906"/>
                </a:lnTo>
                <a:lnTo>
                  <a:pt x="1178270" y="552450"/>
                </a:lnTo>
                <a:lnTo>
                  <a:pt x="950395" y="552450"/>
                </a:lnTo>
                <a:lnTo>
                  <a:pt x="879337" y="845827"/>
                </a:lnTo>
                <a:lnTo>
                  <a:pt x="862185" y="927321"/>
                </a:lnTo>
                <a:lnTo>
                  <a:pt x="845033" y="845827"/>
                </a:lnTo>
                <a:lnTo>
                  <a:pt x="773976" y="552450"/>
                </a:lnTo>
                <a:close/>
                <a:moveTo>
                  <a:pt x="0" y="0"/>
                </a:moveTo>
                <a:lnTo>
                  <a:pt x="12192000" y="0"/>
                </a:lnTo>
                <a:lnTo>
                  <a:pt x="12192000" y="6858000"/>
                </a:lnTo>
                <a:lnTo>
                  <a:pt x="0" y="6858000"/>
                </a:lnTo>
                <a:close/>
              </a:path>
            </a:pathLst>
          </a:custGeom>
          <a:solidFill>
            <a:srgbClr val="A6A9AA"/>
          </a:solidFill>
        </p:spPr>
        <p:txBody>
          <a:bodyPr wrap="square" lIns="548640" tIns="0" anchor="ctr" anchorCtr="0">
            <a:noAutofit/>
          </a:bodyPr>
          <a:lstStyle>
            <a:lvl1pPr algn="l">
              <a:defRPr>
                <a:solidFill>
                  <a:schemeClr val="tx1"/>
                </a:solidFill>
              </a:defRPr>
            </a:lvl1pPr>
          </a:lstStyle>
          <a:p>
            <a:r>
              <a:rPr lang="en-US"/>
              <a:t>Click icon to add picture</a:t>
            </a:r>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User Group - October 2024</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7" name="Text Placeholder 7">
            <a:extLst>
              <a:ext uri="{FF2B5EF4-FFF2-40B4-BE49-F238E27FC236}">
                <a16:creationId xmlns:a16="http://schemas.microsoft.com/office/drawing/2014/main" id="{FF0E76BC-245F-8420-594E-37916313D315}"/>
              </a:ext>
            </a:extLst>
          </p:cNvPr>
          <p:cNvSpPr>
            <a:spLocks noGrp="1"/>
          </p:cNvSpPr>
          <p:nvPr>
            <p:ph type="body" sz="quarter" idx="16"/>
          </p:nvPr>
        </p:nvSpPr>
        <p:spPr>
          <a:xfrm>
            <a:off x="3367087" y="1415038"/>
            <a:ext cx="8270876" cy="4171375"/>
          </a:xfrm>
        </p:spPr>
        <p:txBody>
          <a:bodyPr anchor="b"/>
          <a:lstStyle>
            <a:lvl1pPr>
              <a:lnSpc>
                <a:spcPts val="4600"/>
              </a:lnSpc>
              <a:defRPr sz="4200">
                <a:solidFill>
                  <a:schemeClr val="tx1"/>
                </a:solidFill>
                <a:latin typeface="+mj-lt"/>
              </a:defRPr>
            </a:lvl1pPr>
            <a:lvl2pPr marL="0" indent="0">
              <a:spcAft>
                <a:spcPts val="0"/>
              </a:spcAft>
              <a:buNone/>
              <a:defRPr sz="2400">
                <a:solidFill>
                  <a:schemeClr val="tx1"/>
                </a:solidFill>
                <a:latin typeface="GT America Regular" panose="00000500000000000000" pitchFamily="50" charset="0"/>
              </a:defRPr>
            </a:lvl2pPr>
            <a:lvl3pPr marL="0" indent="0">
              <a:spcAft>
                <a:spcPts val="0"/>
              </a:spcAft>
              <a:buNone/>
              <a:defRPr sz="2400">
                <a:solidFill>
                  <a:schemeClr val="tx1"/>
                </a:solidFill>
              </a:defRPr>
            </a:lvl3pPr>
            <a:lvl4pPr marL="0" indent="0">
              <a:spcAft>
                <a:spcPts val="0"/>
              </a:spcAft>
              <a:buNone/>
              <a:defRPr sz="2400">
                <a:solidFill>
                  <a:schemeClr val="tx1"/>
                </a:solidFill>
              </a:defRPr>
            </a:lvl4pPr>
            <a:lvl5pPr marL="0" indent="0">
              <a:spcAft>
                <a:spcPts val="0"/>
              </a:spcAft>
              <a:buNone/>
              <a:defRPr sz="2400">
                <a:solidFill>
                  <a:schemeClr val="tx1"/>
                </a:solidFill>
              </a:defRPr>
            </a:lvl5pPr>
            <a:lvl6pPr marL="0" indent="0">
              <a:spcAft>
                <a:spcPts val="0"/>
              </a:spcAft>
              <a:buNone/>
              <a:defRPr sz="2400">
                <a:solidFill>
                  <a:schemeClr val="tx1"/>
                </a:solidFill>
              </a:defRPr>
            </a:lvl6pPr>
            <a:lvl7pPr marL="0" indent="0">
              <a:spcAft>
                <a:spcPts val="0"/>
              </a:spcAft>
              <a:buNone/>
              <a:defRPr sz="2400">
                <a:solidFill>
                  <a:schemeClr val="tx1"/>
                </a:solidFill>
              </a:defRPr>
            </a:lvl7pPr>
            <a:lvl8pPr marL="0" indent="0">
              <a:spcAft>
                <a:spcPts val="0"/>
              </a:spcAft>
              <a:buNone/>
              <a:defRPr sz="2400">
                <a:solidFill>
                  <a:schemeClr val="tx1"/>
                </a:solidFill>
              </a:defRPr>
            </a:lvl8pPr>
            <a:lvl9pPr marL="0" indent="0">
              <a:spcAft>
                <a:spcPts val="0"/>
              </a:spcAft>
              <a:buNone/>
              <a:defRPr sz="2400">
                <a:solidFill>
                  <a:schemeClr val="tx1"/>
                </a:solidFill>
              </a:defRPr>
            </a:lvl9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3189454867"/>
      </p:ext>
    </p:extLst>
  </p:cSld>
  <p:clrMapOvr>
    <a:overrideClrMapping bg1="dk1" tx1="lt1" bg2="dk2" tx2="lt2" accent1="accent1" accent2="accent2" accent3="accent3" accent4="accent4" accent5="accent5" accent6="accent6" hlink="hlink" folHlink="folHlink"/>
  </p:clrMapOvr>
</p:sldLayout>
</file>

<file path=ppt/slideLayouts/slideLayout196.xml><?xml version="1.0" encoding="utf-8"?>
<p:sldLayout xmlns:a="http://schemas.openxmlformats.org/drawingml/2006/main" xmlns:r="http://schemas.openxmlformats.org/officeDocument/2006/relationships" xmlns:p="http://schemas.openxmlformats.org/presentationml/2006/main" preserve="1" userDrawn="1">
  <p:cSld name="Executive Summary/Key Takeaways 1">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DE63420-A2BC-EC7A-3A8C-CA23AF97535A}"/>
              </a:ext>
            </a:extLst>
          </p:cNvPr>
          <p:cNvSpPr/>
          <p:nvPr userDrawn="1"/>
        </p:nvSpPr>
        <p:spPr bwMode="hidden">
          <a:xfrm>
            <a:off x="0" y="-1"/>
            <a:ext cx="4060556"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 name="Picture 1" descr="A blue and black background&#10;&#10;Description automatically generated">
            <a:extLst>
              <a:ext uri="{FF2B5EF4-FFF2-40B4-BE49-F238E27FC236}">
                <a16:creationId xmlns:a16="http://schemas.microsoft.com/office/drawing/2014/main" id="{97914066-9D48-E454-16D9-2005965187FB}"/>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l="35254" t="8024" r="-1" b="-8024"/>
          <a:stretch/>
        </p:blipFill>
        <p:spPr bwMode="hidden">
          <a:xfrm>
            <a:off x="0" y="1"/>
            <a:ext cx="4060556" cy="6861174"/>
          </a:xfrm>
          <a:prstGeom prst="rect">
            <a:avLst/>
          </a:prstGeom>
        </p:spPr>
      </p:pic>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User Group - October 2024</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8087" cy="269875"/>
          </a:xfrm>
        </p:spPr>
        <p:txBody>
          <a:bodyPr/>
          <a:lstStyle/>
          <a:p>
            <a:fld id="{862A5111-985B-C14D-9115-5787026182A8}" type="slidenum">
              <a:rPr lang="en-US" smtClean="0"/>
              <a:t>‹#›</a:t>
            </a:fld>
            <a:endParaRPr lang="en-US"/>
          </a:p>
        </p:txBody>
      </p:sp>
      <p:sp>
        <p:nvSpPr>
          <p:cNvPr id="6" name="Freeform 5">
            <a:extLst>
              <a:ext uri="{FF2B5EF4-FFF2-40B4-BE49-F238E27FC236}">
                <a16:creationId xmlns:a16="http://schemas.microsoft.com/office/drawing/2014/main" id="{5BCC6303-B8A8-E0F3-1B26-45B29EE4DC62}"/>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2" name="Freeform 5">
            <a:extLst>
              <a:ext uri="{FF2B5EF4-FFF2-40B4-BE49-F238E27FC236}">
                <a16:creationId xmlns:a16="http://schemas.microsoft.com/office/drawing/2014/main" id="{B2BF897B-C4FE-7F0C-FE2C-6956C830B315}"/>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1" name="Title 10">
            <a:extLst>
              <a:ext uri="{FF2B5EF4-FFF2-40B4-BE49-F238E27FC236}">
                <a16:creationId xmlns:a16="http://schemas.microsoft.com/office/drawing/2014/main" id="{B916CF33-A497-0AD3-3B6A-557E34121E76}"/>
              </a:ext>
            </a:extLst>
          </p:cNvPr>
          <p:cNvSpPr>
            <a:spLocks noGrp="1"/>
          </p:cNvSpPr>
          <p:nvPr>
            <p:ph type="title"/>
          </p:nvPr>
        </p:nvSpPr>
        <p:spPr>
          <a:xfrm>
            <a:off x="546100" y="552450"/>
            <a:ext cx="3300984" cy="869950"/>
          </a:xfrm>
        </p:spPr>
        <p:txBody>
          <a:bodyPr rIns="182880"/>
          <a:lstStyle>
            <a:lvl1pPr>
              <a:defRPr>
                <a:solidFill>
                  <a:schemeClr val="bg1"/>
                </a:solidFill>
              </a:defRPr>
            </a:lvl1pPr>
          </a:lstStyle>
          <a:p>
            <a:r>
              <a:rPr lang="en-US"/>
              <a:t>Click to edit Master title style</a:t>
            </a:r>
          </a:p>
        </p:txBody>
      </p:sp>
      <p:sp>
        <p:nvSpPr>
          <p:cNvPr id="5" name="Text Placeholder 5">
            <a:extLst>
              <a:ext uri="{FF2B5EF4-FFF2-40B4-BE49-F238E27FC236}">
                <a16:creationId xmlns:a16="http://schemas.microsoft.com/office/drawing/2014/main" id="{DAB1020F-2330-5C4C-014E-9A0A4D6C7B46}"/>
              </a:ext>
            </a:extLst>
          </p:cNvPr>
          <p:cNvSpPr>
            <a:spLocks noGrp="1"/>
          </p:cNvSpPr>
          <p:nvPr>
            <p:ph type="body" sz="quarter" idx="13" hasCustomPrompt="1"/>
          </p:nvPr>
        </p:nvSpPr>
        <p:spPr>
          <a:xfrm>
            <a:off x="546101" y="5586413"/>
            <a:ext cx="3300984" cy="725487"/>
          </a:xfrm>
        </p:spPr>
        <p:txBody>
          <a:bodyPr rIns="274320" anchor="b">
            <a:normAutofit/>
          </a:bodyPr>
          <a:lstStyle>
            <a:lvl1pPr>
              <a:defRPr sz="600">
                <a:solidFill>
                  <a:schemeClr val="bg1"/>
                </a:solidFill>
              </a:defRPr>
            </a:lvl1pPr>
            <a:lvl2pPr marL="0" indent="0">
              <a:buNone/>
              <a:defRPr sz="600">
                <a:solidFill>
                  <a:schemeClr val="bg1"/>
                </a:solidFill>
              </a:defRPr>
            </a:lvl2pPr>
            <a:lvl3pPr marL="0" indent="0">
              <a:buNone/>
              <a:defRPr sz="600">
                <a:solidFill>
                  <a:schemeClr val="bg1"/>
                </a:solidFill>
              </a:defRPr>
            </a:lvl3pPr>
            <a:lvl4pPr marL="0" indent="0">
              <a:buNone/>
              <a:defRPr sz="600">
                <a:solidFill>
                  <a:schemeClr val="bg1"/>
                </a:solidFill>
              </a:defRPr>
            </a:lvl4pPr>
            <a:lvl5pPr marL="0" indent="0">
              <a:buNone/>
              <a:defRPr sz="600">
                <a:solidFill>
                  <a:schemeClr val="bg1"/>
                </a:solidFill>
              </a:defRPr>
            </a:lvl5pPr>
            <a:lvl6pPr marL="0" indent="0">
              <a:buNone/>
              <a:defRPr sz="600">
                <a:solidFill>
                  <a:schemeClr val="bg1"/>
                </a:solidFill>
              </a:defRPr>
            </a:lvl6pPr>
            <a:lvl7pPr marL="0" indent="0">
              <a:buNone/>
              <a:defRPr sz="600">
                <a:solidFill>
                  <a:schemeClr val="bg1"/>
                </a:solidFill>
              </a:defRPr>
            </a:lvl7pPr>
            <a:lvl8pPr marL="0" indent="0">
              <a:buNone/>
              <a:defRPr sz="600">
                <a:solidFill>
                  <a:schemeClr val="bg1"/>
                </a:solidFill>
              </a:defRPr>
            </a:lvl8pPr>
            <a:lvl9pPr marL="0" indent="0">
              <a:buNone/>
              <a:defRPr sz="600">
                <a:solidFill>
                  <a:schemeClr val="bg1"/>
                </a:solidFill>
              </a:defRPr>
            </a:lvl9pPr>
          </a:lstStyle>
          <a:p>
            <a:pPr lvl="0"/>
            <a:r>
              <a:rPr lang="en-US"/>
              <a:t>Click to add footnotes or disclaimer information</a:t>
            </a:r>
          </a:p>
        </p:txBody>
      </p:sp>
      <p:sp>
        <p:nvSpPr>
          <p:cNvPr id="8" name="Content Placeholder 14">
            <a:extLst>
              <a:ext uri="{FF2B5EF4-FFF2-40B4-BE49-F238E27FC236}">
                <a16:creationId xmlns:a16="http://schemas.microsoft.com/office/drawing/2014/main" id="{A1DFA430-6288-90D6-63A5-55E9803EDA48}"/>
              </a:ext>
            </a:extLst>
          </p:cNvPr>
          <p:cNvSpPr>
            <a:spLocks noGrp="1"/>
          </p:cNvSpPr>
          <p:nvPr>
            <p:ph sz="quarter" idx="18"/>
          </p:nvPr>
        </p:nvSpPr>
        <p:spPr>
          <a:xfrm>
            <a:off x="4794909" y="550862"/>
            <a:ext cx="6843053" cy="5616576"/>
          </a:xfrm>
        </p:spPr>
        <p:txBody>
          <a:bodyPr/>
          <a:lstStyle>
            <a:lvl1pPr>
              <a:defRPr sz="1800" b="1">
                <a:solidFill>
                  <a:schemeClr val="tx2"/>
                </a:solidFill>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5FD3F13F-3407-E665-485F-994A6707FD73}"/>
              </a:ext>
            </a:extLst>
          </p:cNvPr>
          <p:cNvSpPr>
            <a:spLocks noGrp="1"/>
          </p:cNvSpPr>
          <p:nvPr>
            <p:ph type="body" sz="quarter" idx="15"/>
          </p:nvPr>
        </p:nvSpPr>
        <p:spPr>
          <a:xfrm>
            <a:off x="546099" y="1849439"/>
            <a:ext cx="3300984" cy="3443286"/>
          </a:xfrm>
        </p:spPr>
        <p:txBody>
          <a:bodyPr>
            <a:normAutofit/>
          </a:bodyPr>
          <a:lstStyle>
            <a:lvl1pPr>
              <a:spcBef>
                <a:spcPts val="2400"/>
              </a:spcBef>
              <a:defRPr b="0" i="0">
                <a:solidFill>
                  <a:schemeClr val="bg1"/>
                </a:solidFill>
                <a:latin typeface="+mn-lt"/>
                <a:ea typeface="GT America Regular" charset="0"/>
                <a:cs typeface="GT America Regular" charset="0"/>
              </a:defRPr>
            </a:lvl1pPr>
            <a:lvl2pPr marL="285750" indent="-285750">
              <a:buFont typeface="GT America Regular" pitchFamily="2" charset="77"/>
              <a:buChar char="→"/>
              <a:defRPr>
                <a:solidFill>
                  <a:schemeClr val="bg1"/>
                </a:solidFill>
              </a:defRPr>
            </a:lvl2pPr>
            <a:lvl3pPr marL="0" indent="0">
              <a:buNone/>
              <a:defRPr>
                <a:solidFill>
                  <a:schemeClr val="bg1"/>
                </a:solidFill>
              </a:defRPr>
            </a:lvl3pPr>
            <a:lvl4pPr marL="283464">
              <a:defRPr>
                <a:solidFill>
                  <a:schemeClr val="bg1"/>
                </a:solidFill>
              </a:defRPr>
            </a:lvl4pPr>
            <a:lvl5pPr marL="283464" indent="0">
              <a:buNone/>
              <a:defRPr sz="1400">
                <a:solidFill>
                  <a:schemeClr val="bg1"/>
                </a:solidFill>
              </a:defRPr>
            </a:lvl5pPr>
            <a:lvl6pPr marL="283464">
              <a:defRPr>
                <a:solidFill>
                  <a:schemeClr val="bg1"/>
                </a:solidFill>
              </a:defRPr>
            </a:lvl6pPr>
            <a:lvl7pPr marL="283464" indent="0">
              <a:buNone/>
              <a:defRPr>
                <a:solidFill>
                  <a:schemeClr val="bg1"/>
                </a:solidFill>
              </a:defRPr>
            </a:lvl7pPr>
            <a:lvl8pPr marL="283464">
              <a:defRPr>
                <a:solidFill>
                  <a:schemeClr val="bg1"/>
                </a:solidFill>
              </a:defRPr>
            </a:lvl8pPr>
            <a:lvl9pPr marL="283464" indent="0">
              <a:buNone/>
              <a:defRPr>
                <a:solidFill>
                  <a:schemeClr val="bg1"/>
                </a:solidFill>
              </a:defRPr>
            </a:lvl9pPr>
          </a:lstStyle>
          <a:p>
            <a:pPr lvl="0"/>
            <a:r>
              <a:rPr lang="en-US"/>
              <a:t>Click to edit Master text styles</a:t>
            </a:r>
          </a:p>
        </p:txBody>
      </p:sp>
      <p:grpSp>
        <p:nvGrpSpPr>
          <p:cNvPr id="7" name="Group 6">
            <a:extLst>
              <a:ext uri="{FF2B5EF4-FFF2-40B4-BE49-F238E27FC236}">
                <a16:creationId xmlns:a16="http://schemas.microsoft.com/office/drawing/2014/main" id="{1E0B41F4-0319-3204-011D-A71CE3D85620}"/>
              </a:ext>
            </a:extLst>
          </p:cNvPr>
          <p:cNvGrpSpPr/>
          <p:nvPr userDrawn="1"/>
        </p:nvGrpSpPr>
        <p:grpSpPr>
          <a:xfrm>
            <a:off x="12356815" y="0"/>
            <a:ext cx="756834" cy="6872642"/>
            <a:chOff x="12356815" y="0"/>
            <a:chExt cx="756834" cy="6872642"/>
          </a:xfrm>
        </p:grpSpPr>
        <p:sp>
          <p:nvSpPr>
            <p:cNvPr id="13" name="Rectangle 12">
              <a:extLst>
                <a:ext uri="{FF2B5EF4-FFF2-40B4-BE49-F238E27FC236}">
                  <a16:creationId xmlns:a16="http://schemas.microsoft.com/office/drawing/2014/main" id="{0B9AE363-2B15-6098-31F2-30F9F9397925}"/>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4" name="TextBox 13">
              <a:extLst>
                <a:ext uri="{FF2B5EF4-FFF2-40B4-BE49-F238E27FC236}">
                  <a16:creationId xmlns:a16="http://schemas.microsoft.com/office/drawing/2014/main" id="{AF9868B9-E430-0448-F473-E67BDD070515}"/>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5" name="Rectangle 14">
              <a:extLst>
                <a:ext uri="{FF2B5EF4-FFF2-40B4-BE49-F238E27FC236}">
                  <a16:creationId xmlns:a16="http://schemas.microsoft.com/office/drawing/2014/main" id="{424E6C77-94FE-3295-E051-80AF70060F6A}"/>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6" name="Group 15">
              <a:extLst>
                <a:ext uri="{FF2B5EF4-FFF2-40B4-BE49-F238E27FC236}">
                  <a16:creationId xmlns:a16="http://schemas.microsoft.com/office/drawing/2014/main" id="{1F28EAAC-AF77-EDB7-3784-5A291774E494}"/>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F1C37BC7-8170-E653-6064-7AC34BCB9AEB}"/>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AD1B037B-079E-3DC0-9D93-89EEDF5C1EAE}"/>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10B3F0AF-DFEC-E047-E50D-ABEEA5A0B934}"/>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EA253EF6-5C3F-4740-6620-6F2A6F5D8CB7}"/>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7B73D472-90F3-CC61-0768-10A9C3556736}"/>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E4CA71D8-4942-A237-92D0-8123D2A504D8}"/>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CF2ED112-9FEA-1F49-439A-9AA1D109EB45}"/>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02B7BB8C-E745-5452-50A5-50095F961A27}"/>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0D36997E-1AE3-9DA0-6A8E-9E22A40779E6}"/>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EED529C4-F80F-760A-4E8C-AEAB1DE20754}"/>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7" name="Group 16">
              <a:extLst>
                <a:ext uri="{FF2B5EF4-FFF2-40B4-BE49-F238E27FC236}">
                  <a16:creationId xmlns:a16="http://schemas.microsoft.com/office/drawing/2014/main" id="{5EF460BB-9B55-130A-F227-1C0035D1422F}"/>
                </a:ext>
              </a:extLst>
            </p:cNvPr>
            <p:cNvGrpSpPr/>
            <p:nvPr userDrawn="1"/>
          </p:nvGrpSpPr>
          <p:grpSpPr>
            <a:xfrm>
              <a:off x="12442019" y="198485"/>
              <a:ext cx="382660" cy="2882942"/>
              <a:chOff x="12742785" y="3716048"/>
              <a:chExt cx="316248" cy="3171236"/>
            </a:xfrm>
          </p:grpSpPr>
          <p:sp>
            <p:nvSpPr>
              <p:cNvPr id="19" name="Rectangle 18">
                <a:extLst>
                  <a:ext uri="{FF2B5EF4-FFF2-40B4-BE49-F238E27FC236}">
                    <a16:creationId xmlns:a16="http://schemas.microsoft.com/office/drawing/2014/main" id="{CC970D59-D38F-1427-F7AC-26B91D229D77}"/>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0814F6E3-6075-F8FA-D899-6AB20A622744}"/>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568AAC88-AD7E-6EAA-9B55-E017280A97EB}"/>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33EE982E-B744-BB25-2B1E-159A7C660314}"/>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898A890E-9B29-87B5-5B7A-D1A89DBD2FF0}"/>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5D6433D4-5B93-B416-F5D3-C710FB2201EE}"/>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6FA98DD7-D5FA-B99A-898E-0E506B0538BB}"/>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BA4A9D49-74E2-E4CF-55CC-D49E68FA87B2}"/>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3703C5C6-0144-75EE-CE36-A245A879FF06}"/>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5CD37CDA-15C2-A0B4-54B3-010C0F8764D2}"/>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8" name="TextBox 17">
              <a:extLst>
                <a:ext uri="{FF2B5EF4-FFF2-40B4-BE49-F238E27FC236}">
                  <a16:creationId xmlns:a16="http://schemas.microsoft.com/office/drawing/2014/main" id="{03337112-02A2-C7E5-4899-D6A68C2B078E}"/>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09A5CEED-D6FD-6061-2096-37A5FE30BBDB}"/>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532681458"/>
      </p:ext>
    </p:extLst>
  </p:cSld>
  <p:clrMapOvr>
    <a:masterClrMapping/>
  </p:clrMapOvr>
</p:sldLayout>
</file>

<file path=ppt/slideLayouts/slideLayout197.xml><?xml version="1.0" encoding="utf-8"?>
<p:sldLayout xmlns:a="http://schemas.openxmlformats.org/drawingml/2006/main" xmlns:r="http://schemas.openxmlformats.org/officeDocument/2006/relationships" xmlns:p="http://schemas.openxmlformats.org/presentationml/2006/main" preserve="1" userDrawn="1">
  <p:cSld name="Executive Summary/Key Takeaways 2">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DE63420-A2BC-EC7A-3A8C-CA23AF97535A}"/>
              </a:ext>
            </a:extLst>
          </p:cNvPr>
          <p:cNvSpPr/>
          <p:nvPr userDrawn="1"/>
        </p:nvSpPr>
        <p:spPr bwMode="hidden">
          <a:xfrm>
            <a:off x="0" y="-1"/>
            <a:ext cx="4060556"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User Group - October 2024</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8087" cy="269875"/>
          </a:xfrm>
        </p:spPr>
        <p:txBody>
          <a:bodyPr/>
          <a:lstStyle/>
          <a:p>
            <a:fld id="{862A5111-985B-C14D-9115-5787026182A8}" type="slidenum">
              <a:rPr lang="en-US" smtClean="0"/>
              <a:t>‹#›</a:t>
            </a:fld>
            <a:endParaRPr lang="en-US"/>
          </a:p>
        </p:txBody>
      </p:sp>
      <p:sp>
        <p:nvSpPr>
          <p:cNvPr id="6" name="Freeform 5">
            <a:extLst>
              <a:ext uri="{FF2B5EF4-FFF2-40B4-BE49-F238E27FC236}">
                <a16:creationId xmlns:a16="http://schemas.microsoft.com/office/drawing/2014/main" id="{5BCC6303-B8A8-E0F3-1B26-45B29EE4DC62}"/>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2" name="Freeform 5">
            <a:extLst>
              <a:ext uri="{FF2B5EF4-FFF2-40B4-BE49-F238E27FC236}">
                <a16:creationId xmlns:a16="http://schemas.microsoft.com/office/drawing/2014/main" id="{B2BF897B-C4FE-7F0C-FE2C-6956C830B315}"/>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7" name="Title 6">
            <a:extLst>
              <a:ext uri="{FF2B5EF4-FFF2-40B4-BE49-F238E27FC236}">
                <a16:creationId xmlns:a16="http://schemas.microsoft.com/office/drawing/2014/main" id="{B276AB9C-7568-C5F8-9325-202B3FE1D2DB}"/>
              </a:ext>
            </a:extLst>
          </p:cNvPr>
          <p:cNvSpPr>
            <a:spLocks noGrp="1"/>
          </p:cNvSpPr>
          <p:nvPr>
            <p:ph type="title"/>
          </p:nvPr>
        </p:nvSpPr>
        <p:spPr>
          <a:xfrm>
            <a:off x="546100" y="552450"/>
            <a:ext cx="3300984" cy="869950"/>
          </a:xfrm>
        </p:spPr>
        <p:txBody>
          <a:bodyPr rIns="182880"/>
          <a:lstStyle>
            <a:lvl1pPr>
              <a:defRPr>
                <a:solidFill>
                  <a:schemeClr val="bg1"/>
                </a:solidFill>
              </a:defRPr>
            </a:lvl1pPr>
          </a:lstStyle>
          <a:p>
            <a:r>
              <a:rPr lang="en-US"/>
              <a:t>Click to edit Master title style</a:t>
            </a:r>
          </a:p>
        </p:txBody>
      </p:sp>
      <p:sp>
        <p:nvSpPr>
          <p:cNvPr id="5" name="Text Placeholder 5">
            <a:extLst>
              <a:ext uri="{FF2B5EF4-FFF2-40B4-BE49-F238E27FC236}">
                <a16:creationId xmlns:a16="http://schemas.microsoft.com/office/drawing/2014/main" id="{F220F211-F00A-3592-8474-A66D511E9505}"/>
              </a:ext>
            </a:extLst>
          </p:cNvPr>
          <p:cNvSpPr>
            <a:spLocks noGrp="1"/>
          </p:cNvSpPr>
          <p:nvPr>
            <p:ph type="body" sz="quarter" idx="13" hasCustomPrompt="1"/>
          </p:nvPr>
        </p:nvSpPr>
        <p:spPr>
          <a:xfrm>
            <a:off x="546101" y="5586413"/>
            <a:ext cx="3300984" cy="725487"/>
          </a:xfrm>
        </p:spPr>
        <p:txBody>
          <a:bodyPr rIns="274320" anchor="b">
            <a:normAutofit/>
          </a:bodyPr>
          <a:lstStyle>
            <a:lvl1pPr>
              <a:defRPr sz="600">
                <a:solidFill>
                  <a:schemeClr val="bg1"/>
                </a:solidFill>
              </a:defRPr>
            </a:lvl1pPr>
            <a:lvl2pPr marL="0" indent="0">
              <a:buNone/>
              <a:defRPr sz="600">
                <a:solidFill>
                  <a:schemeClr val="bg1"/>
                </a:solidFill>
              </a:defRPr>
            </a:lvl2pPr>
            <a:lvl3pPr marL="0" indent="0">
              <a:buNone/>
              <a:defRPr sz="600">
                <a:solidFill>
                  <a:schemeClr val="bg1"/>
                </a:solidFill>
              </a:defRPr>
            </a:lvl3pPr>
            <a:lvl4pPr marL="0" indent="0">
              <a:buNone/>
              <a:defRPr sz="600">
                <a:solidFill>
                  <a:schemeClr val="bg1"/>
                </a:solidFill>
              </a:defRPr>
            </a:lvl4pPr>
            <a:lvl5pPr marL="0" indent="0">
              <a:buNone/>
              <a:defRPr sz="600">
                <a:solidFill>
                  <a:schemeClr val="bg1"/>
                </a:solidFill>
              </a:defRPr>
            </a:lvl5pPr>
            <a:lvl6pPr marL="0" indent="0">
              <a:buNone/>
              <a:defRPr sz="600">
                <a:solidFill>
                  <a:schemeClr val="bg1"/>
                </a:solidFill>
              </a:defRPr>
            </a:lvl6pPr>
            <a:lvl7pPr marL="0" indent="0">
              <a:buNone/>
              <a:defRPr sz="600">
                <a:solidFill>
                  <a:schemeClr val="bg1"/>
                </a:solidFill>
              </a:defRPr>
            </a:lvl7pPr>
            <a:lvl8pPr marL="0" indent="0">
              <a:buNone/>
              <a:defRPr sz="600">
                <a:solidFill>
                  <a:schemeClr val="bg1"/>
                </a:solidFill>
              </a:defRPr>
            </a:lvl8pPr>
            <a:lvl9pPr marL="0" indent="0">
              <a:buNone/>
              <a:defRPr sz="600">
                <a:solidFill>
                  <a:schemeClr val="bg1"/>
                </a:solidFill>
              </a:defRPr>
            </a:lvl9pPr>
          </a:lstStyle>
          <a:p>
            <a:pPr lvl="0"/>
            <a:r>
              <a:rPr lang="en-US"/>
              <a:t>Click to add footnotes or disclaimer information</a:t>
            </a:r>
          </a:p>
        </p:txBody>
      </p:sp>
      <p:sp>
        <p:nvSpPr>
          <p:cNvPr id="8" name="Content Placeholder 14">
            <a:extLst>
              <a:ext uri="{FF2B5EF4-FFF2-40B4-BE49-F238E27FC236}">
                <a16:creationId xmlns:a16="http://schemas.microsoft.com/office/drawing/2014/main" id="{F09DC10E-18F7-F606-AA7D-1F193D692076}"/>
              </a:ext>
            </a:extLst>
          </p:cNvPr>
          <p:cNvSpPr>
            <a:spLocks noGrp="1"/>
          </p:cNvSpPr>
          <p:nvPr>
            <p:ph sz="quarter" idx="18"/>
          </p:nvPr>
        </p:nvSpPr>
        <p:spPr>
          <a:xfrm>
            <a:off x="4794909" y="550862"/>
            <a:ext cx="6843053" cy="5616576"/>
          </a:xfrm>
        </p:spPr>
        <p:txBody>
          <a:bodyPr/>
          <a:lstStyle>
            <a:lvl1pPr>
              <a:defRPr sz="1800" b="1">
                <a:solidFill>
                  <a:schemeClr val="tx2"/>
                </a:solidFill>
              </a:defRPr>
            </a:lvl1pPr>
            <a:lvl5pPr>
              <a:defRPr/>
            </a:lvl5pPr>
            <a:lvl8pPr>
              <a:defRPr/>
            </a:lvl8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B9FF1161-F7B1-9563-3A3E-4823B2DEDED6}"/>
              </a:ext>
            </a:extLst>
          </p:cNvPr>
          <p:cNvSpPr>
            <a:spLocks noGrp="1"/>
          </p:cNvSpPr>
          <p:nvPr>
            <p:ph type="body" sz="quarter" idx="15"/>
          </p:nvPr>
        </p:nvSpPr>
        <p:spPr>
          <a:xfrm>
            <a:off x="546099" y="1849439"/>
            <a:ext cx="3300984" cy="3443286"/>
          </a:xfrm>
        </p:spPr>
        <p:txBody>
          <a:bodyPr>
            <a:normAutofit/>
          </a:bodyPr>
          <a:lstStyle>
            <a:lvl1pPr>
              <a:spcBef>
                <a:spcPts val="2400"/>
              </a:spcBef>
              <a:defRPr b="0" i="0">
                <a:solidFill>
                  <a:schemeClr val="bg1"/>
                </a:solidFill>
                <a:latin typeface="+mn-lt"/>
                <a:ea typeface="GT America Regular" charset="0"/>
                <a:cs typeface="GT America Regular" charset="0"/>
              </a:defRPr>
            </a:lvl1pPr>
            <a:lvl2pPr marL="285750" indent="-285750">
              <a:buFont typeface="GT America Regular" pitchFamily="2" charset="77"/>
              <a:buChar char="→"/>
              <a:defRPr>
                <a:solidFill>
                  <a:schemeClr val="bg1"/>
                </a:solidFill>
              </a:defRPr>
            </a:lvl2pPr>
            <a:lvl3pPr marL="0" indent="0">
              <a:buNone/>
              <a:defRPr>
                <a:solidFill>
                  <a:schemeClr val="bg1"/>
                </a:solidFill>
              </a:defRPr>
            </a:lvl3pPr>
            <a:lvl4pPr marL="283464">
              <a:defRPr>
                <a:solidFill>
                  <a:schemeClr val="bg1"/>
                </a:solidFill>
              </a:defRPr>
            </a:lvl4pPr>
            <a:lvl5pPr marL="283464" indent="0">
              <a:buNone/>
              <a:defRPr sz="1400">
                <a:solidFill>
                  <a:schemeClr val="bg1"/>
                </a:solidFill>
              </a:defRPr>
            </a:lvl5pPr>
            <a:lvl6pPr marL="283464">
              <a:defRPr>
                <a:solidFill>
                  <a:schemeClr val="bg1"/>
                </a:solidFill>
              </a:defRPr>
            </a:lvl6pPr>
            <a:lvl7pPr marL="283464" indent="0">
              <a:buNone/>
              <a:defRPr>
                <a:solidFill>
                  <a:schemeClr val="bg1"/>
                </a:solidFill>
              </a:defRPr>
            </a:lvl7pPr>
            <a:lvl8pPr marL="283464">
              <a:defRPr>
                <a:solidFill>
                  <a:schemeClr val="bg1"/>
                </a:solidFill>
              </a:defRPr>
            </a:lvl8pPr>
            <a:lvl9pPr marL="283464" indent="0">
              <a:buNone/>
              <a:defRPr>
                <a:solidFill>
                  <a:schemeClr val="bg1"/>
                </a:solidFill>
              </a:defRPr>
            </a:lvl9pPr>
          </a:lstStyle>
          <a:p>
            <a:pPr lvl="0"/>
            <a:r>
              <a:rPr lang="en-US"/>
              <a:t>Click to edit Master text styles</a:t>
            </a:r>
          </a:p>
        </p:txBody>
      </p:sp>
      <p:grpSp>
        <p:nvGrpSpPr>
          <p:cNvPr id="38" name="Group 37">
            <a:extLst>
              <a:ext uri="{FF2B5EF4-FFF2-40B4-BE49-F238E27FC236}">
                <a16:creationId xmlns:a16="http://schemas.microsoft.com/office/drawing/2014/main" id="{EA5478EC-A144-40C6-8448-04E40CD0C9A6}"/>
              </a:ext>
            </a:extLst>
          </p:cNvPr>
          <p:cNvGrpSpPr/>
          <p:nvPr userDrawn="1"/>
        </p:nvGrpSpPr>
        <p:grpSpPr>
          <a:xfrm>
            <a:off x="12356815" y="0"/>
            <a:ext cx="756834" cy="6872642"/>
            <a:chOff x="12356815" y="0"/>
            <a:chExt cx="756834" cy="6872642"/>
          </a:xfrm>
        </p:grpSpPr>
        <p:sp>
          <p:nvSpPr>
            <p:cNvPr id="39" name="Rectangle 38">
              <a:extLst>
                <a:ext uri="{FF2B5EF4-FFF2-40B4-BE49-F238E27FC236}">
                  <a16:creationId xmlns:a16="http://schemas.microsoft.com/office/drawing/2014/main" id="{C40ADBF8-DA41-CED1-C3F6-F92B2E962F2A}"/>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40" name="TextBox 39">
              <a:extLst>
                <a:ext uri="{FF2B5EF4-FFF2-40B4-BE49-F238E27FC236}">
                  <a16:creationId xmlns:a16="http://schemas.microsoft.com/office/drawing/2014/main" id="{86BA6DC1-9A41-5984-8EE1-FB428D8039C4}"/>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41" name="Rectangle 40">
              <a:extLst>
                <a:ext uri="{FF2B5EF4-FFF2-40B4-BE49-F238E27FC236}">
                  <a16:creationId xmlns:a16="http://schemas.microsoft.com/office/drawing/2014/main" id="{CDBDD759-5116-0D47-CE98-619940A3D9A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42" name="Group 41">
              <a:extLst>
                <a:ext uri="{FF2B5EF4-FFF2-40B4-BE49-F238E27FC236}">
                  <a16:creationId xmlns:a16="http://schemas.microsoft.com/office/drawing/2014/main" id="{BF4629BA-4728-51EF-1FA3-9EA4E6B57B7D}"/>
                </a:ext>
              </a:extLst>
            </p:cNvPr>
            <p:cNvGrpSpPr/>
            <p:nvPr userDrawn="1"/>
          </p:nvGrpSpPr>
          <p:grpSpPr>
            <a:xfrm>
              <a:off x="12442019" y="3791214"/>
              <a:ext cx="382660" cy="2882942"/>
              <a:chOff x="14001569" y="3716048"/>
              <a:chExt cx="316248" cy="3171236"/>
            </a:xfrm>
          </p:grpSpPr>
          <p:sp>
            <p:nvSpPr>
              <p:cNvPr id="55" name="Rectangle 54">
                <a:extLst>
                  <a:ext uri="{FF2B5EF4-FFF2-40B4-BE49-F238E27FC236}">
                    <a16:creationId xmlns:a16="http://schemas.microsoft.com/office/drawing/2014/main" id="{C0B5A5B1-86B4-C351-FEAD-9C5B2D2DBD34}"/>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6" name="Rectangle 55">
                <a:extLst>
                  <a:ext uri="{FF2B5EF4-FFF2-40B4-BE49-F238E27FC236}">
                    <a16:creationId xmlns:a16="http://schemas.microsoft.com/office/drawing/2014/main" id="{D52F9778-223B-9838-7F3D-9E48FCCD2340}"/>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7" name="Rectangle 56">
                <a:extLst>
                  <a:ext uri="{FF2B5EF4-FFF2-40B4-BE49-F238E27FC236}">
                    <a16:creationId xmlns:a16="http://schemas.microsoft.com/office/drawing/2014/main" id="{0ABE6882-741B-98D3-BB32-12ED01F2E80E}"/>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8" name="Rectangle 57">
                <a:extLst>
                  <a:ext uri="{FF2B5EF4-FFF2-40B4-BE49-F238E27FC236}">
                    <a16:creationId xmlns:a16="http://schemas.microsoft.com/office/drawing/2014/main" id="{13E8A88C-B47F-C551-25E0-4F06FF2A67F4}"/>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9" name="Rectangle 58">
                <a:extLst>
                  <a:ext uri="{FF2B5EF4-FFF2-40B4-BE49-F238E27FC236}">
                    <a16:creationId xmlns:a16="http://schemas.microsoft.com/office/drawing/2014/main" id="{C842FEF9-F67E-E7D2-34A7-3A16460862D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0" name="Rectangle 59">
                <a:extLst>
                  <a:ext uri="{FF2B5EF4-FFF2-40B4-BE49-F238E27FC236}">
                    <a16:creationId xmlns:a16="http://schemas.microsoft.com/office/drawing/2014/main" id="{1B2007EC-D5DE-D75F-D02C-880B28FCBA0F}"/>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1" name="Rectangle 60">
                <a:extLst>
                  <a:ext uri="{FF2B5EF4-FFF2-40B4-BE49-F238E27FC236}">
                    <a16:creationId xmlns:a16="http://schemas.microsoft.com/office/drawing/2014/main" id="{F27B2487-9C06-F915-9576-DAF52073BEA7}"/>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2" name="Rectangle 61">
                <a:extLst>
                  <a:ext uri="{FF2B5EF4-FFF2-40B4-BE49-F238E27FC236}">
                    <a16:creationId xmlns:a16="http://schemas.microsoft.com/office/drawing/2014/main" id="{FEA17D48-5259-7A08-2567-139435B5EAC7}"/>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3" name="Rectangle 62">
                <a:extLst>
                  <a:ext uri="{FF2B5EF4-FFF2-40B4-BE49-F238E27FC236}">
                    <a16:creationId xmlns:a16="http://schemas.microsoft.com/office/drawing/2014/main" id="{F7A58952-3742-C3EC-B4BF-9593886643B6}"/>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4" name="Rectangle 63">
                <a:extLst>
                  <a:ext uri="{FF2B5EF4-FFF2-40B4-BE49-F238E27FC236}">
                    <a16:creationId xmlns:a16="http://schemas.microsoft.com/office/drawing/2014/main" id="{F296E48E-BBB8-19A5-6319-FD5EAA6DAFF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43" name="Group 42">
              <a:extLst>
                <a:ext uri="{FF2B5EF4-FFF2-40B4-BE49-F238E27FC236}">
                  <a16:creationId xmlns:a16="http://schemas.microsoft.com/office/drawing/2014/main" id="{19B51109-D691-FD86-B654-7E52C644FE2D}"/>
                </a:ext>
              </a:extLst>
            </p:cNvPr>
            <p:cNvGrpSpPr/>
            <p:nvPr userDrawn="1"/>
          </p:nvGrpSpPr>
          <p:grpSpPr>
            <a:xfrm>
              <a:off x="12442019" y="198485"/>
              <a:ext cx="382660" cy="2882942"/>
              <a:chOff x="12742785" y="3716048"/>
              <a:chExt cx="316248" cy="3171236"/>
            </a:xfrm>
          </p:grpSpPr>
          <p:sp>
            <p:nvSpPr>
              <p:cNvPr id="45" name="Rectangle 44">
                <a:extLst>
                  <a:ext uri="{FF2B5EF4-FFF2-40B4-BE49-F238E27FC236}">
                    <a16:creationId xmlns:a16="http://schemas.microsoft.com/office/drawing/2014/main" id="{881D20FD-9E25-833A-FE9D-D508FA4504ED}"/>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6" name="Rectangle 45">
                <a:extLst>
                  <a:ext uri="{FF2B5EF4-FFF2-40B4-BE49-F238E27FC236}">
                    <a16:creationId xmlns:a16="http://schemas.microsoft.com/office/drawing/2014/main" id="{BBD29FFB-13D1-CE72-81C7-DDDD3E4A6777}"/>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7" name="Rectangle 46">
                <a:extLst>
                  <a:ext uri="{FF2B5EF4-FFF2-40B4-BE49-F238E27FC236}">
                    <a16:creationId xmlns:a16="http://schemas.microsoft.com/office/drawing/2014/main" id="{2A6D9646-005F-7D72-1365-DC36AEDE32D1}"/>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8" name="Rectangle 47">
                <a:extLst>
                  <a:ext uri="{FF2B5EF4-FFF2-40B4-BE49-F238E27FC236}">
                    <a16:creationId xmlns:a16="http://schemas.microsoft.com/office/drawing/2014/main" id="{8E38FFF5-D642-39FE-77E0-113EAD6E596D}"/>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9" name="Rectangle 48">
                <a:extLst>
                  <a:ext uri="{FF2B5EF4-FFF2-40B4-BE49-F238E27FC236}">
                    <a16:creationId xmlns:a16="http://schemas.microsoft.com/office/drawing/2014/main" id="{B52C4DF3-D13C-730E-E59C-73D085092595}"/>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0" name="Rectangle 49">
                <a:extLst>
                  <a:ext uri="{FF2B5EF4-FFF2-40B4-BE49-F238E27FC236}">
                    <a16:creationId xmlns:a16="http://schemas.microsoft.com/office/drawing/2014/main" id="{A7C32A6F-D975-ABE1-6B89-DDE6843B2E52}"/>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1" name="Rectangle 50">
                <a:extLst>
                  <a:ext uri="{FF2B5EF4-FFF2-40B4-BE49-F238E27FC236}">
                    <a16:creationId xmlns:a16="http://schemas.microsoft.com/office/drawing/2014/main" id="{69C383C7-A761-40C9-995B-8F083C61EAE3}"/>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2" name="Rectangle 51">
                <a:extLst>
                  <a:ext uri="{FF2B5EF4-FFF2-40B4-BE49-F238E27FC236}">
                    <a16:creationId xmlns:a16="http://schemas.microsoft.com/office/drawing/2014/main" id="{0F7F84D7-BBCD-0711-47A7-1A67E8463A11}"/>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3" name="Rectangle 52">
                <a:extLst>
                  <a:ext uri="{FF2B5EF4-FFF2-40B4-BE49-F238E27FC236}">
                    <a16:creationId xmlns:a16="http://schemas.microsoft.com/office/drawing/2014/main" id="{53D02E01-D335-28ED-5488-D6DE775AD079}"/>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4" name="Rectangle 53">
                <a:extLst>
                  <a:ext uri="{FF2B5EF4-FFF2-40B4-BE49-F238E27FC236}">
                    <a16:creationId xmlns:a16="http://schemas.microsoft.com/office/drawing/2014/main" id="{CEF53D18-8239-EA6B-AC45-353F96359107}"/>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44" name="TextBox 43">
              <a:extLst>
                <a:ext uri="{FF2B5EF4-FFF2-40B4-BE49-F238E27FC236}">
                  <a16:creationId xmlns:a16="http://schemas.microsoft.com/office/drawing/2014/main" id="{B63D05DA-80B0-B9EC-C621-45E1E1B5FA76}"/>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65" name="TextBox 64">
            <a:extLst>
              <a:ext uri="{FF2B5EF4-FFF2-40B4-BE49-F238E27FC236}">
                <a16:creationId xmlns:a16="http://schemas.microsoft.com/office/drawing/2014/main" id="{1A682299-4A74-1FB3-A3C0-2B1C9F05EB2F}"/>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109116866"/>
      </p:ext>
    </p:extLst>
  </p:cSld>
  <p:clrMapOvr>
    <a:masterClrMapping/>
  </p:clrMapOvr>
</p:sldLayout>
</file>

<file path=ppt/slideLayouts/slideLayout198.xml><?xml version="1.0" encoding="utf-8"?>
<p:sldLayout xmlns:a="http://schemas.openxmlformats.org/drawingml/2006/main" xmlns:r="http://schemas.openxmlformats.org/officeDocument/2006/relationships" xmlns:p="http://schemas.openxmlformats.org/presentationml/2006/main" preserve="1" userDrawn="1">
  <p:cSld name="Executive Summary/Key Takeaways 3">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DE63420-A2BC-EC7A-3A8C-CA23AF97535A}"/>
              </a:ext>
            </a:extLst>
          </p:cNvPr>
          <p:cNvSpPr/>
          <p:nvPr userDrawn="1"/>
        </p:nvSpPr>
        <p:spPr bwMode="hidden">
          <a:xfrm>
            <a:off x="0" y="-1"/>
            <a:ext cx="4060556"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User Group - October 2024</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8087" cy="269875"/>
          </a:xfrm>
        </p:spPr>
        <p:txBody>
          <a:bodyPr/>
          <a:lstStyle/>
          <a:p>
            <a:fld id="{862A5111-985B-C14D-9115-5787026182A8}" type="slidenum">
              <a:rPr lang="en-US" smtClean="0"/>
              <a:t>‹#›</a:t>
            </a:fld>
            <a:endParaRPr lang="en-US"/>
          </a:p>
        </p:txBody>
      </p:sp>
      <p:sp>
        <p:nvSpPr>
          <p:cNvPr id="6" name="Freeform 5">
            <a:extLst>
              <a:ext uri="{FF2B5EF4-FFF2-40B4-BE49-F238E27FC236}">
                <a16:creationId xmlns:a16="http://schemas.microsoft.com/office/drawing/2014/main" id="{5BCC6303-B8A8-E0F3-1B26-45B29EE4DC62}"/>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2" name="Freeform 5">
            <a:extLst>
              <a:ext uri="{FF2B5EF4-FFF2-40B4-BE49-F238E27FC236}">
                <a16:creationId xmlns:a16="http://schemas.microsoft.com/office/drawing/2014/main" id="{B2BF897B-C4FE-7F0C-FE2C-6956C830B315}"/>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8" name="Title 7">
            <a:extLst>
              <a:ext uri="{FF2B5EF4-FFF2-40B4-BE49-F238E27FC236}">
                <a16:creationId xmlns:a16="http://schemas.microsoft.com/office/drawing/2014/main" id="{52C52A17-5F09-5FCF-A0E2-C9D9ECF06226}"/>
              </a:ext>
            </a:extLst>
          </p:cNvPr>
          <p:cNvSpPr>
            <a:spLocks noGrp="1"/>
          </p:cNvSpPr>
          <p:nvPr>
            <p:ph type="title"/>
          </p:nvPr>
        </p:nvSpPr>
        <p:spPr>
          <a:xfrm>
            <a:off x="546100" y="552450"/>
            <a:ext cx="3300984" cy="873760"/>
          </a:xfrm>
        </p:spPr>
        <p:txBody>
          <a:bodyPr rIns="182880"/>
          <a:lstStyle>
            <a:lvl1pPr>
              <a:defRPr>
                <a:solidFill>
                  <a:schemeClr val="bg1"/>
                </a:solidFill>
              </a:defRPr>
            </a:lvl1pPr>
          </a:lstStyle>
          <a:p>
            <a:r>
              <a:rPr lang="en-US"/>
              <a:t>Click to edit Master title style</a:t>
            </a:r>
          </a:p>
        </p:txBody>
      </p:sp>
      <p:sp>
        <p:nvSpPr>
          <p:cNvPr id="5" name="Text Placeholder 5">
            <a:extLst>
              <a:ext uri="{FF2B5EF4-FFF2-40B4-BE49-F238E27FC236}">
                <a16:creationId xmlns:a16="http://schemas.microsoft.com/office/drawing/2014/main" id="{287913A0-E5F8-8CDA-9C09-B31372EAF985}"/>
              </a:ext>
            </a:extLst>
          </p:cNvPr>
          <p:cNvSpPr>
            <a:spLocks noGrp="1"/>
          </p:cNvSpPr>
          <p:nvPr>
            <p:ph type="body" sz="quarter" idx="13" hasCustomPrompt="1"/>
          </p:nvPr>
        </p:nvSpPr>
        <p:spPr>
          <a:xfrm>
            <a:off x="546101" y="5586413"/>
            <a:ext cx="3300984" cy="725487"/>
          </a:xfrm>
        </p:spPr>
        <p:txBody>
          <a:bodyPr rIns="274320" anchor="b">
            <a:normAutofit/>
          </a:bodyPr>
          <a:lstStyle>
            <a:lvl1pPr>
              <a:defRPr sz="600">
                <a:solidFill>
                  <a:schemeClr val="bg1"/>
                </a:solidFill>
              </a:defRPr>
            </a:lvl1pPr>
            <a:lvl2pPr marL="0" indent="0">
              <a:buNone/>
              <a:defRPr sz="600">
                <a:solidFill>
                  <a:schemeClr val="bg1"/>
                </a:solidFill>
              </a:defRPr>
            </a:lvl2pPr>
            <a:lvl3pPr marL="0" indent="0">
              <a:buNone/>
              <a:defRPr sz="600">
                <a:solidFill>
                  <a:schemeClr val="bg1"/>
                </a:solidFill>
              </a:defRPr>
            </a:lvl3pPr>
            <a:lvl4pPr marL="0" indent="0">
              <a:buNone/>
              <a:defRPr sz="600">
                <a:solidFill>
                  <a:schemeClr val="bg1"/>
                </a:solidFill>
              </a:defRPr>
            </a:lvl4pPr>
            <a:lvl5pPr marL="0" indent="0">
              <a:buNone/>
              <a:defRPr sz="600">
                <a:solidFill>
                  <a:schemeClr val="bg1"/>
                </a:solidFill>
              </a:defRPr>
            </a:lvl5pPr>
            <a:lvl6pPr marL="0" indent="0">
              <a:buNone/>
              <a:defRPr sz="600">
                <a:solidFill>
                  <a:schemeClr val="bg1"/>
                </a:solidFill>
              </a:defRPr>
            </a:lvl6pPr>
            <a:lvl7pPr marL="0" indent="0">
              <a:buNone/>
              <a:defRPr sz="600">
                <a:solidFill>
                  <a:schemeClr val="bg1"/>
                </a:solidFill>
              </a:defRPr>
            </a:lvl7pPr>
            <a:lvl8pPr marL="0" indent="0">
              <a:buNone/>
              <a:defRPr sz="600">
                <a:solidFill>
                  <a:schemeClr val="bg1"/>
                </a:solidFill>
              </a:defRPr>
            </a:lvl8pPr>
            <a:lvl9pPr marL="0" indent="0">
              <a:buNone/>
              <a:defRPr sz="600">
                <a:solidFill>
                  <a:schemeClr val="bg1"/>
                </a:solidFill>
              </a:defRPr>
            </a:lvl9pPr>
          </a:lstStyle>
          <a:p>
            <a:pPr lvl="0"/>
            <a:r>
              <a:rPr lang="en-US"/>
              <a:t>Click to add footnotes or disclaimer information</a:t>
            </a:r>
          </a:p>
        </p:txBody>
      </p:sp>
      <p:sp>
        <p:nvSpPr>
          <p:cNvPr id="10" name="Text Placeholder 9">
            <a:extLst>
              <a:ext uri="{FF2B5EF4-FFF2-40B4-BE49-F238E27FC236}">
                <a16:creationId xmlns:a16="http://schemas.microsoft.com/office/drawing/2014/main" id="{98FAD3A1-95EF-57C4-18DC-C6F6870DB482}"/>
              </a:ext>
            </a:extLst>
          </p:cNvPr>
          <p:cNvSpPr>
            <a:spLocks noGrp="1"/>
          </p:cNvSpPr>
          <p:nvPr>
            <p:ph type="body" sz="quarter" idx="15"/>
          </p:nvPr>
        </p:nvSpPr>
        <p:spPr>
          <a:xfrm>
            <a:off x="546099" y="1849439"/>
            <a:ext cx="3300984" cy="3443286"/>
          </a:xfrm>
        </p:spPr>
        <p:txBody>
          <a:bodyPr>
            <a:normAutofit/>
          </a:bodyPr>
          <a:lstStyle>
            <a:lvl1pPr>
              <a:spcBef>
                <a:spcPts val="2400"/>
              </a:spcBef>
              <a:defRPr b="0" i="0">
                <a:solidFill>
                  <a:schemeClr val="bg1"/>
                </a:solidFill>
                <a:latin typeface="+mn-lt"/>
                <a:ea typeface="GT America Regular" charset="0"/>
                <a:cs typeface="GT America Regular" charset="0"/>
              </a:defRPr>
            </a:lvl1pPr>
            <a:lvl2pPr marL="285750" indent="-285750">
              <a:buFont typeface="GT America Regular" pitchFamily="2" charset="77"/>
              <a:buChar char="→"/>
              <a:defRPr>
                <a:solidFill>
                  <a:schemeClr val="bg1"/>
                </a:solidFill>
              </a:defRPr>
            </a:lvl2pPr>
            <a:lvl3pPr marL="0" indent="0">
              <a:buNone/>
              <a:defRPr>
                <a:solidFill>
                  <a:schemeClr val="bg1"/>
                </a:solidFill>
              </a:defRPr>
            </a:lvl3pPr>
            <a:lvl4pPr marL="283464">
              <a:defRPr>
                <a:solidFill>
                  <a:schemeClr val="bg1"/>
                </a:solidFill>
              </a:defRPr>
            </a:lvl4pPr>
            <a:lvl5pPr marL="283464" indent="0">
              <a:buNone/>
              <a:defRPr sz="1400">
                <a:solidFill>
                  <a:schemeClr val="bg1"/>
                </a:solidFill>
              </a:defRPr>
            </a:lvl5pPr>
            <a:lvl6pPr marL="283464">
              <a:defRPr>
                <a:solidFill>
                  <a:schemeClr val="bg1"/>
                </a:solidFill>
              </a:defRPr>
            </a:lvl6pPr>
            <a:lvl7pPr marL="283464" indent="0">
              <a:buNone/>
              <a:defRPr>
                <a:solidFill>
                  <a:schemeClr val="bg1"/>
                </a:solidFill>
              </a:defRPr>
            </a:lvl7pPr>
            <a:lvl8pPr marL="283464">
              <a:defRPr>
                <a:solidFill>
                  <a:schemeClr val="bg1"/>
                </a:solidFill>
              </a:defRPr>
            </a:lvl8pPr>
            <a:lvl9pPr marL="283464" indent="0">
              <a:buNone/>
              <a:defRPr>
                <a:solidFill>
                  <a:schemeClr val="bg1"/>
                </a:solidFill>
              </a:defRPr>
            </a:lvl9pPr>
          </a:lstStyle>
          <a:p>
            <a:pPr lvl="0"/>
            <a:r>
              <a:rPr lang="en-US"/>
              <a:t>Click to edit Master text styles</a:t>
            </a:r>
          </a:p>
        </p:txBody>
      </p:sp>
      <p:sp>
        <p:nvSpPr>
          <p:cNvPr id="2" name="Content Placeholder 30">
            <a:extLst>
              <a:ext uri="{FF2B5EF4-FFF2-40B4-BE49-F238E27FC236}">
                <a16:creationId xmlns:a16="http://schemas.microsoft.com/office/drawing/2014/main" id="{F0F02397-A9A7-9451-4B86-0093DE0C5DAC}"/>
              </a:ext>
            </a:extLst>
          </p:cNvPr>
          <p:cNvSpPr>
            <a:spLocks noGrp="1"/>
          </p:cNvSpPr>
          <p:nvPr>
            <p:ph sz="quarter" idx="49" hasCustomPrompt="1"/>
          </p:nvPr>
        </p:nvSpPr>
        <p:spPr>
          <a:xfrm>
            <a:off x="4781550" y="552448"/>
            <a:ext cx="2103120" cy="2057400"/>
          </a:xfrm>
        </p:spPr>
        <p:txBody>
          <a:bodyPr/>
          <a:lstStyle>
            <a:lvl1pPr>
              <a:defRPr sz="4800">
                <a:solidFill>
                  <a:schemeClr val="accent1"/>
                </a:solidFill>
                <a:latin typeface="+mj-lt"/>
              </a:defRPr>
            </a:lvl1pPr>
            <a:lvl2pPr>
              <a:defRPr>
                <a:solidFill>
                  <a:schemeClr val="tx1"/>
                </a:solidFill>
              </a:defRPr>
            </a:lvl2pPr>
            <a:lvl3pPr>
              <a:buClr>
                <a:schemeClr val="accent1"/>
              </a:buClr>
              <a:defRPr>
                <a:solidFill>
                  <a:schemeClr val="tx1"/>
                </a:solidFill>
              </a:defRPr>
            </a:lvl3pPr>
            <a:lvl4pPr marL="457200" indent="0">
              <a:buNone/>
              <a:defRPr>
                <a:solidFill>
                  <a:schemeClr val="tx1"/>
                </a:solidFill>
              </a:defRPr>
            </a:lvl4pPr>
            <a:lvl5pPr>
              <a:buClr>
                <a:schemeClr val="accent1"/>
              </a:buClr>
              <a:defRPr>
                <a:solidFill>
                  <a:schemeClr val="tx1"/>
                </a:solidFill>
              </a:defRPr>
            </a:lvl5pPr>
            <a:lvl6pPr>
              <a:buClrTx/>
              <a:defRPr>
                <a:solidFill>
                  <a:schemeClr val="tx1"/>
                </a:solidFill>
              </a:defRPr>
            </a:lvl6pPr>
            <a:lvl7pPr>
              <a:buClr>
                <a:schemeClr val="accent1"/>
              </a:buClr>
              <a:defRPr>
                <a:solidFill>
                  <a:schemeClr val="tx1"/>
                </a:solidFill>
              </a:defRPr>
            </a:lvl7pPr>
            <a:lvl8pPr>
              <a:buClrTx/>
              <a:defRPr>
                <a:solidFill>
                  <a:schemeClr val="tx1"/>
                </a:solidFill>
              </a:defRPr>
            </a:lvl8pPr>
            <a:lvl9pPr>
              <a:buClr>
                <a:schemeClr val="accent1"/>
              </a:buClr>
              <a:defRPr>
                <a:solidFill>
                  <a:schemeClr val="tx1"/>
                </a:solidFill>
              </a:defRPr>
            </a:lvl9pPr>
          </a:lstStyle>
          <a:p>
            <a:pPr lvl="0"/>
            <a:r>
              <a:rPr lang="en-US"/>
              <a:t>00</a:t>
            </a:r>
          </a:p>
          <a:p>
            <a:pPr lvl="1"/>
            <a:r>
              <a:rPr lang="en-US"/>
              <a:t>Second level</a:t>
            </a:r>
          </a:p>
          <a:p>
            <a:pPr lvl="2"/>
            <a:r>
              <a:rPr lang="en-US"/>
              <a:t>Third level</a:t>
            </a:r>
          </a:p>
        </p:txBody>
      </p:sp>
      <p:sp>
        <p:nvSpPr>
          <p:cNvPr id="11" name="Content Placeholder 33">
            <a:extLst>
              <a:ext uri="{FF2B5EF4-FFF2-40B4-BE49-F238E27FC236}">
                <a16:creationId xmlns:a16="http://schemas.microsoft.com/office/drawing/2014/main" id="{E08A6D02-5787-2EA8-5353-86CF167EE5C0}"/>
              </a:ext>
            </a:extLst>
          </p:cNvPr>
          <p:cNvSpPr>
            <a:spLocks noGrp="1"/>
          </p:cNvSpPr>
          <p:nvPr>
            <p:ph sz="quarter" idx="50" hasCustomPrompt="1"/>
          </p:nvPr>
        </p:nvSpPr>
        <p:spPr>
          <a:xfrm>
            <a:off x="7157707" y="552449"/>
            <a:ext cx="2103120"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tx1"/>
                </a:solidFill>
              </a:defRPr>
            </a:lvl2pPr>
            <a:lvl3pPr>
              <a:buClr>
                <a:schemeClr val="accent1"/>
              </a:buClr>
              <a:defRPr>
                <a:solidFill>
                  <a:schemeClr val="tx1"/>
                </a:solidFill>
              </a:defRPr>
            </a:lvl3pPr>
            <a:lvl4pPr marL="457200" indent="0">
              <a:buClrTx/>
              <a:buNone/>
              <a:defRPr>
                <a:solidFill>
                  <a:schemeClr val="tx1"/>
                </a:solidFill>
              </a:defRPr>
            </a:lvl4pPr>
            <a:lvl5pPr>
              <a:buClr>
                <a:schemeClr val="accent1"/>
              </a:buClr>
              <a:defRPr>
                <a:solidFill>
                  <a:schemeClr val="tx1"/>
                </a:solidFill>
              </a:defRPr>
            </a:lvl5pPr>
            <a:lvl6pPr>
              <a:buClrTx/>
              <a:defRPr>
                <a:solidFill>
                  <a:schemeClr val="tx1"/>
                </a:solidFill>
              </a:defRPr>
            </a:lvl6pPr>
            <a:lvl7pPr>
              <a:buClr>
                <a:schemeClr val="accent1"/>
              </a:buClr>
              <a:defRPr>
                <a:solidFill>
                  <a:schemeClr val="tx1"/>
                </a:solidFill>
              </a:defRPr>
            </a:lvl7pPr>
            <a:lvl8pPr>
              <a:buClrTx/>
              <a:defRPr>
                <a:solidFill>
                  <a:schemeClr val="tx1"/>
                </a:solidFill>
              </a:defRPr>
            </a:lvl8pPr>
            <a:lvl9pPr>
              <a:buClr>
                <a:schemeClr val="accent1"/>
              </a:buClr>
              <a:defRPr>
                <a:solidFill>
                  <a:schemeClr val="tx1"/>
                </a:solidFill>
              </a:defRPr>
            </a:lvl9pPr>
          </a:lstStyle>
          <a:p>
            <a:pPr lvl="0"/>
            <a:r>
              <a:rPr lang="en-US"/>
              <a:t>00</a:t>
            </a:r>
          </a:p>
          <a:p>
            <a:pPr lvl="1"/>
            <a:r>
              <a:rPr lang="en-US"/>
              <a:t>Second level</a:t>
            </a:r>
          </a:p>
          <a:p>
            <a:pPr lvl="2"/>
            <a:r>
              <a:rPr lang="en-US"/>
              <a:t>Third level</a:t>
            </a:r>
          </a:p>
        </p:txBody>
      </p:sp>
      <p:sp>
        <p:nvSpPr>
          <p:cNvPr id="13" name="Content Placeholder 35">
            <a:extLst>
              <a:ext uri="{FF2B5EF4-FFF2-40B4-BE49-F238E27FC236}">
                <a16:creationId xmlns:a16="http://schemas.microsoft.com/office/drawing/2014/main" id="{F25358D4-61D4-B82A-AA95-040B8023E1BF}"/>
              </a:ext>
            </a:extLst>
          </p:cNvPr>
          <p:cNvSpPr>
            <a:spLocks noGrp="1"/>
          </p:cNvSpPr>
          <p:nvPr>
            <p:ph sz="quarter" idx="51" hasCustomPrompt="1"/>
          </p:nvPr>
        </p:nvSpPr>
        <p:spPr>
          <a:xfrm>
            <a:off x="9533864" y="552449"/>
            <a:ext cx="2103120"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tx1"/>
                </a:solidFill>
              </a:defRPr>
            </a:lvl2pPr>
            <a:lvl3pPr>
              <a:buClr>
                <a:schemeClr val="accent1"/>
              </a:buClr>
              <a:defRPr>
                <a:solidFill>
                  <a:schemeClr val="tx1"/>
                </a:solidFill>
              </a:defRPr>
            </a:lvl3pPr>
            <a:lvl4pPr marL="457200" indent="0">
              <a:buClrTx/>
              <a:buNone/>
              <a:defRPr>
                <a:solidFill>
                  <a:schemeClr val="tx1"/>
                </a:solidFill>
              </a:defRPr>
            </a:lvl4pPr>
            <a:lvl5pPr>
              <a:buClr>
                <a:schemeClr val="accent1"/>
              </a:buClr>
              <a:defRPr>
                <a:solidFill>
                  <a:schemeClr val="tx1"/>
                </a:solidFill>
              </a:defRPr>
            </a:lvl5pPr>
            <a:lvl6pPr>
              <a:buClrTx/>
              <a:defRPr>
                <a:solidFill>
                  <a:schemeClr val="tx1"/>
                </a:solidFill>
              </a:defRPr>
            </a:lvl6pPr>
            <a:lvl7pPr>
              <a:buClr>
                <a:schemeClr val="accent1"/>
              </a:buClr>
              <a:defRPr>
                <a:solidFill>
                  <a:schemeClr val="tx1"/>
                </a:solidFill>
              </a:defRPr>
            </a:lvl7pPr>
            <a:lvl8pPr>
              <a:buClrTx/>
              <a:defRPr>
                <a:solidFill>
                  <a:schemeClr val="tx1"/>
                </a:solidFill>
              </a:defRPr>
            </a:lvl8pPr>
            <a:lvl9pPr>
              <a:buClr>
                <a:schemeClr val="accent1"/>
              </a:buClr>
              <a:defRPr>
                <a:solidFill>
                  <a:schemeClr val="tx1"/>
                </a:solidFill>
              </a:defRPr>
            </a:lvl9pPr>
          </a:lstStyle>
          <a:p>
            <a:pPr lvl="0"/>
            <a:r>
              <a:rPr lang="en-US"/>
              <a:t>00</a:t>
            </a:r>
          </a:p>
          <a:p>
            <a:pPr lvl="1"/>
            <a:r>
              <a:rPr lang="en-US"/>
              <a:t>Second level</a:t>
            </a:r>
          </a:p>
          <a:p>
            <a:pPr lvl="2"/>
            <a:r>
              <a:rPr lang="en-US"/>
              <a:t>Third level</a:t>
            </a:r>
          </a:p>
        </p:txBody>
      </p:sp>
      <p:sp>
        <p:nvSpPr>
          <p:cNvPr id="15" name="Content Placeholder 37">
            <a:extLst>
              <a:ext uri="{FF2B5EF4-FFF2-40B4-BE49-F238E27FC236}">
                <a16:creationId xmlns:a16="http://schemas.microsoft.com/office/drawing/2014/main" id="{28D07FDD-A130-72D7-5662-2F5893A2F61C}"/>
              </a:ext>
            </a:extLst>
          </p:cNvPr>
          <p:cNvSpPr>
            <a:spLocks noGrp="1"/>
          </p:cNvSpPr>
          <p:nvPr>
            <p:ph sz="quarter" idx="52" hasCustomPrompt="1"/>
          </p:nvPr>
        </p:nvSpPr>
        <p:spPr>
          <a:xfrm>
            <a:off x="4768285" y="3013075"/>
            <a:ext cx="2103120" cy="2057400"/>
          </a:xfrm>
        </p:spPr>
        <p:txBody>
          <a:bodyPr/>
          <a:lstStyle>
            <a:lvl1pPr>
              <a:buClr>
                <a:schemeClr val="accent1"/>
              </a:buClr>
              <a:defRPr lang="en-US" sz="4800" b="0" i="0" kern="1200" dirty="0" smtClean="0">
                <a:solidFill>
                  <a:schemeClr val="accent1"/>
                </a:solidFill>
                <a:latin typeface="+mj-lt"/>
                <a:ea typeface="GT America Regular" charset="0"/>
                <a:cs typeface="GT America Regular" charset="0"/>
              </a:defRPr>
            </a:lvl1pPr>
            <a:lvl2pPr>
              <a:buClrTx/>
              <a:defRPr>
                <a:solidFill>
                  <a:schemeClr val="tx1"/>
                </a:solidFill>
              </a:defRPr>
            </a:lvl2pPr>
            <a:lvl3pPr>
              <a:buClr>
                <a:schemeClr val="accent1"/>
              </a:buClr>
              <a:defRPr>
                <a:solidFill>
                  <a:schemeClr val="tx1"/>
                </a:solidFill>
              </a:defRPr>
            </a:lvl3pPr>
            <a:lvl4pPr>
              <a:buClrTx/>
              <a:defRPr>
                <a:solidFill>
                  <a:schemeClr val="tx1"/>
                </a:solidFill>
              </a:defRPr>
            </a:lvl4pPr>
            <a:lvl5pPr>
              <a:buClr>
                <a:schemeClr val="accent1"/>
              </a:buClr>
              <a:defRPr>
                <a:solidFill>
                  <a:schemeClr val="tx1"/>
                </a:solidFill>
              </a:defRPr>
            </a:lvl5pPr>
            <a:lvl6pPr>
              <a:buClrTx/>
              <a:defRPr>
                <a:solidFill>
                  <a:schemeClr val="tx1"/>
                </a:solidFill>
              </a:defRPr>
            </a:lvl6pPr>
            <a:lvl7pPr>
              <a:buClr>
                <a:schemeClr val="accent1"/>
              </a:buClr>
              <a:defRPr>
                <a:solidFill>
                  <a:schemeClr val="tx1"/>
                </a:solidFill>
              </a:defRPr>
            </a:lvl7pPr>
            <a:lvl8pPr>
              <a:buClrTx/>
              <a:defRPr>
                <a:solidFill>
                  <a:schemeClr val="tx1"/>
                </a:solidFill>
              </a:defRPr>
            </a:lvl8pPr>
            <a:lvl9pPr>
              <a:buClr>
                <a:schemeClr val="accent1"/>
              </a:buClr>
              <a:defRPr>
                <a:solidFill>
                  <a:schemeClr val="tx1"/>
                </a:solidFill>
              </a:defRPr>
            </a:lvl9pPr>
          </a:lstStyle>
          <a:p>
            <a:pPr lvl="0"/>
            <a:r>
              <a:rPr lang="en-US"/>
              <a:t>00</a:t>
            </a:r>
          </a:p>
          <a:p>
            <a:pPr lvl="1"/>
            <a:r>
              <a:rPr lang="en-US"/>
              <a:t>Second level</a:t>
            </a:r>
          </a:p>
          <a:p>
            <a:pPr lvl="2"/>
            <a:r>
              <a:rPr lang="en-US"/>
              <a:t>Third </a:t>
            </a:r>
            <a:r>
              <a:rPr lang="en-US" err="1"/>
              <a:t>leve</a:t>
            </a:r>
            <a:endParaRPr lang="en-US"/>
          </a:p>
        </p:txBody>
      </p:sp>
      <p:sp>
        <p:nvSpPr>
          <p:cNvPr id="17" name="Content Placeholder 39">
            <a:extLst>
              <a:ext uri="{FF2B5EF4-FFF2-40B4-BE49-F238E27FC236}">
                <a16:creationId xmlns:a16="http://schemas.microsoft.com/office/drawing/2014/main" id="{A58291F8-7E75-1EB3-64FC-0B3465A92BFE}"/>
              </a:ext>
            </a:extLst>
          </p:cNvPr>
          <p:cNvSpPr>
            <a:spLocks noGrp="1"/>
          </p:cNvSpPr>
          <p:nvPr>
            <p:ph sz="quarter" idx="53" hasCustomPrompt="1"/>
          </p:nvPr>
        </p:nvSpPr>
        <p:spPr>
          <a:xfrm>
            <a:off x="7138252" y="3013074"/>
            <a:ext cx="2103120" cy="2057400"/>
          </a:xfrm>
        </p:spPr>
        <p:txBody>
          <a:bodyPr/>
          <a:lstStyle>
            <a:lvl1pPr>
              <a:buClr>
                <a:schemeClr val="accent1"/>
              </a:buClr>
              <a:defRPr lang="en-US" sz="4800" b="0" i="0" kern="1200" dirty="0" smtClean="0">
                <a:solidFill>
                  <a:schemeClr val="accent1"/>
                </a:solidFill>
                <a:latin typeface="+mj-lt"/>
                <a:ea typeface="GT America Regular" charset="0"/>
                <a:cs typeface="GT America Regular" charset="0"/>
              </a:defRPr>
            </a:lvl1pPr>
            <a:lvl2pPr>
              <a:buClrTx/>
              <a:defRPr>
                <a:solidFill>
                  <a:schemeClr val="tx1"/>
                </a:solidFill>
              </a:defRPr>
            </a:lvl2pPr>
            <a:lvl3pPr>
              <a:buClr>
                <a:schemeClr val="accent1"/>
              </a:buClr>
              <a:defRPr>
                <a:solidFill>
                  <a:schemeClr val="tx1"/>
                </a:solidFill>
              </a:defRPr>
            </a:lvl3pPr>
            <a:lvl4pPr marL="457200" indent="0">
              <a:buClrTx/>
              <a:buNone/>
              <a:defRPr>
                <a:solidFill>
                  <a:schemeClr val="tx1"/>
                </a:solidFill>
              </a:defRPr>
            </a:lvl4pPr>
            <a:lvl5pPr>
              <a:buClr>
                <a:schemeClr val="accent1"/>
              </a:buClr>
              <a:defRPr>
                <a:solidFill>
                  <a:schemeClr val="tx1"/>
                </a:solidFill>
              </a:defRPr>
            </a:lvl5pPr>
            <a:lvl6pPr>
              <a:buClrTx/>
              <a:defRPr>
                <a:solidFill>
                  <a:schemeClr val="tx1"/>
                </a:solidFill>
              </a:defRPr>
            </a:lvl6pPr>
            <a:lvl7pPr>
              <a:buClr>
                <a:schemeClr val="accent1"/>
              </a:buClr>
              <a:defRPr>
                <a:solidFill>
                  <a:schemeClr val="tx1"/>
                </a:solidFill>
              </a:defRPr>
            </a:lvl7pPr>
            <a:lvl8pPr>
              <a:buClrTx/>
              <a:defRPr>
                <a:solidFill>
                  <a:schemeClr val="tx1"/>
                </a:solidFill>
              </a:defRPr>
            </a:lvl8pPr>
            <a:lvl9pPr>
              <a:buClr>
                <a:schemeClr val="accent1"/>
              </a:buClr>
              <a:defRPr>
                <a:solidFill>
                  <a:schemeClr val="tx1"/>
                </a:solidFill>
              </a:defRPr>
            </a:lvl9pPr>
          </a:lstStyle>
          <a:p>
            <a:pPr lvl="0"/>
            <a:r>
              <a:rPr lang="en-US"/>
              <a:t>00</a:t>
            </a:r>
          </a:p>
          <a:p>
            <a:pPr lvl="1"/>
            <a:r>
              <a:rPr lang="en-US"/>
              <a:t>Second level</a:t>
            </a:r>
          </a:p>
          <a:p>
            <a:pPr lvl="2"/>
            <a:r>
              <a:rPr lang="en-US"/>
              <a:t>Third level</a:t>
            </a:r>
          </a:p>
        </p:txBody>
      </p:sp>
      <p:sp>
        <p:nvSpPr>
          <p:cNvPr id="18" name="Content Placeholder 41">
            <a:extLst>
              <a:ext uri="{FF2B5EF4-FFF2-40B4-BE49-F238E27FC236}">
                <a16:creationId xmlns:a16="http://schemas.microsoft.com/office/drawing/2014/main" id="{2C124D70-1F9D-DF72-C740-7D33E7E919BB}"/>
              </a:ext>
            </a:extLst>
          </p:cNvPr>
          <p:cNvSpPr>
            <a:spLocks noGrp="1"/>
          </p:cNvSpPr>
          <p:nvPr>
            <p:ph sz="quarter" idx="54" hasCustomPrompt="1"/>
          </p:nvPr>
        </p:nvSpPr>
        <p:spPr>
          <a:xfrm>
            <a:off x="9520599" y="3013074"/>
            <a:ext cx="2116385"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tx1"/>
                </a:solidFill>
              </a:defRPr>
            </a:lvl2pPr>
            <a:lvl3pPr>
              <a:buClr>
                <a:schemeClr val="accent1"/>
              </a:buClr>
              <a:defRPr>
                <a:solidFill>
                  <a:schemeClr val="tx1"/>
                </a:solidFill>
              </a:defRPr>
            </a:lvl3pPr>
            <a:lvl4pPr marL="457200" indent="0">
              <a:buClrTx/>
              <a:buNone/>
              <a:defRPr>
                <a:solidFill>
                  <a:schemeClr val="tx1"/>
                </a:solidFill>
              </a:defRPr>
            </a:lvl4pPr>
            <a:lvl5pPr>
              <a:buClr>
                <a:schemeClr val="accent1"/>
              </a:buClr>
              <a:defRPr>
                <a:solidFill>
                  <a:schemeClr val="tx1"/>
                </a:solidFill>
              </a:defRPr>
            </a:lvl5pPr>
            <a:lvl6pPr>
              <a:buClrTx/>
              <a:defRPr>
                <a:solidFill>
                  <a:schemeClr val="tx1"/>
                </a:solidFill>
              </a:defRPr>
            </a:lvl6pPr>
            <a:lvl7pPr>
              <a:buClr>
                <a:schemeClr val="accent1"/>
              </a:buClr>
              <a:defRPr>
                <a:solidFill>
                  <a:schemeClr val="tx1"/>
                </a:solidFill>
              </a:defRPr>
            </a:lvl7pPr>
            <a:lvl8pPr>
              <a:buClrTx/>
              <a:defRPr>
                <a:solidFill>
                  <a:schemeClr val="tx1"/>
                </a:solidFill>
              </a:defRPr>
            </a:lvl8pPr>
            <a:lvl9pPr>
              <a:buClr>
                <a:schemeClr val="accent1"/>
              </a:buClr>
              <a:defRPr>
                <a:solidFill>
                  <a:schemeClr val="tx1"/>
                </a:solidFill>
              </a:defRPr>
            </a:lvl9pPr>
          </a:lstStyle>
          <a:p>
            <a:pPr lvl="0"/>
            <a:r>
              <a:rPr lang="en-US"/>
              <a:t>00</a:t>
            </a:r>
          </a:p>
          <a:p>
            <a:pPr lvl="1"/>
            <a:r>
              <a:rPr lang="en-US"/>
              <a:t>Second level</a:t>
            </a:r>
          </a:p>
          <a:p>
            <a:pPr lvl="2"/>
            <a:r>
              <a:rPr lang="en-US"/>
              <a:t>Third level</a:t>
            </a:r>
          </a:p>
        </p:txBody>
      </p:sp>
      <p:grpSp>
        <p:nvGrpSpPr>
          <p:cNvPr id="7" name="Group 6">
            <a:extLst>
              <a:ext uri="{FF2B5EF4-FFF2-40B4-BE49-F238E27FC236}">
                <a16:creationId xmlns:a16="http://schemas.microsoft.com/office/drawing/2014/main" id="{044BCC2C-261D-5BB3-ACFD-81C104E823B1}"/>
              </a:ext>
            </a:extLst>
          </p:cNvPr>
          <p:cNvGrpSpPr/>
          <p:nvPr userDrawn="1"/>
        </p:nvGrpSpPr>
        <p:grpSpPr>
          <a:xfrm>
            <a:off x="12356815" y="0"/>
            <a:ext cx="756834" cy="6872642"/>
            <a:chOff x="12356815" y="0"/>
            <a:chExt cx="756834" cy="6872642"/>
          </a:xfrm>
        </p:grpSpPr>
        <p:sp>
          <p:nvSpPr>
            <p:cNvPr id="14" name="Rectangle 13">
              <a:extLst>
                <a:ext uri="{FF2B5EF4-FFF2-40B4-BE49-F238E27FC236}">
                  <a16:creationId xmlns:a16="http://schemas.microsoft.com/office/drawing/2014/main" id="{7ABFAE0C-79DF-69A9-8BBD-4FD92717BB69}"/>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6" name="TextBox 15">
              <a:extLst>
                <a:ext uri="{FF2B5EF4-FFF2-40B4-BE49-F238E27FC236}">
                  <a16:creationId xmlns:a16="http://schemas.microsoft.com/office/drawing/2014/main" id="{8FF8D90A-1366-37F2-2D59-9960D38C9233}"/>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9" name="Rectangle 18">
              <a:extLst>
                <a:ext uri="{FF2B5EF4-FFF2-40B4-BE49-F238E27FC236}">
                  <a16:creationId xmlns:a16="http://schemas.microsoft.com/office/drawing/2014/main" id="{F4E17F8B-08E5-36C4-2448-B8DC5B1E4E01}"/>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20" name="Group 19">
              <a:extLst>
                <a:ext uri="{FF2B5EF4-FFF2-40B4-BE49-F238E27FC236}">
                  <a16:creationId xmlns:a16="http://schemas.microsoft.com/office/drawing/2014/main" id="{E8B32F7F-16CC-E67B-531A-32A8010E7290}"/>
                </a:ext>
              </a:extLst>
            </p:cNvPr>
            <p:cNvGrpSpPr/>
            <p:nvPr userDrawn="1"/>
          </p:nvGrpSpPr>
          <p:grpSpPr>
            <a:xfrm>
              <a:off x="12442019" y="3791214"/>
              <a:ext cx="382660" cy="2882942"/>
              <a:chOff x="14001569" y="3716048"/>
              <a:chExt cx="316248" cy="3171236"/>
            </a:xfrm>
          </p:grpSpPr>
          <p:sp>
            <p:nvSpPr>
              <p:cNvPr id="33" name="Rectangle 32">
                <a:extLst>
                  <a:ext uri="{FF2B5EF4-FFF2-40B4-BE49-F238E27FC236}">
                    <a16:creationId xmlns:a16="http://schemas.microsoft.com/office/drawing/2014/main" id="{67BB1AE4-D77E-AC9C-EF2C-77CBB15949F8}"/>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45037354-8DD8-0372-724B-DB384FAF783B}"/>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48817ABA-59B9-6909-B581-3B9F33F892C9}"/>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51288A91-C64D-D5CB-71F4-975BEBC5125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D648F77C-D77D-513C-16D9-729B5B8BE78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25E6979C-A44D-5DEC-FA64-074082074437}"/>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B49CC9FD-0074-26C7-C725-2CE385EFDC3D}"/>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36836B6E-78F4-212A-6A4C-C497CA1610FB}"/>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26E92507-25B6-BB39-F876-F3827E5BB912}"/>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2" name="Rectangle 41">
                <a:extLst>
                  <a:ext uri="{FF2B5EF4-FFF2-40B4-BE49-F238E27FC236}">
                    <a16:creationId xmlns:a16="http://schemas.microsoft.com/office/drawing/2014/main" id="{AE2E1A16-94DC-ED84-3EC2-DD7544816C4A}"/>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21" name="Group 20">
              <a:extLst>
                <a:ext uri="{FF2B5EF4-FFF2-40B4-BE49-F238E27FC236}">
                  <a16:creationId xmlns:a16="http://schemas.microsoft.com/office/drawing/2014/main" id="{77B7AAAA-0C9B-5BE3-2554-6B84328D8A51}"/>
                </a:ext>
              </a:extLst>
            </p:cNvPr>
            <p:cNvGrpSpPr/>
            <p:nvPr userDrawn="1"/>
          </p:nvGrpSpPr>
          <p:grpSpPr>
            <a:xfrm>
              <a:off x="12442019" y="198485"/>
              <a:ext cx="382660" cy="2882942"/>
              <a:chOff x="12742785" y="3716048"/>
              <a:chExt cx="316248" cy="3171236"/>
            </a:xfrm>
          </p:grpSpPr>
          <p:sp>
            <p:nvSpPr>
              <p:cNvPr id="23" name="Rectangle 22">
                <a:extLst>
                  <a:ext uri="{FF2B5EF4-FFF2-40B4-BE49-F238E27FC236}">
                    <a16:creationId xmlns:a16="http://schemas.microsoft.com/office/drawing/2014/main" id="{38ECE8A6-0C6B-B251-6CCF-3C4B46AEC4E5}"/>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4EE46A0F-B6DE-23E4-B948-2C782D1EBEE9}"/>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74EA166E-E5CE-9590-8B4B-BAAB927F078D}"/>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7BFA0FE5-6597-0138-F81B-2C5AAFC35A3F}"/>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D8EA7CCF-373E-9F8B-6288-D773644EC375}"/>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9097101A-6A5A-893E-6C47-3F125534FAF6}"/>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55CEBA57-CC4E-694D-A2DE-B6FBFBD5BB55}"/>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96FD9BCB-189C-D820-ACD1-BA4B8656FEA3}"/>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859F6519-C496-D2CA-8124-58853FE3C714}"/>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596AF5C8-2EB1-B295-A62B-D7CE01C4EE12}"/>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22" name="TextBox 21">
              <a:extLst>
                <a:ext uri="{FF2B5EF4-FFF2-40B4-BE49-F238E27FC236}">
                  <a16:creationId xmlns:a16="http://schemas.microsoft.com/office/drawing/2014/main" id="{3C6D0CFA-6D15-B2D5-B609-EE41DB8DC10C}"/>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3" name="TextBox 42">
            <a:extLst>
              <a:ext uri="{FF2B5EF4-FFF2-40B4-BE49-F238E27FC236}">
                <a16:creationId xmlns:a16="http://schemas.microsoft.com/office/drawing/2014/main" id="{9C6DE2D9-87AD-4B1F-670C-D37EB2A1AC11}"/>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040045585"/>
      </p:ext>
    </p:extLst>
  </p:cSld>
  <p:clrMapOvr>
    <a:masterClrMapping/>
  </p:clrMapOvr>
</p:sldLayout>
</file>

<file path=ppt/slideLayouts/slideLayout199.xml><?xml version="1.0" encoding="utf-8"?>
<p:sldLayout xmlns:a="http://schemas.openxmlformats.org/drawingml/2006/main" xmlns:r="http://schemas.openxmlformats.org/officeDocument/2006/relationships" xmlns:p="http://schemas.openxmlformats.org/presentationml/2006/main" preserve="1" userDrawn="1">
  <p:cSld name="Executive Summary/Key Takeaways 4">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DE63420-A2BC-EC7A-3A8C-CA23AF97535A}"/>
              </a:ext>
            </a:extLst>
          </p:cNvPr>
          <p:cNvSpPr/>
          <p:nvPr userDrawn="1"/>
        </p:nvSpPr>
        <p:spPr bwMode="hidden">
          <a:xfrm>
            <a:off x="0" y="-1"/>
            <a:ext cx="4060556"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User Group - October 2024</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8087" cy="269875"/>
          </a:xfrm>
        </p:spPr>
        <p:txBody>
          <a:bodyPr/>
          <a:lstStyle/>
          <a:p>
            <a:fld id="{862A5111-985B-C14D-9115-5787026182A8}" type="slidenum">
              <a:rPr lang="en-US" smtClean="0"/>
              <a:t>‹#›</a:t>
            </a:fld>
            <a:endParaRPr lang="en-US"/>
          </a:p>
        </p:txBody>
      </p:sp>
      <p:sp>
        <p:nvSpPr>
          <p:cNvPr id="6" name="Freeform 5">
            <a:extLst>
              <a:ext uri="{FF2B5EF4-FFF2-40B4-BE49-F238E27FC236}">
                <a16:creationId xmlns:a16="http://schemas.microsoft.com/office/drawing/2014/main" id="{5BCC6303-B8A8-E0F3-1B26-45B29EE4DC62}"/>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2" name="Freeform 5">
            <a:extLst>
              <a:ext uri="{FF2B5EF4-FFF2-40B4-BE49-F238E27FC236}">
                <a16:creationId xmlns:a16="http://schemas.microsoft.com/office/drawing/2014/main" id="{B2BF897B-C4FE-7F0C-FE2C-6956C830B315}"/>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7" name="Title 6">
            <a:extLst>
              <a:ext uri="{FF2B5EF4-FFF2-40B4-BE49-F238E27FC236}">
                <a16:creationId xmlns:a16="http://schemas.microsoft.com/office/drawing/2014/main" id="{4B503A39-567B-2C37-49D9-E2E6B92AB503}"/>
              </a:ext>
            </a:extLst>
          </p:cNvPr>
          <p:cNvSpPr>
            <a:spLocks noGrp="1"/>
          </p:cNvSpPr>
          <p:nvPr>
            <p:ph type="title"/>
          </p:nvPr>
        </p:nvSpPr>
        <p:spPr>
          <a:xfrm>
            <a:off x="546100" y="552450"/>
            <a:ext cx="3300984" cy="869950"/>
          </a:xfrm>
        </p:spPr>
        <p:txBody>
          <a:bodyPr rIns="182880"/>
          <a:lstStyle>
            <a:lvl1pPr>
              <a:defRPr>
                <a:solidFill>
                  <a:schemeClr val="bg1"/>
                </a:solidFill>
              </a:defRPr>
            </a:lvl1pPr>
          </a:lstStyle>
          <a:p>
            <a:r>
              <a:rPr lang="en-US"/>
              <a:t>Click to edit Master title style</a:t>
            </a:r>
          </a:p>
        </p:txBody>
      </p:sp>
      <p:sp>
        <p:nvSpPr>
          <p:cNvPr id="5" name="Text Placeholder 5">
            <a:extLst>
              <a:ext uri="{FF2B5EF4-FFF2-40B4-BE49-F238E27FC236}">
                <a16:creationId xmlns:a16="http://schemas.microsoft.com/office/drawing/2014/main" id="{52482AC7-FB54-E014-C3C0-45AEDF0A6AF6}"/>
              </a:ext>
            </a:extLst>
          </p:cNvPr>
          <p:cNvSpPr>
            <a:spLocks noGrp="1"/>
          </p:cNvSpPr>
          <p:nvPr>
            <p:ph type="body" sz="quarter" idx="13" hasCustomPrompt="1"/>
          </p:nvPr>
        </p:nvSpPr>
        <p:spPr>
          <a:xfrm>
            <a:off x="546102" y="5586413"/>
            <a:ext cx="3300984" cy="725487"/>
          </a:xfrm>
        </p:spPr>
        <p:txBody>
          <a:bodyPr rIns="274320" anchor="b">
            <a:normAutofit/>
          </a:bodyPr>
          <a:lstStyle>
            <a:lvl1pPr>
              <a:defRPr sz="600">
                <a:solidFill>
                  <a:schemeClr val="bg1"/>
                </a:solidFill>
              </a:defRPr>
            </a:lvl1pPr>
            <a:lvl2pPr marL="0" indent="0">
              <a:buNone/>
              <a:defRPr sz="600">
                <a:solidFill>
                  <a:schemeClr val="bg1"/>
                </a:solidFill>
              </a:defRPr>
            </a:lvl2pPr>
            <a:lvl3pPr marL="0" indent="0">
              <a:buNone/>
              <a:defRPr sz="600">
                <a:solidFill>
                  <a:schemeClr val="bg1"/>
                </a:solidFill>
              </a:defRPr>
            </a:lvl3pPr>
            <a:lvl4pPr marL="0" indent="0">
              <a:buNone/>
              <a:defRPr sz="600">
                <a:solidFill>
                  <a:schemeClr val="bg1"/>
                </a:solidFill>
              </a:defRPr>
            </a:lvl4pPr>
            <a:lvl5pPr marL="0" indent="0">
              <a:buNone/>
              <a:defRPr sz="600">
                <a:solidFill>
                  <a:schemeClr val="bg1"/>
                </a:solidFill>
              </a:defRPr>
            </a:lvl5pPr>
            <a:lvl6pPr marL="0" indent="0">
              <a:buNone/>
              <a:defRPr sz="600">
                <a:solidFill>
                  <a:schemeClr val="bg1"/>
                </a:solidFill>
              </a:defRPr>
            </a:lvl6pPr>
            <a:lvl7pPr marL="0" indent="0">
              <a:buNone/>
              <a:defRPr sz="600">
                <a:solidFill>
                  <a:schemeClr val="bg1"/>
                </a:solidFill>
              </a:defRPr>
            </a:lvl7pPr>
            <a:lvl8pPr marL="0" indent="0">
              <a:buNone/>
              <a:defRPr sz="600">
                <a:solidFill>
                  <a:schemeClr val="bg1"/>
                </a:solidFill>
              </a:defRPr>
            </a:lvl8pPr>
            <a:lvl9pPr marL="0" indent="0">
              <a:buNone/>
              <a:defRPr sz="600">
                <a:solidFill>
                  <a:schemeClr val="bg1"/>
                </a:solidFill>
              </a:defRPr>
            </a:lvl9pPr>
          </a:lstStyle>
          <a:p>
            <a:pPr lvl="5"/>
            <a:r>
              <a:rPr lang="en-US"/>
              <a:t>Click to add footnotes or disclaimer information</a:t>
            </a:r>
          </a:p>
        </p:txBody>
      </p:sp>
      <p:sp>
        <p:nvSpPr>
          <p:cNvPr id="8" name="Content Placeholder 14">
            <a:extLst>
              <a:ext uri="{FF2B5EF4-FFF2-40B4-BE49-F238E27FC236}">
                <a16:creationId xmlns:a16="http://schemas.microsoft.com/office/drawing/2014/main" id="{236722AC-0E89-9D63-9FAE-23FD3FEFCEE5}"/>
              </a:ext>
            </a:extLst>
          </p:cNvPr>
          <p:cNvSpPr>
            <a:spLocks noGrp="1"/>
          </p:cNvSpPr>
          <p:nvPr>
            <p:ph sz="quarter" idx="19"/>
          </p:nvPr>
        </p:nvSpPr>
        <p:spPr>
          <a:xfrm>
            <a:off x="4794909" y="2714625"/>
            <a:ext cx="6843053" cy="3452813"/>
          </a:xfrm>
        </p:spPr>
        <p:txBody>
          <a:bodyPr/>
          <a:lstStyle>
            <a:lvl1pPr>
              <a:defRPr sz="1800" b="1">
                <a:solidFill>
                  <a:schemeClr val="tx2"/>
                </a:solidFill>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Content Placeholder 14">
            <a:extLst>
              <a:ext uri="{FF2B5EF4-FFF2-40B4-BE49-F238E27FC236}">
                <a16:creationId xmlns:a16="http://schemas.microsoft.com/office/drawing/2014/main" id="{A30EF87B-5A48-3E5D-B7D1-5EC1FEC7DE51}"/>
              </a:ext>
            </a:extLst>
          </p:cNvPr>
          <p:cNvSpPr>
            <a:spLocks noGrp="1"/>
          </p:cNvSpPr>
          <p:nvPr>
            <p:ph sz="quarter" idx="20"/>
          </p:nvPr>
        </p:nvSpPr>
        <p:spPr>
          <a:xfrm>
            <a:off x="4060556" y="0"/>
            <a:ext cx="8131443" cy="2425700"/>
          </a:xfrm>
          <a:solidFill>
            <a:schemeClr val="accent1"/>
          </a:solidFill>
        </p:spPr>
        <p:txBody>
          <a:bodyPr lIns="731520" tIns="548640" rIns="548640"/>
          <a:lstStyle>
            <a:lvl1pPr>
              <a:defRPr sz="1800" b="1">
                <a:solidFill>
                  <a:schemeClr val="bg1"/>
                </a:solidFill>
              </a:defRPr>
            </a:lvl1pPr>
            <a:lvl2pPr>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
                <a:srgbClr val="FEFEFE"/>
              </a:buClr>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Text Placeholder 9">
            <a:extLst>
              <a:ext uri="{FF2B5EF4-FFF2-40B4-BE49-F238E27FC236}">
                <a16:creationId xmlns:a16="http://schemas.microsoft.com/office/drawing/2014/main" id="{89AAFAA9-5AFB-6E67-56FB-1590A25DCD7E}"/>
              </a:ext>
            </a:extLst>
          </p:cNvPr>
          <p:cNvSpPr>
            <a:spLocks noGrp="1"/>
          </p:cNvSpPr>
          <p:nvPr>
            <p:ph type="body" sz="quarter" idx="15"/>
          </p:nvPr>
        </p:nvSpPr>
        <p:spPr>
          <a:xfrm>
            <a:off x="546099" y="1849439"/>
            <a:ext cx="3300984" cy="3443286"/>
          </a:xfrm>
        </p:spPr>
        <p:txBody>
          <a:bodyPr>
            <a:normAutofit/>
          </a:bodyPr>
          <a:lstStyle>
            <a:lvl1pPr>
              <a:spcBef>
                <a:spcPts val="2400"/>
              </a:spcBef>
              <a:defRPr b="0" i="0">
                <a:solidFill>
                  <a:schemeClr val="bg1"/>
                </a:solidFill>
                <a:latin typeface="+mn-lt"/>
                <a:ea typeface="GT America Regular" charset="0"/>
                <a:cs typeface="GT America Regular" charset="0"/>
              </a:defRPr>
            </a:lvl1pPr>
            <a:lvl2pPr marL="285750" indent="-285750">
              <a:buFont typeface="GT America Regular" pitchFamily="2" charset="77"/>
              <a:buChar char="→"/>
              <a:defRPr>
                <a:solidFill>
                  <a:schemeClr val="bg1"/>
                </a:solidFill>
              </a:defRPr>
            </a:lvl2pPr>
            <a:lvl3pPr marL="0" indent="0">
              <a:buNone/>
              <a:defRPr>
                <a:solidFill>
                  <a:schemeClr val="bg1"/>
                </a:solidFill>
              </a:defRPr>
            </a:lvl3pPr>
            <a:lvl4pPr marL="283464">
              <a:defRPr>
                <a:solidFill>
                  <a:schemeClr val="bg1"/>
                </a:solidFill>
              </a:defRPr>
            </a:lvl4pPr>
            <a:lvl5pPr marL="283464" indent="0">
              <a:buNone/>
              <a:defRPr sz="1400">
                <a:solidFill>
                  <a:schemeClr val="bg1"/>
                </a:solidFill>
              </a:defRPr>
            </a:lvl5pPr>
            <a:lvl6pPr marL="283464">
              <a:defRPr>
                <a:solidFill>
                  <a:schemeClr val="bg1"/>
                </a:solidFill>
              </a:defRPr>
            </a:lvl6pPr>
            <a:lvl7pPr marL="283464" indent="0">
              <a:buNone/>
              <a:defRPr>
                <a:solidFill>
                  <a:schemeClr val="bg1"/>
                </a:solidFill>
              </a:defRPr>
            </a:lvl7pPr>
            <a:lvl8pPr marL="283464">
              <a:defRPr>
                <a:solidFill>
                  <a:schemeClr val="bg1"/>
                </a:solidFill>
              </a:defRPr>
            </a:lvl8pPr>
            <a:lvl9pPr marL="283464" indent="0">
              <a:buNone/>
              <a:defRPr>
                <a:solidFill>
                  <a:schemeClr val="bg1"/>
                </a:solidFill>
              </a:defRPr>
            </a:lvl9pPr>
          </a:lstStyle>
          <a:p>
            <a:pPr lvl="0"/>
            <a:r>
              <a:rPr lang="en-US"/>
              <a:t>Click to edit Master text styles</a:t>
            </a:r>
          </a:p>
        </p:txBody>
      </p:sp>
      <p:grpSp>
        <p:nvGrpSpPr>
          <p:cNvPr id="2" name="Group 1">
            <a:extLst>
              <a:ext uri="{FF2B5EF4-FFF2-40B4-BE49-F238E27FC236}">
                <a16:creationId xmlns:a16="http://schemas.microsoft.com/office/drawing/2014/main" id="{946571DD-6A05-4191-AEC5-8EAC3DF74F94}"/>
              </a:ext>
            </a:extLst>
          </p:cNvPr>
          <p:cNvGrpSpPr/>
          <p:nvPr userDrawn="1"/>
        </p:nvGrpSpPr>
        <p:grpSpPr>
          <a:xfrm>
            <a:off x="12356815" y="0"/>
            <a:ext cx="756834" cy="6872642"/>
            <a:chOff x="12356815" y="0"/>
            <a:chExt cx="756834" cy="6872642"/>
          </a:xfrm>
        </p:grpSpPr>
        <p:sp>
          <p:nvSpPr>
            <p:cNvPr id="13" name="Rectangle 12">
              <a:extLst>
                <a:ext uri="{FF2B5EF4-FFF2-40B4-BE49-F238E27FC236}">
                  <a16:creationId xmlns:a16="http://schemas.microsoft.com/office/drawing/2014/main" id="{DBCE235B-9A81-0677-3FBC-4E7889E7A501}"/>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4" name="TextBox 13">
              <a:extLst>
                <a:ext uri="{FF2B5EF4-FFF2-40B4-BE49-F238E27FC236}">
                  <a16:creationId xmlns:a16="http://schemas.microsoft.com/office/drawing/2014/main" id="{0F982955-FC65-B9D0-0EF3-EC949DEB71C6}"/>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5" name="Rectangle 14">
              <a:extLst>
                <a:ext uri="{FF2B5EF4-FFF2-40B4-BE49-F238E27FC236}">
                  <a16:creationId xmlns:a16="http://schemas.microsoft.com/office/drawing/2014/main" id="{77487905-CD1B-25A1-246A-6F476081504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6" name="Group 15">
              <a:extLst>
                <a:ext uri="{FF2B5EF4-FFF2-40B4-BE49-F238E27FC236}">
                  <a16:creationId xmlns:a16="http://schemas.microsoft.com/office/drawing/2014/main" id="{3FE2BA7C-3D0C-01F6-3AB5-E4DD096FB7E5}"/>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6FDBF609-6A51-03D1-887F-13811193441D}"/>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94A09569-8144-A8AF-951A-4338A0947323}"/>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6167EF39-9BBA-92C5-D60A-D6ABFDB8433D}"/>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6607660C-4CA8-C02E-8B85-C0275C9F4B77}"/>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4494F8AA-76DC-E95B-179F-D386239DA280}"/>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1E4D1916-A015-0251-2C4A-FD3AEC15610B}"/>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44E36EB2-E086-91FC-9F6B-3747737D92DB}"/>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FFDA828E-B151-3852-AD4E-9E3BF04AC59A}"/>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34841A69-983E-21BB-9271-9B755FC4E60A}"/>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19DAA6BD-3783-B982-3C41-984245B719AB}"/>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7" name="Group 16">
              <a:extLst>
                <a:ext uri="{FF2B5EF4-FFF2-40B4-BE49-F238E27FC236}">
                  <a16:creationId xmlns:a16="http://schemas.microsoft.com/office/drawing/2014/main" id="{8E1081D8-E803-C4AA-AA16-3CE6292ED50E}"/>
                </a:ext>
              </a:extLst>
            </p:cNvPr>
            <p:cNvGrpSpPr/>
            <p:nvPr userDrawn="1"/>
          </p:nvGrpSpPr>
          <p:grpSpPr>
            <a:xfrm>
              <a:off x="12442019" y="198485"/>
              <a:ext cx="382660" cy="2882942"/>
              <a:chOff x="12742785" y="3716048"/>
              <a:chExt cx="316248" cy="3171236"/>
            </a:xfrm>
          </p:grpSpPr>
          <p:sp>
            <p:nvSpPr>
              <p:cNvPr id="19" name="Rectangle 18">
                <a:extLst>
                  <a:ext uri="{FF2B5EF4-FFF2-40B4-BE49-F238E27FC236}">
                    <a16:creationId xmlns:a16="http://schemas.microsoft.com/office/drawing/2014/main" id="{8799E27D-85E9-2FAA-C01C-AE5DC642A12D}"/>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103F746D-D925-3832-463A-29AEC044C336}"/>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63BD8557-35AF-8237-228D-DDFAFB8438A8}"/>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F05AF1BE-1E09-743E-2E49-01F6848B35C1}"/>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3074991F-17BA-7F4D-AD0F-F2FFBED29680}"/>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D3B3CFC3-DCC9-AEDD-B69D-A8347458B5D1}"/>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90E2CC4F-2DBB-B665-A9BC-B7055CA63590}"/>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529C34F8-A419-7DD4-CBF8-A676ACB08DCD}"/>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EF9AFF8A-BDFD-6B4F-425D-934877F2F578}"/>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1EED391C-025B-89E7-7B40-CB423C96E9FD}"/>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8" name="TextBox 17">
              <a:extLst>
                <a:ext uri="{FF2B5EF4-FFF2-40B4-BE49-F238E27FC236}">
                  <a16:creationId xmlns:a16="http://schemas.microsoft.com/office/drawing/2014/main" id="{FE88C7B4-1908-DCE1-B793-E4D7481EC798}"/>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5D4989A0-0589-3288-B403-5875D1339408}"/>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210207529"/>
      </p:ext>
    </p:extLst>
  </p:cSld>
  <p:clrMapOvr>
    <a:masterClrMapping/>
  </p:clrMapOvr>
</p:sldLayout>
</file>

<file path=ppt/slideLayouts/slideLayout200.xml><?xml version="1.0" encoding="utf-8"?>
<p:sldLayout xmlns:a="http://schemas.openxmlformats.org/drawingml/2006/main" xmlns:r="http://schemas.openxmlformats.org/officeDocument/2006/relationships" xmlns:p="http://schemas.openxmlformats.org/presentationml/2006/main" preserve="1" userDrawn="1">
  <p:cSld name="Executive Summary/Key Takeaways 5">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DE63420-A2BC-EC7A-3A8C-CA23AF97535A}"/>
              </a:ext>
            </a:extLst>
          </p:cNvPr>
          <p:cNvSpPr/>
          <p:nvPr userDrawn="1"/>
        </p:nvSpPr>
        <p:spPr bwMode="hidden">
          <a:xfrm>
            <a:off x="0" y="-1"/>
            <a:ext cx="4060556" cy="6861175"/>
          </a:xfrm>
          <a:prstGeom prst="rect">
            <a:avLst/>
          </a:prstGeom>
          <a:solidFill>
            <a:srgbClr val="F0F0F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User Group - October 2024</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8087" cy="269875"/>
          </a:xfrm>
        </p:spPr>
        <p:txBody>
          <a:bodyPr/>
          <a:lstStyle/>
          <a:p>
            <a:fld id="{862A5111-985B-C14D-9115-5787026182A8}" type="slidenum">
              <a:rPr lang="en-US" smtClean="0"/>
              <a:t>‹#›</a:t>
            </a:fld>
            <a:endParaRPr lang="en-US"/>
          </a:p>
        </p:txBody>
      </p:sp>
      <p:sp>
        <p:nvSpPr>
          <p:cNvPr id="6" name="Freeform 5">
            <a:extLst>
              <a:ext uri="{FF2B5EF4-FFF2-40B4-BE49-F238E27FC236}">
                <a16:creationId xmlns:a16="http://schemas.microsoft.com/office/drawing/2014/main" id="{5BCC6303-B8A8-E0F3-1B26-45B29EE4DC62}"/>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2" name="Freeform 5">
            <a:extLst>
              <a:ext uri="{FF2B5EF4-FFF2-40B4-BE49-F238E27FC236}">
                <a16:creationId xmlns:a16="http://schemas.microsoft.com/office/drawing/2014/main" id="{B2BF897B-C4FE-7F0C-FE2C-6956C830B315}"/>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1" name="Title 10">
            <a:extLst>
              <a:ext uri="{FF2B5EF4-FFF2-40B4-BE49-F238E27FC236}">
                <a16:creationId xmlns:a16="http://schemas.microsoft.com/office/drawing/2014/main" id="{39BB85B3-5F62-677A-7B5A-1B952D90B3A6}"/>
              </a:ext>
            </a:extLst>
          </p:cNvPr>
          <p:cNvSpPr>
            <a:spLocks noGrp="1"/>
          </p:cNvSpPr>
          <p:nvPr>
            <p:ph type="title"/>
          </p:nvPr>
        </p:nvSpPr>
        <p:spPr>
          <a:xfrm>
            <a:off x="546100" y="552450"/>
            <a:ext cx="3300984" cy="869950"/>
          </a:xfrm>
        </p:spPr>
        <p:txBody>
          <a:bodyPr rIns="182880"/>
          <a:lstStyle/>
          <a:p>
            <a:r>
              <a:rPr lang="en-US"/>
              <a:t>Click to edit Master title style</a:t>
            </a:r>
          </a:p>
        </p:txBody>
      </p:sp>
      <p:sp>
        <p:nvSpPr>
          <p:cNvPr id="5" name="Text Placeholder 5">
            <a:extLst>
              <a:ext uri="{FF2B5EF4-FFF2-40B4-BE49-F238E27FC236}">
                <a16:creationId xmlns:a16="http://schemas.microsoft.com/office/drawing/2014/main" id="{0DBC71B0-EDFA-73E1-2685-8B96936EB6D6}"/>
              </a:ext>
            </a:extLst>
          </p:cNvPr>
          <p:cNvSpPr>
            <a:spLocks noGrp="1"/>
          </p:cNvSpPr>
          <p:nvPr>
            <p:ph type="body" sz="quarter" idx="13" hasCustomPrompt="1"/>
          </p:nvPr>
        </p:nvSpPr>
        <p:spPr>
          <a:xfrm>
            <a:off x="546101" y="5586413"/>
            <a:ext cx="3300984" cy="725487"/>
          </a:xfrm>
        </p:spPr>
        <p:txBody>
          <a:bodyPr rIns="274320" anchor="b">
            <a:normAutofit/>
          </a:bodyPr>
          <a:lstStyle>
            <a:lvl1pPr>
              <a:defRPr sz="600">
                <a:solidFill>
                  <a:srgbClr val="75787B"/>
                </a:solidFill>
              </a:defRPr>
            </a:lvl1pPr>
            <a:lvl2pPr marL="0" indent="0">
              <a:buNone/>
              <a:defRPr sz="600">
                <a:solidFill>
                  <a:srgbClr val="75787B"/>
                </a:solidFill>
              </a:defRPr>
            </a:lvl2pPr>
            <a:lvl3pPr marL="0" indent="0">
              <a:buNone/>
              <a:defRPr sz="600">
                <a:solidFill>
                  <a:srgbClr val="75787B"/>
                </a:solidFill>
              </a:defRPr>
            </a:lvl3pPr>
            <a:lvl4pPr marL="0" indent="0">
              <a:buNone/>
              <a:defRPr sz="600">
                <a:solidFill>
                  <a:srgbClr val="75787B"/>
                </a:solidFill>
              </a:defRPr>
            </a:lvl4pPr>
            <a:lvl5pPr marL="0" indent="0">
              <a:buNone/>
              <a:defRPr sz="600">
                <a:solidFill>
                  <a:srgbClr val="75787B"/>
                </a:solidFill>
              </a:defRPr>
            </a:lvl5pPr>
            <a:lvl6pPr marL="0" indent="0">
              <a:buNone/>
              <a:defRPr sz="600">
                <a:solidFill>
                  <a:srgbClr val="75787B"/>
                </a:solidFill>
              </a:defRPr>
            </a:lvl6pPr>
            <a:lvl7pPr marL="0" indent="0">
              <a:buNone/>
              <a:defRPr sz="600">
                <a:solidFill>
                  <a:srgbClr val="75787B"/>
                </a:solidFill>
              </a:defRPr>
            </a:lvl7pPr>
            <a:lvl8pPr marL="0" indent="0">
              <a:buNone/>
              <a:defRPr sz="600">
                <a:solidFill>
                  <a:srgbClr val="75787B"/>
                </a:solidFill>
              </a:defRPr>
            </a:lvl8pPr>
            <a:lvl9pPr marL="0" indent="0">
              <a:buNone/>
              <a:defRPr sz="600">
                <a:solidFill>
                  <a:srgbClr val="75787B"/>
                </a:solidFill>
              </a:defRPr>
            </a:lvl9pPr>
          </a:lstStyle>
          <a:p>
            <a:pPr lvl="8"/>
            <a:r>
              <a:rPr lang="en-US"/>
              <a:t>Click to add footnotes or disclaimer information</a:t>
            </a:r>
          </a:p>
        </p:txBody>
      </p:sp>
      <p:sp>
        <p:nvSpPr>
          <p:cNvPr id="7" name="Content Placeholder 14">
            <a:extLst>
              <a:ext uri="{FF2B5EF4-FFF2-40B4-BE49-F238E27FC236}">
                <a16:creationId xmlns:a16="http://schemas.microsoft.com/office/drawing/2014/main" id="{8BE58806-493A-43A7-588A-8383D4BFD9E2}"/>
              </a:ext>
            </a:extLst>
          </p:cNvPr>
          <p:cNvSpPr>
            <a:spLocks noGrp="1"/>
          </p:cNvSpPr>
          <p:nvPr>
            <p:ph sz="quarter" idx="18"/>
          </p:nvPr>
        </p:nvSpPr>
        <p:spPr>
          <a:xfrm>
            <a:off x="4781551" y="552450"/>
            <a:ext cx="6856412" cy="5614988"/>
          </a:xfrm>
        </p:spPr>
        <p:txBody>
          <a:bodyPr/>
          <a:lstStyle>
            <a:lvl1pPr>
              <a:defRPr sz="1800" b="1">
                <a:solidFill>
                  <a:schemeClr val="tx2"/>
                </a:solidFill>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ext Placeholder 7">
            <a:extLst>
              <a:ext uri="{FF2B5EF4-FFF2-40B4-BE49-F238E27FC236}">
                <a16:creationId xmlns:a16="http://schemas.microsoft.com/office/drawing/2014/main" id="{10CFFF09-1B4E-AF15-7727-AEE05D2B9337}"/>
              </a:ext>
            </a:extLst>
          </p:cNvPr>
          <p:cNvSpPr>
            <a:spLocks noGrp="1"/>
          </p:cNvSpPr>
          <p:nvPr>
            <p:ph type="body" sz="quarter" idx="19"/>
          </p:nvPr>
        </p:nvSpPr>
        <p:spPr>
          <a:xfrm>
            <a:off x="554037" y="1849437"/>
            <a:ext cx="3300984" cy="3443288"/>
          </a:xfrm>
        </p:spPr>
        <p:txBody>
          <a:bodyPr r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206D645F-EF5E-2DD0-E21D-61E2C4F507C7}"/>
              </a:ext>
            </a:extLst>
          </p:cNvPr>
          <p:cNvGrpSpPr/>
          <p:nvPr userDrawn="1"/>
        </p:nvGrpSpPr>
        <p:grpSpPr>
          <a:xfrm>
            <a:off x="12356815" y="0"/>
            <a:ext cx="756834" cy="6872642"/>
            <a:chOff x="12356815" y="0"/>
            <a:chExt cx="756834" cy="6872642"/>
          </a:xfrm>
        </p:grpSpPr>
        <p:sp>
          <p:nvSpPr>
            <p:cNvPr id="8" name="Rectangle 7">
              <a:extLst>
                <a:ext uri="{FF2B5EF4-FFF2-40B4-BE49-F238E27FC236}">
                  <a16:creationId xmlns:a16="http://schemas.microsoft.com/office/drawing/2014/main" id="{DA131432-2F79-C479-6494-ABD260C05EDE}"/>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0" name="TextBox 9">
              <a:extLst>
                <a:ext uri="{FF2B5EF4-FFF2-40B4-BE49-F238E27FC236}">
                  <a16:creationId xmlns:a16="http://schemas.microsoft.com/office/drawing/2014/main" id="{7B564435-9EC7-3BC2-156C-0785FDC35E68}"/>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4" name="Rectangle 13">
              <a:extLst>
                <a:ext uri="{FF2B5EF4-FFF2-40B4-BE49-F238E27FC236}">
                  <a16:creationId xmlns:a16="http://schemas.microsoft.com/office/drawing/2014/main" id="{42AB0DDE-5C88-98C8-3C5C-3C5CC62D0745}"/>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5" name="Group 14">
              <a:extLst>
                <a:ext uri="{FF2B5EF4-FFF2-40B4-BE49-F238E27FC236}">
                  <a16:creationId xmlns:a16="http://schemas.microsoft.com/office/drawing/2014/main" id="{01BACE7C-C220-DEAE-0716-4972F2A18775}"/>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6A8AD40E-7A4D-0E1A-010D-4DAD932B2CAE}"/>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9AF8F7B7-AE03-3CD4-A67D-2136305D3782}"/>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E36F6B03-AAA6-5632-4028-2C0A1DF97CB8}"/>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4BFE21C9-DBC9-F155-4BF9-13B04F5830C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3C1EDD09-CC68-2524-CB30-0EA849EA3C77}"/>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D32C63FB-9A9D-4308-1B0F-E9EE0EDD0DCA}"/>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0E131F75-9D55-847C-BA4C-9FE0F51E7E6D}"/>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BA10E3B2-4B71-8024-21FC-6B56537047C3}"/>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3D293228-817B-0E9F-25E3-43683C98A62F}"/>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3CDB9FDD-FADB-60D7-8AE4-F3BC0BD53065}"/>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6" name="Group 15">
              <a:extLst>
                <a:ext uri="{FF2B5EF4-FFF2-40B4-BE49-F238E27FC236}">
                  <a16:creationId xmlns:a16="http://schemas.microsoft.com/office/drawing/2014/main" id="{DFB4560E-5706-1261-FEC6-0B01E02FDBF2}"/>
                </a:ext>
              </a:extLst>
            </p:cNvPr>
            <p:cNvGrpSpPr/>
            <p:nvPr userDrawn="1"/>
          </p:nvGrpSpPr>
          <p:grpSpPr>
            <a:xfrm>
              <a:off x="12442019" y="198485"/>
              <a:ext cx="382660" cy="2882942"/>
              <a:chOff x="12742785" y="3716048"/>
              <a:chExt cx="316248" cy="3171236"/>
            </a:xfrm>
          </p:grpSpPr>
          <p:sp>
            <p:nvSpPr>
              <p:cNvPr id="18" name="Rectangle 17">
                <a:extLst>
                  <a:ext uri="{FF2B5EF4-FFF2-40B4-BE49-F238E27FC236}">
                    <a16:creationId xmlns:a16="http://schemas.microsoft.com/office/drawing/2014/main" id="{090A1FEC-0D59-628A-07EA-C8940996B5A8}"/>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AC1B4C94-54D1-6D3E-0ABA-CF3D1EF9DE9A}"/>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1982F258-3AEE-E5F6-D3DF-49E52BD6DAA1}"/>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7C517EE3-A3AC-3406-D478-95459DE3BA3C}"/>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F4B53F21-0F4A-EAEB-89E7-8E15A673FA99}"/>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851973B5-8004-2BD0-0C2A-FCF9E3D3990E}"/>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611745AC-5BAF-1204-AF99-08ED71A4BDEF}"/>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2708B095-015A-5F08-C940-2971189634E5}"/>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CC81416D-285B-84BA-A7DB-2D720E262F2B}"/>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3C11B130-C22C-4A9B-7B2C-C4A9E4C07FF4}"/>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7" name="TextBox 16">
              <a:extLst>
                <a:ext uri="{FF2B5EF4-FFF2-40B4-BE49-F238E27FC236}">
                  <a16:creationId xmlns:a16="http://schemas.microsoft.com/office/drawing/2014/main" id="{B545C8DD-8A11-FC9A-DF68-87FC472CA2E3}"/>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8D7D01BB-123A-A276-F3CC-C4FDB3F91CE7}"/>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4214698968"/>
      </p:ext>
    </p:extLst>
  </p:cSld>
  <p:clrMapOvr>
    <a:masterClrMapping/>
  </p:clrMapOvr>
</p:sldLayout>
</file>

<file path=ppt/slideLayouts/slideLayout201.xml><?xml version="1.0" encoding="utf-8"?>
<p:sldLayout xmlns:a="http://schemas.openxmlformats.org/drawingml/2006/main" xmlns:r="http://schemas.openxmlformats.org/officeDocument/2006/relationships" xmlns:p="http://schemas.openxmlformats.org/presentationml/2006/main" preserve="1" userDrawn="1">
  <p:cSld name="1 Column">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0" name="Title 9">
            <a:extLst>
              <a:ext uri="{FF2B5EF4-FFF2-40B4-BE49-F238E27FC236}">
                <a16:creationId xmlns:a16="http://schemas.microsoft.com/office/drawing/2014/main" id="{8E2B9BA9-73F8-28A2-869E-838E80997668}"/>
              </a:ext>
            </a:extLst>
          </p:cNvPr>
          <p:cNvSpPr>
            <a:spLocks noGrp="1"/>
          </p:cNvSpPr>
          <p:nvPr>
            <p:ph type="title"/>
          </p:nvPr>
        </p:nvSpPr>
        <p:spPr>
          <a:xfrm>
            <a:off x="546100" y="552450"/>
            <a:ext cx="11091862" cy="434975"/>
          </a:xfrm>
        </p:spPr>
        <p:txBody>
          <a:bodyPr/>
          <a:lstStyle/>
          <a:p>
            <a:r>
              <a:rPr lang="en-US"/>
              <a:t>Click to edit Master title style</a:t>
            </a:r>
          </a:p>
        </p:txBody>
      </p:sp>
      <p:sp>
        <p:nvSpPr>
          <p:cNvPr id="3" name="Content Placeholder 3">
            <a:extLst>
              <a:ext uri="{FF2B5EF4-FFF2-40B4-BE49-F238E27FC236}">
                <a16:creationId xmlns:a16="http://schemas.microsoft.com/office/drawing/2014/main" id="{506B7D9A-8BD0-5502-C579-8561F103F261}"/>
              </a:ext>
            </a:extLst>
          </p:cNvPr>
          <p:cNvSpPr>
            <a:spLocks noGrp="1"/>
          </p:cNvSpPr>
          <p:nvPr>
            <p:ph sz="half" idx="2"/>
          </p:nvPr>
        </p:nvSpPr>
        <p:spPr>
          <a:xfrm>
            <a:off x="546100" y="1849438"/>
            <a:ext cx="9672637"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Freeform 5">
            <a:extLst>
              <a:ext uri="{FF2B5EF4-FFF2-40B4-BE49-F238E27FC236}">
                <a16:creationId xmlns:a16="http://schemas.microsoft.com/office/drawing/2014/main" id="{2C85CF37-61E7-96B9-82FD-13B91452A340}"/>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6" name="Text Placeholder 15">
            <a:extLst>
              <a:ext uri="{FF2B5EF4-FFF2-40B4-BE49-F238E27FC236}">
                <a16:creationId xmlns:a16="http://schemas.microsoft.com/office/drawing/2014/main" id="{AFC29369-935E-1E53-CDD2-12BC112FBFB4}"/>
              </a:ext>
            </a:extLst>
          </p:cNvPr>
          <p:cNvSpPr>
            <a:spLocks noGrp="1"/>
          </p:cNvSpPr>
          <p:nvPr>
            <p:ph type="body" sz="quarter" idx="17"/>
          </p:nvPr>
        </p:nvSpPr>
        <p:spPr>
          <a:xfrm>
            <a:off x="546101" y="1127125"/>
            <a:ext cx="11091862" cy="292101"/>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8" name="Text Placeholder 17">
            <a:extLst>
              <a:ext uri="{FF2B5EF4-FFF2-40B4-BE49-F238E27FC236}">
                <a16:creationId xmlns:a16="http://schemas.microsoft.com/office/drawing/2014/main" id="{E78755CC-4D8C-AEDB-963F-10EFA240ED6E}"/>
              </a:ext>
            </a:extLst>
          </p:cNvPr>
          <p:cNvSpPr>
            <a:spLocks noGrp="1"/>
          </p:cNvSpPr>
          <p:nvPr>
            <p:ph type="body" sz="quarter" idx="18"/>
          </p:nvPr>
        </p:nvSpPr>
        <p:spPr>
          <a:xfrm>
            <a:off x="546100" y="6019800"/>
            <a:ext cx="6851649" cy="29210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AAFA5D60-1BF6-C0E4-ACD2-D4691DFD435B}"/>
              </a:ext>
            </a:extLst>
          </p:cNvPr>
          <p:cNvGrpSpPr/>
          <p:nvPr userDrawn="1"/>
        </p:nvGrpSpPr>
        <p:grpSpPr>
          <a:xfrm>
            <a:off x="12356815" y="0"/>
            <a:ext cx="756834" cy="6872642"/>
            <a:chOff x="12356815" y="0"/>
            <a:chExt cx="756834" cy="6872642"/>
          </a:xfrm>
        </p:grpSpPr>
        <p:sp>
          <p:nvSpPr>
            <p:cNvPr id="5" name="Rectangle 4">
              <a:extLst>
                <a:ext uri="{FF2B5EF4-FFF2-40B4-BE49-F238E27FC236}">
                  <a16:creationId xmlns:a16="http://schemas.microsoft.com/office/drawing/2014/main" id="{F3C83DD1-08BC-4508-921A-AACFD47F15A8}"/>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011DE3BF-3AC2-76D6-0F30-10DA96B9738A}"/>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F1840331-3717-C295-F911-FB685FDC9CA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1" name="Group 10">
              <a:extLst>
                <a:ext uri="{FF2B5EF4-FFF2-40B4-BE49-F238E27FC236}">
                  <a16:creationId xmlns:a16="http://schemas.microsoft.com/office/drawing/2014/main" id="{0A34E91D-E19D-8290-C7BA-01975E2CAAA5}"/>
                </a:ext>
              </a:extLst>
            </p:cNvPr>
            <p:cNvGrpSpPr/>
            <p:nvPr userDrawn="1"/>
          </p:nvGrpSpPr>
          <p:grpSpPr>
            <a:xfrm>
              <a:off x="12442019" y="3791214"/>
              <a:ext cx="382660" cy="2882942"/>
              <a:chOff x="14001569" y="3716048"/>
              <a:chExt cx="316248" cy="3171236"/>
            </a:xfrm>
          </p:grpSpPr>
          <p:sp>
            <p:nvSpPr>
              <p:cNvPr id="26" name="Rectangle 25">
                <a:extLst>
                  <a:ext uri="{FF2B5EF4-FFF2-40B4-BE49-F238E27FC236}">
                    <a16:creationId xmlns:a16="http://schemas.microsoft.com/office/drawing/2014/main" id="{B5E4DC7F-2A2D-3821-7141-0E4D078602B3}"/>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0557C207-C087-530B-4D7C-1DE6625CE47B}"/>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4CBCF4F6-7208-9C98-0CA3-C2954AEBFD00}"/>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9DBD30A4-4203-0972-631A-AD179EBA54B2}"/>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17000F84-5BF8-EF3F-EA16-1675F8AA2485}"/>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06E02548-EBD0-A670-C557-A8C7DE70D18F}"/>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132EC4BE-AA84-72BA-4609-B89A2FC46358}"/>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6E22CB18-CAB6-428B-E775-8674AFDE7839}"/>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1ACCA936-86D3-58E7-BE82-2B6BF8F86AB9}"/>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276861D4-4CFA-5793-9FA4-3F230CC73562}"/>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167DED18-8B33-9C74-FBD8-F6128DD882EC}"/>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D80D2DE5-0500-B1D2-2980-4BA0EB450F66}"/>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88E4985A-3886-7F58-FFBA-71D1DF6F3057}"/>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6069BF47-4B33-3988-332A-D04DB0E17EDC}"/>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15129CC4-90C1-EADF-D8E0-A4B9C768F136}"/>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5C4C3037-DBC7-33CB-06C6-C7AD65FF3189}"/>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79D01A2A-4B9B-22A7-F40C-66AECD57B30E}"/>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213ACA34-01B1-1F9E-4993-B9D45C57A212}"/>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4DFB98CA-CA73-10FA-AF3F-3F0AC0960BFF}"/>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93C51A55-A1FB-19F6-22BB-5F103E6331A8}"/>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2D7B9B18-FCB3-238E-7C3D-F1D0B7624B0C}"/>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4094CB9B-786C-BC20-5B2F-A77DE97E9A56}"/>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6" name="TextBox 35">
            <a:extLst>
              <a:ext uri="{FF2B5EF4-FFF2-40B4-BE49-F238E27FC236}">
                <a16:creationId xmlns:a16="http://schemas.microsoft.com/office/drawing/2014/main" id="{F47A08C9-DEED-9C93-F77B-8BC687865ED6}"/>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369323662"/>
      </p:ext>
    </p:extLst>
  </p:cSld>
  <p:clrMapOvr>
    <a:masterClrMapping/>
  </p:clrMapOvr>
</p:sldLayout>
</file>

<file path=ppt/slideLayouts/slideLayout202.xml><?xml version="1.0" encoding="utf-8"?>
<p:sldLayout xmlns:a="http://schemas.openxmlformats.org/drawingml/2006/main" xmlns:r="http://schemas.openxmlformats.org/officeDocument/2006/relationships" xmlns:p="http://schemas.openxmlformats.org/presentationml/2006/main" preserve="1" userDrawn="1">
  <p:cSld name="1 Column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1" name="Title 10">
            <a:extLst>
              <a:ext uri="{FF2B5EF4-FFF2-40B4-BE49-F238E27FC236}">
                <a16:creationId xmlns:a16="http://schemas.microsoft.com/office/drawing/2014/main" id="{DE7DA74E-D875-C25E-3313-FF110AB47A00}"/>
              </a:ext>
            </a:extLst>
          </p:cNvPr>
          <p:cNvSpPr>
            <a:spLocks noGrp="1"/>
          </p:cNvSpPr>
          <p:nvPr>
            <p:ph type="title"/>
          </p:nvPr>
        </p:nvSpPr>
        <p:spPr>
          <a:xfrm>
            <a:off x="546100" y="552450"/>
            <a:ext cx="11091861" cy="434975"/>
          </a:xfrm>
        </p:spPr>
        <p:txBody>
          <a:bodyPr/>
          <a:lstStyle/>
          <a:p>
            <a:r>
              <a:rPr lang="en-US"/>
              <a:t>Click to edit Master title style</a:t>
            </a:r>
          </a:p>
        </p:txBody>
      </p:sp>
      <p:sp>
        <p:nvSpPr>
          <p:cNvPr id="2" name="Freeform 5">
            <a:extLst>
              <a:ext uri="{FF2B5EF4-FFF2-40B4-BE49-F238E27FC236}">
                <a16:creationId xmlns:a16="http://schemas.microsoft.com/office/drawing/2014/main" id="{350075EE-B234-372B-92E8-BAF5D3459DD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2" name="Text Placeholder 11">
            <a:extLst>
              <a:ext uri="{FF2B5EF4-FFF2-40B4-BE49-F238E27FC236}">
                <a16:creationId xmlns:a16="http://schemas.microsoft.com/office/drawing/2014/main" id="{B8003664-EBF7-AE05-456F-9D95210B1FB2}"/>
              </a:ext>
            </a:extLst>
          </p:cNvPr>
          <p:cNvSpPr>
            <a:spLocks noGrp="1"/>
          </p:cNvSpPr>
          <p:nvPr>
            <p:ph type="body" sz="quarter" idx="18"/>
          </p:nvPr>
        </p:nvSpPr>
        <p:spPr>
          <a:xfrm>
            <a:off x="546100" y="1127125"/>
            <a:ext cx="11094211"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6" name="Text Placeholder 15">
            <a:extLst>
              <a:ext uri="{FF2B5EF4-FFF2-40B4-BE49-F238E27FC236}">
                <a16:creationId xmlns:a16="http://schemas.microsoft.com/office/drawing/2014/main" id="{16D968B0-C3F6-E6DA-D6B9-30DDABFEC5AE}"/>
              </a:ext>
            </a:extLst>
          </p:cNvPr>
          <p:cNvSpPr>
            <a:spLocks noGrp="1"/>
          </p:cNvSpPr>
          <p:nvPr>
            <p:ph type="body" sz="quarter" idx="19" hasCustomPrompt="1"/>
          </p:nvPr>
        </p:nvSpPr>
        <p:spPr>
          <a:xfrm>
            <a:off x="546100" y="6019800"/>
            <a:ext cx="6851650"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add footnotes or disclaimer information</a:t>
            </a:r>
          </a:p>
        </p:txBody>
      </p:sp>
      <p:sp>
        <p:nvSpPr>
          <p:cNvPr id="26" name="Content Placeholder 25">
            <a:extLst>
              <a:ext uri="{FF2B5EF4-FFF2-40B4-BE49-F238E27FC236}">
                <a16:creationId xmlns:a16="http://schemas.microsoft.com/office/drawing/2014/main" id="{8063A536-29D2-B27C-39FB-210C8061D1E6}"/>
              </a:ext>
            </a:extLst>
          </p:cNvPr>
          <p:cNvSpPr>
            <a:spLocks noGrp="1"/>
          </p:cNvSpPr>
          <p:nvPr>
            <p:ph sz="quarter" idx="22"/>
          </p:nvPr>
        </p:nvSpPr>
        <p:spPr>
          <a:xfrm>
            <a:off x="546100" y="2425700"/>
            <a:ext cx="9683750"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8" name="Text Placeholder 27">
            <a:extLst>
              <a:ext uri="{FF2B5EF4-FFF2-40B4-BE49-F238E27FC236}">
                <a16:creationId xmlns:a16="http://schemas.microsoft.com/office/drawing/2014/main" id="{DCA392B0-4552-D763-C268-BDEFD5644B54}"/>
              </a:ext>
            </a:extLst>
          </p:cNvPr>
          <p:cNvSpPr>
            <a:spLocks noGrp="1"/>
          </p:cNvSpPr>
          <p:nvPr>
            <p:ph type="body" sz="quarter" idx="23"/>
          </p:nvPr>
        </p:nvSpPr>
        <p:spPr>
          <a:xfrm>
            <a:off x="546100" y="1849438"/>
            <a:ext cx="9683750" cy="296862"/>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3" name="Group 2">
            <a:extLst>
              <a:ext uri="{FF2B5EF4-FFF2-40B4-BE49-F238E27FC236}">
                <a16:creationId xmlns:a16="http://schemas.microsoft.com/office/drawing/2014/main" id="{FEDAF0C9-22E9-1538-3A8E-C69BDB9E5B10}"/>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B2B605C5-209A-AE04-E110-AAE66832E55C}"/>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FA62B6D3-783E-5918-2F56-810A76A88F8F}"/>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59F8005C-7196-D0CC-D646-6FC7DAABDF0E}"/>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EBE25E6A-0695-1179-A473-576681F25AE6}"/>
                </a:ext>
              </a:extLst>
            </p:cNvPr>
            <p:cNvGrpSpPr/>
            <p:nvPr userDrawn="1"/>
          </p:nvGrpSpPr>
          <p:grpSpPr>
            <a:xfrm>
              <a:off x="12442019" y="3791214"/>
              <a:ext cx="382660" cy="2882942"/>
              <a:chOff x="14001569" y="3716048"/>
              <a:chExt cx="316248" cy="3171236"/>
            </a:xfrm>
          </p:grpSpPr>
          <p:sp>
            <p:nvSpPr>
              <p:cNvPr id="25" name="Rectangle 24">
                <a:extLst>
                  <a:ext uri="{FF2B5EF4-FFF2-40B4-BE49-F238E27FC236}">
                    <a16:creationId xmlns:a16="http://schemas.microsoft.com/office/drawing/2014/main" id="{7819868D-4B3C-57A6-18EE-58D0783A8F2C}"/>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92700E38-77E2-C887-1649-D69D2CC80D70}"/>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2716805A-497B-BA8C-214A-315DC4E77ABE}"/>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270F99C6-BE65-2079-71F5-169DBE2955D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7CA18DDB-23AC-46CC-A7C5-741061E367E6}"/>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855C265E-46D1-C48A-B8F8-0A302507A74C}"/>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BAF2187E-E8D1-491F-10D9-ADC1D2CDF31B}"/>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E33471B4-0A71-AF7C-E5B6-72BFB8DB1619}"/>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B1F84EE4-1EBC-4A84-CDB4-810953E34508}"/>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D6BEDECE-7D6A-B180-3B35-7BCD259DEA22}"/>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1F541929-E560-7ECA-912B-85BBCF91580C}"/>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B13FAA65-568D-3635-C8B2-8388AC96C064}"/>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6DDC5944-2C64-3A16-790A-287AC93D17F2}"/>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1E38E1C8-28FE-AA26-770A-FCD37B544AAF}"/>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5ABC8508-4A9B-720F-38D4-35C8B49D341E}"/>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B2A745B2-4539-5D3A-FA6F-24036A718910}"/>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387B97C5-5746-4A18-9AD3-AD7A18A0D426}"/>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3A62D78E-6D70-6FAB-7133-F16E44E7047F}"/>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8859BABC-73BC-AEC3-0DE4-D43B2849C3A8}"/>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EE7CEC5A-406D-6510-617B-8CC2A2E6C745}"/>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A124740C-0970-E3B4-2F01-F72E02A9469C}"/>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F7137363-F6CB-A9EE-A864-DA4766ABCE89}"/>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601FF0C4-D459-8DBE-24BC-CFC7400613DD}"/>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429116492"/>
      </p:ext>
    </p:extLst>
  </p:cSld>
  <p:clrMapOvr>
    <a:masterClrMapping/>
  </p:clrMapOvr>
</p:sldLayout>
</file>

<file path=ppt/slideLayouts/slideLayout203.xml><?xml version="1.0" encoding="utf-8"?>
<p:sldLayout xmlns:a="http://schemas.openxmlformats.org/drawingml/2006/main" xmlns:r="http://schemas.openxmlformats.org/officeDocument/2006/relationships" xmlns:p="http://schemas.openxmlformats.org/presentationml/2006/main" preserve="1" userDrawn="1">
  <p:cSld name="1 Column - 2 lines Title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1" name="Title 10">
            <a:extLst>
              <a:ext uri="{FF2B5EF4-FFF2-40B4-BE49-F238E27FC236}">
                <a16:creationId xmlns:a16="http://schemas.microsoft.com/office/drawing/2014/main" id="{DE7DA74E-D875-C25E-3313-FF110AB47A00}"/>
              </a:ext>
            </a:extLst>
          </p:cNvPr>
          <p:cNvSpPr>
            <a:spLocks noGrp="1"/>
          </p:cNvSpPr>
          <p:nvPr>
            <p:ph type="title" hasCustomPrompt="1"/>
          </p:nvPr>
        </p:nvSpPr>
        <p:spPr>
          <a:xfrm>
            <a:off x="546100" y="552450"/>
            <a:ext cx="11091861" cy="928909"/>
          </a:xfrm>
        </p:spPr>
        <p:txBody>
          <a:bodyPr>
            <a:spAutoFit/>
          </a:bodyPr>
          <a:lstStyle/>
          <a:p>
            <a:r>
              <a:rPr lang="en-US"/>
              <a:t>2 line title</a:t>
            </a:r>
            <a:br>
              <a:rPr lang="en-US"/>
            </a:br>
            <a:r>
              <a:rPr lang="en-US"/>
              <a:t>Click to edit Master title style</a:t>
            </a:r>
          </a:p>
        </p:txBody>
      </p:sp>
      <p:sp>
        <p:nvSpPr>
          <p:cNvPr id="2" name="Freeform 5">
            <a:extLst>
              <a:ext uri="{FF2B5EF4-FFF2-40B4-BE49-F238E27FC236}">
                <a16:creationId xmlns:a16="http://schemas.microsoft.com/office/drawing/2014/main" id="{350075EE-B234-372B-92E8-BAF5D3459DD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6" name="Text Placeholder 15">
            <a:extLst>
              <a:ext uri="{FF2B5EF4-FFF2-40B4-BE49-F238E27FC236}">
                <a16:creationId xmlns:a16="http://schemas.microsoft.com/office/drawing/2014/main" id="{16D968B0-C3F6-E6DA-D6B9-30DDABFEC5AE}"/>
              </a:ext>
            </a:extLst>
          </p:cNvPr>
          <p:cNvSpPr>
            <a:spLocks noGrp="1"/>
          </p:cNvSpPr>
          <p:nvPr>
            <p:ph type="body" sz="quarter" idx="19" hasCustomPrompt="1"/>
          </p:nvPr>
        </p:nvSpPr>
        <p:spPr>
          <a:xfrm>
            <a:off x="546100" y="6019800"/>
            <a:ext cx="6851650"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add footnotes or disclaimer information</a:t>
            </a:r>
          </a:p>
        </p:txBody>
      </p:sp>
      <p:sp>
        <p:nvSpPr>
          <p:cNvPr id="26" name="Content Placeholder 25">
            <a:extLst>
              <a:ext uri="{FF2B5EF4-FFF2-40B4-BE49-F238E27FC236}">
                <a16:creationId xmlns:a16="http://schemas.microsoft.com/office/drawing/2014/main" id="{8063A536-29D2-B27C-39FB-210C8061D1E6}"/>
              </a:ext>
            </a:extLst>
          </p:cNvPr>
          <p:cNvSpPr>
            <a:spLocks noGrp="1"/>
          </p:cNvSpPr>
          <p:nvPr>
            <p:ph sz="quarter" idx="22"/>
          </p:nvPr>
        </p:nvSpPr>
        <p:spPr>
          <a:xfrm>
            <a:off x="546100" y="2425700"/>
            <a:ext cx="9683750"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8" name="Text Placeholder 27">
            <a:extLst>
              <a:ext uri="{FF2B5EF4-FFF2-40B4-BE49-F238E27FC236}">
                <a16:creationId xmlns:a16="http://schemas.microsoft.com/office/drawing/2014/main" id="{DCA392B0-4552-D763-C268-BDEFD5644B54}"/>
              </a:ext>
            </a:extLst>
          </p:cNvPr>
          <p:cNvSpPr>
            <a:spLocks noGrp="1"/>
          </p:cNvSpPr>
          <p:nvPr>
            <p:ph type="body" sz="quarter" idx="23"/>
          </p:nvPr>
        </p:nvSpPr>
        <p:spPr>
          <a:xfrm>
            <a:off x="546100" y="1849438"/>
            <a:ext cx="9683750" cy="296862"/>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3" name="Group 2">
            <a:extLst>
              <a:ext uri="{FF2B5EF4-FFF2-40B4-BE49-F238E27FC236}">
                <a16:creationId xmlns:a16="http://schemas.microsoft.com/office/drawing/2014/main" id="{7B280B2F-E0D2-E445-A43F-CE3D939A6BC5}"/>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2EEB67F0-4C18-8EF8-C6B1-CA0034BBC861}"/>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AD2A6CE5-972C-490D-C1AC-90424D8AC2C8}"/>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9233A294-4002-E8AF-2498-A9C90444EDC8}"/>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EC3569C9-EF47-ADD5-7A22-9C57334B0278}"/>
                </a:ext>
              </a:extLst>
            </p:cNvPr>
            <p:cNvGrpSpPr/>
            <p:nvPr userDrawn="1"/>
          </p:nvGrpSpPr>
          <p:grpSpPr>
            <a:xfrm>
              <a:off x="12442019" y="3791214"/>
              <a:ext cx="382660" cy="2882942"/>
              <a:chOff x="14001569" y="3716048"/>
              <a:chExt cx="316248" cy="3171236"/>
            </a:xfrm>
          </p:grpSpPr>
          <p:sp>
            <p:nvSpPr>
              <p:cNvPr id="24" name="Rectangle 23">
                <a:extLst>
                  <a:ext uri="{FF2B5EF4-FFF2-40B4-BE49-F238E27FC236}">
                    <a16:creationId xmlns:a16="http://schemas.microsoft.com/office/drawing/2014/main" id="{B56494D4-65F2-DAED-5D60-66A93DC839D1}"/>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8A1988AE-3A33-4009-CEEA-2991067F409E}"/>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0F28DF76-F40D-B109-97F0-DAC7FA3BC4FE}"/>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42462988-5F36-1632-DBDD-4D4D79B86149}"/>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825E47CF-320F-1CDA-3BDC-81757EDD22FE}"/>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9D5048C8-2F5A-7F89-F92C-938E1E07A687}"/>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39005A8E-2F3B-8314-9DD3-887550DDFBC5}"/>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23B70263-5EA1-8706-96D5-A56ACF7210FB}"/>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A6CE458B-192E-D655-53BF-1DA33DAA6CB1}"/>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FA7F7C96-A7E2-B08C-5C26-638541F5559C}"/>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E6D131C5-635A-5C82-F30A-9026783598C5}"/>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5BA8F073-4A78-A4A5-A377-0473AE16EDB9}"/>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4" name="Rectangle 13">
                <a:extLst>
                  <a:ext uri="{FF2B5EF4-FFF2-40B4-BE49-F238E27FC236}">
                    <a16:creationId xmlns:a16="http://schemas.microsoft.com/office/drawing/2014/main" id="{0F55F512-9485-060A-599B-6B741BEDCD64}"/>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B3326273-C79F-05A8-ED1E-6DB4C5E231B8}"/>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A67673CD-BC9F-F88A-2294-29C38A2A8D84}"/>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E5799038-A93D-E315-C0E6-010823DFC636}"/>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DE1CD8D8-25F9-E72D-95F1-68B9FCE562D0}"/>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2B8DDE43-CC8E-B475-9F0E-97FEA56931EF}"/>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3A601239-6AE7-70FC-2016-3CA5B18C05F9}"/>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A2710675-6AF5-8C1E-AABC-A5B02E66A7A6}"/>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7A6B0B16-F060-A419-2F9E-3C26EE32C7C5}"/>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B079056F-476F-B051-2392-A928D4981DE1}"/>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6" name="TextBox 35">
            <a:extLst>
              <a:ext uri="{FF2B5EF4-FFF2-40B4-BE49-F238E27FC236}">
                <a16:creationId xmlns:a16="http://schemas.microsoft.com/office/drawing/2014/main" id="{778721F1-046A-68F6-6AE2-7EDDE4425B5A}"/>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991036586"/>
      </p:ext>
    </p:extLst>
  </p:cSld>
  <p:clrMapOvr>
    <a:masterClrMapping/>
  </p:clrMapOvr>
</p:sldLayout>
</file>

<file path=ppt/slideLayouts/slideLayout204.xml><?xml version="1.0" encoding="utf-8"?>
<p:sldLayout xmlns:a="http://schemas.openxmlformats.org/drawingml/2006/main" xmlns:r="http://schemas.openxmlformats.org/officeDocument/2006/relationships" xmlns:p="http://schemas.openxmlformats.org/presentationml/2006/main" preserve="1" userDrawn="1">
  <p:cSld name="2 Column, Equal">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2" name="Title 11">
            <a:extLst>
              <a:ext uri="{FF2B5EF4-FFF2-40B4-BE49-F238E27FC236}">
                <a16:creationId xmlns:a16="http://schemas.microsoft.com/office/drawing/2014/main" id="{E91C9FC0-5A4D-B663-9FBA-261AA765C0A6}"/>
              </a:ext>
            </a:extLst>
          </p:cNvPr>
          <p:cNvSpPr>
            <a:spLocks noGrp="1"/>
          </p:cNvSpPr>
          <p:nvPr>
            <p:ph type="title"/>
          </p:nvPr>
        </p:nvSpPr>
        <p:spPr>
          <a:xfrm>
            <a:off x="546100" y="552449"/>
            <a:ext cx="11091861" cy="434975"/>
          </a:xfrm>
        </p:spPr>
        <p:txBody>
          <a:bodyPr/>
          <a:lstStyle/>
          <a:p>
            <a:r>
              <a:rPr lang="en-US"/>
              <a:t>Click to edit Master title style</a:t>
            </a:r>
          </a:p>
        </p:txBody>
      </p:sp>
      <p:sp>
        <p:nvSpPr>
          <p:cNvPr id="4" name="Freeform 5">
            <a:extLst>
              <a:ext uri="{FF2B5EF4-FFF2-40B4-BE49-F238E27FC236}">
                <a16:creationId xmlns:a16="http://schemas.microsoft.com/office/drawing/2014/main" id="{87E865E7-C3CB-8EB7-5B8A-C0FE32443EA1}"/>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1" name="Text Placeholder 10">
            <a:extLst>
              <a:ext uri="{FF2B5EF4-FFF2-40B4-BE49-F238E27FC236}">
                <a16:creationId xmlns:a16="http://schemas.microsoft.com/office/drawing/2014/main" id="{89FE669B-9179-2192-FE7E-E7F257EFD40C}"/>
              </a:ext>
            </a:extLst>
          </p:cNvPr>
          <p:cNvSpPr>
            <a:spLocks noGrp="1"/>
          </p:cNvSpPr>
          <p:nvPr>
            <p:ph type="body" sz="quarter" idx="21"/>
          </p:nvPr>
        </p:nvSpPr>
        <p:spPr>
          <a:xfrm>
            <a:off x="546100" y="1127125"/>
            <a:ext cx="11094211"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6" name="Text Placeholder 15">
            <a:extLst>
              <a:ext uri="{FF2B5EF4-FFF2-40B4-BE49-F238E27FC236}">
                <a16:creationId xmlns:a16="http://schemas.microsoft.com/office/drawing/2014/main" id="{799DC228-25E7-A515-7C6E-578A7287752D}"/>
              </a:ext>
            </a:extLst>
          </p:cNvPr>
          <p:cNvSpPr>
            <a:spLocks noGrp="1"/>
          </p:cNvSpPr>
          <p:nvPr>
            <p:ph type="body" sz="quarter" idx="22"/>
          </p:nvPr>
        </p:nvSpPr>
        <p:spPr>
          <a:xfrm>
            <a:off x="546100" y="6019800"/>
            <a:ext cx="685165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23" name="Content Placeholder 22">
            <a:extLst>
              <a:ext uri="{FF2B5EF4-FFF2-40B4-BE49-F238E27FC236}">
                <a16:creationId xmlns:a16="http://schemas.microsoft.com/office/drawing/2014/main" id="{ADE7A618-3F91-D576-7D4B-F03CA5E408BF}"/>
              </a:ext>
            </a:extLst>
          </p:cNvPr>
          <p:cNvSpPr>
            <a:spLocks noGrp="1"/>
          </p:cNvSpPr>
          <p:nvPr>
            <p:ph sz="quarter" idx="23"/>
          </p:nvPr>
        </p:nvSpPr>
        <p:spPr>
          <a:xfrm>
            <a:off x="546100" y="1849438"/>
            <a:ext cx="5443537"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5" name="Content Placeholder 24">
            <a:extLst>
              <a:ext uri="{FF2B5EF4-FFF2-40B4-BE49-F238E27FC236}">
                <a16:creationId xmlns:a16="http://schemas.microsoft.com/office/drawing/2014/main" id="{F2FCD4E4-D365-CC7E-80F7-3790352FE369}"/>
              </a:ext>
            </a:extLst>
          </p:cNvPr>
          <p:cNvSpPr>
            <a:spLocks noGrp="1"/>
          </p:cNvSpPr>
          <p:nvPr>
            <p:ph sz="quarter" idx="24"/>
          </p:nvPr>
        </p:nvSpPr>
        <p:spPr>
          <a:xfrm>
            <a:off x="6194425" y="1849438"/>
            <a:ext cx="5443537"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0E8F11E5-87AF-F91C-44F4-462F24B188B3}"/>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9D1668B1-1990-F418-52AB-C50DC72CF39C}"/>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960F3F74-750D-D21D-1F0B-9297D52E6A77}"/>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0DFC5CB5-0254-2BE6-4930-02409074AD0D}"/>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74AE7B5D-A627-3F92-7097-A44213BAA2DB}"/>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731C6BE1-373D-CAFA-14A2-E1B3DB273196}"/>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401B8FDE-4AB7-C1C5-9497-FC9C8F3E5732}"/>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7381CD97-A72C-165C-D78A-0A249EABF0B6}"/>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0393CBD1-2C84-FB25-7AA2-A0C91F725E75}"/>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C4427951-1449-F2EF-980E-99AF4027C12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E53DE0DE-CE03-A0A7-CBDC-FB6BB23086B9}"/>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B0590AF1-5B69-CBEE-D7E3-FD3A4CF55C4D}"/>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3B259F62-06FC-2BBA-5DCE-C693D78AC195}"/>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350F7468-0139-9755-A726-5A6A2CB1246E}"/>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97E895C1-D1EA-4711-69DE-03B89EF5EDAA}"/>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A001478C-0438-829A-D72E-0C06E4D67FA5}"/>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3B1C42BD-DDE7-BF3C-AF40-5AA56A5C6486}"/>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54421D5F-F49C-9252-6CF4-423DC7219290}"/>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AF395AD2-DAF3-7CF3-C31F-951B87312722}"/>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03A6A57A-3A97-3AF8-8C54-CC3B412C5A70}"/>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E0F85024-3D08-1F6D-C0EB-6E5C3544C14D}"/>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71C6C2BC-C005-CEC6-B9E6-6A6AB43BEB5B}"/>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8C20EE8A-2A42-D4B0-B8B5-523C5957C3B3}"/>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B7F5C9BA-EFD5-B850-BBD2-2F45C77F57D0}"/>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43DDDA32-B281-8B74-D15E-C4F505A6B1D6}"/>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BD64FAB9-8EDC-20CF-C31C-E2F3BFE05D16}"/>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5A9D5DB8-49BA-AD8F-BAF5-466CC632A05E}"/>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93A910E1-CAC3-609A-F08D-3721A2B3799F}"/>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464516571"/>
      </p:ext>
    </p:extLst>
  </p:cSld>
  <p:clrMapOvr>
    <a:masterClrMapping/>
  </p:clrMapOvr>
</p:sldLayout>
</file>

<file path=ppt/slideLayouts/slideLayout205.xml><?xml version="1.0" encoding="utf-8"?>
<p:sldLayout xmlns:a="http://schemas.openxmlformats.org/drawingml/2006/main" xmlns:r="http://schemas.openxmlformats.org/officeDocument/2006/relationships" xmlns:p="http://schemas.openxmlformats.org/presentationml/2006/main" preserve="1" userDrawn="1">
  <p:cSld name="2 Column, Equal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8" name="Title 17">
            <a:extLst>
              <a:ext uri="{FF2B5EF4-FFF2-40B4-BE49-F238E27FC236}">
                <a16:creationId xmlns:a16="http://schemas.microsoft.com/office/drawing/2014/main" id="{EC9D0933-64E3-BFA1-9514-B7DF150292A4}"/>
              </a:ext>
            </a:extLst>
          </p:cNvPr>
          <p:cNvSpPr>
            <a:spLocks noGrp="1"/>
          </p:cNvSpPr>
          <p:nvPr>
            <p:ph type="title"/>
          </p:nvPr>
        </p:nvSpPr>
        <p:spPr>
          <a:xfrm>
            <a:off x="546100" y="552450"/>
            <a:ext cx="11091861" cy="434975"/>
          </a:xfrm>
        </p:spPr>
        <p:txBody>
          <a:bodyPr/>
          <a:lstStyle/>
          <a:p>
            <a:r>
              <a:rPr lang="en-US"/>
              <a:t>Click to edit Master title style</a:t>
            </a:r>
          </a:p>
        </p:txBody>
      </p:sp>
      <p:sp>
        <p:nvSpPr>
          <p:cNvPr id="5" name="Freeform 5">
            <a:extLst>
              <a:ext uri="{FF2B5EF4-FFF2-40B4-BE49-F238E27FC236}">
                <a16:creationId xmlns:a16="http://schemas.microsoft.com/office/drawing/2014/main" id="{815BB915-D4A3-4B77-441D-189B3126183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2" name="Text Placeholder 11">
            <a:extLst>
              <a:ext uri="{FF2B5EF4-FFF2-40B4-BE49-F238E27FC236}">
                <a16:creationId xmlns:a16="http://schemas.microsoft.com/office/drawing/2014/main" id="{5D9301CB-D124-C2F5-CEF2-1087073EEC8A}"/>
              </a:ext>
            </a:extLst>
          </p:cNvPr>
          <p:cNvSpPr>
            <a:spLocks noGrp="1"/>
          </p:cNvSpPr>
          <p:nvPr>
            <p:ph type="body" sz="quarter" idx="21"/>
          </p:nvPr>
        </p:nvSpPr>
        <p:spPr>
          <a:xfrm>
            <a:off x="546100" y="1127125"/>
            <a:ext cx="11097578" cy="292608"/>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4" name="Text Placeholder 13">
            <a:extLst>
              <a:ext uri="{FF2B5EF4-FFF2-40B4-BE49-F238E27FC236}">
                <a16:creationId xmlns:a16="http://schemas.microsoft.com/office/drawing/2014/main" id="{927E5978-3DC9-2522-00F6-781CF3B6DBE0}"/>
              </a:ext>
            </a:extLst>
          </p:cNvPr>
          <p:cNvSpPr>
            <a:spLocks noGrp="1"/>
          </p:cNvSpPr>
          <p:nvPr>
            <p:ph type="body" sz="quarter" idx="22"/>
          </p:nvPr>
        </p:nvSpPr>
        <p:spPr>
          <a:xfrm>
            <a:off x="546100" y="6019801"/>
            <a:ext cx="6851650"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30" name="Content Placeholder 29">
            <a:extLst>
              <a:ext uri="{FF2B5EF4-FFF2-40B4-BE49-F238E27FC236}">
                <a16:creationId xmlns:a16="http://schemas.microsoft.com/office/drawing/2014/main" id="{0BDF59AF-B2BA-5A83-3E07-990E126292C1}"/>
              </a:ext>
            </a:extLst>
          </p:cNvPr>
          <p:cNvSpPr>
            <a:spLocks noGrp="1"/>
          </p:cNvSpPr>
          <p:nvPr>
            <p:ph sz="quarter" idx="27"/>
          </p:nvPr>
        </p:nvSpPr>
        <p:spPr>
          <a:xfrm>
            <a:off x="546101" y="2425700"/>
            <a:ext cx="5445124"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2" name="Content Placeholder 31">
            <a:extLst>
              <a:ext uri="{FF2B5EF4-FFF2-40B4-BE49-F238E27FC236}">
                <a16:creationId xmlns:a16="http://schemas.microsoft.com/office/drawing/2014/main" id="{6F691F75-1851-7040-01A9-AB8C9E4CA60B}"/>
              </a:ext>
            </a:extLst>
          </p:cNvPr>
          <p:cNvSpPr>
            <a:spLocks noGrp="1"/>
          </p:cNvSpPr>
          <p:nvPr>
            <p:ph sz="quarter" idx="28"/>
          </p:nvPr>
        </p:nvSpPr>
        <p:spPr>
          <a:xfrm>
            <a:off x="6194425" y="2425700"/>
            <a:ext cx="5443538"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4" name="Text Placeholder 33">
            <a:extLst>
              <a:ext uri="{FF2B5EF4-FFF2-40B4-BE49-F238E27FC236}">
                <a16:creationId xmlns:a16="http://schemas.microsoft.com/office/drawing/2014/main" id="{5FE0CD66-027F-AA7D-2F1F-385DF569B800}"/>
              </a:ext>
            </a:extLst>
          </p:cNvPr>
          <p:cNvSpPr>
            <a:spLocks noGrp="1"/>
          </p:cNvSpPr>
          <p:nvPr>
            <p:ph type="body" sz="quarter" idx="29"/>
          </p:nvPr>
        </p:nvSpPr>
        <p:spPr>
          <a:xfrm>
            <a:off x="546100" y="1849436"/>
            <a:ext cx="5445125" cy="296864"/>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36" name="Text Placeholder 35">
            <a:extLst>
              <a:ext uri="{FF2B5EF4-FFF2-40B4-BE49-F238E27FC236}">
                <a16:creationId xmlns:a16="http://schemas.microsoft.com/office/drawing/2014/main" id="{3A72DFFD-6972-74A3-175B-07193979F2E8}"/>
              </a:ext>
            </a:extLst>
          </p:cNvPr>
          <p:cNvSpPr>
            <a:spLocks noGrp="1"/>
          </p:cNvSpPr>
          <p:nvPr>
            <p:ph type="body" sz="quarter" idx="30"/>
          </p:nvPr>
        </p:nvSpPr>
        <p:spPr>
          <a:xfrm>
            <a:off x="6194425" y="1849434"/>
            <a:ext cx="5443537" cy="296866"/>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226CEDAE-9F07-1C0C-6E9E-BB7BCDF8D27F}"/>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0F4816D7-3A80-BA68-F59C-705E7C62ED0D}"/>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4" name="TextBox 3">
              <a:extLst>
                <a:ext uri="{FF2B5EF4-FFF2-40B4-BE49-F238E27FC236}">
                  <a16:creationId xmlns:a16="http://schemas.microsoft.com/office/drawing/2014/main" id="{F7DD9259-F243-5A0B-900C-8570402A0E20}"/>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EA432BCD-E93E-2098-89BC-BE0C8316F127}"/>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1E629B40-79D5-42A5-F4DF-A2D85453151B}"/>
                </a:ext>
              </a:extLst>
            </p:cNvPr>
            <p:cNvGrpSpPr/>
            <p:nvPr userDrawn="1"/>
          </p:nvGrpSpPr>
          <p:grpSpPr>
            <a:xfrm>
              <a:off x="12442019" y="3791214"/>
              <a:ext cx="382660" cy="2882942"/>
              <a:chOff x="14001569" y="3716048"/>
              <a:chExt cx="316248" cy="3171236"/>
            </a:xfrm>
          </p:grpSpPr>
          <p:sp>
            <p:nvSpPr>
              <p:cNvPr id="25" name="Rectangle 24">
                <a:extLst>
                  <a:ext uri="{FF2B5EF4-FFF2-40B4-BE49-F238E27FC236}">
                    <a16:creationId xmlns:a16="http://schemas.microsoft.com/office/drawing/2014/main" id="{327DB983-63A8-7968-776C-03D3D6A0F7EE}"/>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50F7BE36-0B29-EE5B-61B9-A0FF40A6BC27}"/>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7484EA5A-B6CD-0FB4-9655-3BC1956850AB}"/>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ADAD8DDB-2C3E-1BD5-03C4-40975BA7E3EA}"/>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BF29BF7F-B872-0224-E924-83CEF4709DB9}"/>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E9C73C3F-19E1-AF5F-C1F4-7A353837016B}"/>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5CBD3428-3E1F-90DC-48EF-B4461E243C6F}"/>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EA2C0D84-EBEC-CE46-8ED4-BDC84A1C8F10}"/>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AD302B7E-2F55-2E93-4C55-C61E276D41B8}"/>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21CA36AA-154F-7C31-F63A-F7C298ACB6B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BDF25B36-B389-C624-36F6-31FBBDAA85A5}"/>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981D1DC1-3714-928B-019E-83A6011DB055}"/>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794C91FB-65A7-2437-1274-3E59976BB6ED}"/>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F16C61FC-3F15-281F-9978-400FC0D68F53}"/>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D2A1053B-3B83-B37F-2393-7450A6C149DC}"/>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285A330D-07DD-9B07-1F4A-F7E80D627A22}"/>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41A3E40B-587E-4951-7DEE-C96547B21EA4}"/>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B57FF93C-3CDA-5048-FEB5-2D02864A570D}"/>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C77A0EA5-2768-9B24-17A4-F7D9F496BA3D}"/>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E5D32CC4-C1AF-C546-6A35-7A60F7E4D85D}"/>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C712FAB3-7A5B-1236-3B7F-0EB28F02E9AB}"/>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1" name="TextBox 10">
              <a:extLst>
                <a:ext uri="{FF2B5EF4-FFF2-40B4-BE49-F238E27FC236}">
                  <a16:creationId xmlns:a16="http://schemas.microsoft.com/office/drawing/2014/main" id="{064AEEC9-1233-11A6-08E9-4906E4D0257A}"/>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C307FF3D-E53A-3D7B-8D5E-F25BB610B952}"/>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209131452"/>
      </p:ext>
    </p:extLst>
  </p:cSld>
  <p:clrMapOvr>
    <a:masterClrMapping/>
  </p:clrMapOvr>
</p:sldLayout>
</file>

<file path=ppt/slideLayouts/slideLayout206.xml><?xml version="1.0" encoding="utf-8"?>
<p:sldLayout xmlns:a="http://schemas.openxmlformats.org/drawingml/2006/main" xmlns:r="http://schemas.openxmlformats.org/officeDocument/2006/relationships" xmlns:p="http://schemas.openxmlformats.org/presentationml/2006/main" preserve="1" userDrawn="1">
  <p:cSld name="2 Column - 2 line title - Equal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8" name="Title 17">
            <a:extLst>
              <a:ext uri="{FF2B5EF4-FFF2-40B4-BE49-F238E27FC236}">
                <a16:creationId xmlns:a16="http://schemas.microsoft.com/office/drawing/2014/main" id="{EC9D0933-64E3-BFA1-9514-B7DF150292A4}"/>
              </a:ext>
            </a:extLst>
          </p:cNvPr>
          <p:cNvSpPr>
            <a:spLocks noGrp="1"/>
          </p:cNvSpPr>
          <p:nvPr>
            <p:ph type="title" hasCustomPrompt="1"/>
          </p:nvPr>
        </p:nvSpPr>
        <p:spPr>
          <a:xfrm>
            <a:off x="546100" y="552450"/>
            <a:ext cx="11091861" cy="928909"/>
          </a:xfrm>
        </p:spPr>
        <p:txBody>
          <a:bodyPr>
            <a:spAutoFit/>
          </a:bodyPr>
          <a:lstStyle/>
          <a:p>
            <a:r>
              <a:rPr lang="en-US"/>
              <a:t>2 line title</a:t>
            </a:r>
            <a:br>
              <a:rPr lang="en-US"/>
            </a:br>
            <a:r>
              <a:rPr lang="en-US"/>
              <a:t>Click to edit Master title style</a:t>
            </a:r>
          </a:p>
        </p:txBody>
      </p:sp>
      <p:sp>
        <p:nvSpPr>
          <p:cNvPr id="5" name="Freeform 5">
            <a:extLst>
              <a:ext uri="{FF2B5EF4-FFF2-40B4-BE49-F238E27FC236}">
                <a16:creationId xmlns:a16="http://schemas.microsoft.com/office/drawing/2014/main" id="{815BB915-D4A3-4B77-441D-189B3126183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4" name="Text Placeholder 13">
            <a:extLst>
              <a:ext uri="{FF2B5EF4-FFF2-40B4-BE49-F238E27FC236}">
                <a16:creationId xmlns:a16="http://schemas.microsoft.com/office/drawing/2014/main" id="{927E5978-3DC9-2522-00F6-781CF3B6DBE0}"/>
              </a:ext>
            </a:extLst>
          </p:cNvPr>
          <p:cNvSpPr>
            <a:spLocks noGrp="1"/>
          </p:cNvSpPr>
          <p:nvPr>
            <p:ph type="body" sz="quarter" idx="22"/>
          </p:nvPr>
        </p:nvSpPr>
        <p:spPr>
          <a:xfrm>
            <a:off x="546100" y="6019801"/>
            <a:ext cx="6851650"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30" name="Content Placeholder 29">
            <a:extLst>
              <a:ext uri="{FF2B5EF4-FFF2-40B4-BE49-F238E27FC236}">
                <a16:creationId xmlns:a16="http://schemas.microsoft.com/office/drawing/2014/main" id="{0BDF59AF-B2BA-5A83-3E07-990E126292C1}"/>
              </a:ext>
            </a:extLst>
          </p:cNvPr>
          <p:cNvSpPr>
            <a:spLocks noGrp="1"/>
          </p:cNvSpPr>
          <p:nvPr>
            <p:ph sz="quarter" idx="27"/>
          </p:nvPr>
        </p:nvSpPr>
        <p:spPr>
          <a:xfrm>
            <a:off x="546101" y="2425700"/>
            <a:ext cx="5445124"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2" name="Content Placeholder 31">
            <a:extLst>
              <a:ext uri="{FF2B5EF4-FFF2-40B4-BE49-F238E27FC236}">
                <a16:creationId xmlns:a16="http://schemas.microsoft.com/office/drawing/2014/main" id="{6F691F75-1851-7040-01A9-AB8C9E4CA60B}"/>
              </a:ext>
            </a:extLst>
          </p:cNvPr>
          <p:cNvSpPr>
            <a:spLocks noGrp="1"/>
          </p:cNvSpPr>
          <p:nvPr>
            <p:ph sz="quarter" idx="28"/>
          </p:nvPr>
        </p:nvSpPr>
        <p:spPr>
          <a:xfrm>
            <a:off x="6194425" y="2425700"/>
            <a:ext cx="5443538"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4" name="Text Placeholder 33">
            <a:extLst>
              <a:ext uri="{FF2B5EF4-FFF2-40B4-BE49-F238E27FC236}">
                <a16:creationId xmlns:a16="http://schemas.microsoft.com/office/drawing/2014/main" id="{5FE0CD66-027F-AA7D-2F1F-385DF569B800}"/>
              </a:ext>
            </a:extLst>
          </p:cNvPr>
          <p:cNvSpPr>
            <a:spLocks noGrp="1"/>
          </p:cNvSpPr>
          <p:nvPr>
            <p:ph type="body" sz="quarter" idx="29"/>
          </p:nvPr>
        </p:nvSpPr>
        <p:spPr>
          <a:xfrm>
            <a:off x="546100" y="1849436"/>
            <a:ext cx="5445125" cy="296864"/>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36" name="Text Placeholder 35">
            <a:extLst>
              <a:ext uri="{FF2B5EF4-FFF2-40B4-BE49-F238E27FC236}">
                <a16:creationId xmlns:a16="http://schemas.microsoft.com/office/drawing/2014/main" id="{3A72DFFD-6972-74A3-175B-07193979F2E8}"/>
              </a:ext>
            </a:extLst>
          </p:cNvPr>
          <p:cNvSpPr>
            <a:spLocks noGrp="1"/>
          </p:cNvSpPr>
          <p:nvPr>
            <p:ph type="body" sz="quarter" idx="30"/>
          </p:nvPr>
        </p:nvSpPr>
        <p:spPr>
          <a:xfrm>
            <a:off x="6194425" y="1849434"/>
            <a:ext cx="5443537" cy="296866"/>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A023A96B-1BF9-D309-E58D-66F0C9D8471A}"/>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49F1DF92-ECAD-BF68-FDE6-F709D0D951C9}"/>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4" name="TextBox 3">
              <a:extLst>
                <a:ext uri="{FF2B5EF4-FFF2-40B4-BE49-F238E27FC236}">
                  <a16:creationId xmlns:a16="http://schemas.microsoft.com/office/drawing/2014/main" id="{8CAD21AF-032B-2021-CF3D-A8022FEFD066}"/>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DE1CC72B-1C70-C379-5BAC-324B2303E7E6}"/>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4E016C1E-66F1-891D-C460-E3A494D5AC4B}"/>
                </a:ext>
              </a:extLst>
            </p:cNvPr>
            <p:cNvGrpSpPr/>
            <p:nvPr userDrawn="1"/>
          </p:nvGrpSpPr>
          <p:grpSpPr>
            <a:xfrm>
              <a:off x="12442019" y="3791214"/>
              <a:ext cx="382660" cy="2882942"/>
              <a:chOff x="14001569" y="3716048"/>
              <a:chExt cx="316248" cy="3171236"/>
            </a:xfrm>
          </p:grpSpPr>
          <p:sp>
            <p:nvSpPr>
              <p:cNvPr id="24" name="Rectangle 23">
                <a:extLst>
                  <a:ext uri="{FF2B5EF4-FFF2-40B4-BE49-F238E27FC236}">
                    <a16:creationId xmlns:a16="http://schemas.microsoft.com/office/drawing/2014/main" id="{6294FCDF-4C95-2DF7-5353-CF43A0D6245C}"/>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45039E83-2F04-9BF9-0AAF-78BEBBC57262}"/>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C61E2DB1-347C-45D4-D662-3F654090B1E1}"/>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DE37020C-FC52-7B58-E013-312618231BDE}"/>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8FBC011C-29E5-03E6-5922-E83E606487E2}"/>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DADCD13E-DDF9-8015-E925-442F05A55D06}"/>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2AEF6E34-9A35-831C-45ED-3CD3E771E1D3}"/>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6292540D-4027-22CE-24C3-E22C48CAA5B7}"/>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4C7C7F4F-49FB-643A-E32B-0B1C57A4A45F}"/>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4EF246E9-2FEC-2BF8-4982-874565B7C1C5}"/>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D6465557-DFA5-6E9F-B2CA-0CC78F2E42FF}"/>
                </a:ext>
              </a:extLst>
            </p:cNvPr>
            <p:cNvGrpSpPr/>
            <p:nvPr userDrawn="1"/>
          </p:nvGrpSpPr>
          <p:grpSpPr>
            <a:xfrm>
              <a:off x="12442019" y="198485"/>
              <a:ext cx="382660" cy="2882942"/>
              <a:chOff x="12742785" y="3716048"/>
              <a:chExt cx="316248" cy="3171236"/>
            </a:xfrm>
          </p:grpSpPr>
          <p:sp>
            <p:nvSpPr>
              <p:cNvPr id="12" name="Rectangle 11">
                <a:extLst>
                  <a:ext uri="{FF2B5EF4-FFF2-40B4-BE49-F238E27FC236}">
                    <a16:creationId xmlns:a16="http://schemas.microsoft.com/office/drawing/2014/main" id="{704FC328-6E6C-99D5-92BC-80D1D4DC8821}"/>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3" name="Rectangle 12">
                <a:extLst>
                  <a:ext uri="{FF2B5EF4-FFF2-40B4-BE49-F238E27FC236}">
                    <a16:creationId xmlns:a16="http://schemas.microsoft.com/office/drawing/2014/main" id="{3C74818A-0DBB-630C-61F9-E755609B224B}"/>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71262F0D-B196-A598-1AAC-299DB6564A2C}"/>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4AADF65C-1060-C877-6079-8694D9429E07}"/>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5867004F-B497-7EF0-5569-32BD9DEE8904}"/>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86D2E9B6-C2DD-6B79-F14C-BFC320B536F8}"/>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AF7CEEBC-C377-E964-ED52-C96B2B9095F9}"/>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AC92C6F2-7DD1-C98A-4728-CE12FB81C2DA}"/>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3209BC35-6E55-B045-DA5E-FEC5B6753350}"/>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ABB164D7-396E-3DAE-51E4-054D639E919F}"/>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1" name="TextBox 10">
              <a:extLst>
                <a:ext uri="{FF2B5EF4-FFF2-40B4-BE49-F238E27FC236}">
                  <a16:creationId xmlns:a16="http://schemas.microsoft.com/office/drawing/2014/main" id="{AAC38E5C-C4E4-B487-8A97-539C88BB09E2}"/>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2D912699-8715-5EE4-551E-2A0519E39393}"/>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310744626"/>
      </p:ext>
    </p:extLst>
  </p:cSld>
  <p:clrMapOvr>
    <a:masterClrMapping/>
  </p:clrMapOvr>
</p:sldLayout>
</file>

<file path=ppt/slideLayouts/slideLayout207.xml><?xml version="1.0" encoding="utf-8"?>
<p:sldLayout xmlns:a="http://schemas.openxmlformats.org/drawingml/2006/main" xmlns:r="http://schemas.openxmlformats.org/officeDocument/2006/relationships" xmlns:p="http://schemas.openxmlformats.org/presentationml/2006/main" preserve="1" userDrawn="1">
  <p:cSld name="2 Column, Equal - Icons">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0" name="Picture Placeholder 9">
            <a:extLst>
              <a:ext uri="{FF2B5EF4-FFF2-40B4-BE49-F238E27FC236}">
                <a16:creationId xmlns:a16="http://schemas.microsoft.com/office/drawing/2014/main" id="{3BB3CD90-7B8A-B179-4BE0-1306245D8C1F}"/>
              </a:ext>
            </a:extLst>
          </p:cNvPr>
          <p:cNvSpPr>
            <a:spLocks noGrp="1"/>
          </p:cNvSpPr>
          <p:nvPr>
            <p:ph type="pic" sz="quarter" idx="37" hasCustomPrompt="1"/>
          </p:nvPr>
        </p:nvSpPr>
        <p:spPr>
          <a:xfrm>
            <a:off x="546100" y="1849438"/>
            <a:ext cx="731519" cy="720725"/>
          </a:xfrm>
          <a:noFill/>
          <a:ln>
            <a:noFill/>
          </a:ln>
        </p:spPr>
        <p:txBody>
          <a:bodyPr anchor="ctr"/>
          <a:lstStyle>
            <a:lvl1pPr algn="ctr">
              <a:defRPr>
                <a:solidFill>
                  <a:schemeClr val="tx1"/>
                </a:solidFill>
              </a:defRPr>
            </a:lvl1pPr>
          </a:lstStyle>
          <a:p>
            <a:r>
              <a:rPr lang="en-US"/>
              <a:t>Icon</a:t>
            </a:r>
          </a:p>
        </p:txBody>
      </p:sp>
      <p:sp>
        <p:nvSpPr>
          <p:cNvPr id="13" name="Picture Placeholder 9">
            <a:extLst>
              <a:ext uri="{FF2B5EF4-FFF2-40B4-BE49-F238E27FC236}">
                <a16:creationId xmlns:a16="http://schemas.microsoft.com/office/drawing/2014/main" id="{3759C39D-789E-C620-C4CA-F2BAB3460CEA}"/>
              </a:ext>
            </a:extLst>
          </p:cNvPr>
          <p:cNvSpPr>
            <a:spLocks noGrp="1"/>
          </p:cNvSpPr>
          <p:nvPr>
            <p:ph type="pic" sz="quarter" idx="38" hasCustomPrompt="1"/>
          </p:nvPr>
        </p:nvSpPr>
        <p:spPr>
          <a:xfrm>
            <a:off x="6194425" y="1849438"/>
            <a:ext cx="731520" cy="720725"/>
          </a:xfrm>
          <a:noFill/>
          <a:ln>
            <a:noFill/>
          </a:ln>
        </p:spPr>
        <p:txBody>
          <a:bodyPr anchor="ctr"/>
          <a:lstStyle>
            <a:lvl1pPr algn="ctr">
              <a:defRPr>
                <a:solidFill>
                  <a:schemeClr val="tx1"/>
                </a:solidFill>
              </a:defRPr>
            </a:lvl1pPr>
          </a:lstStyle>
          <a:p>
            <a:r>
              <a:rPr lang="en-US"/>
              <a:t>Icon</a:t>
            </a:r>
          </a:p>
        </p:txBody>
      </p:sp>
      <p:sp>
        <p:nvSpPr>
          <p:cNvPr id="15" name="Title 14">
            <a:extLst>
              <a:ext uri="{FF2B5EF4-FFF2-40B4-BE49-F238E27FC236}">
                <a16:creationId xmlns:a16="http://schemas.microsoft.com/office/drawing/2014/main" id="{83293C95-F2D4-1B62-3972-21D684C69D6B}"/>
              </a:ext>
            </a:extLst>
          </p:cNvPr>
          <p:cNvSpPr>
            <a:spLocks noGrp="1"/>
          </p:cNvSpPr>
          <p:nvPr>
            <p:ph type="title"/>
          </p:nvPr>
        </p:nvSpPr>
        <p:spPr>
          <a:xfrm>
            <a:off x="546100" y="552450"/>
            <a:ext cx="11091861" cy="434975"/>
          </a:xfrm>
        </p:spPr>
        <p:txBody>
          <a:bodyPr/>
          <a:lstStyle/>
          <a:p>
            <a:r>
              <a:rPr lang="en-US"/>
              <a:t>Click to edit Master title style</a:t>
            </a:r>
          </a:p>
        </p:txBody>
      </p:sp>
      <p:sp>
        <p:nvSpPr>
          <p:cNvPr id="4" name="Freeform 5">
            <a:extLst>
              <a:ext uri="{FF2B5EF4-FFF2-40B4-BE49-F238E27FC236}">
                <a16:creationId xmlns:a16="http://schemas.microsoft.com/office/drawing/2014/main" id="{BDF8D966-D4D5-8345-BCCE-83ADA78DF007}"/>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22" name="Text Placeholder 11">
            <a:extLst>
              <a:ext uri="{FF2B5EF4-FFF2-40B4-BE49-F238E27FC236}">
                <a16:creationId xmlns:a16="http://schemas.microsoft.com/office/drawing/2014/main" id="{E3714C5C-1F27-C398-E400-5C0795EDB8E8}"/>
              </a:ext>
            </a:extLst>
          </p:cNvPr>
          <p:cNvSpPr>
            <a:spLocks noGrp="1"/>
          </p:cNvSpPr>
          <p:nvPr>
            <p:ph type="body" sz="quarter" idx="21"/>
          </p:nvPr>
        </p:nvSpPr>
        <p:spPr>
          <a:xfrm>
            <a:off x="546100" y="1127125"/>
            <a:ext cx="11097578" cy="292608"/>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23" name="Text Placeholder 13">
            <a:extLst>
              <a:ext uri="{FF2B5EF4-FFF2-40B4-BE49-F238E27FC236}">
                <a16:creationId xmlns:a16="http://schemas.microsoft.com/office/drawing/2014/main" id="{7AD587B1-D6EF-264C-B2FD-D3B6CF8CC777}"/>
              </a:ext>
            </a:extLst>
          </p:cNvPr>
          <p:cNvSpPr>
            <a:spLocks noGrp="1"/>
          </p:cNvSpPr>
          <p:nvPr>
            <p:ph type="body" sz="quarter" idx="22"/>
          </p:nvPr>
        </p:nvSpPr>
        <p:spPr>
          <a:xfrm>
            <a:off x="546100" y="6019801"/>
            <a:ext cx="6851650"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24" name="Content Placeholder 29">
            <a:extLst>
              <a:ext uri="{FF2B5EF4-FFF2-40B4-BE49-F238E27FC236}">
                <a16:creationId xmlns:a16="http://schemas.microsoft.com/office/drawing/2014/main" id="{BC7EB0C9-FA9F-3888-8848-B5F248F576E9}"/>
              </a:ext>
            </a:extLst>
          </p:cNvPr>
          <p:cNvSpPr>
            <a:spLocks noGrp="1"/>
          </p:cNvSpPr>
          <p:nvPr>
            <p:ph sz="quarter" idx="27"/>
          </p:nvPr>
        </p:nvSpPr>
        <p:spPr>
          <a:xfrm>
            <a:off x="546101" y="2847975"/>
            <a:ext cx="5445124" cy="301942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5" name="Content Placeholder 31">
            <a:extLst>
              <a:ext uri="{FF2B5EF4-FFF2-40B4-BE49-F238E27FC236}">
                <a16:creationId xmlns:a16="http://schemas.microsoft.com/office/drawing/2014/main" id="{791D8777-C2DB-5F33-F63B-04B9C6AF8C52}"/>
              </a:ext>
            </a:extLst>
          </p:cNvPr>
          <p:cNvSpPr>
            <a:spLocks noGrp="1"/>
          </p:cNvSpPr>
          <p:nvPr>
            <p:ph sz="quarter" idx="28"/>
          </p:nvPr>
        </p:nvSpPr>
        <p:spPr>
          <a:xfrm>
            <a:off x="6194425" y="2847975"/>
            <a:ext cx="5443538" cy="301942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1BC4217D-4BAA-9360-1097-8431CA9B3583}"/>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23B738D2-9770-CA27-45BA-398391E221B4}"/>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765EE3DD-2A78-3977-96CB-1F4379F4F7B2}"/>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0D473BDE-269B-80AF-C2A3-A7FF07FC8C8A}"/>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B297EE7D-B7B5-F2F1-323E-D3708819C364}"/>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F7C5CFC4-7BCA-2B63-78A4-16D49919F444}"/>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5D70C0FD-9524-2C30-0539-E4E8C483F5EC}"/>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A55E9539-976E-313D-7347-9A0CD199EF14}"/>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40C12AA8-5649-BC19-338A-79799798EE2E}"/>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375BA55C-DF0A-D207-FA76-5ABF56FCA1C1}"/>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01AD903F-D396-FD39-53A0-99C131EB5AD0}"/>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BF987DE3-7741-D6BC-5B16-C386D99833B9}"/>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A30D0097-5B52-066B-6132-D211D4EBCF03}"/>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8256A564-2663-1E6F-3087-4F0654732D42}"/>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71EA7701-8240-364C-45FD-23F8090AE9E4}"/>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F27F1958-2330-3A10-25DB-3B1994DBDFE2}"/>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0842A728-0754-C9BD-9E4D-45B4B864EBA6}"/>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305A6F1E-9E2F-FBAA-4EB2-F5594A1259C3}"/>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927CCDDB-5836-8CC6-B4EC-970F1B67029C}"/>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E8E85DD0-B05F-F711-0829-830D552C5756}"/>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E30447AF-3E93-B4F4-2BD4-2D29DC49010A}"/>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D0803FD3-E145-B037-4F67-5DF2DD6040E0}"/>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F8249DC2-A9E4-0CD0-0F3F-282E0C8634A2}"/>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F6CC8C32-7656-8BA3-E842-3EC24814DCCD}"/>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45AACEA3-1A29-83A1-DDD8-14DE1DA11719}"/>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E5B1B73D-F5CF-EBCE-3F9A-C836D720D50F}"/>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D2C14CAE-C770-6127-8D3D-57B8E90575DC}"/>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F861FBEF-EE6E-BC1D-410E-9D965C8DDB92}"/>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856365297"/>
      </p:ext>
    </p:extLst>
  </p:cSld>
  <p:clrMapOvr>
    <a:masterClrMapping/>
  </p:clrMapOvr>
</p:sldLayout>
</file>

<file path=ppt/slideLayouts/slideLayout208.xml><?xml version="1.0" encoding="utf-8"?>
<p:sldLayout xmlns:a="http://schemas.openxmlformats.org/drawingml/2006/main" xmlns:r="http://schemas.openxmlformats.org/officeDocument/2006/relationships" xmlns:p="http://schemas.openxmlformats.org/presentationml/2006/main" preserve="1" userDrawn="1">
  <p:cSld name="2 Column, Equal - Subhead/Icons">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0" name="Picture Placeholder 9">
            <a:extLst>
              <a:ext uri="{FF2B5EF4-FFF2-40B4-BE49-F238E27FC236}">
                <a16:creationId xmlns:a16="http://schemas.microsoft.com/office/drawing/2014/main" id="{3BB3CD90-7B8A-B179-4BE0-1306245D8C1F}"/>
              </a:ext>
            </a:extLst>
          </p:cNvPr>
          <p:cNvSpPr>
            <a:spLocks noGrp="1"/>
          </p:cNvSpPr>
          <p:nvPr>
            <p:ph type="pic" sz="quarter" idx="37" hasCustomPrompt="1"/>
          </p:nvPr>
        </p:nvSpPr>
        <p:spPr>
          <a:xfrm>
            <a:off x="546100" y="1849438"/>
            <a:ext cx="731520" cy="720725"/>
          </a:xfrm>
          <a:noFill/>
          <a:ln>
            <a:noFill/>
          </a:ln>
        </p:spPr>
        <p:txBody>
          <a:bodyPr anchor="ctr"/>
          <a:lstStyle>
            <a:lvl1pPr algn="ctr">
              <a:defRPr>
                <a:solidFill>
                  <a:schemeClr val="tx1"/>
                </a:solidFill>
              </a:defRPr>
            </a:lvl1pPr>
          </a:lstStyle>
          <a:p>
            <a:r>
              <a:rPr lang="en-US"/>
              <a:t>Icon</a:t>
            </a:r>
          </a:p>
        </p:txBody>
      </p:sp>
      <p:sp>
        <p:nvSpPr>
          <p:cNvPr id="13" name="Picture Placeholder 9">
            <a:extLst>
              <a:ext uri="{FF2B5EF4-FFF2-40B4-BE49-F238E27FC236}">
                <a16:creationId xmlns:a16="http://schemas.microsoft.com/office/drawing/2014/main" id="{3759C39D-789E-C620-C4CA-F2BAB3460CEA}"/>
              </a:ext>
            </a:extLst>
          </p:cNvPr>
          <p:cNvSpPr>
            <a:spLocks noGrp="1"/>
          </p:cNvSpPr>
          <p:nvPr>
            <p:ph type="pic" sz="quarter" idx="38" hasCustomPrompt="1"/>
          </p:nvPr>
        </p:nvSpPr>
        <p:spPr>
          <a:xfrm>
            <a:off x="6194425" y="1849438"/>
            <a:ext cx="731520" cy="720725"/>
          </a:xfrm>
          <a:noFill/>
          <a:ln>
            <a:noFill/>
          </a:ln>
        </p:spPr>
        <p:txBody>
          <a:bodyPr anchor="ctr"/>
          <a:lstStyle>
            <a:lvl1pPr algn="ctr">
              <a:defRPr>
                <a:solidFill>
                  <a:schemeClr val="tx1"/>
                </a:solidFill>
              </a:defRPr>
            </a:lvl1pPr>
          </a:lstStyle>
          <a:p>
            <a:r>
              <a:rPr lang="en-US"/>
              <a:t>Icon</a:t>
            </a:r>
          </a:p>
        </p:txBody>
      </p:sp>
      <p:sp>
        <p:nvSpPr>
          <p:cNvPr id="19" name="Title 18">
            <a:extLst>
              <a:ext uri="{FF2B5EF4-FFF2-40B4-BE49-F238E27FC236}">
                <a16:creationId xmlns:a16="http://schemas.microsoft.com/office/drawing/2014/main" id="{4203C809-6284-F504-FD1D-2F733D8EF672}"/>
              </a:ext>
            </a:extLst>
          </p:cNvPr>
          <p:cNvSpPr>
            <a:spLocks noGrp="1"/>
          </p:cNvSpPr>
          <p:nvPr>
            <p:ph type="title"/>
          </p:nvPr>
        </p:nvSpPr>
        <p:spPr>
          <a:xfrm>
            <a:off x="546100" y="552450"/>
            <a:ext cx="11091862" cy="434975"/>
          </a:xfrm>
        </p:spPr>
        <p:txBody>
          <a:bodyPr/>
          <a:lstStyle/>
          <a:p>
            <a:r>
              <a:rPr lang="en-US"/>
              <a:t>Click to edit Master title style</a:t>
            </a:r>
          </a:p>
        </p:txBody>
      </p:sp>
      <p:sp>
        <p:nvSpPr>
          <p:cNvPr id="4" name="Freeform 5">
            <a:extLst>
              <a:ext uri="{FF2B5EF4-FFF2-40B4-BE49-F238E27FC236}">
                <a16:creationId xmlns:a16="http://schemas.microsoft.com/office/drawing/2014/main" id="{FD35FFA2-B061-C6C6-9525-75F69775617A}"/>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2" name="Text Placeholder 11">
            <a:extLst>
              <a:ext uri="{FF2B5EF4-FFF2-40B4-BE49-F238E27FC236}">
                <a16:creationId xmlns:a16="http://schemas.microsoft.com/office/drawing/2014/main" id="{9DBD8FF5-701A-95F4-260E-E54FC660C38F}"/>
              </a:ext>
            </a:extLst>
          </p:cNvPr>
          <p:cNvSpPr>
            <a:spLocks noGrp="1"/>
          </p:cNvSpPr>
          <p:nvPr>
            <p:ph type="body" sz="quarter" idx="41"/>
          </p:nvPr>
        </p:nvSpPr>
        <p:spPr>
          <a:xfrm>
            <a:off x="546100" y="1127124"/>
            <a:ext cx="11094211" cy="295276"/>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5" name="Text Placeholder 14">
            <a:extLst>
              <a:ext uri="{FF2B5EF4-FFF2-40B4-BE49-F238E27FC236}">
                <a16:creationId xmlns:a16="http://schemas.microsoft.com/office/drawing/2014/main" id="{FC3E1B1C-BFB6-509F-0D82-C1AA2860E141}"/>
              </a:ext>
            </a:extLst>
          </p:cNvPr>
          <p:cNvSpPr>
            <a:spLocks noGrp="1"/>
          </p:cNvSpPr>
          <p:nvPr>
            <p:ph type="body" sz="quarter" idx="42"/>
          </p:nvPr>
        </p:nvSpPr>
        <p:spPr>
          <a:xfrm>
            <a:off x="539748" y="6019800"/>
            <a:ext cx="6858001" cy="292099"/>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7" name="Content Placeholder 16">
            <a:extLst>
              <a:ext uri="{FF2B5EF4-FFF2-40B4-BE49-F238E27FC236}">
                <a16:creationId xmlns:a16="http://schemas.microsoft.com/office/drawing/2014/main" id="{EE99AD3F-BADC-0A62-5455-2F629230E03A}"/>
              </a:ext>
            </a:extLst>
          </p:cNvPr>
          <p:cNvSpPr>
            <a:spLocks noGrp="1"/>
          </p:cNvSpPr>
          <p:nvPr>
            <p:ph sz="quarter" idx="43"/>
          </p:nvPr>
        </p:nvSpPr>
        <p:spPr>
          <a:xfrm>
            <a:off x="546100" y="3295650"/>
            <a:ext cx="5445125" cy="243763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5" name="Content Placeholder 24">
            <a:extLst>
              <a:ext uri="{FF2B5EF4-FFF2-40B4-BE49-F238E27FC236}">
                <a16:creationId xmlns:a16="http://schemas.microsoft.com/office/drawing/2014/main" id="{F13C4FDE-A81E-EF79-BD4B-61C6431C7630}"/>
              </a:ext>
            </a:extLst>
          </p:cNvPr>
          <p:cNvSpPr>
            <a:spLocks noGrp="1"/>
          </p:cNvSpPr>
          <p:nvPr>
            <p:ph sz="quarter" idx="44"/>
          </p:nvPr>
        </p:nvSpPr>
        <p:spPr>
          <a:xfrm>
            <a:off x="6194425" y="3295650"/>
            <a:ext cx="5443536" cy="24376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7" name="Text Placeholder 26">
            <a:extLst>
              <a:ext uri="{FF2B5EF4-FFF2-40B4-BE49-F238E27FC236}">
                <a16:creationId xmlns:a16="http://schemas.microsoft.com/office/drawing/2014/main" id="{79AA7307-4097-61A7-6D7C-E1E31662FD7C}"/>
              </a:ext>
            </a:extLst>
          </p:cNvPr>
          <p:cNvSpPr>
            <a:spLocks noGrp="1"/>
          </p:cNvSpPr>
          <p:nvPr>
            <p:ph type="body" sz="quarter" idx="45"/>
          </p:nvPr>
        </p:nvSpPr>
        <p:spPr>
          <a:xfrm>
            <a:off x="546100" y="2714625"/>
            <a:ext cx="5445125" cy="295276"/>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29" name="Text Placeholder 28">
            <a:extLst>
              <a:ext uri="{FF2B5EF4-FFF2-40B4-BE49-F238E27FC236}">
                <a16:creationId xmlns:a16="http://schemas.microsoft.com/office/drawing/2014/main" id="{B89766A0-7AF7-514F-D906-7F7B54DCA000}"/>
              </a:ext>
            </a:extLst>
          </p:cNvPr>
          <p:cNvSpPr>
            <a:spLocks noGrp="1"/>
          </p:cNvSpPr>
          <p:nvPr>
            <p:ph type="body" sz="quarter" idx="46"/>
          </p:nvPr>
        </p:nvSpPr>
        <p:spPr>
          <a:xfrm>
            <a:off x="6192838" y="2714625"/>
            <a:ext cx="5445125" cy="294511"/>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B2AAF679-4457-10F2-E9B5-A7FEFB97B220}"/>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55B56AB6-E6D6-C3B5-BA76-D99E122A8E1A}"/>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A26F0088-43FC-AE92-DEF1-3E3F04F249D1}"/>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0DD396A0-8CCE-6537-F2EE-C146F701E26F}"/>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C2D6B92D-3AE8-AA58-ECFA-0BC8AA3FBD75}"/>
                </a:ext>
              </a:extLst>
            </p:cNvPr>
            <p:cNvGrpSpPr/>
            <p:nvPr userDrawn="1"/>
          </p:nvGrpSpPr>
          <p:grpSpPr>
            <a:xfrm>
              <a:off x="12442019" y="3791214"/>
              <a:ext cx="382660" cy="2882942"/>
              <a:chOff x="14001569" y="3716048"/>
              <a:chExt cx="316248" cy="3171236"/>
            </a:xfrm>
          </p:grpSpPr>
          <p:sp>
            <p:nvSpPr>
              <p:cNvPr id="31" name="Rectangle 30">
                <a:extLst>
                  <a:ext uri="{FF2B5EF4-FFF2-40B4-BE49-F238E27FC236}">
                    <a16:creationId xmlns:a16="http://schemas.microsoft.com/office/drawing/2014/main" id="{0C112F11-5917-4249-B980-86239654D529}"/>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31A5D626-224F-F8FD-A2B0-F8D40C087DDB}"/>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0798FC30-BB8C-BFF1-8C51-40A55795A053}"/>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D7C10461-A3C0-8123-080D-B246D493ED94}"/>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E9AE00C3-0423-8270-5732-509DFD07A597}"/>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AEAF8904-0885-07BA-31B5-D213B163E7D0}"/>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489C82E9-7E4A-421F-6776-726E1D9B5D4A}"/>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7DB477D9-F8E3-2E56-3CD7-9476ABA53930}"/>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681D4E38-D098-AC8F-1CFF-B588E93B49C7}"/>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B6799BE3-4498-74FB-994F-3A827E612705}"/>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B300A026-ACBA-79A6-D5CC-0542DDB15C50}"/>
                </a:ext>
              </a:extLst>
            </p:cNvPr>
            <p:cNvGrpSpPr/>
            <p:nvPr userDrawn="1"/>
          </p:nvGrpSpPr>
          <p:grpSpPr>
            <a:xfrm>
              <a:off x="12442019" y="198485"/>
              <a:ext cx="382660" cy="2882942"/>
              <a:chOff x="12742785" y="3716048"/>
              <a:chExt cx="316248" cy="3171236"/>
            </a:xfrm>
          </p:grpSpPr>
          <p:sp>
            <p:nvSpPr>
              <p:cNvPr id="16" name="Rectangle 15">
                <a:extLst>
                  <a:ext uri="{FF2B5EF4-FFF2-40B4-BE49-F238E27FC236}">
                    <a16:creationId xmlns:a16="http://schemas.microsoft.com/office/drawing/2014/main" id="{FD53FBA9-4949-BEF1-4319-61DA898C0EC7}"/>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CFCBAE7B-420A-0B72-10B6-542AD66109D8}"/>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37B13E4E-F436-C4AF-BB9A-8B68DC948B49}"/>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332BDDDC-80C5-69C0-7AEF-30DD74FC0AD4}"/>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0468DA90-BB63-B0DF-57CF-F5DBC32BCF71}"/>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CEBF4FBC-1889-3912-81BF-420FAC973C0F}"/>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1A8B1959-56DB-7F1C-EB82-941290E08718}"/>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C37AFCF6-C2CC-101E-1AE1-7ADFD5BB0A4F}"/>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4042A1E0-78A8-C6F3-211A-FE05B7765D80}"/>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038815BF-C91C-6350-086E-8347BA4DA871}"/>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1C8FDF8C-EC84-EF9E-0866-EDECE08B8270}"/>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1" name="TextBox 40">
            <a:extLst>
              <a:ext uri="{FF2B5EF4-FFF2-40B4-BE49-F238E27FC236}">
                <a16:creationId xmlns:a16="http://schemas.microsoft.com/office/drawing/2014/main" id="{F651CFFF-56D1-7C7D-131C-CA970CA41C82}"/>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086091767"/>
      </p:ext>
    </p:extLst>
  </p:cSld>
  <p:clrMapOvr>
    <a:masterClrMapping/>
  </p:clrMapOvr>
</p:sldLayout>
</file>

<file path=ppt/slideLayouts/slideLayout209.xml><?xml version="1.0" encoding="utf-8"?>
<p:sldLayout xmlns:a="http://schemas.openxmlformats.org/drawingml/2006/main" xmlns:r="http://schemas.openxmlformats.org/officeDocument/2006/relationships" xmlns:p="http://schemas.openxmlformats.org/presentationml/2006/main" preserve="1" userDrawn="1">
  <p:cSld name="2 Column, Split Right">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2" name="Title 11">
            <a:extLst>
              <a:ext uri="{FF2B5EF4-FFF2-40B4-BE49-F238E27FC236}">
                <a16:creationId xmlns:a16="http://schemas.microsoft.com/office/drawing/2014/main" id="{8D19B5F2-6756-55DC-BEE5-E7E670D49ACA}"/>
              </a:ext>
            </a:extLst>
          </p:cNvPr>
          <p:cNvSpPr>
            <a:spLocks noGrp="1"/>
          </p:cNvSpPr>
          <p:nvPr>
            <p:ph type="title"/>
          </p:nvPr>
        </p:nvSpPr>
        <p:spPr>
          <a:xfrm>
            <a:off x="546100" y="552450"/>
            <a:ext cx="11091861" cy="434975"/>
          </a:xfrm>
        </p:spPr>
        <p:txBody>
          <a:bodyPr/>
          <a:lstStyle/>
          <a:p>
            <a:r>
              <a:rPr lang="en-US"/>
              <a:t>Click to edit Master title style</a:t>
            </a:r>
          </a:p>
        </p:txBody>
      </p:sp>
      <p:sp>
        <p:nvSpPr>
          <p:cNvPr id="4" name="Freeform 5">
            <a:extLst>
              <a:ext uri="{FF2B5EF4-FFF2-40B4-BE49-F238E27FC236}">
                <a16:creationId xmlns:a16="http://schemas.microsoft.com/office/drawing/2014/main" id="{8ED44C0D-92D1-75F9-458B-D180FE9F59C8}"/>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4" name="Text Placeholder 10">
            <a:extLst>
              <a:ext uri="{FF2B5EF4-FFF2-40B4-BE49-F238E27FC236}">
                <a16:creationId xmlns:a16="http://schemas.microsoft.com/office/drawing/2014/main" id="{48414F29-27E4-4DBB-3173-E9D3EF4CC95C}"/>
              </a:ext>
            </a:extLst>
          </p:cNvPr>
          <p:cNvSpPr>
            <a:spLocks noGrp="1"/>
          </p:cNvSpPr>
          <p:nvPr>
            <p:ph type="body" sz="quarter" idx="21"/>
          </p:nvPr>
        </p:nvSpPr>
        <p:spPr>
          <a:xfrm>
            <a:off x="546100" y="1127125"/>
            <a:ext cx="11094211"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6" name="Text Placeholder 15">
            <a:extLst>
              <a:ext uri="{FF2B5EF4-FFF2-40B4-BE49-F238E27FC236}">
                <a16:creationId xmlns:a16="http://schemas.microsoft.com/office/drawing/2014/main" id="{B81373EC-AE8A-5B25-87D5-D572EA8ACE5F}"/>
              </a:ext>
            </a:extLst>
          </p:cNvPr>
          <p:cNvSpPr>
            <a:spLocks noGrp="1"/>
          </p:cNvSpPr>
          <p:nvPr>
            <p:ph type="body" sz="quarter" idx="22"/>
          </p:nvPr>
        </p:nvSpPr>
        <p:spPr>
          <a:xfrm>
            <a:off x="546100" y="6019800"/>
            <a:ext cx="685165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7" name="Content Placeholder 22">
            <a:extLst>
              <a:ext uri="{FF2B5EF4-FFF2-40B4-BE49-F238E27FC236}">
                <a16:creationId xmlns:a16="http://schemas.microsoft.com/office/drawing/2014/main" id="{6F420E2B-2A9E-7565-8D5D-70095A93099F}"/>
              </a:ext>
            </a:extLst>
          </p:cNvPr>
          <p:cNvSpPr>
            <a:spLocks noGrp="1"/>
          </p:cNvSpPr>
          <p:nvPr>
            <p:ph sz="quarter" idx="23"/>
          </p:nvPr>
        </p:nvSpPr>
        <p:spPr>
          <a:xfrm>
            <a:off x="546100" y="1849438"/>
            <a:ext cx="3524249"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8" name="Content Placeholder 24">
            <a:extLst>
              <a:ext uri="{FF2B5EF4-FFF2-40B4-BE49-F238E27FC236}">
                <a16:creationId xmlns:a16="http://schemas.microsoft.com/office/drawing/2014/main" id="{2A2549F7-6A27-1EA2-0010-4F6705CEC0FC}"/>
              </a:ext>
            </a:extLst>
          </p:cNvPr>
          <p:cNvSpPr>
            <a:spLocks noGrp="1"/>
          </p:cNvSpPr>
          <p:nvPr>
            <p:ph sz="quarter" idx="24"/>
          </p:nvPr>
        </p:nvSpPr>
        <p:spPr>
          <a:xfrm>
            <a:off x="4343400" y="1849438"/>
            <a:ext cx="7307422"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7351D07B-1635-6538-A27C-A5C8A9D8706B}"/>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2E36CFAE-90C9-03A9-4D0A-6D7576B83B09}"/>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EFBBFB32-F0A1-F220-5A7D-99C0DDA3C3C4}"/>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A5A1BBE7-83EF-76B6-FC51-EAE1A40E9B8E}"/>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794757E1-940C-C7F2-E362-5F3A8CE6A03B}"/>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CC41E648-DC92-D1A6-3E47-1E5DCDDD4F94}"/>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06AE122C-55B4-153C-C55B-B91FCE2DEADF}"/>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6A57B54B-F94E-D856-00C8-06A6B4F5579F}"/>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9F124C08-B5DB-6FBA-71EA-9CF98E94917C}"/>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EC79635E-BB36-33E6-B293-850EBE6B1A28}"/>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AF319A9D-9492-25A8-6223-3410A7C0F6E6}"/>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5DDF6012-AC09-72B3-6B62-C7B5AF974730}"/>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71AABB3B-1E2F-FF15-E58A-3285D66168F2}"/>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E5EB815C-66EE-EFB8-96A1-DF7C3DCCF8D7}"/>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FA248117-4342-783F-6EED-2042E068BD35}"/>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31435D5F-EC9E-9981-6048-EBD3EE62A6EB}"/>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380E5741-2C16-0E1F-2312-24C38EFE0C73}"/>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DE6D975F-EB67-C6B9-41E8-9DDDFDB095F7}"/>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BE137D7B-794A-2A70-62C3-4855AAD968D4}"/>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156AD255-546A-65C8-DA74-BEA388D8A98E}"/>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6F2EF9DF-3845-692A-0B20-0F0A17C91758}"/>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1E35968E-9D55-2931-512D-58B5D2CC7E3D}"/>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CD15D4F7-1C9C-03D7-5D11-AB4412DAB783}"/>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DF0D105A-61DA-6DCC-69AE-3E2538C97C87}"/>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2FBAD7D9-465E-B7EC-F50C-C45AA3A3A852}"/>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CE056B27-29BC-0210-E33E-5A3085529061}"/>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1" name="TextBox 10">
              <a:extLst>
                <a:ext uri="{FF2B5EF4-FFF2-40B4-BE49-F238E27FC236}">
                  <a16:creationId xmlns:a16="http://schemas.microsoft.com/office/drawing/2014/main" id="{E9C3908B-8EEB-BD6A-7DEF-7E01F46D967F}"/>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4782A991-4EF0-68D1-4C67-22B7F0B34C08}"/>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518245986"/>
      </p:ext>
    </p:extLst>
  </p:cSld>
  <p:clrMapOvr>
    <a:masterClrMapping/>
  </p:clrMapOvr>
</p:sldLayout>
</file>

<file path=ppt/slideLayouts/slideLayout210.xml><?xml version="1.0" encoding="utf-8"?>
<p:sldLayout xmlns:a="http://schemas.openxmlformats.org/drawingml/2006/main" xmlns:r="http://schemas.openxmlformats.org/officeDocument/2006/relationships" xmlns:p="http://schemas.openxmlformats.org/presentationml/2006/main" preserve="1" userDrawn="1">
  <p:cSld name="2 Column, Split Right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9" name="Title 18">
            <a:extLst>
              <a:ext uri="{FF2B5EF4-FFF2-40B4-BE49-F238E27FC236}">
                <a16:creationId xmlns:a16="http://schemas.microsoft.com/office/drawing/2014/main" id="{4127724E-0B84-AA37-D926-B3D06E81CABD}"/>
              </a:ext>
            </a:extLst>
          </p:cNvPr>
          <p:cNvSpPr>
            <a:spLocks noGrp="1"/>
          </p:cNvSpPr>
          <p:nvPr>
            <p:ph type="title"/>
          </p:nvPr>
        </p:nvSpPr>
        <p:spPr>
          <a:xfrm>
            <a:off x="546100" y="552450"/>
            <a:ext cx="11091861" cy="434975"/>
          </a:xfrm>
        </p:spPr>
        <p:txBody>
          <a:bodyPr/>
          <a:lstStyle/>
          <a:p>
            <a:r>
              <a:rPr lang="en-US"/>
              <a:t>Click to edit Master title style</a:t>
            </a:r>
          </a:p>
        </p:txBody>
      </p:sp>
      <p:sp>
        <p:nvSpPr>
          <p:cNvPr id="4" name="Freeform 5">
            <a:extLst>
              <a:ext uri="{FF2B5EF4-FFF2-40B4-BE49-F238E27FC236}">
                <a16:creationId xmlns:a16="http://schemas.microsoft.com/office/drawing/2014/main" id="{076869E4-6FE8-072A-3700-20BFBA1437F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1" name="Text Placeholder 11">
            <a:extLst>
              <a:ext uri="{FF2B5EF4-FFF2-40B4-BE49-F238E27FC236}">
                <a16:creationId xmlns:a16="http://schemas.microsoft.com/office/drawing/2014/main" id="{5C728F5B-E1E8-3C29-EDD5-AA886A74A6C3}"/>
              </a:ext>
            </a:extLst>
          </p:cNvPr>
          <p:cNvSpPr>
            <a:spLocks noGrp="1"/>
          </p:cNvSpPr>
          <p:nvPr>
            <p:ph type="body" sz="quarter" idx="21"/>
          </p:nvPr>
        </p:nvSpPr>
        <p:spPr>
          <a:xfrm>
            <a:off x="546100" y="1127125"/>
            <a:ext cx="11097578"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2" name="Text Placeholder 13">
            <a:extLst>
              <a:ext uri="{FF2B5EF4-FFF2-40B4-BE49-F238E27FC236}">
                <a16:creationId xmlns:a16="http://schemas.microsoft.com/office/drawing/2014/main" id="{D437BE9A-8A37-12FD-FF09-D132746CA34A}"/>
              </a:ext>
            </a:extLst>
          </p:cNvPr>
          <p:cNvSpPr>
            <a:spLocks noGrp="1"/>
          </p:cNvSpPr>
          <p:nvPr>
            <p:ph type="body" sz="quarter" idx="22"/>
          </p:nvPr>
        </p:nvSpPr>
        <p:spPr>
          <a:xfrm>
            <a:off x="546098" y="6019801"/>
            <a:ext cx="6851651"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3" name="Content Placeholder 29">
            <a:extLst>
              <a:ext uri="{FF2B5EF4-FFF2-40B4-BE49-F238E27FC236}">
                <a16:creationId xmlns:a16="http://schemas.microsoft.com/office/drawing/2014/main" id="{DF7192E9-18E0-4BBC-6544-BEEF161CD9BF}"/>
              </a:ext>
            </a:extLst>
          </p:cNvPr>
          <p:cNvSpPr>
            <a:spLocks noGrp="1"/>
          </p:cNvSpPr>
          <p:nvPr>
            <p:ph sz="quarter" idx="27"/>
          </p:nvPr>
        </p:nvSpPr>
        <p:spPr>
          <a:xfrm>
            <a:off x="546100" y="2425699"/>
            <a:ext cx="3524249"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4" name="Content Placeholder 31">
            <a:extLst>
              <a:ext uri="{FF2B5EF4-FFF2-40B4-BE49-F238E27FC236}">
                <a16:creationId xmlns:a16="http://schemas.microsoft.com/office/drawing/2014/main" id="{D9F0FF52-13E2-E833-F9CE-AC3FA1D713DD}"/>
              </a:ext>
            </a:extLst>
          </p:cNvPr>
          <p:cNvSpPr>
            <a:spLocks noGrp="1"/>
          </p:cNvSpPr>
          <p:nvPr>
            <p:ph sz="quarter" idx="28"/>
          </p:nvPr>
        </p:nvSpPr>
        <p:spPr>
          <a:xfrm>
            <a:off x="4343400" y="2425700"/>
            <a:ext cx="7294563"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Text Placeholder 33">
            <a:extLst>
              <a:ext uri="{FF2B5EF4-FFF2-40B4-BE49-F238E27FC236}">
                <a16:creationId xmlns:a16="http://schemas.microsoft.com/office/drawing/2014/main" id="{08AA2D12-29FA-271A-D47B-631180E59030}"/>
              </a:ext>
            </a:extLst>
          </p:cNvPr>
          <p:cNvSpPr>
            <a:spLocks noGrp="1"/>
          </p:cNvSpPr>
          <p:nvPr>
            <p:ph type="body" sz="quarter" idx="29"/>
          </p:nvPr>
        </p:nvSpPr>
        <p:spPr>
          <a:xfrm>
            <a:off x="546099" y="1849432"/>
            <a:ext cx="3514069" cy="296867"/>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16" name="Text Placeholder 35">
            <a:extLst>
              <a:ext uri="{FF2B5EF4-FFF2-40B4-BE49-F238E27FC236}">
                <a16:creationId xmlns:a16="http://schemas.microsoft.com/office/drawing/2014/main" id="{92CE57A3-BE6C-DBDE-1A82-38D8E92441DD}"/>
              </a:ext>
            </a:extLst>
          </p:cNvPr>
          <p:cNvSpPr>
            <a:spLocks noGrp="1"/>
          </p:cNvSpPr>
          <p:nvPr>
            <p:ph type="body" sz="quarter" idx="30"/>
          </p:nvPr>
        </p:nvSpPr>
        <p:spPr>
          <a:xfrm>
            <a:off x="4343400" y="1849436"/>
            <a:ext cx="7294562" cy="296864"/>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AEAAAE4F-6264-AC3D-9F24-6D97014FA83B}"/>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8D8F7181-6579-24C0-F980-3CDA20188763}"/>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FD11A2FE-1C7D-A1F2-E7B5-2FE68D7C2896}"/>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A30F8247-5DD0-5B17-4E63-E5CD28C19B98}"/>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C9A2BB14-4955-197F-1DBB-B7C64AF2C221}"/>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493EC766-1C97-CDA1-FD74-7CE89A706250}"/>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191157BD-4A01-11A3-CB6A-A4772D017359}"/>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58FC1321-3E4F-5F12-6D19-234CDC0A3D96}"/>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CE4B8451-4772-6C5B-CFC9-1519D89460E6}"/>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9819452C-A8BF-97D5-4FAC-057FAF58256A}"/>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9CA938B7-6ADB-1099-AF2A-FB392CCC46D6}"/>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E9932D60-F7BB-A22D-302A-619677F036A4}"/>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BEE0481A-455F-14B9-1FB6-225F3A75B8B4}"/>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5ECB2246-6F86-72BC-56D7-C97F1B9A6F3D}"/>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CBFFA6F3-89BF-B1C5-F4A2-66896BDFFEFB}"/>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5C984E08-FF0B-53DE-3583-845504F30EAD}"/>
                </a:ext>
              </a:extLst>
            </p:cNvPr>
            <p:cNvGrpSpPr/>
            <p:nvPr userDrawn="1"/>
          </p:nvGrpSpPr>
          <p:grpSpPr>
            <a:xfrm>
              <a:off x="12442019" y="198485"/>
              <a:ext cx="382660" cy="2882942"/>
              <a:chOff x="12742785" y="3716048"/>
              <a:chExt cx="316248" cy="3171236"/>
            </a:xfrm>
          </p:grpSpPr>
          <p:sp>
            <p:nvSpPr>
              <p:cNvPr id="18" name="Rectangle 17">
                <a:extLst>
                  <a:ext uri="{FF2B5EF4-FFF2-40B4-BE49-F238E27FC236}">
                    <a16:creationId xmlns:a16="http://schemas.microsoft.com/office/drawing/2014/main" id="{4509F314-54F1-A23C-D0AB-C37497EF8827}"/>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99DF3C1C-1D04-A0B1-6260-171AFFFB3A52}"/>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BE4AE866-D68F-FC1A-C18C-62A6ED4D4F53}"/>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57661889-24FA-1B61-19A5-BAB41C5CA484}"/>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9E2FF30A-BAEF-554A-946D-A3BA556AFEF4}"/>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DE88CD9A-BAAB-473C-4360-48C021E9EBEE}"/>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14E796CA-67A4-EE5E-5D87-65A410ABE2CF}"/>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29E1676D-DFA8-BAD2-720E-78CF7084576A}"/>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F8279012-355D-2AA3-0528-9BD1A78DECE5}"/>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7706BE3A-4047-00C2-1AE8-854BFADC15F4}"/>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7" name="TextBox 16">
              <a:extLst>
                <a:ext uri="{FF2B5EF4-FFF2-40B4-BE49-F238E27FC236}">
                  <a16:creationId xmlns:a16="http://schemas.microsoft.com/office/drawing/2014/main" id="{55043C84-32B7-028D-B175-1AED7B65D26F}"/>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432249A4-B90C-DA28-FAC2-62E1008A02A7}"/>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297020372"/>
      </p:ext>
    </p:extLst>
  </p:cSld>
  <p:clrMapOvr>
    <a:masterClrMapping/>
  </p:clrMapOvr>
</p:sldLayout>
</file>

<file path=ppt/slideLayouts/slideLayout211.xml><?xml version="1.0" encoding="utf-8"?>
<p:sldLayout xmlns:a="http://schemas.openxmlformats.org/drawingml/2006/main" xmlns:r="http://schemas.openxmlformats.org/officeDocument/2006/relationships" xmlns:p="http://schemas.openxmlformats.org/presentationml/2006/main" preserve="1" userDrawn="1">
  <p:cSld name="2 Column, Split Left">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5" name="Title 4">
            <a:extLst>
              <a:ext uri="{FF2B5EF4-FFF2-40B4-BE49-F238E27FC236}">
                <a16:creationId xmlns:a16="http://schemas.microsoft.com/office/drawing/2014/main" id="{FEDB0BC8-832D-FCF8-A69B-2C85E902AFF7}"/>
              </a:ext>
            </a:extLst>
          </p:cNvPr>
          <p:cNvSpPr>
            <a:spLocks noGrp="1"/>
          </p:cNvSpPr>
          <p:nvPr>
            <p:ph type="title"/>
          </p:nvPr>
        </p:nvSpPr>
        <p:spPr>
          <a:xfrm>
            <a:off x="546100" y="552450"/>
            <a:ext cx="11091861" cy="434975"/>
          </a:xfrm>
        </p:spPr>
        <p:txBody>
          <a:bodyPr/>
          <a:lstStyle/>
          <a:p>
            <a:r>
              <a:rPr lang="en-US"/>
              <a:t>Click to edit Master title style</a:t>
            </a:r>
          </a:p>
        </p:txBody>
      </p:sp>
      <p:sp>
        <p:nvSpPr>
          <p:cNvPr id="4" name="Freeform 5">
            <a:extLst>
              <a:ext uri="{FF2B5EF4-FFF2-40B4-BE49-F238E27FC236}">
                <a16:creationId xmlns:a16="http://schemas.microsoft.com/office/drawing/2014/main" id="{7472A942-DCD2-7E19-26F4-1DD113420ED0}"/>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4" name="Text Placeholder 10">
            <a:extLst>
              <a:ext uri="{FF2B5EF4-FFF2-40B4-BE49-F238E27FC236}">
                <a16:creationId xmlns:a16="http://schemas.microsoft.com/office/drawing/2014/main" id="{F9DE8466-9524-5260-777B-27EB7449C0BA}"/>
              </a:ext>
            </a:extLst>
          </p:cNvPr>
          <p:cNvSpPr>
            <a:spLocks noGrp="1"/>
          </p:cNvSpPr>
          <p:nvPr>
            <p:ph type="body" sz="quarter" idx="21"/>
          </p:nvPr>
        </p:nvSpPr>
        <p:spPr>
          <a:xfrm>
            <a:off x="546100" y="1127125"/>
            <a:ext cx="11094211"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6" name="Text Placeholder 15">
            <a:extLst>
              <a:ext uri="{FF2B5EF4-FFF2-40B4-BE49-F238E27FC236}">
                <a16:creationId xmlns:a16="http://schemas.microsoft.com/office/drawing/2014/main" id="{C8E82BB7-912C-BDF2-041D-1CF0F86357C0}"/>
              </a:ext>
            </a:extLst>
          </p:cNvPr>
          <p:cNvSpPr>
            <a:spLocks noGrp="1"/>
          </p:cNvSpPr>
          <p:nvPr>
            <p:ph type="body" sz="quarter" idx="22"/>
          </p:nvPr>
        </p:nvSpPr>
        <p:spPr>
          <a:xfrm>
            <a:off x="546100" y="6019800"/>
            <a:ext cx="685165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7" name="Content Placeholder 22">
            <a:extLst>
              <a:ext uri="{FF2B5EF4-FFF2-40B4-BE49-F238E27FC236}">
                <a16:creationId xmlns:a16="http://schemas.microsoft.com/office/drawing/2014/main" id="{A1943844-20A2-F090-70FC-9F445822268A}"/>
              </a:ext>
            </a:extLst>
          </p:cNvPr>
          <p:cNvSpPr>
            <a:spLocks noGrp="1"/>
          </p:cNvSpPr>
          <p:nvPr>
            <p:ph sz="quarter" idx="23"/>
          </p:nvPr>
        </p:nvSpPr>
        <p:spPr>
          <a:xfrm>
            <a:off x="546101" y="1849438"/>
            <a:ext cx="7296912"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8" name="Content Placeholder 24">
            <a:extLst>
              <a:ext uri="{FF2B5EF4-FFF2-40B4-BE49-F238E27FC236}">
                <a16:creationId xmlns:a16="http://schemas.microsoft.com/office/drawing/2014/main" id="{F46CA1E9-3B79-03D7-0EE9-A3FE6A5AF033}"/>
              </a:ext>
            </a:extLst>
          </p:cNvPr>
          <p:cNvSpPr>
            <a:spLocks noGrp="1"/>
          </p:cNvSpPr>
          <p:nvPr>
            <p:ph sz="quarter" idx="24"/>
          </p:nvPr>
        </p:nvSpPr>
        <p:spPr>
          <a:xfrm>
            <a:off x="8046214" y="1849438"/>
            <a:ext cx="3591750"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69F3D7FD-60CB-52FB-9C03-76293CA22407}"/>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72B91C10-5B3C-3BBE-D3AF-9A9D8915EC6C}"/>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077961EE-9E43-F606-8BD4-9B3190DCF0E0}"/>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B3704F77-40DA-27DD-4E29-D082BED4795D}"/>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F5F8C213-6F1B-D767-55B6-854F69DEFD41}"/>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BC370A5B-6A7F-BCA9-D91E-3A43087D807A}"/>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AE9722DE-8A42-A956-F9D7-D644C275838D}"/>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9A3D797D-F4D7-3948-1D9F-F097135BE2FF}"/>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6322F5EE-7DFD-355E-CF50-6715051B12F0}"/>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194BA0DC-50A0-27E4-08FA-D10563F7A993}"/>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0D870966-FC39-28A5-08AF-F7646BA12D58}"/>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798FD818-64A3-3B39-5228-F954B1BB5434}"/>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2CA45D9A-D1B7-9C27-02AB-83D26ACAE923}"/>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559BBD49-3347-B146-C045-1DA1E29BD57D}"/>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C1668B1C-4F56-E61E-7B4C-8B0458C0DA70}"/>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63B00817-CED9-63C6-5A81-1C156455C4F5}"/>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08E38D2A-2371-25F1-961D-5B13ECB8D1A0}"/>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080E8441-8B04-B105-BBAD-9E2CB8346583}"/>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08334DA5-141C-E368-0D8C-4E18EDEDF311}"/>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D4B682A3-81EE-D0CE-733D-0539DE54B750}"/>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DC6AD825-E7B2-8E6D-CE1F-7822D4685629}"/>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C3F44E15-C22A-2D33-424B-603220CEA69C}"/>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6B20C11D-BF0B-88B8-097D-3B2AEE1F018C}"/>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8375746F-A4AE-44CE-3769-8174AC9D320E}"/>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89B1D554-51B8-2842-8EC4-3CE24F61DC53}"/>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FAD1671F-23B3-73A8-7BE9-D5782F154F4B}"/>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0FC668ED-CE30-584E-3DED-A8E84FA3F08E}"/>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1591443C-C95F-8831-F633-81C071166C5A}"/>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488975489"/>
      </p:ext>
    </p:extLst>
  </p:cSld>
  <p:clrMapOvr>
    <a:masterClrMapping/>
  </p:clrMapOvr>
</p:sldLayout>
</file>

<file path=ppt/slideLayouts/slideLayout212.xml><?xml version="1.0" encoding="utf-8"?>
<p:sldLayout xmlns:a="http://schemas.openxmlformats.org/drawingml/2006/main" xmlns:r="http://schemas.openxmlformats.org/officeDocument/2006/relationships" xmlns:p="http://schemas.openxmlformats.org/presentationml/2006/main" preserve="1" userDrawn="1">
  <p:cSld name="2 Column, Split Left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5" name="Title 4">
            <a:extLst>
              <a:ext uri="{FF2B5EF4-FFF2-40B4-BE49-F238E27FC236}">
                <a16:creationId xmlns:a16="http://schemas.microsoft.com/office/drawing/2014/main" id="{B6E166BE-0A53-7F77-1DCC-AD1A78C2EB77}"/>
              </a:ext>
            </a:extLst>
          </p:cNvPr>
          <p:cNvSpPr>
            <a:spLocks noGrp="1"/>
          </p:cNvSpPr>
          <p:nvPr>
            <p:ph type="title"/>
          </p:nvPr>
        </p:nvSpPr>
        <p:spPr>
          <a:xfrm>
            <a:off x="546100" y="552450"/>
            <a:ext cx="11091862" cy="434975"/>
          </a:xfrm>
        </p:spPr>
        <p:txBody>
          <a:bodyPr/>
          <a:lstStyle/>
          <a:p>
            <a:r>
              <a:rPr lang="en-US"/>
              <a:t>Click to edit Master title style</a:t>
            </a:r>
          </a:p>
        </p:txBody>
      </p:sp>
      <p:sp>
        <p:nvSpPr>
          <p:cNvPr id="4" name="Freeform 5">
            <a:extLst>
              <a:ext uri="{FF2B5EF4-FFF2-40B4-BE49-F238E27FC236}">
                <a16:creationId xmlns:a16="http://schemas.microsoft.com/office/drawing/2014/main" id="{D5B0B17B-3FAA-1710-3603-FB4FC3C89648}"/>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2" name="Text Placeholder 11">
            <a:extLst>
              <a:ext uri="{FF2B5EF4-FFF2-40B4-BE49-F238E27FC236}">
                <a16:creationId xmlns:a16="http://schemas.microsoft.com/office/drawing/2014/main" id="{39956789-A368-206C-891C-9234628518A9}"/>
              </a:ext>
            </a:extLst>
          </p:cNvPr>
          <p:cNvSpPr>
            <a:spLocks noGrp="1"/>
          </p:cNvSpPr>
          <p:nvPr>
            <p:ph type="body" sz="quarter" idx="21"/>
          </p:nvPr>
        </p:nvSpPr>
        <p:spPr>
          <a:xfrm>
            <a:off x="546100" y="1127125"/>
            <a:ext cx="11097579"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3" name="Text Placeholder 13">
            <a:extLst>
              <a:ext uri="{FF2B5EF4-FFF2-40B4-BE49-F238E27FC236}">
                <a16:creationId xmlns:a16="http://schemas.microsoft.com/office/drawing/2014/main" id="{28027E45-9CB5-7484-0F70-49F140E7FA05}"/>
              </a:ext>
            </a:extLst>
          </p:cNvPr>
          <p:cNvSpPr>
            <a:spLocks noGrp="1"/>
          </p:cNvSpPr>
          <p:nvPr>
            <p:ph type="body" sz="quarter" idx="22"/>
          </p:nvPr>
        </p:nvSpPr>
        <p:spPr>
          <a:xfrm>
            <a:off x="546100" y="6019801"/>
            <a:ext cx="6851650"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4" name="Content Placeholder 29">
            <a:extLst>
              <a:ext uri="{FF2B5EF4-FFF2-40B4-BE49-F238E27FC236}">
                <a16:creationId xmlns:a16="http://schemas.microsoft.com/office/drawing/2014/main" id="{E8BB7705-DC57-1434-CECD-5A495C790A47}"/>
              </a:ext>
            </a:extLst>
          </p:cNvPr>
          <p:cNvSpPr>
            <a:spLocks noGrp="1"/>
          </p:cNvSpPr>
          <p:nvPr>
            <p:ph sz="quarter" idx="27"/>
          </p:nvPr>
        </p:nvSpPr>
        <p:spPr>
          <a:xfrm>
            <a:off x="546100" y="2425700"/>
            <a:ext cx="7296912"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Content Placeholder 31">
            <a:extLst>
              <a:ext uri="{FF2B5EF4-FFF2-40B4-BE49-F238E27FC236}">
                <a16:creationId xmlns:a16="http://schemas.microsoft.com/office/drawing/2014/main" id="{8B3C491F-A7C8-D685-6EB7-47ED1AE90D2A}"/>
              </a:ext>
            </a:extLst>
          </p:cNvPr>
          <p:cNvSpPr>
            <a:spLocks noGrp="1"/>
          </p:cNvSpPr>
          <p:nvPr>
            <p:ph sz="quarter" idx="28"/>
          </p:nvPr>
        </p:nvSpPr>
        <p:spPr>
          <a:xfrm>
            <a:off x="8046719" y="2425700"/>
            <a:ext cx="3591241"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Text Placeholder 33">
            <a:extLst>
              <a:ext uri="{FF2B5EF4-FFF2-40B4-BE49-F238E27FC236}">
                <a16:creationId xmlns:a16="http://schemas.microsoft.com/office/drawing/2014/main" id="{78775353-37B3-D36C-8C56-73152F79587F}"/>
              </a:ext>
            </a:extLst>
          </p:cNvPr>
          <p:cNvSpPr>
            <a:spLocks noGrp="1"/>
          </p:cNvSpPr>
          <p:nvPr>
            <p:ph type="body" sz="quarter" idx="29"/>
          </p:nvPr>
        </p:nvSpPr>
        <p:spPr>
          <a:xfrm>
            <a:off x="546100" y="1849436"/>
            <a:ext cx="7296912" cy="296861"/>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18" name="Text Placeholder 35">
            <a:extLst>
              <a:ext uri="{FF2B5EF4-FFF2-40B4-BE49-F238E27FC236}">
                <a16:creationId xmlns:a16="http://schemas.microsoft.com/office/drawing/2014/main" id="{CAD770A7-7B91-4C3E-F63A-402DD01A2466}"/>
              </a:ext>
            </a:extLst>
          </p:cNvPr>
          <p:cNvSpPr>
            <a:spLocks noGrp="1"/>
          </p:cNvSpPr>
          <p:nvPr>
            <p:ph type="body" sz="quarter" idx="30"/>
          </p:nvPr>
        </p:nvSpPr>
        <p:spPr>
          <a:xfrm>
            <a:off x="8046720" y="1849436"/>
            <a:ext cx="3591240" cy="296862"/>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6A87FB7E-38A0-36C4-3394-365358E71AC1}"/>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667A327D-C550-E31E-957A-E9F3C257C7B6}"/>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A49CB67D-35DE-1DAF-6B4B-2A140F26DB87}"/>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7353BDCA-8C66-C5BF-B381-B0DFA63BC904}"/>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DD2A7468-C375-8754-9CFF-F4A64481F148}"/>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FCCDA3C3-0F15-E1D3-4459-303E9B695DBB}"/>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FDE17B10-FFE3-929E-55B2-72A03E59CC14}"/>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319E6791-7D3F-7909-D591-F78FA9021056}"/>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D83EDCF4-8C88-0B9D-58AB-C0C12454D62C}"/>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96C390B5-7C9C-6912-1B63-27C833C0DD00}"/>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80F50011-9C75-5F74-1E72-303E532E5F95}"/>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C387350D-40B1-B498-88D7-608B476D276A}"/>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A46474D6-AFF1-F88C-DC70-DC82DB5C262E}"/>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3D597F18-7924-F52C-11DB-CF87E67DC671}"/>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23694C51-399A-A6BA-4EFE-24A3A239B521}"/>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2418CE11-F383-0884-83EB-D2DDCFA24541}"/>
                </a:ext>
              </a:extLst>
            </p:cNvPr>
            <p:cNvGrpSpPr/>
            <p:nvPr userDrawn="1"/>
          </p:nvGrpSpPr>
          <p:grpSpPr>
            <a:xfrm>
              <a:off x="12442019" y="198485"/>
              <a:ext cx="382660" cy="2882942"/>
              <a:chOff x="12742785" y="3716048"/>
              <a:chExt cx="316248" cy="3171236"/>
            </a:xfrm>
          </p:grpSpPr>
          <p:sp>
            <p:nvSpPr>
              <p:cNvPr id="19" name="Rectangle 18">
                <a:extLst>
                  <a:ext uri="{FF2B5EF4-FFF2-40B4-BE49-F238E27FC236}">
                    <a16:creationId xmlns:a16="http://schemas.microsoft.com/office/drawing/2014/main" id="{C590C66E-D6C8-2CB2-B4D2-765E163087EF}"/>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476EF1D7-6A2F-BB7E-34AB-70E6803B1E82}"/>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7882A683-276F-A64B-DA55-37ACD2E1B0F1}"/>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FC556AD1-F346-9D4A-9962-F87250576F40}"/>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B25EF1D8-D0E4-39B1-F6D5-E21517470A2F}"/>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C8383F49-830A-16BD-C1AF-3A111DF6AEB5}"/>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D12CE47D-6685-AD18-0A7C-56AF107EEFC9}"/>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62B7293D-1B06-8B79-4A85-BD02FC1992E7}"/>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7425DD62-08A9-2F72-F263-D225D8BDDC07}"/>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09F4FEF9-EBCD-32CB-1D6F-803900CB56E4}"/>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7" name="TextBox 16">
              <a:extLst>
                <a:ext uri="{FF2B5EF4-FFF2-40B4-BE49-F238E27FC236}">
                  <a16:creationId xmlns:a16="http://schemas.microsoft.com/office/drawing/2014/main" id="{F1D06A5B-A962-2B36-D509-23171BAA53A9}"/>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F36EF224-6BCE-FDB0-239C-B9C282775CC6}"/>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348134648"/>
      </p:ext>
    </p:extLst>
  </p:cSld>
  <p:clrMapOvr>
    <a:masterClrMapping/>
  </p:clrMapOvr>
</p:sldLayout>
</file>

<file path=ppt/slideLayouts/slideLayout213.xml><?xml version="1.0" encoding="utf-8"?>
<p:sldLayout xmlns:a="http://schemas.openxmlformats.org/drawingml/2006/main" xmlns:r="http://schemas.openxmlformats.org/officeDocument/2006/relationships" xmlns:p="http://schemas.openxmlformats.org/presentationml/2006/main" preserve="1" userDrawn="1">
  <p:cSld name="3 Column">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5" name="Title 4">
            <a:extLst>
              <a:ext uri="{FF2B5EF4-FFF2-40B4-BE49-F238E27FC236}">
                <a16:creationId xmlns:a16="http://schemas.microsoft.com/office/drawing/2014/main" id="{4AAF8DFA-0F14-8785-78EE-DD8DD1562C33}"/>
              </a:ext>
            </a:extLst>
          </p:cNvPr>
          <p:cNvSpPr>
            <a:spLocks noGrp="1"/>
          </p:cNvSpPr>
          <p:nvPr>
            <p:ph type="title"/>
          </p:nvPr>
        </p:nvSpPr>
        <p:spPr>
          <a:xfrm>
            <a:off x="546100" y="552450"/>
            <a:ext cx="11091861" cy="434975"/>
          </a:xfrm>
        </p:spPr>
        <p:txBody>
          <a:bodyPr/>
          <a:lstStyle/>
          <a:p>
            <a:r>
              <a:rPr lang="en-US"/>
              <a:t>Click to edit Master title style</a:t>
            </a:r>
          </a:p>
        </p:txBody>
      </p:sp>
      <p:sp>
        <p:nvSpPr>
          <p:cNvPr id="4" name="Freeform 5">
            <a:extLst>
              <a:ext uri="{FF2B5EF4-FFF2-40B4-BE49-F238E27FC236}">
                <a16:creationId xmlns:a16="http://schemas.microsoft.com/office/drawing/2014/main" id="{EECD8680-6F2A-3CCE-4560-C8BE364FA7D1}"/>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6" name="Text Placeholder 10">
            <a:extLst>
              <a:ext uri="{FF2B5EF4-FFF2-40B4-BE49-F238E27FC236}">
                <a16:creationId xmlns:a16="http://schemas.microsoft.com/office/drawing/2014/main" id="{4521AD86-38BC-F263-3ED6-1AB6299844D4}"/>
              </a:ext>
            </a:extLst>
          </p:cNvPr>
          <p:cNvSpPr>
            <a:spLocks noGrp="1"/>
          </p:cNvSpPr>
          <p:nvPr>
            <p:ph type="body" sz="quarter" idx="21"/>
          </p:nvPr>
        </p:nvSpPr>
        <p:spPr>
          <a:xfrm>
            <a:off x="546101" y="1127125"/>
            <a:ext cx="1109421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7" name="Text Placeholder 15">
            <a:extLst>
              <a:ext uri="{FF2B5EF4-FFF2-40B4-BE49-F238E27FC236}">
                <a16:creationId xmlns:a16="http://schemas.microsoft.com/office/drawing/2014/main" id="{12FE50E3-7513-9736-28AF-9A454F8B04F6}"/>
              </a:ext>
            </a:extLst>
          </p:cNvPr>
          <p:cNvSpPr>
            <a:spLocks noGrp="1"/>
          </p:cNvSpPr>
          <p:nvPr>
            <p:ph type="body" sz="quarter" idx="22"/>
          </p:nvPr>
        </p:nvSpPr>
        <p:spPr>
          <a:xfrm>
            <a:off x="546100" y="6019800"/>
            <a:ext cx="685165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8" name="Content Placeholder 22">
            <a:extLst>
              <a:ext uri="{FF2B5EF4-FFF2-40B4-BE49-F238E27FC236}">
                <a16:creationId xmlns:a16="http://schemas.microsoft.com/office/drawing/2014/main" id="{DCF97E64-8DB2-6198-B460-E350D96243ED}"/>
              </a:ext>
            </a:extLst>
          </p:cNvPr>
          <p:cNvSpPr>
            <a:spLocks noGrp="1"/>
          </p:cNvSpPr>
          <p:nvPr>
            <p:ph sz="quarter" idx="23"/>
          </p:nvPr>
        </p:nvSpPr>
        <p:spPr>
          <a:xfrm>
            <a:off x="546100" y="1849438"/>
            <a:ext cx="3524249"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9" name="Content Placeholder 24">
            <a:extLst>
              <a:ext uri="{FF2B5EF4-FFF2-40B4-BE49-F238E27FC236}">
                <a16:creationId xmlns:a16="http://schemas.microsoft.com/office/drawing/2014/main" id="{4C915BCD-3D1D-852B-25D7-EEA4860AA307}"/>
              </a:ext>
            </a:extLst>
          </p:cNvPr>
          <p:cNvSpPr>
            <a:spLocks noGrp="1"/>
          </p:cNvSpPr>
          <p:nvPr>
            <p:ph sz="quarter" idx="24"/>
          </p:nvPr>
        </p:nvSpPr>
        <p:spPr>
          <a:xfrm>
            <a:off x="4334891" y="1849438"/>
            <a:ext cx="3520440"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1" name="Content Placeholder 20">
            <a:extLst>
              <a:ext uri="{FF2B5EF4-FFF2-40B4-BE49-F238E27FC236}">
                <a16:creationId xmlns:a16="http://schemas.microsoft.com/office/drawing/2014/main" id="{EAE08981-1E40-ECE5-28D7-BC196D49B683}"/>
              </a:ext>
            </a:extLst>
          </p:cNvPr>
          <p:cNvSpPr>
            <a:spLocks noGrp="1"/>
          </p:cNvSpPr>
          <p:nvPr>
            <p:ph sz="quarter" idx="25"/>
          </p:nvPr>
        </p:nvSpPr>
        <p:spPr>
          <a:xfrm>
            <a:off x="8119873" y="1849439"/>
            <a:ext cx="3520440" cy="401796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CEEFE481-4F99-4C10-2AD8-D94383CB4697}"/>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A6680E74-7C34-C11B-17E1-D98D5D373970}"/>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DD789006-6E17-789E-2348-A8D773F19D6B}"/>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6A43DC20-24A4-F5B7-89C0-B1460EEF0C12}"/>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B4515E65-18FE-12ED-590D-9335E642AFE2}"/>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C1A4B43F-18E2-B346-C7B0-0D200E648EC8}"/>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E825AC70-0876-74A6-BE83-B06084480AFA}"/>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D7B0E988-3B30-CD18-76DA-9CE4A3A7C330}"/>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293AD607-C075-E907-6D5A-095823F7F326}"/>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2A1E7AB9-6F50-DA30-2204-56D4FE6EB51D}"/>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148F8FB7-C28B-9226-26A1-4AB117339C6C}"/>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2994BBA4-18FE-81C6-DBF2-331FE6716758}"/>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BF355292-E77C-C9D7-CF8A-5BCC8F5D20A0}"/>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589C66AD-1F02-9DED-1726-ADD92127FAA6}"/>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AF6D3025-CA44-8A8F-9AC2-0859BCB8AA1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3FC8EB8F-2D27-0729-BFAC-0B8C73F07584}"/>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325D61AE-7C86-1EE4-B610-FFCE4580B5F7}"/>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4" name="Rectangle 13">
                <a:extLst>
                  <a:ext uri="{FF2B5EF4-FFF2-40B4-BE49-F238E27FC236}">
                    <a16:creationId xmlns:a16="http://schemas.microsoft.com/office/drawing/2014/main" id="{90CD2D99-9411-3B06-D002-C0CA73189CF2}"/>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A84F3E5A-2F86-1F05-12C2-0A5EBC61A627}"/>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8FE7E92E-80EA-A667-04D6-553608F0A3CF}"/>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A3A93D49-2753-CEEE-C7BA-F79062852C43}"/>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26B0A025-ABB9-20E5-9C6C-C4493CAEEA4A}"/>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D9D071D0-07C9-8D79-B6DD-773B0FD6FE40}"/>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DC7A7748-02EC-8693-0365-78745E3A15C4}"/>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34515124-C682-CD41-9063-58B2F85DB883}"/>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E4D093FA-17DA-C82D-2B3A-E07D6516BA3A}"/>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CEFF2A09-8F49-0C89-9205-3F5C2DF3A254}"/>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CBF30BE1-26FB-BE94-58B6-05D135B775F0}"/>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947083283"/>
      </p:ext>
    </p:extLst>
  </p:cSld>
  <p:clrMapOvr>
    <a:masterClrMapping/>
  </p:clrMapOvr>
</p:sldLayout>
</file>

<file path=ppt/slideLayouts/slideLayout214.xml><?xml version="1.0" encoding="utf-8"?>
<p:sldLayout xmlns:a="http://schemas.openxmlformats.org/drawingml/2006/main" xmlns:r="http://schemas.openxmlformats.org/officeDocument/2006/relationships" xmlns:p="http://schemas.openxmlformats.org/presentationml/2006/main" preserve="1" userDrawn="1">
  <p:cSld name="3 Column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5" name="Title 4">
            <a:extLst>
              <a:ext uri="{FF2B5EF4-FFF2-40B4-BE49-F238E27FC236}">
                <a16:creationId xmlns:a16="http://schemas.microsoft.com/office/drawing/2014/main" id="{4D3A07AB-930B-F509-FF11-FF7EA66F18A9}"/>
              </a:ext>
            </a:extLst>
          </p:cNvPr>
          <p:cNvSpPr>
            <a:spLocks noGrp="1"/>
          </p:cNvSpPr>
          <p:nvPr>
            <p:ph type="title"/>
          </p:nvPr>
        </p:nvSpPr>
        <p:spPr>
          <a:xfrm>
            <a:off x="546100" y="552450"/>
            <a:ext cx="11091862" cy="434975"/>
          </a:xfrm>
        </p:spPr>
        <p:txBody>
          <a:bodyPr/>
          <a:lstStyle/>
          <a:p>
            <a:r>
              <a:rPr lang="en-US"/>
              <a:t>Click to edit Master title style</a:t>
            </a:r>
          </a:p>
        </p:txBody>
      </p:sp>
      <p:sp>
        <p:nvSpPr>
          <p:cNvPr id="4" name="Freeform 5">
            <a:extLst>
              <a:ext uri="{FF2B5EF4-FFF2-40B4-BE49-F238E27FC236}">
                <a16:creationId xmlns:a16="http://schemas.microsoft.com/office/drawing/2014/main" id="{8B69F93D-EF0B-4D4E-BBE4-C724E821A90D}"/>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2" name="Text Placeholder 10">
            <a:extLst>
              <a:ext uri="{FF2B5EF4-FFF2-40B4-BE49-F238E27FC236}">
                <a16:creationId xmlns:a16="http://schemas.microsoft.com/office/drawing/2014/main" id="{E7C5C99F-2E27-32AA-A2BB-FD22347F3EE1}"/>
              </a:ext>
            </a:extLst>
          </p:cNvPr>
          <p:cNvSpPr>
            <a:spLocks noGrp="1"/>
          </p:cNvSpPr>
          <p:nvPr>
            <p:ph type="body" sz="quarter" idx="21"/>
          </p:nvPr>
        </p:nvSpPr>
        <p:spPr>
          <a:xfrm>
            <a:off x="546100" y="1127125"/>
            <a:ext cx="11094211" cy="296861"/>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3" name="Text Placeholder 15">
            <a:extLst>
              <a:ext uri="{FF2B5EF4-FFF2-40B4-BE49-F238E27FC236}">
                <a16:creationId xmlns:a16="http://schemas.microsoft.com/office/drawing/2014/main" id="{D7FBEDD3-5B7A-AD55-B261-024183A617D5}"/>
              </a:ext>
            </a:extLst>
          </p:cNvPr>
          <p:cNvSpPr>
            <a:spLocks noGrp="1"/>
          </p:cNvSpPr>
          <p:nvPr>
            <p:ph type="body" sz="quarter" idx="22"/>
          </p:nvPr>
        </p:nvSpPr>
        <p:spPr>
          <a:xfrm>
            <a:off x="546100" y="6019800"/>
            <a:ext cx="685165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4" name="Content Placeholder 22">
            <a:extLst>
              <a:ext uri="{FF2B5EF4-FFF2-40B4-BE49-F238E27FC236}">
                <a16:creationId xmlns:a16="http://schemas.microsoft.com/office/drawing/2014/main" id="{C12BF8D2-A9C1-A94F-0BD2-3090AFC52369}"/>
              </a:ext>
            </a:extLst>
          </p:cNvPr>
          <p:cNvSpPr>
            <a:spLocks noGrp="1"/>
          </p:cNvSpPr>
          <p:nvPr>
            <p:ph sz="quarter" idx="23"/>
          </p:nvPr>
        </p:nvSpPr>
        <p:spPr>
          <a:xfrm>
            <a:off x="546100" y="2425700"/>
            <a:ext cx="3524249"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Content Placeholder 24">
            <a:extLst>
              <a:ext uri="{FF2B5EF4-FFF2-40B4-BE49-F238E27FC236}">
                <a16:creationId xmlns:a16="http://schemas.microsoft.com/office/drawing/2014/main" id="{9CD544D2-832B-F777-218B-C0F2BDC73B8C}"/>
              </a:ext>
            </a:extLst>
          </p:cNvPr>
          <p:cNvSpPr>
            <a:spLocks noGrp="1"/>
          </p:cNvSpPr>
          <p:nvPr>
            <p:ph sz="quarter" idx="24"/>
          </p:nvPr>
        </p:nvSpPr>
        <p:spPr>
          <a:xfrm>
            <a:off x="4333715" y="2425700"/>
            <a:ext cx="3520440"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Content Placeholder 20">
            <a:extLst>
              <a:ext uri="{FF2B5EF4-FFF2-40B4-BE49-F238E27FC236}">
                <a16:creationId xmlns:a16="http://schemas.microsoft.com/office/drawing/2014/main" id="{65B5C789-A5F1-EB2A-667A-4B57F4569728}"/>
              </a:ext>
            </a:extLst>
          </p:cNvPr>
          <p:cNvSpPr>
            <a:spLocks noGrp="1"/>
          </p:cNvSpPr>
          <p:nvPr>
            <p:ph sz="quarter" idx="25"/>
          </p:nvPr>
        </p:nvSpPr>
        <p:spPr>
          <a:xfrm>
            <a:off x="8117522" y="2425701"/>
            <a:ext cx="3520440" cy="344169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Text Placeholder 33">
            <a:extLst>
              <a:ext uri="{FF2B5EF4-FFF2-40B4-BE49-F238E27FC236}">
                <a16:creationId xmlns:a16="http://schemas.microsoft.com/office/drawing/2014/main" id="{72BCF22D-7BA9-AFDD-8C6C-56F01183A358}"/>
              </a:ext>
            </a:extLst>
          </p:cNvPr>
          <p:cNvSpPr>
            <a:spLocks noGrp="1"/>
          </p:cNvSpPr>
          <p:nvPr>
            <p:ph type="body" sz="quarter" idx="29"/>
          </p:nvPr>
        </p:nvSpPr>
        <p:spPr>
          <a:xfrm>
            <a:off x="546100" y="1849436"/>
            <a:ext cx="3524249" cy="296861"/>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18" name="Text Placeholder 35">
            <a:extLst>
              <a:ext uri="{FF2B5EF4-FFF2-40B4-BE49-F238E27FC236}">
                <a16:creationId xmlns:a16="http://schemas.microsoft.com/office/drawing/2014/main" id="{57D9938D-921A-98B4-2E9A-9625F5D4F3CA}"/>
              </a:ext>
            </a:extLst>
          </p:cNvPr>
          <p:cNvSpPr>
            <a:spLocks noGrp="1"/>
          </p:cNvSpPr>
          <p:nvPr>
            <p:ph type="body" sz="quarter" idx="30"/>
          </p:nvPr>
        </p:nvSpPr>
        <p:spPr>
          <a:xfrm>
            <a:off x="4333715" y="1849436"/>
            <a:ext cx="3520440" cy="296862"/>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27" name="Text Placeholder 26">
            <a:extLst>
              <a:ext uri="{FF2B5EF4-FFF2-40B4-BE49-F238E27FC236}">
                <a16:creationId xmlns:a16="http://schemas.microsoft.com/office/drawing/2014/main" id="{447DAA16-0F93-6662-9A40-3E39052A6110}"/>
              </a:ext>
            </a:extLst>
          </p:cNvPr>
          <p:cNvSpPr>
            <a:spLocks noGrp="1"/>
          </p:cNvSpPr>
          <p:nvPr>
            <p:ph type="body" sz="quarter" idx="31"/>
          </p:nvPr>
        </p:nvSpPr>
        <p:spPr>
          <a:xfrm>
            <a:off x="8117522" y="1849436"/>
            <a:ext cx="3520440" cy="296862"/>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07091254-58E5-444D-AD6A-1BED661A5762}"/>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7114F508-3E37-95E3-088C-F9960DE45B47}"/>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B25746CA-DA96-62C9-F0DD-081B99925AEF}"/>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B2846A7A-B692-6686-652C-4AC2215BFA42}"/>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80484757-C7C7-CD0F-A1B4-E41C54D41146}"/>
                </a:ext>
              </a:extLst>
            </p:cNvPr>
            <p:cNvGrpSpPr/>
            <p:nvPr userDrawn="1"/>
          </p:nvGrpSpPr>
          <p:grpSpPr>
            <a:xfrm>
              <a:off x="12442019" y="3791214"/>
              <a:ext cx="382660" cy="2882942"/>
              <a:chOff x="14001569" y="3716048"/>
              <a:chExt cx="316248" cy="3171236"/>
            </a:xfrm>
          </p:grpSpPr>
          <p:sp>
            <p:nvSpPr>
              <p:cNvPr id="31" name="Rectangle 30">
                <a:extLst>
                  <a:ext uri="{FF2B5EF4-FFF2-40B4-BE49-F238E27FC236}">
                    <a16:creationId xmlns:a16="http://schemas.microsoft.com/office/drawing/2014/main" id="{3335443E-130C-0412-9F38-8FEE0F200659}"/>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D5FDC3D9-955D-E0E5-F303-61EA4A9D93A3}"/>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8CF6330A-DCF5-7D96-7BE0-F3C35D58B6E3}"/>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BF83C898-F671-4DAE-7BD4-5D13B8810514}"/>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4D161A5B-8742-D3D4-B7E7-F33ED946F85A}"/>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5DF4B052-DF33-6540-EC6E-381B75F6A3D8}"/>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6CA93AE2-9A17-493A-A203-B2A2504E1F22}"/>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E0E98AA6-46B4-42A6-E60D-01A415804FEF}"/>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71458AF1-462A-0E1A-9713-F84E435AF6B4}"/>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EB8AD765-A513-52FA-D49F-518A2F22DC1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86366CE9-4F0E-496F-EBD8-0566644EBD32}"/>
                </a:ext>
              </a:extLst>
            </p:cNvPr>
            <p:cNvGrpSpPr/>
            <p:nvPr userDrawn="1"/>
          </p:nvGrpSpPr>
          <p:grpSpPr>
            <a:xfrm>
              <a:off x="12442019" y="198485"/>
              <a:ext cx="382660" cy="2882942"/>
              <a:chOff x="12742785" y="3716048"/>
              <a:chExt cx="316248" cy="3171236"/>
            </a:xfrm>
          </p:grpSpPr>
          <p:sp>
            <p:nvSpPr>
              <p:cNvPr id="20" name="Rectangle 19">
                <a:extLst>
                  <a:ext uri="{FF2B5EF4-FFF2-40B4-BE49-F238E27FC236}">
                    <a16:creationId xmlns:a16="http://schemas.microsoft.com/office/drawing/2014/main" id="{9CE7C6BA-8A25-7EC0-A2DD-27CAF44E778C}"/>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05E53B06-6AFA-D06D-4B22-F9B372721817}"/>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E46675B7-3A27-A0CC-7B0C-2332FEEE5EC0}"/>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739BCF76-4284-6FB2-8EB8-8E8266119554}"/>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B165F0A5-E61A-1092-A6DB-52E65A9AAF5B}"/>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368DD811-8188-42DB-1851-B316D7611A51}"/>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F228A597-90C0-284B-7733-ACB7CFD9A7AA}"/>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755AFCEB-8A9F-3580-E2D1-C4DFCE2E83FF}"/>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2C7C2E2D-9ECF-A243-ED07-BCBE30ECB7D1}"/>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0F667791-5B02-2699-C0A5-DE14500454E2}"/>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9" name="TextBox 18">
              <a:extLst>
                <a:ext uri="{FF2B5EF4-FFF2-40B4-BE49-F238E27FC236}">
                  <a16:creationId xmlns:a16="http://schemas.microsoft.com/office/drawing/2014/main" id="{4A5FD6BA-744A-9F52-295E-512D34E9510A}"/>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1" name="TextBox 40">
            <a:extLst>
              <a:ext uri="{FF2B5EF4-FFF2-40B4-BE49-F238E27FC236}">
                <a16:creationId xmlns:a16="http://schemas.microsoft.com/office/drawing/2014/main" id="{0CA064A6-689D-FD3B-4844-615968DB76D2}"/>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444516224"/>
      </p:ext>
    </p:extLst>
  </p:cSld>
  <p:clrMapOvr>
    <a:masterClrMapping/>
  </p:clrMapOvr>
</p:sldLayout>
</file>

<file path=ppt/slideLayouts/slideLayout215.xml><?xml version="1.0" encoding="utf-8"?>
<p:sldLayout xmlns:a="http://schemas.openxmlformats.org/drawingml/2006/main" xmlns:r="http://schemas.openxmlformats.org/officeDocument/2006/relationships" xmlns:p="http://schemas.openxmlformats.org/presentationml/2006/main" preserve="1" userDrawn="1">
  <p:cSld name="4 Column">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5" name="Title 4">
            <a:extLst>
              <a:ext uri="{FF2B5EF4-FFF2-40B4-BE49-F238E27FC236}">
                <a16:creationId xmlns:a16="http://schemas.microsoft.com/office/drawing/2014/main" id="{85784134-256C-0D0A-56EB-9B8FA18EDBBE}"/>
              </a:ext>
            </a:extLst>
          </p:cNvPr>
          <p:cNvSpPr>
            <a:spLocks noGrp="1"/>
          </p:cNvSpPr>
          <p:nvPr>
            <p:ph type="title"/>
          </p:nvPr>
        </p:nvSpPr>
        <p:spPr>
          <a:xfrm>
            <a:off x="546100" y="552451"/>
            <a:ext cx="11091861" cy="434974"/>
          </a:xfrm>
        </p:spPr>
        <p:txBody>
          <a:bodyPr/>
          <a:lstStyle/>
          <a:p>
            <a:r>
              <a:rPr lang="en-US"/>
              <a:t>Click to edit Master title style</a:t>
            </a:r>
          </a:p>
        </p:txBody>
      </p:sp>
      <p:sp>
        <p:nvSpPr>
          <p:cNvPr id="4" name="Freeform 5">
            <a:extLst>
              <a:ext uri="{FF2B5EF4-FFF2-40B4-BE49-F238E27FC236}">
                <a16:creationId xmlns:a16="http://schemas.microsoft.com/office/drawing/2014/main" id="{A236F864-CE71-6DCB-9217-F14F9E1405A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7" name="Text Placeholder 10">
            <a:extLst>
              <a:ext uri="{FF2B5EF4-FFF2-40B4-BE49-F238E27FC236}">
                <a16:creationId xmlns:a16="http://schemas.microsoft.com/office/drawing/2014/main" id="{FDFED583-30F4-021C-4B0E-446E8B03BA98}"/>
              </a:ext>
            </a:extLst>
          </p:cNvPr>
          <p:cNvSpPr>
            <a:spLocks noGrp="1"/>
          </p:cNvSpPr>
          <p:nvPr>
            <p:ph type="body" sz="quarter" idx="21"/>
          </p:nvPr>
        </p:nvSpPr>
        <p:spPr>
          <a:xfrm>
            <a:off x="546100" y="1127125"/>
            <a:ext cx="11094211"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8" name="Text Placeholder 15">
            <a:extLst>
              <a:ext uri="{FF2B5EF4-FFF2-40B4-BE49-F238E27FC236}">
                <a16:creationId xmlns:a16="http://schemas.microsoft.com/office/drawing/2014/main" id="{329AC388-4A5D-40CE-9F94-924EEC9F04BB}"/>
              </a:ext>
            </a:extLst>
          </p:cNvPr>
          <p:cNvSpPr>
            <a:spLocks noGrp="1"/>
          </p:cNvSpPr>
          <p:nvPr>
            <p:ph type="body" sz="quarter" idx="22"/>
          </p:nvPr>
        </p:nvSpPr>
        <p:spPr>
          <a:xfrm>
            <a:off x="546100" y="6019800"/>
            <a:ext cx="685165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9" name="Content Placeholder 22">
            <a:extLst>
              <a:ext uri="{FF2B5EF4-FFF2-40B4-BE49-F238E27FC236}">
                <a16:creationId xmlns:a16="http://schemas.microsoft.com/office/drawing/2014/main" id="{FF54BDBD-731D-CB8C-D47B-CA629E8069CD}"/>
              </a:ext>
            </a:extLst>
          </p:cNvPr>
          <p:cNvSpPr>
            <a:spLocks noGrp="1"/>
          </p:cNvSpPr>
          <p:nvPr>
            <p:ph sz="quarter" idx="23"/>
          </p:nvPr>
        </p:nvSpPr>
        <p:spPr>
          <a:xfrm>
            <a:off x="546100" y="1849438"/>
            <a:ext cx="2619375"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0" name="Content Placeholder 24">
            <a:extLst>
              <a:ext uri="{FF2B5EF4-FFF2-40B4-BE49-F238E27FC236}">
                <a16:creationId xmlns:a16="http://schemas.microsoft.com/office/drawing/2014/main" id="{C8E9ABC3-F6D2-BACA-257F-94E800767689}"/>
              </a:ext>
            </a:extLst>
          </p:cNvPr>
          <p:cNvSpPr>
            <a:spLocks noGrp="1"/>
          </p:cNvSpPr>
          <p:nvPr>
            <p:ph sz="quarter" idx="24"/>
          </p:nvPr>
        </p:nvSpPr>
        <p:spPr>
          <a:xfrm>
            <a:off x="3367088" y="1849438"/>
            <a:ext cx="2624137"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1" name="Content Placeholder 20">
            <a:extLst>
              <a:ext uri="{FF2B5EF4-FFF2-40B4-BE49-F238E27FC236}">
                <a16:creationId xmlns:a16="http://schemas.microsoft.com/office/drawing/2014/main" id="{81EFF807-BC6D-4436-06F4-FC320A023745}"/>
              </a:ext>
            </a:extLst>
          </p:cNvPr>
          <p:cNvSpPr>
            <a:spLocks noGrp="1"/>
          </p:cNvSpPr>
          <p:nvPr>
            <p:ph sz="quarter" idx="25"/>
          </p:nvPr>
        </p:nvSpPr>
        <p:spPr>
          <a:xfrm>
            <a:off x="6189664" y="1849439"/>
            <a:ext cx="2624136" cy="401796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3" name="Content Placeholder 22">
            <a:extLst>
              <a:ext uri="{FF2B5EF4-FFF2-40B4-BE49-F238E27FC236}">
                <a16:creationId xmlns:a16="http://schemas.microsoft.com/office/drawing/2014/main" id="{32FD5E28-DACE-C0A6-698B-E77424A9EBBA}"/>
              </a:ext>
            </a:extLst>
          </p:cNvPr>
          <p:cNvSpPr>
            <a:spLocks noGrp="1"/>
          </p:cNvSpPr>
          <p:nvPr>
            <p:ph sz="quarter" idx="26"/>
          </p:nvPr>
        </p:nvSpPr>
        <p:spPr>
          <a:xfrm>
            <a:off x="9015414" y="1849439"/>
            <a:ext cx="2622548" cy="40179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D390DEB5-29E2-6772-5EB4-D7751337E47E}"/>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5B9DB2D8-83A7-CFC3-E346-934BD5F48CF0}"/>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C8F1536C-01B4-9650-3CA9-1D1FB64CA691}"/>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E7408998-8576-7E4D-BB97-1A4C2B12675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CE66C8DB-872E-EDEB-9A8B-83532427528C}"/>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4B587F64-5F3E-A3B9-E356-74A65F733A36}"/>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7BF65407-5638-E1E1-27DB-3521DEE110E2}"/>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9C708A40-472D-6862-8CB0-79F82834582E}"/>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7564FFEB-799C-2871-0C6E-A896FE7AD752}"/>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CB56E1D2-4B0D-B5EF-12CB-3FA5FF57764B}"/>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39900C34-1255-0A34-7105-92ABE5D447C9}"/>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659CC613-5F2A-1924-4E2A-318D41FE22A6}"/>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6CF15CB2-54B4-AF28-C77A-5216DFCC01AE}"/>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DAA5FBEC-4EBC-26FA-2E13-9EB80B129044}"/>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2F4F74C9-E1BC-3F3C-67B7-4664D25D1C67}"/>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5366610A-0723-A113-F345-5992ECF94402}"/>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46ABB763-E47B-1306-ABF8-52CD19D9F806}"/>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4" name="Rectangle 13">
                <a:extLst>
                  <a:ext uri="{FF2B5EF4-FFF2-40B4-BE49-F238E27FC236}">
                    <a16:creationId xmlns:a16="http://schemas.microsoft.com/office/drawing/2014/main" id="{28FBEAEB-7FB9-3015-0634-813CF41429AB}"/>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B1F10344-D8A7-FDBA-B3EA-8192047116CD}"/>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FB11E786-B52F-313A-3710-56D58A130A4F}"/>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FB61E8D3-C57E-0E43-7100-A2E3E03BD56D}"/>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32D4900F-0805-82E7-1213-AB9F87277B14}"/>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74F74314-EC69-7712-628A-97351CC762E8}"/>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B5314C1A-9557-BE11-59E5-3A6D43C91C93}"/>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E3C7B088-D88F-02BA-2CEB-2A3E10BACC80}"/>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A5B941EE-CE1E-B122-A187-F4C8C6AF183E}"/>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35EA72A1-A686-C1D9-82B6-5B69EA936135}"/>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5A55C7F0-8655-07D5-2308-2469114506DF}"/>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4025432072"/>
      </p:ext>
    </p:extLst>
  </p:cSld>
  <p:clrMapOvr>
    <a:masterClrMapping/>
  </p:clrMapOvr>
</p:sldLayout>
</file>

<file path=ppt/slideLayouts/slideLayout216.xml><?xml version="1.0" encoding="utf-8"?>
<p:sldLayout xmlns:a="http://schemas.openxmlformats.org/drawingml/2006/main" xmlns:r="http://schemas.openxmlformats.org/officeDocument/2006/relationships" xmlns:p="http://schemas.openxmlformats.org/presentationml/2006/main" preserve="1" userDrawn="1">
  <p:cSld name="4 Column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5" name="Title 14">
            <a:extLst>
              <a:ext uri="{FF2B5EF4-FFF2-40B4-BE49-F238E27FC236}">
                <a16:creationId xmlns:a16="http://schemas.microsoft.com/office/drawing/2014/main" id="{EAD91B94-EA98-484A-C309-7B941BD49803}"/>
              </a:ext>
            </a:extLst>
          </p:cNvPr>
          <p:cNvSpPr>
            <a:spLocks noGrp="1"/>
          </p:cNvSpPr>
          <p:nvPr>
            <p:ph type="title"/>
          </p:nvPr>
        </p:nvSpPr>
        <p:spPr>
          <a:xfrm>
            <a:off x="546101" y="552450"/>
            <a:ext cx="11091862" cy="434975"/>
          </a:xfrm>
        </p:spPr>
        <p:txBody>
          <a:bodyPr/>
          <a:lstStyle/>
          <a:p>
            <a:r>
              <a:rPr lang="en-US"/>
              <a:t>Click to edit Master title style</a:t>
            </a:r>
          </a:p>
        </p:txBody>
      </p:sp>
      <p:sp>
        <p:nvSpPr>
          <p:cNvPr id="3" name="Freeform 5">
            <a:extLst>
              <a:ext uri="{FF2B5EF4-FFF2-40B4-BE49-F238E27FC236}">
                <a16:creationId xmlns:a16="http://schemas.microsoft.com/office/drawing/2014/main" id="{5C3F480E-7787-3C79-2F28-2BD141C8A6B3}"/>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20" name="Text Placeholder 10">
            <a:extLst>
              <a:ext uri="{FF2B5EF4-FFF2-40B4-BE49-F238E27FC236}">
                <a16:creationId xmlns:a16="http://schemas.microsoft.com/office/drawing/2014/main" id="{E816675F-4CFF-1424-BC2E-EB168984C8A9}"/>
              </a:ext>
            </a:extLst>
          </p:cNvPr>
          <p:cNvSpPr>
            <a:spLocks noGrp="1"/>
          </p:cNvSpPr>
          <p:nvPr>
            <p:ph type="body" sz="quarter" idx="21"/>
          </p:nvPr>
        </p:nvSpPr>
        <p:spPr>
          <a:xfrm>
            <a:off x="546100" y="1127125"/>
            <a:ext cx="11094211"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21" name="Text Placeholder 15">
            <a:extLst>
              <a:ext uri="{FF2B5EF4-FFF2-40B4-BE49-F238E27FC236}">
                <a16:creationId xmlns:a16="http://schemas.microsoft.com/office/drawing/2014/main" id="{5ABFA4E5-EE7C-B181-6613-2BCBB984ABF8}"/>
              </a:ext>
            </a:extLst>
          </p:cNvPr>
          <p:cNvSpPr>
            <a:spLocks noGrp="1"/>
          </p:cNvSpPr>
          <p:nvPr>
            <p:ph type="body" sz="quarter" idx="22"/>
          </p:nvPr>
        </p:nvSpPr>
        <p:spPr>
          <a:xfrm>
            <a:off x="546100" y="6019800"/>
            <a:ext cx="685165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22" name="Content Placeholder 22">
            <a:extLst>
              <a:ext uri="{FF2B5EF4-FFF2-40B4-BE49-F238E27FC236}">
                <a16:creationId xmlns:a16="http://schemas.microsoft.com/office/drawing/2014/main" id="{13CECA2D-47BD-D0C9-FDDA-04E397E25899}"/>
              </a:ext>
            </a:extLst>
          </p:cNvPr>
          <p:cNvSpPr>
            <a:spLocks noGrp="1"/>
          </p:cNvSpPr>
          <p:nvPr>
            <p:ph sz="quarter" idx="23"/>
          </p:nvPr>
        </p:nvSpPr>
        <p:spPr>
          <a:xfrm>
            <a:off x="546101" y="2425700"/>
            <a:ext cx="2619374"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3" name="Content Placeholder 24">
            <a:extLst>
              <a:ext uri="{FF2B5EF4-FFF2-40B4-BE49-F238E27FC236}">
                <a16:creationId xmlns:a16="http://schemas.microsoft.com/office/drawing/2014/main" id="{662EF311-9306-5498-F3D9-6F3991FF1E09}"/>
              </a:ext>
            </a:extLst>
          </p:cNvPr>
          <p:cNvSpPr>
            <a:spLocks noGrp="1"/>
          </p:cNvSpPr>
          <p:nvPr>
            <p:ph sz="quarter" idx="24"/>
          </p:nvPr>
        </p:nvSpPr>
        <p:spPr>
          <a:xfrm>
            <a:off x="3367088" y="2425700"/>
            <a:ext cx="2625725"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4" name="Content Placeholder 20">
            <a:extLst>
              <a:ext uri="{FF2B5EF4-FFF2-40B4-BE49-F238E27FC236}">
                <a16:creationId xmlns:a16="http://schemas.microsoft.com/office/drawing/2014/main" id="{3A80FA08-2EA7-E26E-1786-7FC321C07BC6}"/>
              </a:ext>
            </a:extLst>
          </p:cNvPr>
          <p:cNvSpPr>
            <a:spLocks noGrp="1"/>
          </p:cNvSpPr>
          <p:nvPr>
            <p:ph sz="quarter" idx="25"/>
          </p:nvPr>
        </p:nvSpPr>
        <p:spPr>
          <a:xfrm>
            <a:off x="6194426" y="2425701"/>
            <a:ext cx="2619375" cy="344169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5" name="Text Placeholder 33">
            <a:extLst>
              <a:ext uri="{FF2B5EF4-FFF2-40B4-BE49-F238E27FC236}">
                <a16:creationId xmlns:a16="http://schemas.microsoft.com/office/drawing/2014/main" id="{6F3D1EEF-0D0B-1B3D-790A-E903BCE7629F}"/>
              </a:ext>
            </a:extLst>
          </p:cNvPr>
          <p:cNvSpPr>
            <a:spLocks noGrp="1"/>
          </p:cNvSpPr>
          <p:nvPr>
            <p:ph type="body" sz="quarter" idx="29"/>
          </p:nvPr>
        </p:nvSpPr>
        <p:spPr>
          <a:xfrm>
            <a:off x="546100" y="1849436"/>
            <a:ext cx="2619375" cy="296861"/>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36" name="Text Placeholder 35">
            <a:extLst>
              <a:ext uri="{FF2B5EF4-FFF2-40B4-BE49-F238E27FC236}">
                <a16:creationId xmlns:a16="http://schemas.microsoft.com/office/drawing/2014/main" id="{F3E66951-696C-1D73-0C63-711EFABB807E}"/>
              </a:ext>
            </a:extLst>
          </p:cNvPr>
          <p:cNvSpPr>
            <a:spLocks noGrp="1"/>
          </p:cNvSpPr>
          <p:nvPr>
            <p:ph type="body" sz="quarter" idx="30"/>
          </p:nvPr>
        </p:nvSpPr>
        <p:spPr>
          <a:xfrm>
            <a:off x="3367089" y="1849438"/>
            <a:ext cx="2625725" cy="2968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37" name="Text Placeholder 26">
            <a:extLst>
              <a:ext uri="{FF2B5EF4-FFF2-40B4-BE49-F238E27FC236}">
                <a16:creationId xmlns:a16="http://schemas.microsoft.com/office/drawing/2014/main" id="{22CCB024-1C7A-358D-17AA-DB143CC33E1A}"/>
              </a:ext>
            </a:extLst>
          </p:cNvPr>
          <p:cNvSpPr>
            <a:spLocks noGrp="1"/>
          </p:cNvSpPr>
          <p:nvPr>
            <p:ph type="body" sz="quarter" idx="31"/>
          </p:nvPr>
        </p:nvSpPr>
        <p:spPr>
          <a:xfrm>
            <a:off x="6194426" y="1849438"/>
            <a:ext cx="2619375" cy="2968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39" name="Content Placeholder 38">
            <a:extLst>
              <a:ext uri="{FF2B5EF4-FFF2-40B4-BE49-F238E27FC236}">
                <a16:creationId xmlns:a16="http://schemas.microsoft.com/office/drawing/2014/main" id="{4C336508-10E1-4F40-6089-6E416628EAAC}"/>
              </a:ext>
            </a:extLst>
          </p:cNvPr>
          <p:cNvSpPr>
            <a:spLocks noGrp="1"/>
          </p:cNvSpPr>
          <p:nvPr>
            <p:ph sz="quarter" idx="32"/>
          </p:nvPr>
        </p:nvSpPr>
        <p:spPr>
          <a:xfrm>
            <a:off x="9015415" y="2425700"/>
            <a:ext cx="2622548"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1" name="Text Placeholder 40">
            <a:extLst>
              <a:ext uri="{FF2B5EF4-FFF2-40B4-BE49-F238E27FC236}">
                <a16:creationId xmlns:a16="http://schemas.microsoft.com/office/drawing/2014/main" id="{53BBD7EF-C3BF-D4E8-EF2B-6BC68E04ACCA}"/>
              </a:ext>
            </a:extLst>
          </p:cNvPr>
          <p:cNvSpPr>
            <a:spLocks noGrp="1"/>
          </p:cNvSpPr>
          <p:nvPr>
            <p:ph type="body" sz="quarter" idx="33"/>
          </p:nvPr>
        </p:nvSpPr>
        <p:spPr>
          <a:xfrm>
            <a:off x="9015412" y="1849436"/>
            <a:ext cx="2622549" cy="296862"/>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31508F31-FF7C-431E-8840-F90A9D6D6BB7}"/>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20F324AF-4604-BC68-DF52-9173D16B2F9A}"/>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A195C87C-A8C1-EF0F-E54A-86C6A126B59E}"/>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BB18765C-6428-8BC5-0F7F-AC227EF0A74D}"/>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F59345F0-BAC3-4CFD-1E56-D68E766C8EA0}"/>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C2E13A71-D7CF-FC90-C382-E29EE484D60D}"/>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B098EA7C-4CB8-5294-0E3D-DA3DDA751D33}"/>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A598B527-9B86-D470-36F2-19EAB9D0B534}"/>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302739A8-3AB5-BAF0-AA17-65CD5083E724}"/>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67C8C171-BE38-E529-E276-F9214A4F2803}"/>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66EE2F7F-380C-FCB0-4B13-62851E0EACC8}"/>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4B435196-5675-C73C-2A26-F03E4045E2E4}"/>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E08EB757-F7DA-269E-7344-91DC5FF92E75}"/>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8F8526C6-1E24-7346-B993-85316AA11F34}"/>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2" name="Rectangle 41">
                <a:extLst>
                  <a:ext uri="{FF2B5EF4-FFF2-40B4-BE49-F238E27FC236}">
                    <a16:creationId xmlns:a16="http://schemas.microsoft.com/office/drawing/2014/main" id="{6057C186-2F1E-C9FF-8481-4D3BB0848054}"/>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CEFBF9E7-13D1-9178-0D42-BC7022197A5D}"/>
                </a:ext>
              </a:extLst>
            </p:cNvPr>
            <p:cNvGrpSpPr/>
            <p:nvPr userDrawn="1"/>
          </p:nvGrpSpPr>
          <p:grpSpPr>
            <a:xfrm>
              <a:off x="12442019" y="198485"/>
              <a:ext cx="382660" cy="2882942"/>
              <a:chOff x="12742785" y="3716048"/>
              <a:chExt cx="316248" cy="3171236"/>
            </a:xfrm>
          </p:grpSpPr>
          <p:sp>
            <p:nvSpPr>
              <p:cNvPr id="12" name="Rectangle 11">
                <a:extLst>
                  <a:ext uri="{FF2B5EF4-FFF2-40B4-BE49-F238E27FC236}">
                    <a16:creationId xmlns:a16="http://schemas.microsoft.com/office/drawing/2014/main" id="{F4BEB79C-198E-4439-D590-128300F9B6F8}"/>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3" name="Rectangle 12">
                <a:extLst>
                  <a:ext uri="{FF2B5EF4-FFF2-40B4-BE49-F238E27FC236}">
                    <a16:creationId xmlns:a16="http://schemas.microsoft.com/office/drawing/2014/main" id="{5BD14EF4-3167-6143-A1AD-55A1B5CF05CE}"/>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4" name="Rectangle 13">
                <a:extLst>
                  <a:ext uri="{FF2B5EF4-FFF2-40B4-BE49-F238E27FC236}">
                    <a16:creationId xmlns:a16="http://schemas.microsoft.com/office/drawing/2014/main" id="{6CDAC170-0DCF-50A1-3DED-FB8BBB48223F}"/>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C7DFE751-77F4-4002-6123-7EFC77236499}"/>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A1950836-7332-C3CA-EDF9-46A3C3D727AE}"/>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939ACAEE-003F-1B2F-661A-A7CDDA65349A}"/>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B5FCEDCA-01D6-8229-81D8-9CA76C23E10C}"/>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0287BE0D-385C-95E3-FA57-5AD0C5117986}"/>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43F74E9E-9B57-D337-50A5-0C98A604EFB0}"/>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5698BF97-ED86-B619-27CD-2B2C652AD204}"/>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1" name="TextBox 10">
              <a:extLst>
                <a:ext uri="{FF2B5EF4-FFF2-40B4-BE49-F238E27FC236}">
                  <a16:creationId xmlns:a16="http://schemas.microsoft.com/office/drawing/2014/main" id="{F7B72D11-980B-780D-7EE9-949D721F63BE}"/>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3" name="TextBox 42">
            <a:extLst>
              <a:ext uri="{FF2B5EF4-FFF2-40B4-BE49-F238E27FC236}">
                <a16:creationId xmlns:a16="http://schemas.microsoft.com/office/drawing/2014/main" id="{81BEBAD7-6C04-D709-C868-28A410889007}"/>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266840146"/>
      </p:ext>
    </p:extLst>
  </p:cSld>
  <p:clrMapOvr>
    <a:masterClrMapping/>
  </p:clrMapOvr>
</p:sldLayout>
</file>

<file path=ppt/slideLayouts/slideLayout217.xml><?xml version="1.0" encoding="utf-8"?>
<p:sldLayout xmlns:a="http://schemas.openxmlformats.org/drawingml/2006/main" xmlns:r="http://schemas.openxmlformats.org/officeDocument/2006/relationships" xmlns:p="http://schemas.openxmlformats.org/presentationml/2006/main" preserve="1" userDrawn="1">
  <p:cSld name="2 Column with icons / Photo">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p:nvPr>
        </p:nvSpPr>
        <p:spPr>
          <a:xfrm>
            <a:off x="6194424" y="0"/>
            <a:ext cx="5997575" cy="6858000"/>
          </a:xfrm>
          <a:solidFill>
            <a:schemeClr val="bg1">
              <a:lumMod val="65000"/>
            </a:schemeClr>
          </a:solidFill>
        </p:spPr>
        <p:txBody>
          <a:bodyPr anchor="ctr"/>
          <a:lstStyle>
            <a:lvl1pPr algn="ctr">
              <a:defRPr>
                <a:solidFill>
                  <a:schemeClr val="bg1"/>
                </a:solidFill>
              </a:defRPr>
            </a:lvl1pPr>
          </a:lstStyle>
          <a:p>
            <a:r>
              <a:rPr lang="en-US"/>
              <a:t>Click icon to add picture</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bg1"/>
                </a:solidFill>
              </a:defRPr>
            </a:lvl1p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5" name="Title 4">
            <a:extLst>
              <a:ext uri="{FF2B5EF4-FFF2-40B4-BE49-F238E27FC236}">
                <a16:creationId xmlns:a16="http://schemas.microsoft.com/office/drawing/2014/main" id="{37E1B056-6E37-0195-3E1E-328A2FEFCC8B}"/>
              </a:ext>
            </a:extLst>
          </p:cNvPr>
          <p:cNvSpPr>
            <a:spLocks noGrp="1"/>
          </p:cNvSpPr>
          <p:nvPr>
            <p:ph type="title"/>
          </p:nvPr>
        </p:nvSpPr>
        <p:spPr>
          <a:xfrm>
            <a:off x="546100" y="552450"/>
            <a:ext cx="5443379" cy="434975"/>
          </a:xfrm>
        </p:spPr>
        <p:txBody>
          <a:bodyPr/>
          <a:lstStyle/>
          <a:p>
            <a:r>
              <a:rPr lang="en-US"/>
              <a:t>Click to edit Master title style</a:t>
            </a:r>
          </a:p>
        </p:txBody>
      </p:sp>
      <p:sp>
        <p:nvSpPr>
          <p:cNvPr id="3" name="Picture Placeholder 9">
            <a:extLst>
              <a:ext uri="{FF2B5EF4-FFF2-40B4-BE49-F238E27FC236}">
                <a16:creationId xmlns:a16="http://schemas.microsoft.com/office/drawing/2014/main" id="{071C30E2-10A6-5251-1FC6-8810B8777FFE}"/>
              </a:ext>
            </a:extLst>
          </p:cNvPr>
          <p:cNvSpPr>
            <a:spLocks noGrp="1"/>
          </p:cNvSpPr>
          <p:nvPr>
            <p:ph type="pic" sz="quarter" idx="37" hasCustomPrompt="1"/>
          </p:nvPr>
        </p:nvSpPr>
        <p:spPr>
          <a:xfrm>
            <a:off x="546100" y="1849438"/>
            <a:ext cx="722376" cy="720725"/>
          </a:xfrm>
          <a:noFill/>
          <a:ln>
            <a:noFill/>
          </a:ln>
        </p:spPr>
        <p:txBody>
          <a:bodyPr anchor="ctr"/>
          <a:lstStyle>
            <a:lvl1pPr algn="ctr">
              <a:defRPr>
                <a:solidFill>
                  <a:schemeClr val="tx1"/>
                </a:solidFill>
              </a:defRPr>
            </a:lvl1pPr>
          </a:lstStyle>
          <a:p>
            <a:r>
              <a:rPr lang="en-US"/>
              <a:t>Icon</a:t>
            </a:r>
          </a:p>
        </p:txBody>
      </p:sp>
      <p:sp>
        <p:nvSpPr>
          <p:cNvPr id="11" name="Picture Placeholder 9">
            <a:extLst>
              <a:ext uri="{FF2B5EF4-FFF2-40B4-BE49-F238E27FC236}">
                <a16:creationId xmlns:a16="http://schemas.microsoft.com/office/drawing/2014/main" id="{2779889F-8243-735B-D407-39B553561C4A}"/>
              </a:ext>
            </a:extLst>
          </p:cNvPr>
          <p:cNvSpPr>
            <a:spLocks noGrp="1" noChangeAspect="1"/>
          </p:cNvSpPr>
          <p:nvPr>
            <p:ph type="pic" sz="quarter" idx="38" hasCustomPrompt="1"/>
          </p:nvPr>
        </p:nvSpPr>
        <p:spPr>
          <a:xfrm>
            <a:off x="546100" y="3146426"/>
            <a:ext cx="723632" cy="692149"/>
          </a:xfrm>
          <a:noFill/>
          <a:ln>
            <a:noFill/>
          </a:ln>
        </p:spPr>
        <p:txBody>
          <a:bodyPr anchor="ctr"/>
          <a:lstStyle>
            <a:lvl1pPr algn="ctr">
              <a:defRPr>
                <a:solidFill>
                  <a:schemeClr val="tx1"/>
                </a:solidFill>
              </a:defRPr>
            </a:lvl1pPr>
          </a:lstStyle>
          <a:p>
            <a:r>
              <a:rPr lang="en-US"/>
              <a:t>Icon</a:t>
            </a:r>
          </a:p>
        </p:txBody>
      </p:sp>
      <p:sp>
        <p:nvSpPr>
          <p:cNvPr id="12" name="Picture Placeholder 9">
            <a:extLst>
              <a:ext uri="{FF2B5EF4-FFF2-40B4-BE49-F238E27FC236}">
                <a16:creationId xmlns:a16="http://schemas.microsoft.com/office/drawing/2014/main" id="{7E3BD4E3-4BCD-3C87-CEE7-D70639AB32E4}"/>
              </a:ext>
            </a:extLst>
          </p:cNvPr>
          <p:cNvSpPr>
            <a:spLocks noGrp="1"/>
          </p:cNvSpPr>
          <p:nvPr>
            <p:ph type="pic" sz="quarter" idx="39" hasCustomPrompt="1"/>
          </p:nvPr>
        </p:nvSpPr>
        <p:spPr>
          <a:xfrm>
            <a:off x="546100" y="4421188"/>
            <a:ext cx="722376" cy="730249"/>
          </a:xfrm>
          <a:noFill/>
          <a:ln>
            <a:noFill/>
          </a:ln>
        </p:spPr>
        <p:txBody>
          <a:bodyPr anchor="ctr"/>
          <a:lstStyle>
            <a:lvl1pPr algn="ctr">
              <a:defRPr>
                <a:solidFill>
                  <a:schemeClr val="tx1"/>
                </a:solidFill>
              </a:defRPr>
            </a:lvl1pPr>
          </a:lstStyle>
          <a:p>
            <a:r>
              <a:rPr lang="en-US"/>
              <a:t>Icon</a:t>
            </a:r>
          </a:p>
        </p:txBody>
      </p:sp>
      <p:sp>
        <p:nvSpPr>
          <p:cNvPr id="4" name="Freeform 5">
            <a:extLst>
              <a:ext uri="{FF2B5EF4-FFF2-40B4-BE49-F238E27FC236}">
                <a16:creationId xmlns:a16="http://schemas.microsoft.com/office/drawing/2014/main" id="{DC2B09DE-A1A4-4C35-6E17-FAA89478D0BB}"/>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30" name="Text Placeholder 10">
            <a:extLst>
              <a:ext uri="{FF2B5EF4-FFF2-40B4-BE49-F238E27FC236}">
                <a16:creationId xmlns:a16="http://schemas.microsoft.com/office/drawing/2014/main" id="{3CA37D90-0D74-AE2A-B25D-69FCBDEAD1C9}"/>
              </a:ext>
            </a:extLst>
          </p:cNvPr>
          <p:cNvSpPr>
            <a:spLocks noGrp="1"/>
          </p:cNvSpPr>
          <p:nvPr>
            <p:ph type="body" sz="quarter" idx="21"/>
          </p:nvPr>
        </p:nvSpPr>
        <p:spPr>
          <a:xfrm>
            <a:off x="546100" y="1127125"/>
            <a:ext cx="5445125" cy="296863"/>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31" name="Text Placeholder 15">
            <a:extLst>
              <a:ext uri="{FF2B5EF4-FFF2-40B4-BE49-F238E27FC236}">
                <a16:creationId xmlns:a16="http://schemas.microsoft.com/office/drawing/2014/main" id="{91CF4EAB-36B2-D655-23E6-0560D7AA1292}"/>
              </a:ext>
            </a:extLst>
          </p:cNvPr>
          <p:cNvSpPr>
            <a:spLocks noGrp="1"/>
          </p:cNvSpPr>
          <p:nvPr>
            <p:ph type="body" sz="quarter" idx="22"/>
          </p:nvPr>
        </p:nvSpPr>
        <p:spPr>
          <a:xfrm>
            <a:off x="546100" y="6019800"/>
            <a:ext cx="5445125"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33" name="Content Placeholder 32">
            <a:extLst>
              <a:ext uri="{FF2B5EF4-FFF2-40B4-BE49-F238E27FC236}">
                <a16:creationId xmlns:a16="http://schemas.microsoft.com/office/drawing/2014/main" id="{F52E03F2-F72D-3919-6A71-4CEA2D954B96}"/>
              </a:ext>
            </a:extLst>
          </p:cNvPr>
          <p:cNvSpPr>
            <a:spLocks noGrp="1"/>
          </p:cNvSpPr>
          <p:nvPr>
            <p:ph sz="quarter" idx="40"/>
          </p:nvPr>
        </p:nvSpPr>
        <p:spPr>
          <a:xfrm>
            <a:off x="1485901" y="1849438"/>
            <a:ext cx="4505324" cy="998537"/>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35" name="Content Placeholder 34">
            <a:extLst>
              <a:ext uri="{FF2B5EF4-FFF2-40B4-BE49-F238E27FC236}">
                <a16:creationId xmlns:a16="http://schemas.microsoft.com/office/drawing/2014/main" id="{B626F10D-848A-E6CB-7D19-295563F81456}"/>
              </a:ext>
            </a:extLst>
          </p:cNvPr>
          <p:cNvSpPr>
            <a:spLocks noGrp="1"/>
          </p:cNvSpPr>
          <p:nvPr>
            <p:ph sz="quarter" idx="41"/>
          </p:nvPr>
        </p:nvSpPr>
        <p:spPr>
          <a:xfrm>
            <a:off x="1485900" y="3146426"/>
            <a:ext cx="4505325" cy="838200"/>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37" name="Content Placeholder 36">
            <a:extLst>
              <a:ext uri="{FF2B5EF4-FFF2-40B4-BE49-F238E27FC236}">
                <a16:creationId xmlns:a16="http://schemas.microsoft.com/office/drawing/2014/main" id="{FE10D5E1-C329-1061-FDA3-9EC5BE5ECB6F}"/>
              </a:ext>
            </a:extLst>
          </p:cNvPr>
          <p:cNvSpPr>
            <a:spLocks noGrp="1"/>
          </p:cNvSpPr>
          <p:nvPr>
            <p:ph sz="quarter" idx="42"/>
          </p:nvPr>
        </p:nvSpPr>
        <p:spPr>
          <a:xfrm>
            <a:off x="1485900" y="4421189"/>
            <a:ext cx="4505325" cy="1020762"/>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grpSp>
        <p:nvGrpSpPr>
          <p:cNvPr id="2" name="Group 1">
            <a:extLst>
              <a:ext uri="{FF2B5EF4-FFF2-40B4-BE49-F238E27FC236}">
                <a16:creationId xmlns:a16="http://schemas.microsoft.com/office/drawing/2014/main" id="{64D7F97E-CFBB-57F2-6F2D-5DE1E45DD008}"/>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5AA785B6-7011-CD36-1C15-7DFB015C0426}"/>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DBDC9942-39F5-5CCF-E3EA-A0B493EEEFB2}"/>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3" name="Rectangle 12">
              <a:extLst>
                <a:ext uri="{FF2B5EF4-FFF2-40B4-BE49-F238E27FC236}">
                  <a16:creationId xmlns:a16="http://schemas.microsoft.com/office/drawing/2014/main" id="{43F0E191-81F1-80C5-A838-B97C2ACE6F7B}"/>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4" name="Group 13">
              <a:extLst>
                <a:ext uri="{FF2B5EF4-FFF2-40B4-BE49-F238E27FC236}">
                  <a16:creationId xmlns:a16="http://schemas.microsoft.com/office/drawing/2014/main" id="{39E67DDD-1786-0734-6867-7615D6F61308}"/>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E8FB0802-7289-1838-2F92-8EF12C372D24}"/>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4612D53B-1F0C-D671-7CAF-C4D0B9FFF658}"/>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4980F8FA-9426-6114-E745-EA2A8BF6D118}"/>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0A85E03B-D1D2-EA6E-350A-FAE993BCA4C6}"/>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EB9351A8-0725-387F-9D4F-6B2BB7331AD7}"/>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0207B51E-6BA4-E242-D289-F7642265012E}"/>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7349BE1A-E034-AE24-5F78-ACCDA704E654}"/>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44E17DB5-90C6-ACA3-6C15-7A13AEE1D36B}"/>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266BE422-479E-2D11-E9EE-3FEE123F6D6B}"/>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E67AD741-1BA4-F09A-330B-A7D3D8D513F0}"/>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5" name="Group 14">
              <a:extLst>
                <a:ext uri="{FF2B5EF4-FFF2-40B4-BE49-F238E27FC236}">
                  <a16:creationId xmlns:a16="http://schemas.microsoft.com/office/drawing/2014/main" id="{45DD5102-435D-0318-77BC-C3078D70E9C0}"/>
                </a:ext>
              </a:extLst>
            </p:cNvPr>
            <p:cNvGrpSpPr/>
            <p:nvPr userDrawn="1"/>
          </p:nvGrpSpPr>
          <p:grpSpPr>
            <a:xfrm>
              <a:off x="12442019" y="198485"/>
              <a:ext cx="382660" cy="2882942"/>
              <a:chOff x="12742785" y="3716048"/>
              <a:chExt cx="316248" cy="3171236"/>
            </a:xfrm>
          </p:grpSpPr>
          <p:sp>
            <p:nvSpPr>
              <p:cNvPr id="17" name="Rectangle 16">
                <a:extLst>
                  <a:ext uri="{FF2B5EF4-FFF2-40B4-BE49-F238E27FC236}">
                    <a16:creationId xmlns:a16="http://schemas.microsoft.com/office/drawing/2014/main" id="{393270AC-B8C1-E5ED-5410-5035DB172C27}"/>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50438286-72A0-3825-D887-929A01112127}"/>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7EE04E5E-6179-3570-1380-21BB30449DBE}"/>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F15B6616-9A86-F2A4-AC91-430040141FC3}"/>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0FCBB79C-56CF-85C1-5F6D-47B9D60AA179}"/>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C37A7971-72E9-FA6C-9E23-80E89B16F9B9}"/>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B09EDED6-B002-143F-CF3C-BF0EB61B2861}"/>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9BCAB37B-DEFF-D022-A82E-FF17B3A38669}"/>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CA913CE9-BE4E-47F3-673B-896B51BE4348}"/>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AD779FB3-9524-4724-C721-C9E5EFAAC01F}"/>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6" name="TextBox 15">
              <a:extLst>
                <a:ext uri="{FF2B5EF4-FFF2-40B4-BE49-F238E27FC236}">
                  <a16:creationId xmlns:a16="http://schemas.microsoft.com/office/drawing/2014/main" id="{CD596707-EB9B-0B05-81C4-1A0C96947131}"/>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2" name="TextBox 41">
            <a:extLst>
              <a:ext uri="{FF2B5EF4-FFF2-40B4-BE49-F238E27FC236}">
                <a16:creationId xmlns:a16="http://schemas.microsoft.com/office/drawing/2014/main" id="{8AF5B983-0144-0605-41FD-5D8563034E1B}"/>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711308571"/>
      </p:ext>
    </p:extLst>
  </p:cSld>
  <p:clrMapOvr>
    <a:masterClrMapping/>
  </p:clrMapOvr>
</p:sldLayout>
</file>

<file path=ppt/slideLayouts/slideLayout218.xml><?xml version="1.0" encoding="utf-8"?>
<p:sldLayout xmlns:a="http://schemas.openxmlformats.org/drawingml/2006/main" xmlns:r="http://schemas.openxmlformats.org/officeDocument/2006/relationships" xmlns:p="http://schemas.openxmlformats.org/presentationml/2006/main" preserve="1" userDrawn="1">
  <p:cSld name="2 Column, Photo">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p:nvPr>
        </p:nvSpPr>
        <p:spPr>
          <a:xfrm>
            <a:off x="6191886" y="0"/>
            <a:ext cx="6000113" cy="6858000"/>
          </a:xfrm>
          <a:solidFill>
            <a:schemeClr val="bg1">
              <a:lumMod val="65000"/>
            </a:schemeClr>
          </a:solidFill>
        </p:spPr>
        <p:txBody>
          <a:bodyPr anchor="ctr"/>
          <a:lstStyle>
            <a:lvl1pPr algn="ctr">
              <a:defRPr>
                <a:solidFill>
                  <a:schemeClr val="bg1"/>
                </a:solidFill>
              </a:defRPr>
            </a:lvl1pPr>
          </a:lstStyle>
          <a:p>
            <a:r>
              <a:rPr lang="en-US"/>
              <a:t>Click icon to add picture</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bg1"/>
                </a:solidFill>
              </a:defRPr>
            </a:lvl1p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5" name="Title 4">
            <a:extLst>
              <a:ext uri="{FF2B5EF4-FFF2-40B4-BE49-F238E27FC236}">
                <a16:creationId xmlns:a16="http://schemas.microsoft.com/office/drawing/2014/main" id="{37E1B056-6E37-0195-3E1E-328A2FEFCC8B}"/>
              </a:ext>
            </a:extLst>
          </p:cNvPr>
          <p:cNvSpPr>
            <a:spLocks noGrp="1"/>
          </p:cNvSpPr>
          <p:nvPr>
            <p:ph type="title"/>
          </p:nvPr>
        </p:nvSpPr>
        <p:spPr>
          <a:xfrm>
            <a:off x="546101" y="552450"/>
            <a:ext cx="5445124" cy="434975"/>
          </a:xfrm>
        </p:spPr>
        <p:txBody>
          <a:bodyPr/>
          <a:lstStyle/>
          <a:p>
            <a:r>
              <a:rPr lang="en-US"/>
              <a:t>Click to edit Master title style</a:t>
            </a:r>
          </a:p>
        </p:txBody>
      </p:sp>
      <p:sp>
        <p:nvSpPr>
          <p:cNvPr id="4" name="Freeform 5">
            <a:extLst>
              <a:ext uri="{FF2B5EF4-FFF2-40B4-BE49-F238E27FC236}">
                <a16:creationId xmlns:a16="http://schemas.microsoft.com/office/drawing/2014/main" id="{90FFE920-B320-B303-4558-0F631F47685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5" name="Text Placeholder 11">
            <a:extLst>
              <a:ext uri="{FF2B5EF4-FFF2-40B4-BE49-F238E27FC236}">
                <a16:creationId xmlns:a16="http://schemas.microsoft.com/office/drawing/2014/main" id="{5E92B4B8-6955-9D30-1BC3-A16EF74E8AD5}"/>
              </a:ext>
            </a:extLst>
          </p:cNvPr>
          <p:cNvSpPr>
            <a:spLocks noGrp="1"/>
          </p:cNvSpPr>
          <p:nvPr>
            <p:ph type="body" sz="quarter" idx="18"/>
          </p:nvPr>
        </p:nvSpPr>
        <p:spPr>
          <a:xfrm>
            <a:off x="546100" y="1127125"/>
            <a:ext cx="5445125"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6" name="Text Placeholder 15">
            <a:extLst>
              <a:ext uri="{FF2B5EF4-FFF2-40B4-BE49-F238E27FC236}">
                <a16:creationId xmlns:a16="http://schemas.microsoft.com/office/drawing/2014/main" id="{AA9F4984-857B-C872-E78B-8D7B49A19FCB}"/>
              </a:ext>
            </a:extLst>
          </p:cNvPr>
          <p:cNvSpPr>
            <a:spLocks noGrp="1"/>
          </p:cNvSpPr>
          <p:nvPr>
            <p:ph type="body" sz="quarter" idx="19" hasCustomPrompt="1"/>
          </p:nvPr>
        </p:nvSpPr>
        <p:spPr>
          <a:xfrm>
            <a:off x="546100" y="6019800"/>
            <a:ext cx="5445125"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add footnotes or disclaimer information</a:t>
            </a:r>
          </a:p>
        </p:txBody>
      </p:sp>
      <p:sp>
        <p:nvSpPr>
          <p:cNvPr id="17" name="Content Placeholder 25">
            <a:extLst>
              <a:ext uri="{FF2B5EF4-FFF2-40B4-BE49-F238E27FC236}">
                <a16:creationId xmlns:a16="http://schemas.microsoft.com/office/drawing/2014/main" id="{5C8016BC-6435-33AA-70C0-6D27BA55395C}"/>
              </a:ext>
            </a:extLst>
          </p:cNvPr>
          <p:cNvSpPr>
            <a:spLocks noGrp="1"/>
          </p:cNvSpPr>
          <p:nvPr>
            <p:ph sz="quarter" idx="23"/>
          </p:nvPr>
        </p:nvSpPr>
        <p:spPr>
          <a:xfrm>
            <a:off x="546100" y="1849438"/>
            <a:ext cx="5445125"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631995A3-0F61-07CF-245E-BDF60A36D978}"/>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E8857D31-C651-FEBC-D4DE-E1521FA693A2}"/>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36B7DFAB-55FF-B531-612E-2578C241329B}"/>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26249FEA-C95F-53A2-0478-3D637876E65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1" name="Group 10">
              <a:extLst>
                <a:ext uri="{FF2B5EF4-FFF2-40B4-BE49-F238E27FC236}">
                  <a16:creationId xmlns:a16="http://schemas.microsoft.com/office/drawing/2014/main" id="{59AC1053-0774-5185-5E78-6EA9C427C63A}"/>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1DAB16AB-BE24-8AD4-DCC0-FD6636FAFB3C}"/>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4EE6DB92-CC9B-7A4C-3FA0-1CACF848AFED}"/>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45AA3DE0-1272-434B-501C-B3B9124A0C79}"/>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7962FB6B-BC46-F469-159D-352BD79674F9}"/>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5F44128D-9C1F-AEA0-A096-8FAE4B7E16D1}"/>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7354219C-9DB4-6D73-C126-C029776FC9B0}"/>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02E186C6-9FAC-89C0-2B2C-784E622F83DA}"/>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8207801B-FCAE-E332-8F78-33E29591CB08}"/>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820CB441-6A03-6EF0-2658-F6811DADBA72}"/>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CFA17DDF-6BE8-5C10-EBCE-691AB4BF7C4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0870A9E4-C38F-B871-1043-6F29F79D77E6}"/>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2B50E069-505D-3220-106D-E30A7C7898E9}"/>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CB7629F2-F845-096B-A859-6C62F1EF9C1D}"/>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6C1B3BAE-920E-CF7B-07AB-D6CFE9DB3D24}"/>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5BB2EE34-21CA-6E9A-70E0-D48BAAD53360}"/>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00E7FCA9-1920-9A5C-EC43-7EBB3775B252}"/>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4B8084B3-520A-4693-CB68-BF26BB0847F2}"/>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BFFC9CE0-FE32-0E48-14D3-D952B135208E}"/>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DC766E05-1CFA-897F-A478-92B72DA69B0C}"/>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0A9848C6-D65B-BBD3-9037-8E35F39F4280}"/>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CDBE9933-F28A-6F88-2D9B-57DF01C27FE0}"/>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09F542D0-4E71-913A-38F7-22BDFB7E25BC}"/>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84179D5E-A2C1-D138-AC3A-2BD78AB57C41}"/>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421804624"/>
      </p:ext>
    </p:extLst>
  </p:cSld>
  <p:clrMapOvr>
    <a:masterClrMapping/>
  </p:clrMapOvr>
</p:sldLayout>
</file>

<file path=ppt/slideLayouts/slideLayout219.xml><?xml version="1.0" encoding="utf-8"?>
<p:sldLayout xmlns:a="http://schemas.openxmlformats.org/drawingml/2006/main" xmlns:r="http://schemas.openxmlformats.org/officeDocument/2006/relationships" xmlns:p="http://schemas.openxmlformats.org/presentationml/2006/main" preserve="1" userDrawn="1">
  <p:cSld name="2 Column, Photo - Subhead">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p:nvPr>
        </p:nvSpPr>
        <p:spPr>
          <a:xfrm>
            <a:off x="6194424" y="0"/>
            <a:ext cx="5997575" cy="6858000"/>
          </a:xfrm>
          <a:solidFill>
            <a:schemeClr val="bg1">
              <a:lumMod val="65000"/>
            </a:schemeClr>
          </a:solidFill>
        </p:spPr>
        <p:txBody>
          <a:bodyPr anchor="ctr"/>
          <a:lstStyle>
            <a:lvl1pPr algn="ctr">
              <a:defRPr>
                <a:solidFill>
                  <a:schemeClr val="bg1"/>
                </a:solidFill>
              </a:defRPr>
            </a:lvl1pPr>
          </a:lstStyle>
          <a:p>
            <a:r>
              <a:rPr lang="en-US"/>
              <a:t>Click icon to add picture</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bg1"/>
                </a:solidFill>
              </a:defRPr>
            </a:lvl1p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6" name="Title 5">
            <a:extLst>
              <a:ext uri="{FF2B5EF4-FFF2-40B4-BE49-F238E27FC236}">
                <a16:creationId xmlns:a16="http://schemas.microsoft.com/office/drawing/2014/main" id="{FA65A5E6-24CF-BD36-5E96-8042A9E0ECC7}"/>
              </a:ext>
            </a:extLst>
          </p:cNvPr>
          <p:cNvSpPr>
            <a:spLocks noGrp="1"/>
          </p:cNvSpPr>
          <p:nvPr>
            <p:ph type="title"/>
          </p:nvPr>
        </p:nvSpPr>
        <p:spPr>
          <a:xfrm>
            <a:off x="546100" y="552450"/>
            <a:ext cx="5444329" cy="434975"/>
          </a:xfrm>
        </p:spPr>
        <p:txBody>
          <a:bodyPr/>
          <a:lstStyle/>
          <a:p>
            <a:r>
              <a:rPr lang="en-US"/>
              <a:t>Click to edit Master title style</a:t>
            </a:r>
          </a:p>
        </p:txBody>
      </p:sp>
      <p:sp>
        <p:nvSpPr>
          <p:cNvPr id="4" name="Freeform 5">
            <a:extLst>
              <a:ext uri="{FF2B5EF4-FFF2-40B4-BE49-F238E27FC236}">
                <a16:creationId xmlns:a16="http://schemas.microsoft.com/office/drawing/2014/main" id="{83F80ED4-EB7B-394D-C29E-898DB0D61D00}"/>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6" name="Text Placeholder 11">
            <a:extLst>
              <a:ext uri="{FF2B5EF4-FFF2-40B4-BE49-F238E27FC236}">
                <a16:creationId xmlns:a16="http://schemas.microsoft.com/office/drawing/2014/main" id="{163054C7-C247-490C-C290-6EB0D4E9DC74}"/>
              </a:ext>
            </a:extLst>
          </p:cNvPr>
          <p:cNvSpPr>
            <a:spLocks noGrp="1"/>
          </p:cNvSpPr>
          <p:nvPr>
            <p:ph type="body" sz="quarter" idx="23"/>
          </p:nvPr>
        </p:nvSpPr>
        <p:spPr>
          <a:xfrm>
            <a:off x="546100" y="1127125"/>
            <a:ext cx="5445125" cy="292607"/>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7" name="Text Placeholder 13">
            <a:extLst>
              <a:ext uri="{FF2B5EF4-FFF2-40B4-BE49-F238E27FC236}">
                <a16:creationId xmlns:a16="http://schemas.microsoft.com/office/drawing/2014/main" id="{A96A9E9C-CF80-8438-5697-6A29008CD5FA}"/>
              </a:ext>
            </a:extLst>
          </p:cNvPr>
          <p:cNvSpPr>
            <a:spLocks noGrp="1"/>
          </p:cNvSpPr>
          <p:nvPr>
            <p:ph type="body" sz="quarter" idx="24"/>
          </p:nvPr>
        </p:nvSpPr>
        <p:spPr>
          <a:xfrm>
            <a:off x="546100" y="6019801"/>
            <a:ext cx="5445125"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8" name="Content Placeholder 29">
            <a:extLst>
              <a:ext uri="{FF2B5EF4-FFF2-40B4-BE49-F238E27FC236}">
                <a16:creationId xmlns:a16="http://schemas.microsoft.com/office/drawing/2014/main" id="{75ADEAFE-4009-A3BC-3F86-F58A050AF5C0}"/>
              </a:ext>
            </a:extLst>
          </p:cNvPr>
          <p:cNvSpPr>
            <a:spLocks noGrp="1"/>
          </p:cNvSpPr>
          <p:nvPr>
            <p:ph sz="quarter" idx="27"/>
          </p:nvPr>
        </p:nvSpPr>
        <p:spPr>
          <a:xfrm>
            <a:off x="546892" y="2425700"/>
            <a:ext cx="5444333"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9" name="Text Placeholder 33">
            <a:extLst>
              <a:ext uri="{FF2B5EF4-FFF2-40B4-BE49-F238E27FC236}">
                <a16:creationId xmlns:a16="http://schemas.microsoft.com/office/drawing/2014/main" id="{C8FCEF29-492C-8F4E-A702-5AD89C03B6B4}"/>
              </a:ext>
            </a:extLst>
          </p:cNvPr>
          <p:cNvSpPr>
            <a:spLocks noGrp="1"/>
          </p:cNvSpPr>
          <p:nvPr>
            <p:ph type="body" sz="quarter" idx="29"/>
          </p:nvPr>
        </p:nvSpPr>
        <p:spPr>
          <a:xfrm>
            <a:off x="546893" y="1849437"/>
            <a:ext cx="5444332" cy="296861"/>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45A07FDE-C5C4-C8EF-10FD-EC4E0CE084E3}"/>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517F201F-4874-57A3-DA1A-6307DF3B0300}"/>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D4A31D95-F26B-3873-D758-4ACE9E7C7B5A}"/>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340F168C-8776-9306-9275-D32FE23AB961}"/>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1" name="Group 10">
              <a:extLst>
                <a:ext uri="{FF2B5EF4-FFF2-40B4-BE49-F238E27FC236}">
                  <a16:creationId xmlns:a16="http://schemas.microsoft.com/office/drawing/2014/main" id="{34C2D411-3255-7E96-4BFC-1981DE42C960}"/>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3FDD120E-B200-9024-AF20-E843141A8D66}"/>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326E9239-282D-3EE5-B89C-B167F351A93F}"/>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A9729702-9260-E1CD-2AA8-869C4225F124}"/>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CCD7ACB2-D5D6-0B4E-5520-42A2155FC22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4DFE1790-706B-2333-2698-5A49D7B77B3F}"/>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3627A716-0290-FD5E-0A8C-1A3204903BC1}"/>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1785C142-AB26-3737-0D80-5F346C9C5367}"/>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550A49CD-7EF8-F766-8BC2-01BDCEEF8BBC}"/>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370DA7BE-738F-0F22-FB20-ABC784198D15}"/>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9D855911-9F58-ACBD-43A0-0B89FAF3794B}"/>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A598D3AC-77DB-3A4E-EF5D-3D09599C8668}"/>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A6088CE2-2FC7-8F45-5ABA-4523F23F451C}"/>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2F7B4DD3-F5DD-22F1-C6AA-9D96E506FE70}"/>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D5391230-AC92-454E-6E4B-0C7F80C529DC}"/>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D604D980-B993-E8FA-BDE3-DF6AB92FB97F}"/>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18AE9499-43B7-3C3F-0275-55FFF666CC96}"/>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A0C7ED8D-4B6D-911D-4398-BF2C9C3B67FA}"/>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F1FBE29D-6B72-6CF0-47D9-1ECAF45B01CB}"/>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FD0210C5-7DE8-1AA8-131B-867C62B0805D}"/>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59499FEC-7248-9A77-897B-E01CEDC8DF61}"/>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D28D5AF1-DBEC-E632-42C6-564D9F3EC115}"/>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D0B1C5A3-99E9-CBB7-38A1-282CF8B688D7}"/>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5CEA9C6A-72F1-E719-D69B-9A4049C2EB56}"/>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459139671"/>
      </p:ext>
    </p:extLst>
  </p:cSld>
  <p:clrMapOvr>
    <a:masterClrMapping/>
  </p:clrMapOvr>
</p:sldLayout>
</file>

<file path=ppt/slideLayouts/slideLayout220.xml><?xml version="1.0" encoding="utf-8"?>
<p:sldLayout xmlns:a="http://schemas.openxmlformats.org/drawingml/2006/main" xmlns:r="http://schemas.openxmlformats.org/officeDocument/2006/relationships" xmlns:p="http://schemas.openxmlformats.org/presentationml/2006/main" preserve="1" userDrawn="1">
  <p:cSld name="Dynamic Slices 1 / Light">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hasCustomPrompt="1"/>
          </p:nvPr>
        </p:nvSpPr>
        <p:spPr>
          <a:xfrm>
            <a:off x="8142973" y="0"/>
            <a:ext cx="2029968" cy="6167438"/>
          </a:xfrm>
          <a:solidFill>
            <a:schemeClr val="bg1">
              <a:lumMod val="65000"/>
            </a:schemeClr>
          </a:solidFill>
        </p:spPr>
        <p:txBody>
          <a:bodyPr anchor="ctr"/>
          <a:lstStyle>
            <a:lvl1pPr algn="ctr">
              <a:defRPr b="0">
                <a:solidFill>
                  <a:schemeClr val="bg1"/>
                </a:solidFill>
                <a:latin typeface="+mn-lt"/>
              </a:defRPr>
            </a:lvl1pPr>
          </a:lstStyle>
          <a:p>
            <a:r>
              <a:rPr lang="en-US"/>
              <a:t>Dynamic slice crop 1</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6" name="Picture Placeholder 9">
            <a:extLst>
              <a:ext uri="{FF2B5EF4-FFF2-40B4-BE49-F238E27FC236}">
                <a16:creationId xmlns:a16="http://schemas.microsoft.com/office/drawing/2014/main" id="{76B8FFAA-4288-7A55-0BCC-B4A10908B32D}"/>
              </a:ext>
            </a:extLst>
          </p:cNvPr>
          <p:cNvSpPr>
            <a:spLocks noGrp="1"/>
          </p:cNvSpPr>
          <p:nvPr>
            <p:ph type="pic" sz="quarter" idx="14" hasCustomPrompt="1"/>
          </p:nvPr>
        </p:nvSpPr>
        <p:spPr>
          <a:xfrm>
            <a:off x="10162032" y="0"/>
            <a:ext cx="2029968" cy="3984625"/>
          </a:xfrm>
          <a:solidFill>
            <a:schemeClr val="bg1">
              <a:lumMod val="65000"/>
            </a:schemeClr>
          </a:solidFill>
        </p:spPr>
        <p:txBody>
          <a:bodyPr anchor="ctr"/>
          <a:lstStyle>
            <a:lvl1pPr algn="ctr">
              <a:defRPr b="0">
                <a:solidFill>
                  <a:schemeClr val="bg1"/>
                </a:solidFill>
                <a:latin typeface="+mn-lt"/>
              </a:defRPr>
            </a:lvl1pPr>
          </a:lstStyle>
          <a:p>
            <a:pPr marL="0" marR="0" lvl="0" indent="0" algn="ctr" defTabSz="914400" rtl="0" eaLnBrk="1" fontAlgn="auto" latinLnBrk="0" hangingPunct="1">
              <a:lnSpc>
                <a:spcPct val="101000"/>
              </a:lnSpc>
              <a:spcBef>
                <a:spcPts val="0"/>
              </a:spcBef>
              <a:spcAft>
                <a:spcPts val="600"/>
              </a:spcAft>
              <a:buClrTx/>
              <a:buSzTx/>
              <a:buFont typeface="GT America Regular"/>
              <a:buNone/>
              <a:tabLst/>
              <a:defRPr/>
            </a:pPr>
            <a:r>
              <a:rPr lang="en-US"/>
              <a:t>Dynamic slice crop 2</a:t>
            </a:r>
          </a:p>
        </p:txBody>
      </p:sp>
      <p:sp>
        <p:nvSpPr>
          <p:cNvPr id="5" name="Title 4">
            <a:extLst>
              <a:ext uri="{FF2B5EF4-FFF2-40B4-BE49-F238E27FC236}">
                <a16:creationId xmlns:a16="http://schemas.microsoft.com/office/drawing/2014/main" id="{B8ED52C6-CAF9-7CFB-3BBD-C28F1DD35377}"/>
              </a:ext>
            </a:extLst>
          </p:cNvPr>
          <p:cNvSpPr>
            <a:spLocks noGrp="1"/>
          </p:cNvSpPr>
          <p:nvPr>
            <p:ph type="title"/>
          </p:nvPr>
        </p:nvSpPr>
        <p:spPr>
          <a:xfrm>
            <a:off x="546541" y="552450"/>
            <a:ext cx="6851210" cy="434975"/>
          </a:xfrm>
        </p:spPr>
        <p:txBody>
          <a:bodyPr/>
          <a:lstStyle/>
          <a:p>
            <a:r>
              <a:rPr lang="en-US"/>
              <a:t>Click to edit Master title style</a:t>
            </a:r>
          </a:p>
        </p:txBody>
      </p:sp>
      <p:sp>
        <p:nvSpPr>
          <p:cNvPr id="2" name="Freeform 5">
            <a:extLst>
              <a:ext uri="{FF2B5EF4-FFF2-40B4-BE49-F238E27FC236}">
                <a16:creationId xmlns:a16="http://schemas.microsoft.com/office/drawing/2014/main" id="{C80AD849-5BBF-D879-E4D7-75E59F95492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6" name="Text Placeholder 11">
            <a:extLst>
              <a:ext uri="{FF2B5EF4-FFF2-40B4-BE49-F238E27FC236}">
                <a16:creationId xmlns:a16="http://schemas.microsoft.com/office/drawing/2014/main" id="{C6506391-3DB1-9F32-7688-9823C2B43230}"/>
              </a:ext>
            </a:extLst>
          </p:cNvPr>
          <p:cNvSpPr>
            <a:spLocks noGrp="1"/>
          </p:cNvSpPr>
          <p:nvPr>
            <p:ph type="body" sz="quarter" idx="18"/>
          </p:nvPr>
        </p:nvSpPr>
        <p:spPr>
          <a:xfrm>
            <a:off x="546540" y="1127126"/>
            <a:ext cx="6851210" cy="295274"/>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7" name="Text Placeholder 15">
            <a:extLst>
              <a:ext uri="{FF2B5EF4-FFF2-40B4-BE49-F238E27FC236}">
                <a16:creationId xmlns:a16="http://schemas.microsoft.com/office/drawing/2014/main" id="{4C8DB3B3-004C-E921-0B4A-5EE8B997DF71}"/>
              </a:ext>
            </a:extLst>
          </p:cNvPr>
          <p:cNvSpPr>
            <a:spLocks noGrp="1"/>
          </p:cNvSpPr>
          <p:nvPr>
            <p:ph type="body" sz="quarter" idx="19" hasCustomPrompt="1"/>
          </p:nvPr>
        </p:nvSpPr>
        <p:spPr>
          <a:xfrm>
            <a:off x="546541" y="6019800"/>
            <a:ext cx="6851210"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add footnotes or disclaimer information</a:t>
            </a:r>
          </a:p>
        </p:txBody>
      </p:sp>
      <p:sp>
        <p:nvSpPr>
          <p:cNvPr id="18" name="Content Placeholder 25">
            <a:extLst>
              <a:ext uri="{FF2B5EF4-FFF2-40B4-BE49-F238E27FC236}">
                <a16:creationId xmlns:a16="http://schemas.microsoft.com/office/drawing/2014/main" id="{02974D94-9BEF-B148-C21F-FB42A3CC7E5D}"/>
              </a:ext>
            </a:extLst>
          </p:cNvPr>
          <p:cNvSpPr>
            <a:spLocks noGrp="1"/>
          </p:cNvSpPr>
          <p:nvPr>
            <p:ph sz="quarter" idx="23"/>
          </p:nvPr>
        </p:nvSpPr>
        <p:spPr>
          <a:xfrm>
            <a:off x="546540" y="1849438"/>
            <a:ext cx="6851209" cy="401796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3" name="Group 2">
            <a:extLst>
              <a:ext uri="{FF2B5EF4-FFF2-40B4-BE49-F238E27FC236}">
                <a16:creationId xmlns:a16="http://schemas.microsoft.com/office/drawing/2014/main" id="{28A6C5F1-2C3B-2D94-7A70-12E969F7EEA8}"/>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6E09B064-7759-2981-FA43-82BF122D6E3B}"/>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0AE874C0-E1E0-2ED7-84EA-9F8D8F0114F0}"/>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1" name="Rectangle 10">
              <a:extLst>
                <a:ext uri="{FF2B5EF4-FFF2-40B4-BE49-F238E27FC236}">
                  <a16:creationId xmlns:a16="http://schemas.microsoft.com/office/drawing/2014/main" id="{AA0C7B37-50EC-50ED-3CCD-CA4D13B16580}"/>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2" name="Group 11">
              <a:extLst>
                <a:ext uri="{FF2B5EF4-FFF2-40B4-BE49-F238E27FC236}">
                  <a16:creationId xmlns:a16="http://schemas.microsoft.com/office/drawing/2014/main" id="{3877F3B4-BA79-17DF-BA22-386160EFED63}"/>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3B0F506F-D105-C228-AD4D-11A9B7498997}"/>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09845719-5512-4D1E-4FB9-4E36DB8FAF6E}"/>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E674C4CC-6B71-8891-EA54-6CC1ECD07021}"/>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78239093-E9E7-FFC6-9DB6-AFA61112EC81}"/>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0BB7B011-54F3-5887-DB64-6DB8BEC30367}"/>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3A3CA925-4B0B-914C-57C6-CE7321F4C678}"/>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EB48BF75-E7A7-4230-39CA-CFA50FC70149}"/>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59D8BB4D-3F42-B0A8-0F9E-8C2C631FADDA}"/>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F81ADDBF-2EC8-C65A-697A-60819A0C5B57}"/>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B860CEF9-5497-E5D6-2FBC-2AB55A0FD86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3" name="Group 12">
              <a:extLst>
                <a:ext uri="{FF2B5EF4-FFF2-40B4-BE49-F238E27FC236}">
                  <a16:creationId xmlns:a16="http://schemas.microsoft.com/office/drawing/2014/main" id="{C8ECBB1D-0183-574E-21A5-6D78F7C04A70}"/>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4191515E-C521-D5DD-ABB3-0E4A3DF0DB64}"/>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DA051ACF-D6B4-2618-A502-E693AB113180}"/>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0F666EF6-8017-5A74-DB70-1D92918B89E8}"/>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4EC0F7A8-F67F-D813-20FA-D544F38CE862}"/>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7A01A5F6-5BEC-8DFF-B581-198BF7A5F874}"/>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A80B3EB0-491D-E2CE-A0E5-72A508E9362A}"/>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787B8C00-6AFC-56DE-E4DF-5DB34D371FE5}"/>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AFE90641-B141-0235-77AE-C7E8905519FE}"/>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4505A72F-B2F9-EBD6-0F79-95417D590505}"/>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DC5EFAD0-BC1D-F5C1-BB69-91AAE32B82F0}"/>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F33217D4-BFDC-9897-D448-765E00B1A35D}"/>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F1DE03BF-C8A3-06CF-4D0B-0845C3B0687D}"/>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447234166"/>
      </p:ext>
    </p:extLst>
  </p:cSld>
  <p:clrMapOvr>
    <a:masterClrMapping/>
  </p:clrMapOvr>
</p:sldLayout>
</file>

<file path=ppt/slideLayouts/slideLayout221.xml><?xml version="1.0" encoding="utf-8"?>
<p:sldLayout xmlns:a="http://schemas.openxmlformats.org/drawingml/2006/main" xmlns:r="http://schemas.openxmlformats.org/officeDocument/2006/relationships" xmlns:p="http://schemas.openxmlformats.org/presentationml/2006/main" preserve="1" userDrawn="1">
  <p:cSld name="Dynamic Slices 1 / Light - Subhead">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hasCustomPrompt="1"/>
          </p:nvPr>
        </p:nvSpPr>
        <p:spPr>
          <a:xfrm>
            <a:off x="8142973" y="0"/>
            <a:ext cx="2029968" cy="6167438"/>
          </a:xfrm>
          <a:solidFill>
            <a:schemeClr val="bg1">
              <a:lumMod val="65000"/>
            </a:schemeClr>
          </a:solidFill>
        </p:spPr>
        <p:txBody>
          <a:bodyPr anchor="ctr"/>
          <a:lstStyle>
            <a:lvl1pPr algn="ctr">
              <a:defRPr b="0">
                <a:solidFill>
                  <a:schemeClr val="bg1"/>
                </a:solidFill>
                <a:latin typeface="+mn-lt"/>
              </a:defRPr>
            </a:lvl1pPr>
          </a:lstStyle>
          <a:p>
            <a:r>
              <a:rPr lang="en-US"/>
              <a:t>Dynamic slice crop 1</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6" name="Picture Placeholder 9">
            <a:extLst>
              <a:ext uri="{FF2B5EF4-FFF2-40B4-BE49-F238E27FC236}">
                <a16:creationId xmlns:a16="http://schemas.microsoft.com/office/drawing/2014/main" id="{76B8FFAA-4288-7A55-0BCC-B4A10908B32D}"/>
              </a:ext>
            </a:extLst>
          </p:cNvPr>
          <p:cNvSpPr>
            <a:spLocks noGrp="1"/>
          </p:cNvSpPr>
          <p:nvPr>
            <p:ph type="pic" sz="quarter" idx="14" hasCustomPrompt="1"/>
          </p:nvPr>
        </p:nvSpPr>
        <p:spPr>
          <a:xfrm>
            <a:off x="10162032" y="0"/>
            <a:ext cx="2029968" cy="3984625"/>
          </a:xfrm>
          <a:solidFill>
            <a:schemeClr val="bg1">
              <a:lumMod val="65000"/>
            </a:schemeClr>
          </a:solidFill>
        </p:spPr>
        <p:txBody>
          <a:bodyPr anchor="ctr"/>
          <a:lstStyle>
            <a:lvl1pPr algn="ctr">
              <a:defRPr b="0">
                <a:solidFill>
                  <a:schemeClr val="bg1"/>
                </a:solidFill>
                <a:latin typeface="+mn-lt"/>
              </a:defRPr>
            </a:lvl1pPr>
          </a:lstStyle>
          <a:p>
            <a:pPr marL="0" marR="0" lvl="0" indent="0" algn="ctr" defTabSz="914400" rtl="0" eaLnBrk="1" fontAlgn="auto" latinLnBrk="0" hangingPunct="1">
              <a:lnSpc>
                <a:spcPct val="101000"/>
              </a:lnSpc>
              <a:spcBef>
                <a:spcPts val="0"/>
              </a:spcBef>
              <a:spcAft>
                <a:spcPts val="600"/>
              </a:spcAft>
              <a:buClrTx/>
              <a:buSzTx/>
              <a:buFont typeface="GT America Regular"/>
              <a:buNone/>
              <a:tabLst/>
              <a:defRPr/>
            </a:pPr>
            <a:r>
              <a:rPr lang="en-US"/>
              <a:t>Dynamic slice crop 2</a:t>
            </a:r>
          </a:p>
        </p:txBody>
      </p:sp>
      <p:sp>
        <p:nvSpPr>
          <p:cNvPr id="12" name="Title 11">
            <a:extLst>
              <a:ext uri="{FF2B5EF4-FFF2-40B4-BE49-F238E27FC236}">
                <a16:creationId xmlns:a16="http://schemas.microsoft.com/office/drawing/2014/main" id="{4B789C02-8217-29F3-CCBF-88E3D196B36D}"/>
              </a:ext>
            </a:extLst>
          </p:cNvPr>
          <p:cNvSpPr>
            <a:spLocks noGrp="1"/>
          </p:cNvSpPr>
          <p:nvPr>
            <p:ph type="title"/>
          </p:nvPr>
        </p:nvSpPr>
        <p:spPr>
          <a:xfrm>
            <a:off x="546100" y="552450"/>
            <a:ext cx="6851651" cy="434975"/>
          </a:xfrm>
        </p:spPr>
        <p:txBody>
          <a:bodyPr/>
          <a:lstStyle/>
          <a:p>
            <a:r>
              <a:rPr lang="en-US"/>
              <a:t>Click to edit Master title style</a:t>
            </a:r>
          </a:p>
        </p:txBody>
      </p:sp>
      <p:sp>
        <p:nvSpPr>
          <p:cNvPr id="4" name="Freeform 5">
            <a:extLst>
              <a:ext uri="{FF2B5EF4-FFF2-40B4-BE49-F238E27FC236}">
                <a16:creationId xmlns:a16="http://schemas.microsoft.com/office/drawing/2014/main" id="{90F57B56-D11B-9162-7023-12E809D6B100}"/>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5" name="Text Placeholder 11">
            <a:extLst>
              <a:ext uri="{FF2B5EF4-FFF2-40B4-BE49-F238E27FC236}">
                <a16:creationId xmlns:a16="http://schemas.microsoft.com/office/drawing/2014/main" id="{8BA902E5-1959-8D93-356A-51055AFC1FFA}"/>
              </a:ext>
            </a:extLst>
          </p:cNvPr>
          <p:cNvSpPr>
            <a:spLocks noGrp="1"/>
          </p:cNvSpPr>
          <p:nvPr>
            <p:ph type="body" sz="quarter" idx="23"/>
          </p:nvPr>
        </p:nvSpPr>
        <p:spPr>
          <a:xfrm>
            <a:off x="546100" y="1127125"/>
            <a:ext cx="6853046" cy="292607"/>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7" name="Text Placeholder 13">
            <a:extLst>
              <a:ext uri="{FF2B5EF4-FFF2-40B4-BE49-F238E27FC236}">
                <a16:creationId xmlns:a16="http://schemas.microsoft.com/office/drawing/2014/main" id="{D5FC25B8-805C-1612-14FC-B175AA440631}"/>
              </a:ext>
            </a:extLst>
          </p:cNvPr>
          <p:cNvSpPr>
            <a:spLocks noGrp="1"/>
          </p:cNvSpPr>
          <p:nvPr>
            <p:ph type="body" sz="quarter" idx="24"/>
          </p:nvPr>
        </p:nvSpPr>
        <p:spPr>
          <a:xfrm>
            <a:off x="546100" y="6019801"/>
            <a:ext cx="6851649"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1" name="Content Placeholder 29">
            <a:extLst>
              <a:ext uri="{FF2B5EF4-FFF2-40B4-BE49-F238E27FC236}">
                <a16:creationId xmlns:a16="http://schemas.microsoft.com/office/drawing/2014/main" id="{9FBDFEC1-9F37-0749-6D25-E3B502E7E966}"/>
              </a:ext>
            </a:extLst>
          </p:cNvPr>
          <p:cNvSpPr>
            <a:spLocks noGrp="1"/>
          </p:cNvSpPr>
          <p:nvPr>
            <p:ph sz="quarter" idx="27"/>
          </p:nvPr>
        </p:nvSpPr>
        <p:spPr>
          <a:xfrm>
            <a:off x="546894" y="2425700"/>
            <a:ext cx="6850856"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ext Placeholder 33">
            <a:extLst>
              <a:ext uri="{FF2B5EF4-FFF2-40B4-BE49-F238E27FC236}">
                <a16:creationId xmlns:a16="http://schemas.microsoft.com/office/drawing/2014/main" id="{F955E566-2D25-F593-52AC-63C9C65B51E7}"/>
              </a:ext>
            </a:extLst>
          </p:cNvPr>
          <p:cNvSpPr>
            <a:spLocks noGrp="1"/>
          </p:cNvSpPr>
          <p:nvPr>
            <p:ph type="body" sz="quarter" idx="29"/>
          </p:nvPr>
        </p:nvSpPr>
        <p:spPr>
          <a:xfrm>
            <a:off x="546100" y="1849437"/>
            <a:ext cx="6851650" cy="296861"/>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26A40A34-58AE-5002-D30F-8E2B9601E747}"/>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3E2E5091-25EE-C8E5-59A2-10A8F3FBA3C3}"/>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4" name="TextBox 13">
              <a:extLst>
                <a:ext uri="{FF2B5EF4-FFF2-40B4-BE49-F238E27FC236}">
                  <a16:creationId xmlns:a16="http://schemas.microsoft.com/office/drawing/2014/main" id="{56CD702E-59E8-4DBD-275C-CEDC5823E3ED}"/>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5" name="Rectangle 14">
              <a:extLst>
                <a:ext uri="{FF2B5EF4-FFF2-40B4-BE49-F238E27FC236}">
                  <a16:creationId xmlns:a16="http://schemas.microsoft.com/office/drawing/2014/main" id="{29A3EB9F-B296-B103-BDCB-48B8CF4C65B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6" name="Group 15">
              <a:extLst>
                <a:ext uri="{FF2B5EF4-FFF2-40B4-BE49-F238E27FC236}">
                  <a16:creationId xmlns:a16="http://schemas.microsoft.com/office/drawing/2014/main" id="{B19D1F81-82F9-3676-C1FA-5BA36403C0D3}"/>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74887259-315F-C3F9-B27D-492370BD0CFE}"/>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D54A2913-C115-41E8-B5FF-795B7AFF6EE9}"/>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FE9BACE7-B817-0349-B7EF-B9BA2B1F1339}"/>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63C0872A-AB8E-6E29-4BF5-F9AEB2F6F8A5}"/>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794AF5E0-A448-B82A-A83A-E6A52D37CD43}"/>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CF41D7DB-1460-3650-FBB2-ED40F1EDDC55}"/>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12D2FED8-EA24-8D67-6FF7-67015D548170}"/>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210C9405-3DB0-54BA-46CE-76CAA6D5BF3A}"/>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D1CAF4C9-708E-F999-4833-8D7F3ED9A1C6}"/>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8C8113A2-BE50-5255-38F4-BFB4F479E029}"/>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7" name="Group 16">
              <a:extLst>
                <a:ext uri="{FF2B5EF4-FFF2-40B4-BE49-F238E27FC236}">
                  <a16:creationId xmlns:a16="http://schemas.microsoft.com/office/drawing/2014/main" id="{634BEDAE-8F9E-7777-00DC-728879F7FA02}"/>
                </a:ext>
              </a:extLst>
            </p:cNvPr>
            <p:cNvGrpSpPr/>
            <p:nvPr userDrawn="1"/>
          </p:nvGrpSpPr>
          <p:grpSpPr>
            <a:xfrm>
              <a:off x="12442019" y="198485"/>
              <a:ext cx="382660" cy="2882942"/>
              <a:chOff x="12742785" y="3716048"/>
              <a:chExt cx="316248" cy="3171236"/>
            </a:xfrm>
          </p:grpSpPr>
          <p:sp>
            <p:nvSpPr>
              <p:cNvPr id="19" name="Rectangle 18">
                <a:extLst>
                  <a:ext uri="{FF2B5EF4-FFF2-40B4-BE49-F238E27FC236}">
                    <a16:creationId xmlns:a16="http://schemas.microsoft.com/office/drawing/2014/main" id="{E1EAA3D7-D67A-835D-6FFE-508EB836468C}"/>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FA114C71-FCCF-1271-24A9-C9D2A5C9DE31}"/>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B9AF46CC-B0F1-9F71-C55D-2923EEF838F8}"/>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E6C60E18-F069-F72A-BC54-9A6C63019104}"/>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633498D6-7947-C2B9-3418-08B6862FC9D9}"/>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D21ACEA4-8D27-190B-D790-8F78E696BAD6}"/>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46D8E6E4-CB14-5342-A512-CF17DCD1288E}"/>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28FC1C28-74FE-6AD2-CA62-5C27BA21BB23}"/>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2FA01867-18E7-C6D1-7981-3C614BBF2137}"/>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AA796DA3-C505-DB4C-1373-481E0775E014}"/>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8" name="TextBox 17">
              <a:extLst>
                <a:ext uri="{FF2B5EF4-FFF2-40B4-BE49-F238E27FC236}">
                  <a16:creationId xmlns:a16="http://schemas.microsoft.com/office/drawing/2014/main" id="{50EE56D2-1403-3CEF-1FF0-ACF495CB22F4}"/>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99A17318-BC9E-84C0-03ED-3BDDAC8130B7}"/>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55193127"/>
      </p:ext>
    </p:extLst>
  </p:cSld>
  <p:clrMapOvr>
    <a:masterClrMapping/>
  </p:clrMapOvr>
</p:sldLayout>
</file>

<file path=ppt/slideLayouts/slideLayout222.xml><?xml version="1.0" encoding="utf-8"?>
<p:sldLayout xmlns:a="http://schemas.openxmlformats.org/drawingml/2006/main" xmlns:r="http://schemas.openxmlformats.org/officeDocument/2006/relationships" xmlns:p="http://schemas.openxmlformats.org/presentationml/2006/main" preserve="1" userDrawn="1">
  <p:cSld name="Dynamic Slices 1 / Dark">
    <p:bg>
      <p:bgPr>
        <a:solidFill>
          <a:schemeClr val="bg2"/>
        </a:solidFill>
        <a:effectLst/>
      </p:bgPr>
    </p:bg>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hasCustomPrompt="1"/>
          </p:nvPr>
        </p:nvSpPr>
        <p:spPr>
          <a:xfrm>
            <a:off x="8142973" y="0"/>
            <a:ext cx="2029968" cy="6167438"/>
          </a:xfrm>
          <a:solidFill>
            <a:srgbClr val="A6A9AA"/>
          </a:solidFill>
        </p:spPr>
        <p:txBody>
          <a:bodyPr anchor="ctr"/>
          <a:lstStyle>
            <a:lvl1pPr algn="ctr">
              <a:defRPr b="0">
                <a:solidFill>
                  <a:schemeClr val="bg1"/>
                </a:solidFill>
                <a:latin typeface="+mn-lt"/>
              </a:defRPr>
            </a:lvl1pPr>
          </a:lstStyle>
          <a:p>
            <a:r>
              <a:rPr lang="en-US"/>
              <a:t>Dynamic slice crop 1</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rgbClr val="F0F0F1"/>
          </a:solidFill>
          <a:ln w="0" cap="flat">
            <a:noFill/>
            <a:prstDash val="solid"/>
            <a:miter/>
          </a:ln>
        </p:spPr>
        <p:txBody>
          <a:bodyPr rtlCol="0" anchor="ctr"/>
          <a:lstStyle/>
          <a:p>
            <a:endParaRPr lang="en-US"/>
          </a:p>
        </p:txBody>
      </p:sp>
      <p:sp>
        <p:nvSpPr>
          <p:cNvPr id="6" name="Picture Placeholder 9">
            <a:extLst>
              <a:ext uri="{FF2B5EF4-FFF2-40B4-BE49-F238E27FC236}">
                <a16:creationId xmlns:a16="http://schemas.microsoft.com/office/drawing/2014/main" id="{76B8FFAA-4288-7A55-0BCC-B4A10908B32D}"/>
              </a:ext>
            </a:extLst>
          </p:cNvPr>
          <p:cNvSpPr>
            <a:spLocks noGrp="1"/>
          </p:cNvSpPr>
          <p:nvPr>
            <p:ph type="pic" sz="quarter" idx="14" hasCustomPrompt="1"/>
          </p:nvPr>
        </p:nvSpPr>
        <p:spPr>
          <a:xfrm>
            <a:off x="10162032" y="0"/>
            <a:ext cx="2029968" cy="3984625"/>
          </a:xfrm>
          <a:solidFill>
            <a:srgbClr val="A6A9AA"/>
          </a:solidFill>
        </p:spPr>
        <p:txBody>
          <a:bodyPr anchor="ctr"/>
          <a:lstStyle>
            <a:lvl1pPr algn="ctr">
              <a:defRPr b="0">
                <a:solidFill>
                  <a:schemeClr val="bg1"/>
                </a:solidFill>
                <a:latin typeface="+mn-lt"/>
              </a:defRPr>
            </a:lvl1pPr>
          </a:lstStyle>
          <a:p>
            <a:pPr marL="0" marR="0" lvl="0" indent="0" algn="ctr" defTabSz="914400" rtl="0" eaLnBrk="1" fontAlgn="auto" latinLnBrk="0" hangingPunct="1">
              <a:lnSpc>
                <a:spcPct val="101000"/>
              </a:lnSpc>
              <a:spcBef>
                <a:spcPts val="0"/>
              </a:spcBef>
              <a:spcAft>
                <a:spcPts val="600"/>
              </a:spcAft>
              <a:buClrTx/>
              <a:buSzTx/>
              <a:buFont typeface="GT America Regular"/>
              <a:buNone/>
              <a:tabLst/>
              <a:defRPr/>
            </a:pPr>
            <a:r>
              <a:rPr lang="en-US"/>
              <a:t>Dynamic slice crop 2</a:t>
            </a:r>
          </a:p>
        </p:txBody>
      </p:sp>
      <p:sp>
        <p:nvSpPr>
          <p:cNvPr id="5" name="Title 4">
            <a:extLst>
              <a:ext uri="{FF2B5EF4-FFF2-40B4-BE49-F238E27FC236}">
                <a16:creationId xmlns:a16="http://schemas.microsoft.com/office/drawing/2014/main" id="{DFA82EE6-606F-A412-2CF2-001ACBC3F752}"/>
              </a:ext>
            </a:extLst>
          </p:cNvPr>
          <p:cNvSpPr>
            <a:spLocks noGrp="1"/>
          </p:cNvSpPr>
          <p:nvPr>
            <p:ph type="title"/>
          </p:nvPr>
        </p:nvSpPr>
        <p:spPr>
          <a:xfrm>
            <a:off x="546892" y="552449"/>
            <a:ext cx="6849111" cy="434975"/>
          </a:xfrm>
        </p:spPr>
        <p:txBody>
          <a:bodyPr/>
          <a:lstStyle>
            <a:lvl1pPr>
              <a:defRPr>
                <a:solidFill>
                  <a:schemeClr val="accent1"/>
                </a:solidFill>
              </a:defRPr>
            </a:lvl1pPr>
          </a:lstStyle>
          <a:p>
            <a:r>
              <a:rPr lang="en-US"/>
              <a:t>Click to edit Master title style</a:t>
            </a:r>
          </a:p>
        </p:txBody>
      </p:sp>
      <p:sp>
        <p:nvSpPr>
          <p:cNvPr id="4" name="Text Placeholder 11">
            <a:extLst>
              <a:ext uri="{FF2B5EF4-FFF2-40B4-BE49-F238E27FC236}">
                <a16:creationId xmlns:a16="http://schemas.microsoft.com/office/drawing/2014/main" id="{98C27CD0-E7ED-0F06-9583-C2455E4C7100}"/>
              </a:ext>
            </a:extLst>
          </p:cNvPr>
          <p:cNvSpPr>
            <a:spLocks noGrp="1"/>
          </p:cNvSpPr>
          <p:nvPr>
            <p:ph type="body" sz="quarter" idx="18"/>
          </p:nvPr>
        </p:nvSpPr>
        <p:spPr>
          <a:xfrm>
            <a:off x="548640" y="1127126"/>
            <a:ext cx="6849110" cy="295274"/>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tx1"/>
                </a:solidFill>
                <a:latin typeface="+mj-lt"/>
                <a:ea typeface="GT America Regular" charset="0"/>
                <a:cs typeface="GT America Regular" charset="0"/>
              </a:defRPr>
            </a:lvl9pPr>
          </a:lstStyle>
          <a:p>
            <a:pPr lvl="0"/>
            <a:r>
              <a:rPr lang="en-US"/>
              <a:t>Click to edit Master text styles</a:t>
            </a:r>
          </a:p>
        </p:txBody>
      </p:sp>
      <p:sp>
        <p:nvSpPr>
          <p:cNvPr id="16" name="Text Placeholder 15">
            <a:extLst>
              <a:ext uri="{FF2B5EF4-FFF2-40B4-BE49-F238E27FC236}">
                <a16:creationId xmlns:a16="http://schemas.microsoft.com/office/drawing/2014/main" id="{153D2C7A-DCFA-04C5-B25D-045A4E287A01}"/>
              </a:ext>
            </a:extLst>
          </p:cNvPr>
          <p:cNvSpPr>
            <a:spLocks noGrp="1"/>
          </p:cNvSpPr>
          <p:nvPr>
            <p:ph type="body" sz="quarter" idx="19" hasCustomPrompt="1"/>
          </p:nvPr>
        </p:nvSpPr>
        <p:spPr>
          <a:xfrm>
            <a:off x="546540" y="6019800"/>
            <a:ext cx="6849111" cy="292099"/>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add footnotes or disclaimer information</a:t>
            </a:r>
          </a:p>
        </p:txBody>
      </p:sp>
      <p:sp>
        <p:nvSpPr>
          <p:cNvPr id="17" name="Content Placeholder 25">
            <a:extLst>
              <a:ext uri="{FF2B5EF4-FFF2-40B4-BE49-F238E27FC236}">
                <a16:creationId xmlns:a16="http://schemas.microsoft.com/office/drawing/2014/main" id="{C0678888-447D-EFD9-9770-C2B47B8E8D77}"/>
              </a:ext>
            </a:extLst>
          </p:cNvPr>
          <p:cNvSpPr>
            <a:spLocks noGrp="1"/>
          </p:cNvSpPr>
          <p:nvPr>
            <p:ph sz="quarter" idx="23"/>
          </p:nvPr>
        </p:nvSpPr>
        <p:spPr>
          <a:xfrm>
            <a:off x="546540" y="1849438"/>
            <a:ext cx="6851209" cy="4017962"/>
          </a:xfrm>
        </p:spPr>
        <p:txBody>
          <a:bodyPr/>
          <a:lstStyle>
            <a:lvl3pPr>
              <a:buClr>
                <a:schemeClr val="tx1"/>
              </a:buClr>
              <a:defRPr/>
            </a:lvl3pPr>
            <a:lvl5pPr>
              <a:buClr>
                <a:schemeClr val="tx1"/>
              </a:buClr>
              <a:defRPr/>
            </a:lvl5pPr>
            <a:lvl7pPr>
              <a:buClr>
                <a:schemeClr val="tx1"/>
              </a:buClr>
              <a:defRPr/>
            </a:lvl7pPr>
            <a:lvl9pPr>
              <a:buClr>
                <a:schemeClr val="tx1"/>
              </a:buCl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4ACBCAF5-F85E-9260-45D2-E10A69353E47}"/>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1F4F3A24-C0C4-91C5-F133-8BC582EFBA83}"/>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2AEC6B2F-BB56-0E2B-A9A1-B1E2DA6A74B2}"/>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1" name="Rectangle 10">
              <a:extLst>
                <a:ext uri="{FF2B5EF4-FFF2-40B4-BE49-F238E27FC236}">
                  <a16:creationId xmlns:a16="http://schemas.microsoft.com/office/drawing/2014/main" id="{D61A9A6C-A35D-F48B-E57F-4E4481FF6A25}"/>
                </a:ext>
              </a:extLst>
            </p:cNvPr>
            <p:cNvSpPr/>
            <p:nvPr userDrawn="1"/>
          </p:nvSpPr>
          <p:spPr>
            <a:xfrm>
              <a:off x="12356815" y="3592729"/>
              <a:ext cx="553069" cy="3279913"/>
            </a:xfrm>
            <a:prstGeom prst="rect">
              <a:avLst/>
            </a:prstGeom>
            <a:solidFill>
              <a:schemeClr val="bg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2" name="Group 11">
              <a:extLst>
                <a:ext uri="{FF2B5EF4-FFF2-40B4-BE49-F238E27FC236}">
                  <a16:creationId xmlns:a16="http://schemas.microsoft.com/office/drawing/2014/main" id="{F82F64BF-E7A4-C609-C19E-8718CCE2705E}"/>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47D2B2C8-6984-DC71-3F4A-98E810198388}"/>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E1394FEF-A213-6389-85A9-825225D38322}"/>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747BD231-50FB-3617-3FDB-FD20EA3F8075}"/>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B8F9F983-7DF8-B403-C801-BFF885DA98D7}"/>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842FAC56-EDA4-E863-CDFE-25ECCA0EF656}"/>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5FCE494D-C367-FD6C-8CC3-94D1ED3645AE}"/>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75CC33F4-F711-28A4-5CDF-1F05FCA90C05}"/>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CEC6EEC7-9896-05BA-2F94-6498F1C8EFF0}"/>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69201B95-2BC3-3285-F846-F361D7845824}"/>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E79BFA73-4E7A-740E-EF3A-1A622F1230FF}"/>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3" name="Group 12">
              <a:extLst>
                <a:ext uri="{FF2B5EF4-FFF2-40B4-BE49-F238E27FC236}">
                  <a16:creationId xmlns:a16="http://schemas.microsoft.com/office/drawing/2014/main" id="{B4AC643B-CD4B-9901-394F-CCCCA27E0986}"/>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D94879CE-3955-5F1D-736A-278F72927C3C}"/>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C03CF393-2C11-510D-35CB-0C8C48AA9E73}"/>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C827355F-67EF-0151-B97B-0F0EBCF82386}"/>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F949527A-0EE9-9003-3BB4-2876DA3BED09}"/>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1DF9860E-25F4-317B-116A-8B761DB7823F}"/>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0FAD61EE-2609-ABE6-0C43-32CACD37C262}"/>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A661F068-1422-AB79-AADC-889AD458E9A0}"/>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6E3D7DF4-FF8C-5B7A-B7F0-B2DE734AD7FB}"/>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7EC39846-3C08-875D-141F-B20B44240FB2}"/>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6F4C36D5-D0F0-87B9-E84A-6CFC89730C50}"/>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B9D13ED6-5FBB-474A-F32A-2240D9052CA0}"/>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A665DEC4-9D8F-07C2-7F42-18AE65A9EC89}"/>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40179528"/>
      </p:ext>
    </p:extLst>
  </p:cSld>
  <p:clrMapOvr>
    <a:overrideClrMapping bg1="dk1" tx1="lt1" bg2="dk2" tx2="lt2" accent1="accent1" accent2="accent2" accent3="accent3" accent4="accent4" accent5="accent5" accent6="accent6" hlink="hlink" folHlink="folHlink"/>
  </p:clrMapOvr>
</p:sldLayout>
</file>

<file path=ppt/slideLayouts/slideLayout223.xml><?xml version="1.0" encoding="utf-8"?>
<p:sldLayout xmlns:a="http://schemas.openxmlformats.org/drawingml/2006/main" xmlns:r="http://schemas.openxmlformats.org/officeDocument/2006/relationships" xmlns:p="http://schemas.openxmlformats.org/presentationml/2006/main" preserve="1" userDrawn="1">
  <p:cSld name="Dynamic Slices 1 / Dark - Subhead">
    <p:bg>
      <p:bgPr>
        <a:solidFill>
          <a:schemeClr val="bg2"/>
        </a:solidFill>
        <a:effectLst/>
      </p:bgPr>
    </p:bg>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hasCustomPrompt="1"/>
          </p:nvPr>
        </p:nvSpPr>
        <p:spPr>
          <a:xfrm>
            <a:off x="8142973" y="0"/>
            <a:ext cx="2029968" cy="6167438"/>
          </a:xfrm>
          <a:solidFill>
            <a:srgbClr val="A6A9AA"/>
          </a:solidFill>
        </p:spPr>
        <p:txBody>
          <a:bodyPr anchor="ctr"/>
          <a:lstStyle>
            <a:lvl1pPr algn="ctr">
              <a:defRPr b="0">
                <a:solidFill>
                  <a:schemeClr val="bg1"/>
                </a:solidFill>
                <a:latin typeface="+mn-lt"/>
              </a:defRPr>
            </a:lvl1pPr>
          </a:lstStyle>
          <a:p>
            <a:r>
              <a:rPr lang="en-US"/>
              <a:t>Dynamic slice crop 1</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rgbClr val="F0F0F1"/>
          </a:solidFill>
          <a:ln w="0" cap="flat">
            <a:noFill/>
            <a:prstDash val="solid"/>
            <a:miter/>
          </a:ln>
        </p:spPr>
        <p:txBody>
          <a:bodyPr rtlCol="0" anchor="ctr"/>
          <a:lstStyle/>
          <a:p>
            <a:endParaRPr lang="en-US"/>
          </a:p>
        </p:txBody>
      </p:sp>
      <p:sp>
        <p:nvSpPr>
          <p:cNvPr id="6" name="Picture Placeholder 9">
            <a:extLst>
              <a:ext uri="{FF2B5EF4-FFF2-40B4-BE49-F238E27FC236}">
                <a16:creationId xmlns:a16="http://schemas.microsoft.com/office/drawing/2014/main" id="{76B8FFAA-4288-7A55-0BCC-B4A10908B32D}"/>
              </a:ext>
            </a:extLst>
          </p:cNvPr>
          <p:cNvSpPr>
            <a:spLocks noGrp="1"/>
          </p:cNvSpPr>
          <p:nvPr>
            <p:ph type="pic" sz="quarter" idx="14" hasCustomPrompt="1"/>
          </p:nvPr>
        </p:nvSpPr>
        <p:spPr>
          <a:xfrm>
            <a:off x="10162032" y="0"/>
            <a:ext cx="2029968" cy="3984625"/>
          </a:xfrm>
          <a:solidFill>
            <a:srgbClr val="A6A9AA"/>
          </a:solidFill>
        </p:spPr>
        <p:txBody>
          <a:bodyPr anchor="ctr"/>
          <a:lstStyle>
            <a:lvl1pPr algn="ctr">
              <a:defRPr b="0">
                <a:solidFill>
                  <a:schemeClr val="bg1"/>
                </a:solidFill>
                <a:latin typeface="+mn-lt"/>
              </a:defRPr>
            </a:lvl1pPr>
          </a:lstStyle>
          <a:p>
            <a:pPr marL="0" marR="0" lvl="0" indent="0" algn="ctr" defTabSz="914400" rtl="0" eaLnBrk="1" fontAlgn="auto" latinLnBrk="0" hangingPunct="1">
              <a:lnSpc>
                <a:spcPct val="101000"/>
              </a:lnSpc>
              <a:spcBef>
                <a:spcPts val="0"/>
              </a:spcBef>
              <a:spcAft>
                <a:spcPts val="600"/>
              </a:spcAft>
              <a:buClrTx/>
              <a:buSzTx/>
              <a:buFont typeface="GT America Regular"/>
              <a:buNone/>
              <a:tabLst/>
              <a:defRPr/>
            </a:pPr>
            <a:r>
              <a:rPr lang="en-US"/>
              <a:t>Dynamic slice crop 2</a:t>
            </a:r>
          </a:p>
        </p:txBody>
      </p:sp>
      <p:sp>
        <p:nvSpPr>
          <p:cNvPr id="12" name="Title 11">
            <a:extLst>
              <a:ext uri="{FF2B5EF4-FFF2-40B4-BE49-F238E27FC236}">
                <a16:creationId xmlns:a16="http://schemas.microsoft.com/office/drawing/2014/main" id="{2C685442-9E1D-96DF-CF89-A92CB871F5BC}"/>
              </a:ext>
            </a:extLst>
          </p:cNvPr>
          <p:cNvSpPr>
            <a:spLocks noGrp="1"/>
          </p:cNvSpPr>
          <p:nvPr>
            <p:ph type="title"/>
          </p:nvPr>
        </p:nvSpPr>
        <p:spPr>
          <a:xfrm>
            <a:off x="546891" y="552450"/>
            <a:ext cx="6850858" cy="428626"/>
          </a:xfrm>
        </p:spPr>
        <p:txBody>
          <a:bodyPr/>
          <a:lstStyle>
            <a:lvl1pPr>
              <a:defRPr>
                <a:solidFill>
                  <a:schemeClr val="accent1"/>
                </a:solidFill>
              </a:defRPr>
            </a:lvl1pPr>
          </a:lstStyle>
          <a:p>
            <a:r>
              <a:rPr lang="en-US"/>
              <a:t>Click to edit Master title style</a:t>
            </a:r>
          </a:p>
        </p:txBody>
      </p:sp>
      <p:sp>
        <p:nvSpPr>
          <p:cNvPr id="19" name="Text Placeholder 11">
            <a:extLst>
              <a:ext uri="{FF2B5EF4-FFF2-40B4-BE49-F238E27FC236}">
                <a16:creationId xmlns:a16="http://schemas.microsoft.com/office/drawing/2014/main" id="{9E6A5714-8F29-43FB-2C8C-E2BDF9308AA2}"/>
              </a:ext>
            </a:extLst>
          </p:cNvPr>
          <p:cNvSpPr>
            <a:spLocks noGrp="1"/>
          </p:cNvSpPr>
          <p:nvPr>
            <p:ph type="body" sz="quarter" idx="23"/>
          </p:nvPr>
        </p:nvSpPr>
        <p:spPr>
          <a:xfrm>
            <a:off x="546891" y="1127125"/>
            <a:ext cx="6852254" cy="292608"/>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tx1"/>
                </a:solidFill>
                <a:latin typeface="+mj-lt"/>
                <a:ea typeface="GT America Regular" charset="0"/>
                <a:cs typeface="GT America Regular" charset="0"/>
              </a:defRPr>
            </a:lvl9pPr>
          </a:lstStyle>
          <a:p>
            <a:pPr lvl="0"/>
            <a:r>
              <a:rPr lang="en-US"/>
              <a:t>Click to edit Master text styles</a:t>
            </a:r>
          </a:p>
        </p:txBody>
      </p:sp>
      <p:sp>
        <p:nvSpPr>
          <p:cNvPr id="21" name="Text Placeholder 13">
            <a:extLst>
              <a:ext uri="{FF2B5EF4-FFF2-40B4-BE49-F238E27FC236}">
                <a16:creationId xmlns:a16="http://schemas.microsoft.com/office/drawing/2014/main" id="{EECC0D08-185E-0174-824D-5A7A264DB01F}"/>
              </a:ext>
            </a:extLst>
          </p:cNvPr>
          <p:cNvSpPr>
            <a:spLocks noGrp="1"/>
          </p:cNvSpPr>
          <p:nvPr>
            <p:ph type="body" sz="quarter" idx="24"/>
          </p:nvPr>
        </p:nvSpPr>
        <p:spPr>
          <a:xfrm>
            <a:off x="546891" y="6019801"/>
            <a:ext cx="6850857"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chemeClr val="tx1"/>
                </a:solidFill>
                <a:latin typeface="+mn-lt"/>
                <a:ea typeface="GT America Regular" charset="0"/>
                <a:cs typeface="GT America Regular" charset="0"/>
              </a:defRPr>
            </a:lvl9pPr>
          </a:lstStyle>
          <a:p>
            <a:pPr lvl="0"/>
            <a:r>
              <a:rPr lang="en-US"/>
              <a:t>Click to edit Master text styles</a:t>
            </a:r>
          </a:p>
        </p:txBody>
      </p:sp>
      <p:sp>
        <p:nvSpPr>
          <p:cNvPr id="23" name="Text Placeholder 33">
            <a:extLst>
              <a:ext uri="{FF2B5EF4-FFF2-40B4-BE49-F238E27FC236}">
                <a16:creationId xmlns:a16="http://schemas.microsoft.com/office/drawing/2014/main" id="{2B526351-496B-235F-61A3-4656D3654893}"/>
              </a:ext>
            </a:extLst>
          </p:cNvPr>
          <p:cNvSpPr>
            <a:spLocks noGrp="1"/>
          </p:cNvSpPr>
          <p:nvPr>
            <p:ph type="body" sz="quarter" idx="29"/>
          </p:nvPr>
        </p:nvSpPr>
        <p:spPr>
          <a:xfrm>
            <a:off x="539750" y="1849437"/>
            <a:ext cx="6857999" cy="296861"/>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24" name="Content Placeholder 25">
            <a:extLst>
              <a:ext uri="{FF2B5EF4-FFF2-40B4-BE49-F238E27FC236}">
                <a16:creationId xmlns:a16="http://schemas.microsoft.com/office/drawing/2014/main" id="{8D981F7B-3DFA-DAB1-22F5-DA649A21F2D3}"/>
              </a:ext>
            </a:extLst>
          </p:cNvPr>
          <p:cNvSpPr>
            <a:spLocks noGrp="1"/>
          </p:cNvSpPr>
          <p:nvPr>
            <p:ph sz="quarter" idx="45"/>
          </p:nvPr>
        </p:nvSpPr>
        <p:spPr>
          <a:xfrm>
            <a:off x="546891" y="2425700"/>
            <a:ext cx="6850859" cy="3441700"/>
          </a:xfrm>
        </p:spPr>
        <p:txBody>
          <a:bodyPr/>
          <a:lstStyle>
            <a:lvl3pPr>
              <a:buClr>
                <a:schemeClr val="tx1"/>
              </a:buClr>
              <a:defRPr/>
            </a:lvl3pPr>
            <a:lvl5pPr>
              <a:buClr>
                <a:schemeClr val="tx1"/>
              </a:buClr>
              <a:defRPr/>
            </a:lvl5pPr>
            <a:lvl7pPr>
              <a:buClr>
                <a:schemeClr val="tx1"/>
              </a:buClr>
              <a:defRPr/>
            </a:lvl7pPr>
            <a:lvl9pPr>
              <a:buClr>
                <a:schemeClr val="tx1"/>
              </a:buCl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6F61D43C-A85E-D8DC-731E-8BF12DFDB364}"/>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91570C02-39A4-C175-94E6-0557DC2F2D22}"/>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4" name="TextBox 3">
              <a:extLst>
                <a:ext uri="{FF2B5EF4-FFF2-40B4-BE49-F238E27FC236}">
                  <a16:creationId xmlns:a16="http://schemas.microsoft.com/office/drawing/2014/main" id="{B021A883-E647-17A4-F1D7-015C79FE22AB}"/>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5" name="Rectangle 4">
              <a:extLst>
                <a:ext uri="{FF2B5EF4-FFF2-40B4-BE49-F238E27FC236}">
                  <a16:creationId xmlns:a16="http://schemas.microsoft.com/office/drawing/2014/main" id="{E50A1C0E-B02E-63AF-51ED-214F569E58E8}"/>
                </a:ext>
              </a:extLst>
            </p:cNvPr>
            <p:cNvSpPr/>
            <p:nvPr userDrawn="1"/>
          </p:nvSpPr>
          <p:spPr>
            <a:xfrm>
              <a:off x="12356815" y="3592729"/>
              <a:ext cx="553069" cy="3279913"/>
            </a:xfrm>
            <a:prstGeom prst="rect">
              <a:avLst/>
            </a:prstGeom>
            <a:solidFill>
              <a:schemeClr val="bg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11330BC3-F33C-8CB6-A893-FCEDF860857C}"/>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6479F33B-1EFC-E99D-BFFB-A04AB150A35F}"/>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449BAB9C-C689-2196-C08F-E04EA2CF0B6A}"/>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9CD7613A-0AFB-C74F-C9B6-52CE94A8A648}"/>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A9202FD9-697C-C0F1-9664-56D59DA19392}"/>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48A54B93-CC02-CB1D-1204-8A3894D66282}"/>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687830CE-3047-A2AE-8A44-A247DA365CDF}"/>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68F4DAB7-310F-1215-BA7E-D3CEF8F05A0C}"/>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E26002D0-CA3A-ED7C-5E9B-72EAB751B52A}"/>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40FDDC42-5A89-9534-F74E-888B4F378103}"/>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FAE334B0-595A-7E3E-BCB8-744F58CC75A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3E47524E-060E-C612-B048-8BB9DA70FAB6}"/>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A3DA869A-2507-64F7-75DF-4496D0BB35A8}"/>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A11B5AFA-CB9E-A4B5-DEB2-FDC2786E8760}"/>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F2CE912A-E401-D057-2DFA-2ABB20FB8C8F}"/>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F110AF77-78F9-59EB-A9E8-DC3E00E70664}"/>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EE37AE94-D563-EAFA-EEA0-A70105964007}"/>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05A6B808-289E-5026-6F95-11EB7C5CDDFE}"/>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BEAB3F87-D01D-7D73-3740-E6046508CBCF}"/>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F8366785-7F2C-E440-C95D-47D2C0558CB2}"/>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19E4F73C-4E64-468E-943C-18EE6935803C}"/>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93A30129-905E-1C2B-E116-958A8B6D44DC}"/>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473692C5-D1F4-F7D1-79F8-D87EDDCD4E3F}"/>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A3E2CF30-CF3E-0706-D4D0-01145828D0E4}"/>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443136028"/>
      </p:ext>
    </p:extLst>
  </p:cSld>
  <p:clrMapOvr>
    <a:overrideClrMapping bg1="dk1" tx1="lt1" bg2="dk2" tx2="lt2" accent1="accent1" accent2="accent2" accent3="accent3" accent4="accent4" accent5="accent5" accent6="accent6" hlink="hlink" folHlink="folHlink"/>
  </p:clrMapOvr>
</p:sldLayout>
</file>

<file path=ppt/slideLayouts/slideLayout224.xml><?xml version="1.0" encoding="utf-8"?>
<p:sldLayout xmlns:a="http://schemas.openxmlformats.org/drawingml/2006/main" xmlns:r="http://schemas.openxmlformats.org/officeDocument/2006/relationships" xmlns:p="http://schemas.openxmlformats.org/presentationml/2006/main" preserve="1" userDrawn="1">
  <p:cSld name="Dynamic Slices 2 / Light">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a:xfrm>
            <a:off x="4773613" y="6311900"/>
            <a:ext cx="3236581" cy="269875"/>
          </a:xfrm>
        </p:spPr>
        <p:txBody>
          <a:bodyPr/>
          <a:lstStyle>
            <a:lvl1pPr>
              <a:defRPr>
                <a:solidFill>
                  <a:schemeClr val="tx1"/>
                </a:solidFill>
              </a:defRPr>
            </a:lvl1pPr>
          </a:lstStyle>
          <a:p>
            <a:r>
              <a:rPr lang="en-US"/>
              <a:t>User Group - October 2024</a:t>
            </a:r>
          </a:p>
        </p:txBody>
      </p:sp>
      <p:sp>
        <p:nvSpPr>
          <p:cNvPr id="5" name="Title 4">
            <a:extLst>
              <a:ext uri="{FF2B5EF4-FFF2-40B4-BE49-F238E27FC236}">
                <a16:creationId xmlns:a16="http://schemas.microsoft.com/office/drawing/2014/main" id="{239C2D3C-EE71-F9D5-90F0-145F2DCE4065}"/>
              </a:ext>
            </a:extLst>
          </p:cNvPr>
          <p:cNvSpPr>
            <a:spLocks noGrp="1"/>
          </p:cNvSpPr>
          <p:nvPr>
            <p:ph type="title"/>
          </p:nvPr>
        </p:nvSpPr>
        <p:spPr>
          <a:xfrm>
            <a:off x="546100" y="552450"/>
            <a:ext cx="5445125" cy="434975"/>
          </a:xfrm>
        </p:spPr>
        <p:txBody>
          <a:bodyPr/>
          <a:lstStyle>
            <a:lvl1pPr>
              <a:defRPr>
                <a:solidFill>
                  <a:schemeClr val="tx2"/>
                </a:solidFill>
              </a:defRPr>
            </a:lvl1pPr>
          </a:lstStyle>
          <a:p>
            <a:r>
              <a:rPr lang="en-US"/>
              <a:t>Click to edit Master title style</a:t>
            </a:r>
          </a:p>
        </p:txBody>
      </p:sp>
      <p:sp>
        <p:nvSpPr>
          <p:cNvPr id="12" name="Picture Placeholder 9">
            <a:extLst>
              <a:ext uri="{FF2B5EF4-FFF2-40B4-BE49-F238E27FC236}">
                <a16:creationId xmlns:a16="http://schemas.microsoft.com/office/drawing/2014/main" id="{44C754A0-D8DE-596F-C5FB-AB25D5782CCF}"/>
              </a:ext>
            </a:extLst>
          </p:cNvPr>
          <p:cNvSpPr>
            <a:spLocks noGrp="1"/>
          </p:cNvSpPr>
          <p:nvPr>
            <p:ph type="pic" sz="quarter" idx="13" hasCustomPrompt="1"/>
          </p:nvPr>
        </p:nvSpPr>
        <p:spPr>
          <a:xfrm>
            <a:off x="6096000" y="0"/>
            <a:ext cx="2029765" cy="1566863"/>
          </a:xfrm>
          <a:solidFill>
            <a:schemeClr val="accent1"/>
          </a:solid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4" name="Freeform 5">
            <a:extLst>
              <a:ext uri="{FF2B5EF4-FFF2-40B4-BE49-F238E27FC236}">
                <a16:creationId xmlns:a16="http://schemas.microsoft.com/office/drawing/2014/main" id="{75E3A3AB-C899-2F14-4772-F41275E73368}"/>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7" name="Text Placeholder 11">
            <a:extLst>
              <a:ext uri="{FF2B5EF4-FFF2-40B4-BE49-F238E27FC236}">
                <a16:creationId xmlns:a16="http://schemas.microsoft.com/office/drawing/2014/main" id="{ECB37E7F-4E3C-E404-9DDD-59DE28C0077B}"/>
              </a:ext>
            </a:extLst>
          </p:cNvPr>
          <p:cNvSpPr>
            <a:spLocks noGrp="1"/>
          </p:cNvSpPr>
          <p:nvPr>
            <p:ph type="body" sz="quarter" idx="18"/>
          </p:nvPr>
        </p:nvSpPr>
        <p:spPr>
          <a:xfrm>
            <a:off x="546100" y="1127126"/>
            <a:ext cx="5445125" cy="295274"/>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8" name="Text Placeholder 15">
            <a:extLst>
              <a:ext uri="{FF2B5EF4-FFF2-40B4-BE49-F238E27FC236}">
                <a16:creationId xmlns:a16="http://schemas.microsoft.com/office/drawing/2014/main" id="{832FAA27-BCE1-37FB-9BE3-8699F7E0E899}"/>
              </a:ext>
            </a:extLst>
          </p:cNvPr>
          <p:cNvSpPr>
            <a:spLocks noGrp="1"/>
          </p:cNvSpPr>
          <p:nvPr>
            <p:ph type="body" sz="quarter" idx="19" hasCustomPrompt="1"/>
          </p:nvPr>
        </p:nvSpPr>
        <p:spPr>
          <a:xfrm>
            <a:off x="546101" y="6019800"/>
            <a:ext cx="6851650"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add footnotes or disclaimer information</a:t>
            </a:r>
          </a:p>
        </p:txBody>
      </p:sp>
      <p:sp>
        <p:nvSpPr>
          <p:cNvPr id="19" name="Content Placeholder 25">
            <a:extLst>
              <a:ext uri="{FF2B5EF4-FFF2-40B4-BE49-F238E27FC236}">
                <a16:creationId xmlns:a16="http://schemas.microsoft.com/office/drawing/2014/main" id="{C6AFCAE6-3A9A-0A39-AF9B-54D500EE9D1A}"/>
              </a:ext>
            </a:extLst>
          </p:cNvPr>
          <p:cNvSpPr>
            <a:spLocks noGrp="1"/>
          </p:cNvSpPr>
          <p:nvPr>
            <p:ph sz="quarter" idx="23"/>
          </p:nvPr>
        </p:nvSpPr>
        <p:spPr>
          <a:xfrm>
            <a:off x="546100" y="1849438"/>
            <a:ext cx="6851650"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Rectangle 1">
            <a:extLst>
              <a:ext uri="{FF2B5EF4-FFF2-40B4-BE49-F238E27FC236}">
                <a16:creationId xmlns:a16="http://schemas.microsoft.com/office/drawing/2014/main" id="{C32F9A93-72A9-3D7C-5E64-1256DD12F966}"/>
              </a:ext>
            </a:extLst>
          </p:cNvPr>
          <p:cNvSpPr/>
          <p:nvPr userDrawn="1"/>
        </p:nvSpPr>
        <p:spPr>
          <a:xfrm>
            <a:off x="8125765" y="1566862"/>
            <a:ext cx="4066235" cy="5291137"/>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Picture Placeholder 9">
            <a:extLst>
              <a:ext uri="{FF2B5EF4-FFF2-40B4-BE49-F238E27FC236}">
                <a16:creationId xmlns:a16="http://schemas.microsoft.com/office/drawing/2014/main" id="{D3E5534D-668A-F3FA-3A87-AF2CA9556356}"/>
              </a:ext>
            </a:extLst>
          </p:cNvPr>
          <p:cNvSpPr>
            <a:spLocks noGrp="1"/>
          </p:cNvSpPr>
          <p:nvPr>
            <p:ph type="pic" sz="quarter" idx="14" hasCustomPrompt="1"/>
          </p:nvPr>
        </p:nvSpPr>
        <p:spPr>
          <a:xfrm>
            <a:off x="8125765" y="1566862"/>
            <a:ext cx="4066235" cy="5291137"/>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grpSp>
        <p:nvGrpSpPr>
          <p:cNvPr id="3" name="Group 2">
            <a:extLst>
              <a:ext uri="{FF2B5EF4-FFF2-40B4-BE49-F238E27FC236}">
                <a16:creationId xmlns:a16="http://schemas.microsoft.com/office/drawing/2014/main" id="{B60A193D-2CF6-BCED-B3AC-176360B1BFFF}"/>
              </a:ext>
            </a:extLst>
          </p:cNvPr>
          <p:cNvGrpSpPr/>
          <p:nvPr userDrawn="1"/>
        </p:nvGrpSpPr>
        <p:grpSpPr>
          <a:xfrm>
            <a:off x="12356815" y="0"/>
            <a:ext cx="756834" cy="6872642"/>
            <a:chOff x="12356815" y="0"/>
            <a:chExt cx="756834" cy="6872642"/>
          </a:xfrm>
        </p:grpSpPr>
        <p:sp>
          <p:nvSpPr>
            <p:cNvPr id="7" name="Rectangle 6">
              <a:extLst>
                <a:ext uri="{FF2B5EF4-FFF2-40B4-BE49-F238E27FC236}">
                  <a16:creationId xmlns:a16="http://schemas.microsoft.com/office/drawing/2014/main" id="{BD65FA19-4FD1-02F6-E504-4609A38F9523}"/>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0" name="TextBox 9">
              <a:extLst>
                <a:ext uri="{FF2B5EF4-FFF2-40B4-BE49-F238E27FC236}">
                  <a16:creationId xmlns:a16="http://schemas.microsoft.com/office/drawing/2014/main" id="{62854DBE-8F06-86BF-53C5-7D122A708A9F}"/>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1" name="Rectangle 10">
              <a:extLst>
                <a:ext uri="{FF2B5EF4-FFF2-40B4-BE49-F238E27FC236}">
                  <a16:creationId xmlns:a16="http://schemas.microsoft.com/office/drawing/2014/main" id="{2AEC8101-9A5F-6BC9-2AE5-4C73CDA2E660}"/>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3" name="Group 12">
              <a:extLst>
                <a:ext uri="{FF2B5EF4-FFF2-40B4-BE49-F238E27FC236}">
                  <a16:creationId xmlns:a16="http://schemas.microsoft.com/office/drawing/2014/main" id="{96FE8A27-E6CE-686B-953A-B628E3EBA235}"/>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647211B5-D2BA-0BF8-36C4-538393C93081}"/>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629FE735-DBF1-A0B9-42A0-BA79526D431C}"/>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AAB182B2-33F6-E30A-4130-FDF14955F1E0}"/>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E65CA1AC-EF1D-61D5-6966-2174FBCB30AA}"/>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87AC4D5F-715F-EBB3-67F6-B05C3A6EB6A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5DB65ED6-795D-0F93-5C8A-0CE69C408CB8}"/>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02B26F0A-A788-7B56-7895-68AE15DC10CF}"/>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ADDDCB85-ED41-D42E-FCF6-36A3B061D32D}"/>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4DF49C1B-53FE-65D1-18B1-E15892927FC0}"/>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F927BB76-BE3A-3B34-8D8D-BA0911C40825}"/>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4" name="Group 13">
              <a:extLst>
                <a:ext uri="{FF2B5EF4-FFF2-40B4-BE49-F238E27FC236}">
                  <a16:creationId xmlns:a16="http://schemas.microsoft.com/office/drawing/2014/main" id="{682C5576-1528-E28E-8AF5-E8223B8125CA}"/>
                </a:ext>
              </a:extLst>
            </p:cNvPr>
            <p:cNvGrpSpPr/>
            <p:nvPr userDrawn="1"/>
          </p:nvGrpSpPr>
          <p:grpSpPr>
            <a:xfrm>
              <a:off x="12442019" y="198485"/>
              <a:ext cx="382660" cy="2882942"/>
              <a:chOff x="12742785" y="3716048"/>
              <a:chExt cx="316248" cy="3171236"/>
            </a:xfrm>
          </p:grpSpPr>
          <p:sp>
            <p:nvSpPr>
              <p:cNvPr id="16" name="Rectangle 15">
                <a:extLst>
                  <a:ext uri="{FF2B5EF4-FFF2-40B4-BE49-F238E27FC236}">
                    <a16:creationId xmlns:a16="http://schemas.microsoft.com/office/drawing/2014/main" id="{55F54825-EEBE-2329-61F0-6AF18D0FE8C4}"/>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9EBF6F8A-69A4-F9F5-E5D9-CC726E1A7934}"/>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63782D92-3DA6-2A6E-1103-B6461D9D6E76}"/>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34FCB400-E289-4ED1-5139-042FB062C9B1}"/>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B3628224-207C-50CA-5916-30EADD85FB96}"/>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D8BF7070-C0D2-58D2-B7A3-7D5510B9D75D}"/>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FE0F667F-9A9E-AA27-10ED-013A38321871}"/>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CD16E8BA-6614-571F-043D-6CD96F73A21B}"/>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009A1E66-1EA5-8A48-0B41-2E7819DA39D9}"/>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915DDD13-9C13-00BE-BF4E-6B666AF48304}"/>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5" name="TextBox 14">
              <a:extLst>
                <a:ext uri="{FF2B5EF4-FFF2-40B4-BE49-F238E27FC236}">
                  <a16:creationId xmlns:a16="http://schemas.microsoft.com/office/drawing/2014/main" id="{F2A8965B-A935-6C28-0700-8963BAE28719}"/>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1BA8E293-E2EB-897C-7458-C1F7D4B55723}"/>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Tree>
    <p:extLst>
      <p:ext uri="{BB962C8B-B14F-4D97-AF65-F5344CB8AC3E}">
        <p14:creationId xmlns:p14="http://schemas.microsoft.com/office/powerpoint/2010/main" val="1489093838"/>
      </p:ext>
    </p:extLst>
  </p:cSld>
  <p:clrMapOvr>
    <a:masterClrMapping/>
  </p:clrMapOvr>
</p:sldLayout>
</file>

<file path=ppt/slideLayouts/slideLayout225.xml><?xml version="1.0" encoding="utf-8"?>
<p:sldLayout xmlns:a="http://schemas.openxmlformats.org/drawingml/2006/main" xmlns:r="http://schemas.openxmlformats.org/officeDocument/2006/relationships" xmlns:p="http://schemas.openxmlformats.org/presentationml/2006/main" preserve="1" userDrawn="1">
  <p:cSld name="Dynamic Slices 2 / Light - Subhea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94E9E3F-0E54-D2AC-2C3B-B2AD042CCF2F}"/>
              </a:ext>
            </a:extLst>
          </p:cNvPr>
          <p:cNvSpPr/>
          <p:nvPr userDrawn="1"/>
        </p:nvSpPr>
        <p:spPr>
          <a:xfrm>
            <a:off x="8125764" y="1566863"/>
            <a:ext cx="4066235" cy="5291136"/>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hasCustomPrompt="1"/>
          </p:nvPr>
        </p:nvSpPr>
        <p:spPr>
          <a:xfrm>
            <a:off x="6096000" y="0"/>
            <a:ext cx="2029765" cy="1566863"/>
          </a:xfrm>
          <a:solidFill>
            <a:schemeClr val="accent1"/>
          </a:solid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a:xfrm>
            <a:off x="4773613" y="6311900"/>
            <a:ext cx="3236581" cy="269875"/>
          </a:xfrm>
        </p:spPr>
        <p:txBody>
          <a:bodyPr/>
          <a:lstStyle>
            <a:lvl1pPr>
              <a:defRPr>
                <a:solidFill>
                  <a:schemeClr val="tx1"/>
                </a:solidFill>
              </a:defRPr>
            </a:lvl1p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12" name="Title 11">
            <a:extLst>
              <a:ext uri="{FF2B5EF4-FFF2-40B4-BE49-F238E27FC236}">
                <a16:creationId xmlns:a16="http://schemas.microsoft.com/office/drawing/2014/main" id="{B6A2B7E6-3059-8E4F-3CF4-F1E41E44420F}"/>
              </a:ext>
            </a:extLst>
          </p:cNvPr>
          <p:cNvSpPr>
            <a:spLocks noGrp="1"/>
          </p:cNvSpPr>
          <p:nvPr>
            <p:ph type="title"/>
          </p:nvPr>
        </p:nvSpPr>
        <p:spPr>
          <a:xfrm>
            <a:off x="546100" y="552450"/>
            <a:ext cx="5441473" cy="434975"/>
          </a:xfrm>
        </p:spPr>
        <p:txBody>
          <a:bodyPr/>
          <a:lstStyle>
            <a:lvl1pPr>
              <a:defRPr>
                <a:solidFill>
                  <a:schemeClr val="tx2"/>
                </a:solidFill>
              </a:defRPr>
            </a:lvl1pPr>
          </a:lstStyle>
          <a:p>
            <a:r>
              <a:rPr lang="en-US"/>
              <a:t>Click to edit Master title style</a:t>
            </a:r>
          </a:p>
        </p:txBody>
      </p:sp>
      <p:sp>
        <p:nvSpPr>
          <p:cNvPr id="3" name="Freeform 5">
            <a:extLst>
              <a:ext uri="{FF2B5EF4-FFF2-40B4-BE49-F238E27FC236}">
                <a16:creationId xmlns:a16="http://schemas.microsoft.com/office/drawing/2014/main" id="{51A2B53C-6D02-BDF9-985B-07222E28EC1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8" name="Text Placeholder 11">
            <a:extLst>
              <a:ext uri="{FF2B5EF4-FFF2-40B4-BE49-F238E27FC236}">
                <a16:creationId xmlns:a16="http://schemas.microsoft.com/office/drawing/2014/main" id="{9D388E5C-FB1D-8ADE-23C8-8F02759F89BF}"/>
              </a:ext>
            </a:extLst>
          </p:cNvPr>
          <p:cNvSpPr>
            <a:spLocks noGrp="1"/>
          </p:cNvSpPr>
          <p:nvPr>
            <p:ph type="body" sz="quarter" idx="23"/>
          </p:nvPr>
        </p:nvSpPr>
        <p:spPr>
          <a:xfrm>
            <a:off x="546100" y="1127125"/>
            <a:ext cx="5445125" cy="292607"/>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9" name="Text Placeholder 13">
            <a:extLst>
              <a:ext uri="{FF2B5EF4-FFF2-40B4-BE49-F238E27FC236}">
                <a16:creationId xmlns:a16="http://schemas.microsoft.com/office/drawing/2014/main" id="{912FB487-0A83-3038-FA1F-1E425681D205}"/>
              </a:ext>
            </a:extLst>
          </p:cNvPr>
          <p:cNvSpPr>
            <a:spLocks noGrp="1"/>
          </p:cNvSpPr>
          <p:nvPr>
            <p:ph type="body" sz="quarter" idx="24"/>
          </p:nvPr>
        </p:nvSpPr>
        <p:spPr>
          <a:xfrm>
            <a:off x="546100" y="6019801"/>
            <a:ext cx="6855345"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20" name="Content Placeholder 29">
            <a:extLst>
              <a:ext uri="{FF2B5EF4-FFF2-40B4-BE49-F238E27FC236}">
                <a16:creationId xmlns:a16="http://schemas.microsoft.com/office/drawing/2014/main" id="{58C0D593-9DC8-91DA-877C-F657119FC2AA}"/>
              </a:ext>
            </a:extLst>
          </p:cNvPr>
          <p:cNvSpPr>
            <a:spLocks noGrp="1"/>
          </p:cNvSpPr>
          <p:nvPr>
            <p:ph sz="quarter" idx="27"/>
          </p:nvPr>
        </p:nvSpPr>
        <p:spPr>
          <a:xfrm>
            <a:off x="550069" y="2425700"/>
            <a:ext cx="6847681"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1" name="Text Placeholder 33">
            <a:extLst>
              <a:ext uri="{FF2B5EF4-FFF2-40B4-BE49-F238E27FC236}">
                <a16:creationId xmlns:a16="http://schemas.microsoft.com/office/drawing/2014/main" id="{F724E384-38F7-2332-6CDE-587ABAE34345}"/>
              </a:ext>
            </a:extLst>
          </p:cNvPr>
          <p:cNvSpPr>
            <a:spLocks noGrp="1"/>
          </p:cNvSpPr>
          <p:nvPr>
            <p:ph type="body" sz="quarter" idx="29"/>
          </p:nvPr>
        </p:nvSpPr>
        <p:spPr>
          <a:xfrm>
            <a:off x="546100" y="1849437"/>
            <a:ext cx="6851650" cy="296861"/>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2" name="Picture Placeholder 9">
            <a:extLst>
              <a:ext uri="{FF2B5EF4-FFF2-40B4-BE49-F238E27FC236}">
                <a16:creationId xmlns:a16="http://schemas.microsoft.com/office/drawing/2014/main" id="{4EB62E2F-2E37-C08A-71AA-5EDB5BF3A79E}"/>
              </a:ext>
            </a:extLst>
          </p:cNvPr>
          <p:cNvSpPr>
            <a:spLocks noGrp="1"/>
          </p:cNvSpPr>
          <p:nvPr>
            <p:ph type="pic" sz="quarter" idx="14" hasCustomPrompt="1"/>
          </p:nvPr>
        </p:nvSpPr>
        <p:spPr>
          <a:xfrm>
            <a:off x="8125765" y="1566862"/>
            <a:ext cx="4066235" cy="5291137"/>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grpSp>
        <p:nvGrpSpPr>
          <p:cNvPr id="5" name="Group 4">
            <a:extLst>
              <a:ext uri="{FF2B5EF4-FFF2-40B4-BE49-F238E27FC236}">
                <a16:creationId xmlns:a16="http://schemas.microsoft.com/office/drawing/2014/main" id="{47C0A75C-E36C-0C46-2F03-6DB3FC764DF9}"/>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9778A2EC-F4E7-8688-B2D6-8C84D19D8EBF}"/>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BB9E47FD-FAEC-7EC8-8924-53D7E1C05AEB}"/>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1" name="Rectangle 10">
              <a:extLst>
                <a:ext uri="{FF2B5EF4-FFF2-40B4-BE49-F238E27FC236}">
                  <a16:creationId xmlns:a16="http://schemas.microsoft.com/office/drawing/2014/main" id="{DFACABFF-0E64-F8A4-B988-37432BD2B15D}"/>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3" name="Group 12">
              <a:extLst>
                <a:ext uri="{FF2B5EF4-FFF2-40B4-BE49-F238E27FC236}">
                  <a16:creationId xmlns:a16="http://schemas.microsoft.com/office/drawing/2014/main" id="{B336D51A-5DF8-069C-5A58-672B68AE780F}"/>
                </a:ext>
              </a:extLst>
            </p:cNvPr>
            <p:cNvGrpSpPr/>
            <p:nvPr userDrawn="1"/>
          </p:nvGrpSpPr>
          <p:grpSpPr>
            <a:xfrm>
              <a:off x="12442019" y="3791214"/>
              <a:ext cx="382660" cy="2882942"/>
              <a:chOff x="14001569" y="3716048"/>
              <a:chExt cx="316248" cy="3171236"/>
            </a:xfrm>
          </p:grpSpPr>
          <p:sp>
            <p:nvSpPr>
              <p:cNvPr id="30" name="Rectangle 29">
                <a:extLst>
                  <a:ext uri="{FF2B5EF4-FFF2-40B4-BE49-F238E27FC236}">
                    <a16:creationId xmlns:a16="http://schemas.microsoft.com/office/drawing/2014/main" id="{68D381C3-AE9F-967B-F0E2-8C13D5CF0459}"/>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AA0CCE5C-A3DC-081D-4841-344B679F52CB}"/>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AB11F0FD-BB94-6CF5-5566-2FC31E74BA30}"/>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25099D5C-4D2E-1DB6-7A4C-A55F4D10A020}"/>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0D019E33-FC63-470D-2779-9972F085EA56}"/>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368B20A9-1874-B81E-12A2-650162EB8D34}"/>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1F63B450-8003-8B79-5847-3F254085D856}"/>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98BA5883-60E9-BF10-E2BC-EDFF2FAB7F71}"/>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4F916BE9-D856-AD9E-3DAC-EDD691430ACD}"/>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AA11C9AB-A626-21AA-218C-C07642723A3B}"/>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4" name="Group 13">
              <a:extLst>
                <a:ext uri="{FF2B5EF4-FFF2-40B4-BE49-F238E27FC236}">
                  <a16:creationId xmlns:a16="http://schemas.microsoft.com/office/drawing/2014/main" id="{2B7FED4C-5DFE-A8EF-8645-2A9350070230}"/>
                </a:ext>
              </a:extLst>
            </p:cNvPr>
            <p:cNvGrpSpPr/>
            <p:nvPr userDrawn="1"/>
          </p:nvGrpSpPr>
          <p:grpSpPr>
            <a:xfrm>
              <a:off x="12442019" y="198485"/>
              <a:ext cx="382660" cy="2882942"/>
              <a:chOff x="12742785" y="3716048"/>
              <a:chExt cx="316248" cy="3171236"/>
            </a:xfrm>
          </p:grpSpPr>
          <p:sp>
            <p:nvSpPr>
              <p:cNvPr id="16" name="Rectangle 15">
                <a:extLst>
                  <a:ext uri="{FF2B5EF4-FFF2-40B4-BE49-F238E27FC236}">
                    <a16:creationId xmlns:a16="http://schemas.microsoft.com/office/drawing/2014/main" id="{CB2437DD-E14E-E575-847E-84CA8EFE5957}"/>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E160AD25-F43E-4A22-0665-B98FE45E599B}"/>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74BE5D80-0F1A-1E9C-F1BB-721CE632F712}"/>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66572DC8-7B31-1BBE-15E2-A74CEB2A145C}"/>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AE177B04-B0A6-2641-B7FD-1E314754FC51}"/>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B18EC749-0657-5C8B-AB22-F7092C5BCCB4}"/>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687AA2FF-D13C-BFA1-EB3A-603C4C034C92}"/>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87812305-980A-D088-3FF5-F17626C68B4E}"/>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CC99DFDC-9105-7635-6266-FE9842440717}"/>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CE614AF1-F2A5-82FF-8BAD-3091E0E71230}"/>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5" name="TextBox 14">
              <a:extLst>
                <a:ext uri="{FF2B5EF4-FFF2-40B4-BE49-F238E27FC236}">
                  <a16:creationId xmlns:a16="http://schemas.microsoft.com/office/drawing/2014/main" id="{D5C0E56F-9736-EBC9-AC53-22A9BF21BBAB}"/>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0" name="TextBox 39">
            <a:extLst>
              <a:ext uri="{FF2B5EF4-FFF2-40B4-BE49-F238E27FC236}">
                <a16:creationId xmlns:a16="http://schemas.microsoft.com/office/drawing/2014/main" id="{E3C0A0C5-70BC-5FD0-B5C8-DD718E667381}"/>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643272820"/>
      </p:ext>
    </p:extLst>
  </p:cSld>
  <p:clrMapOvr>
    <a:masterClrMapping/>
  </p:clrMapOvr>
</p:sldLayout>
</file>

<file path=ppt/slideLayouts/slideLayout226.xml><?xml version="1.0" encoding="utf-8"?>
<p:sldLayout xmlns:a="http://schemas.openxmlformats.org/drawingml/2006/main" xmlns:r="http://schemas.openxmlformats.org/officeDocument/2006/relationships" xmlns:p="http://schemas.openxmlformats.org/presentationml/2006/main" preserve="1" userDrawn="1">
  <p:cSld name="Dynamic Slices 2 / Dark">
    <p:bg>
      <p:bgPr>
        <a:solidFill>
          <a:schemeClr val="tx2"/>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F6308A00-4938-A4F1-3780-B52C6BA58AC5}"/>
              </a:ext>
            </a:extLst>
          </p:cNvPr>
          <p:cNvSpPr/>
          <p:nvPr userDrawn="1"/>
        </p:nvSpPr>
        <p:spPr>
          <a:xfrm>
            <a:off x="8125764" y="1566863"/>
            <a:ext cx="4066235" cy="5291136"/>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Picture Placeholder 9">
            <a:extLst>
              <a:ext uri="{FF2B5EF4-FFF2-40B4-BE49-F238E27FC236}">
                <a16:creationId xmlns:a16="http://schemas.microsoft.com/office/drawing/2014/main" id="{A5C25FA9-2DC2-B06B-E7AA-31258B974C05}"/>
              </a:ext>
            </a:extLst>
          </p:cNvPr>
          <p:cNvSpPr>
            <a:spLocks noGrp="1"/>
          </p:cNvSpPr>
          <p:nvPr>
            <p:ph type="pic" sz="quarter" idx="14" hasCustomPrompt="1"/>
          </p:nvPr>
        </p:nvSpPr>
        <p:spPr>
          <a:xfrm>
            <a:off x="8125765" y="1566862"/>
            <a:ext cx="4066235" cy="5291137"/>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a:xfrm>
            <a:off x="4773613" y="6311900"/>
            <a:ext cx="3236581" cy="269875"/>
          </a:xfrm>
        </p:spPr>
        <p:txBody>
          <a:bodyPr/>
          <a:lstStyle>
            <a:lvl1pPr>
              <a:defRPr>
                <a:solidFill>
                  <a:schemeClr val="bg1"/>
                </a:solidFill>
              </a:defRPr>
            </a:lvl1p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5" name="Title 4">
            <a:extLst>
              <a:ext uri="{FF2B5EF4-FFF2-40B4-BE49-F238E27FC236}">
                <a16:creationId xmlns:a16="http://schemas.microsoft.com/office/drawing/2014/main" id="{239C2D3C-EE71-F9D5-90F0-145F2DCE4065}"/>
              </a:ext>
            </a:extLst>
          </p:cNvPr>
          <p:cNvSpPr>
            <a:spLocks noGrp="1"/>
          </p:cNvSpPr>
          <p:nvPr>
            <p:ph type="title"/>
          </p:nvPr>
        </p:nvSpPr>
        <p:spPr>
          <a:xfrm>
            <a:off x="546892" y="552450"/>
            <a:ext cx="5444333" cy="434975"/>
          </a:xfrm>
        </p:spPr>
        <p:txBody>
          <a:bodyPr/>
          <a:lstStyle>
            <a:lvl1pPr>
              <a:defRPr>
                <a:solidFill>
                  <a:schemeClr val="accent1"/>
                </a:solidFill>
              </a:defRPr>
            </a:lvl1pPr>
          </a:lstStyle>
          <a:p>
            <a:r>
              <a:rPr lang="en-US"/>
              <a:t>Click to edit Master title style</a:t>
            </a:r>
          </a:p>
        </p:txBody>
      </p:sp>
      <p:sp>
        <p:nvSpPr>
          <p:cNvPr id="12" name="Picture Placeholder 9">
            <a:extLst>
              <a:ext uri="{FF2B5EF4-FFF2-40B4-BE49-F238E27FC236}">
                <a16:creationId xmlns:a16="http://schemas.microsoft.com/office/drawing/2014/main" id="{44C754A0-D8DE-596F-C5FB-AB25D5782CCF}"/>
              </a:ext>
            </a:extLst>
          </p:cNvPr>
          <p:cNvSpPr>
            <a:spLocks noGrp="1"/>
          </p:cNvSpPr>
          <p:nvPr>
            <p:ph type="pic" sz="quarter" idx="13" hasCustomPrompt="1"/>
          </p:nvPr>
        </p:nvSpPr>
        <p:spPr>
          <a:xfrm>
            <a:off x="6096000" y="0"/>
            <a:ext cx="2029765" cy="1566863"/>
          </a:xfrm>
          <a:solidFill>
            <a:schemeClr val="accent1"/>
          </a:solid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22" name="Text Placeholder 11">
            <a:extLst>
              <a:ext uri="{FF2B5EF4-FFF2-40B4-BE49-F238E27FC236}">
                <a16:creationId xmlns:a16="http://schemas.microsoft.com/office/drawing/2014/main" id="{A09E7A87-B133-8C2E-3361-C82516967FAB}"/>
              </a:ext>
            </a:extLst>
          </p:cNvPr>
          <p:cNvSpPr>
            <a:spLocks noGrp="1"/>
          </p:cNvSpPr>
          <p:nvPr>
            <p:ph type="body" sz="quarter" idx="18"/>
          </p:nvPr>
        </p:nvSpPr>
        <p:spPr>
          <a:xfrm>
            <a:off x="546892" y="1127125"/>
            <a:ext cx="5444333"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24" name="Content Placeholder 25">
            <a:extLst>
              <a:ext uri="{FF2B5EF4-FFF2-40B4-BE49-F238E27FC236}">
                <a16:creationId xmlns:a16="http://schemas.microsoft.com/office/drawing/2014/main" id="{80128354-9047-7350-5416-848442CCD831}"/>
              </a:ext>
            </a:extLst>
          </p:cNvPr>
          <p:cNvSpPr>
            <a:spLocks noGrp="1"/>
          </p:cNvSpPr>
          <p:nvPr>
            <p:ph sz="quarter" idx="23"/>
          </p:nvPr>
        </p:nvSpPr>
        <p:spPr>
          <a:xfrm>
            <a:off x="546892" y="1849438"/>
            <a:ext cx="6850858" cy="4017961"/>
          </a:xfrm>
        </p:spPr>
        <p:txBody>
          <a:bodyPr/>
          <a:lstStyle>
            <a:lvl1pPr>
              <a:defRPr>
                <a:solidFill>
                  <a:schemeClr val="bg1"/>
                </a:solidFill>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5" name="Text Placeholder 13">
            <a:extLst>
              <a:ext uri="{FF2B5EF4-FFF2-40B4-BE49-F238E27FC236}">
                <a16:creationId xmlns:a16="http://schemas.microsoft.com/office/drawing/2014/main" id="{72CE5105-8928-8980-F557-C8D17BD90A57}"/>
              </a:ext>
            </a:extLst>
          </p:cNvPr>
          <p:cNvSpPr>
            <a:spLocks noGrp="1"/>
          </p:cNvSpPr>
          <p:nvPr>
            <p:ph type="body" sz="quarter" idx="24"/>
          </p:nvPr>
        </p:nvSpPr>
        <p:spPr>
          <a:xfrm>
            <a:off x="546892" y="6019801"/>
            <a:ext cx="6854553"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chemeClr val="bg1"/>
                </a:solidFill>
                <a:latin typeface="+mn-lt"/>
                <a:ea typeface="GT America Regular" charset="0"/>
                <a:cs typeface="GT America Regular" charset="0"/>
              </a:defRPr>
            </a:lvl9pPr>
          </a:lstStyle>
          <a:p>
            <a:pPr lvl="0"/>
            <a:r>
              <a:rPr lang="en-US"/>
              <a:t>Click to edit Master text styles</a:t>
            </a:r>
          </a:p>
        </p:txBody>
      </p:sp>
      <p:grpSp>
        <p:nvGrpSpPr>
          <p:cNvPr id="4" name="Group 3">
            <a:extLst>
              <a:ext uri="{FF2B5EF4-FFF2-40B4-BE49-F238E27FC236}">
                <a16:creationId xmlns:a16="http://schemas.microsoft.com/office/drawing/2014/main" id="{1500F019-0B2A-B9AD-0EF9-EB4AD28152DF}"/>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0BDC9C38-573A-9A88-D8CF-0D58B117A67D}"/>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E29F8A10-FE22-CD18-CF7E-E5262184CE14}"/>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0" name="Rectangle 9">
              <a:extLst>
                <a:ext uri="{FF2B5EF4-FFF2-40B4-BE49-F238E27FC236}">
                  <a16:creationId xmlns:a16="http://schemas.microsoft.com/office/drawing/2014/main" id="{E9FB32F8-A85F-E046-2976-4C94C42ACC4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1" name="Group 10">
              <a:extLst>
                <a:ext uri="{FF2B5EF4-FFF2-40B4-BE49-F238E27FC236}">
                  <a16:creationId xmlns:a16="http://schemas.microsoft.com/office/drawing/2014/main" id="{142B660E-07C4-1A35-7105-E45A55BF32CA}"/>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A650B980-F3FA-384D-A885-9BF104C9B71A}"/>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7613C1A6-0229-3F45-A914-0FD0E1D00181}"/>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3F075C8D-20E1-A9EA-23C8-E39FD08FCB2A}"/>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EB732412-EFD5-B7BA-9120-6F4C55D74D6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BF57B912-F401-8219-1820-665ADD9E975C}"/>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713532CA-BB7C-02DB-AF47-8AD7D68819F3}"/>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77321B19-0B1E-C7C7-2AB0-C7F05D3BCB89}"/>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B60EEA36-CA8B-F7E5-2B3F-D04BFB65DCBD}"/>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A6C6BD2D-6CD7-355A-A676-0D049EE07086}"/>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68858B37-230F-2C80-1ED3-013DDF80236D}"/>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3" name="Group 12">
              <a:extLst>
                <a:ext uri="{FF2B5EF4-FFF2-40B4-BE49-F238E27FC236}">
                  <a16:creationId xmlns:a16="http://schemas.microsoft.com/office/drawing/2014/main" id="{F1351297-E43D-B550-EEAF-FED841509FBE}"/>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FFC6EBB2-CBB9-4076-9313-BAED1D976474}"/>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D87E0615-9EF1-7102-E6EC-7D99ECC6FD40}"/>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6413920F-A20A-E434-5B92-00B4659EB4CF}"/>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414BB875-411C-FC6F-0E70-6B2D714D1306}"/>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33E31F66-F06F-2D91-47FB-27784C7638F4}"/>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EE9B4CC9-328E-8099-5638-219A596E175F}"/>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F617EDFE-BCFB-A856-5034-96079B581D95}"/>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EE312BD7-1915-5F72-110E-E3B8782D1A4B}"/>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5A878505-0F7B-9322-C55E-516DD05249F5}"/>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975BCD4D-A8EA-0895-EAD1-B149FFDA70A9}"/>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4B1A3937-0680-253F-71CA-40E49BDEBF20}"/>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8478F0AA-FC2F-69B9-8EDF-75BBB94D5116}"/>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643259212"/>
      </p:ext>
    </p:extLst>
  </p:cSld>
  <p:clrMapOvr>
    <a:masterClrMapping/>
  </p:clrMapOvr>
</p:sldLayout>
</file>

<file path=ppt/slideLayouts/slideLayout227.xml><?xml version="1.0" encoding="utf-8"?>
<p:sldLayout xmlns:a="http://schemas.openxmlformats.org/drawingml/2006/main" xmlns:r="http://schemas.openxmlformats.org/officeDocument/2006/relationships" xmlns:p="http://schemas.openxmlformats.org/presentationml/2006/main" preserve="1" userDrawn="1">
  <p:cSld name="Dynamic Slices 2 / Dark - Subhead">
    <p:bg>
      <p:bgPr>
        <a:solidFill>
          <a:schemeClr val="tx2"/>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A610EE1-689A-470F-628F-EEA20DE95059}"/>
              </a:ext>
            </a:extLst>
          </p:cNvPr>
          <p:cNvSpPr/>
          <p:nvPr userDrawn="1"/>
        </p:nvSpPr>
        <p:spPr>
          <a:xfrm>
            <a:off x="8125764" y="1566863"/>
            <a:ext cx="4066235" cy="5291136"/>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Picture Placeholder 9">
            <a:extLst>
              <a:ext uri="{FF2B5EF4-FFF2-40B4-BE49-F238E27FC236}">
                <a16:creationId xmlns:a16="http://schemas.microsoft.com/office/drawing/2014/main" id="{4A49D3FC-5492-D318-3220-FE343B99E4C8}"/>
              </a:ext>
            </a:extLst>
          </p:cNvPr>
          <p:cNvSpPr>
            <a:spLocks noGrp="1"/>
          </p:cNvSpPr>
          <p:nvPr>
            <p:ph type="pic" sz="quarter" idx="14" hasCustomPrompt="1"/>
          </p:nvPr>
        </p:nvSpPr>
        <p:spPr>
          <a:xfrm>
            <a:off x="8125765" y="1566862"/>
            <a:ext cx="4066235" cy="5291137"/>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hasCustomPrompt="1"/>
          </p:nvPr>
        </p:nvSpPr>
        <p:spPr>
          <a:xfrm>
            <a:off x="6096000" y="0"/>
            <a:ext cx="2029765" cy="1566863"/>
          </a:xfrm>
          <a:solidFill>
            <a:schemeClr val="accent1"/>
          </a:solid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a:xfrm>
            <a:off x="4773613" y="6311900"/>
            <a:ext cx="3236581" cy="269875"/>
          </a:xfrm>
        </p:spPr>
        <p:txBody>
          <a:bodyPr/>
          <a:lstStyle>
            <a:lvl1pPr>
              <a:defRPr>
                <a:solidFill>
                  <a:schemeClr val="bg1"/>
                </a:solidFill>
              </a:defRPr>
            </a:lvl1p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2" name="Title 11">
            <a:extLst>
              <a:ext uri="{FF2B5EF4-FFF2-40B4-BE49-F238E27FC236}">
                <a16:creationId xmlns:a16="http://schemas.microsoft.com/office/drawing/2014/main" id="{B6A2B7E6-3059-8E4F-3CF4-F1E41E44420F}"/>
              </a:ext>
            </a:extLst>
          </p:cNvPr>
          <p:cNvSpPr>
            <a:spLocks noGrp="1"/>
          </p:cNvSpPr>
          <p:nvPr>
            <p:ph type="title"/>
          </p:nvPr>
        </p:nvSpPr>
        <p:spPr>
          <a:xfrm>
            <a:off x="546100" y="552450"/>
            <a:ext cx="5441473" cy="434975"/>
          </a:xfrm>
        </p:spPr>
        <p:txBody>
          <a:bodyPr/>
          <a:lstStyle>
            <a:lvl1pPr>
              <a:defRPr>
                <a:solidFill>
                  <a:schemeClr val="accent1"/>
                </a:solidFill>
              </a:defRPr>
            </a:lvl1pPr>
          </a:lstStyle>
          <a:p>
            <a:r>
              <a:rPr lang="en-US"/>
              <a:t>Click to edit Master title style</a:t>
            </a:r>
          </a:p>
        </p:txBody>
      </p:sp>
      <p:sp>
        <p:nvSpPr>
          <p:cNvPr id="22" name="Text Placeholder 11">
            <a:extLst>
              <a:ext uri="{FF2B5EF4-FFF2-40B4-BE49-F238E27FC236}">
                <a16:creationId xmlns:a16="http://schemas.microsoft.com/office/drawing/2014/main" id="{9C9BE862-933D-B8D2-1646-E5CF8CEC4FF4}"/>
              </a:ext>
            </a:extLst>
          </p:cNvPr>
          <p:cNvSpPr>
            <a:spLocks noGrp="1"/>
          </p:cNvSpPr>
          <p:nvPr>
            <p:ph type="body" sz="quarter" idx="23"/>
          </p:nvPr>
        </p:nvSpPr>
        <p:spPr>
          <a:xfrm>
            <a:off x="546100" y="1127125"/>
            <a:ext cx="5445125" cy="292607"/>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23" name="Text Placeholder 13">
            <a:extLst>
              <a:ext uri="{FF2B5EF4-FFF2-40B4-BE49-F238E27FC236}">
                <a16:creationId xmlns:a16="http://schemas.microsoft.com/office/drawing/2014/main" id="{2265EDEA-EF70-E7C2-266B-98ED28E8BD71}"/>
              </a:ext>
            </a:extLst>
          </p:cNvPr>
          <p:cNvSpPr>
            <a:spLocks noGrp="1"/>
          </p:cNvSpPr>
          <p:nvPr>
            <p:ph type="body" sz="quarter" idx="24"/>
          </p:nvPr>
        </p:nvSpPr>
        <p:spPr>
          <a:xfrm>
            <a:off x="546100" y="6019801"/>
            <a:ext cx="6851648"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chemeClr val="bg1"/>
                </a:solidFill>
                <a:latin typeface="+mn-lt"/>
                <a:ea typeface="GT America Regular" charset="0"/>
                <a:cs typeface="GT America Regular" charset="0"/>
              </a:defRPr>
            </a:lvl9pPr>
          </a:lstStyle>
          <a:p>
            <a:pPr lvl="0"/>
            <a:r>
              <a:rPr lang="en-US"/>
              <a:t>Click to edit Master text styles</a:t>
            </a:r>
          </a:p>
        </p:txBody>
      </p:sp>
      <p:sp>
        <p:nvSpPr>
          <p:cNvPr id="24" name="Text Placeholder 33">
            <a:extLst>
              <a:ext uri="{FF2B5EF4-FFF2-40B4-BE49-F238E27FC236}">
                <a16:creationId xmlns:a16="http://schemas.microsoft.com/office/drawing/2014/main" id="{BCC2869B-FAAE-3BB6-A892-BE38C3B3A864}"/>
              </a:ext>
            </a:extLst>
          </p:cNvPr>
          <p:cNvSpPr>
            <a:spLocks noGrp="1"/>
          </p:cNvSpPr>
          <p:nvPr>
            <p:ph type="body" sz="quarter" idx="29"/>
          </p:nvPr>
        </p:nvSpPr>
        <p:spPr>
          <a:xfrm>
            <a:off x="546100" y="1849437"/>
            <a:ext cx="6851648" cy="296861"/>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25" name="Content Placeholder 25">
            <a:extLst>
              <a:ext uri="{FF2B5EF4-FFF2-40B4-BE49-F238E27FC236}">
                <a16:creationId xmlns:a16="http://schemas.microsoft.com/office/drawing/2014/main" id="{9D00109D-23D6-35EC-8D08-145972370CD0}"/>
              </a:ext>
            </a:extLst>
          </p:cNvPr>
          <p:cNvSpPr>
            <a:spLocks noGrp="1"/>
          </p:cNvSpPr>
          <p:nvPr>
            <p:ph sz="quarter" idx="45"/>
          </p:nvPr>
        </p:nvSpPr>
        <p:spPr>
          <a:xfrm>
            <a:off x="546100" y="2425700"/>
            <a:ext cx="6851650" cy="3441700"/>
          </a:xfrm>
        </p:spPr>
        <p:txBody>
          <a:bodyPr/>
          <a:lstStyle>
            <a:lvl1pPr>
              <a:defRPr>
                <a:solidFill>
                  <a:schemeClr val="bg1"/>
                </a:solidFill>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41" name="Group 40">
            <a:extLst>
              <a:ext uri="{FF2B5EF4-FFF2-40B4-BE49-F238E27FC236}">
                <a16:creationId xmlns:a16="http://schemas.microsoft.com/office/drawing/2014/main" id="{CEED7497-B020-E8B2-BD14-703EFAD2B9F1}"/>
              </a:ext>
            </a:extLst>
          </p:cNvPr>
          <p:cNvGrpSpPr/>
          <p:nvPr userDrawn="1"/>
        </p:nvGrpSpPr>
        <p:grpSpPr>
          <a:xfrm>
            <a:off x="12356815" y="0"/>
            <a:ext cx="756834" cy="6872642"/>
            <a:chOff x="12356815" y="0"/>
            <a:chExt cx="756834" cy="6872642"/>
          </a:xfrm>
        </p:grpSpPr>
        <p:sp>
          <p:nvSpPr>
            <p:cNvPr id="42" name="Rectangle 41">
              <a:extLst>
                <a:ext uri="{FF2B5EF4-FFF2-40B4-BE49-F238E27FC236}">
                  <a16:creationId xmlns:a16="http://schemas.microsoft.com/office/drawing/2014/main" id="{A48E6A68-A112-1A5F-10E6-58BC4E49E7D7}"/>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43" name="TextBox 42">
              <a:extLst>
                <a:ext uri="{FF2B5EF4-FFF2-40B4-BE49-F238E27FC236}">
                  <a16:creationId xmlns:a16="http://schemas.microsoft.com/office/drawing/2014/main" id="{99D26DA9-AE7A-E9F0-F755-40FE495F9407}"/>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44" name="Rectangle 43">
              <a:extLst>
                <a:ext uri="{FF2B5EF4-FFF2-40B4-BE49-F238E27FC236}">
                  <a16:creationId xmlns:a16="http://schemas.microsoft.com/office/drawing/2014/main" id="{5E7B1FC7-6B9A-AB90-2894-7D2A66D3DC7F}"/>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45" name="Group 44">
              <a:extLst>
                <a:ext uri="{FF2B5EF4-FFF2-40B4-BE49-F238E27FC236}">
                  <a16:creationId xmlns:a16="http://schemas.microsoft.com/office/drawing/2014/main" id="{105299D3-E01A-E3CA-CAC8-F80C48CFD2E9}"/>
                </a:ext>
              </a:extLst>
            </p:cNvPr>
            <p:cNvGrpSpPr/>
            <p:nvPr userDrawn="1"/>
          </p:nvGrpSpPr>
          <p:grpSpPr>
            <a:xfrm>
              <a:off x="12442019" y="3791214"/>
              <a:ext cx="382660" cy="2882942"/>
              <a:chOff x="14001569" y="3716048"/>
              <a:chExt cx="316248" cy="3171236"/>
            </a:xfrm>
          </p:grpSpPr>
          <p:sp>
            <p:nvSpPr>
              <p:cNvPr id="58" name="Rectangle 57">
                <a:extLst>
                  <a:ext uri="{FF2B5EF4-FFF2-40B4-BE49-F238E27FC236}">
                    <a16:creationId xmlns:a16="http://schemas.microsoft.com/office/drawing/2014/main" id="{4A4D537B-AC99-3A24-101C-7DF418E703CF}"/>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9" name="Rectangle 58">
                <a:extLst>
                  <a:ext uri="{FF2B5EF4-FFF2-40B4-BE49-F238E27FC236}">
                    <a16:creationId xmlns:a16="http://schemas.microsoft.com/office/drawing/2014/main" id="{876A2AF9-24CA-BA6D-C601-512DE83B47D4}"/>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0" name="Rectangle 59">
                <a:extLst>
                  <a:ext uri="{FF2B5EF4-FFF2-40B4-BE49-F238E27FC236}">
                    <a16:creationId xmlns:a16="http://schemas.microsoft.com/office/drawing/2014/main" id="{0BE25111-C6ED-8145-64BF-0311CA4A151A}"/>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1" name="Rectangle 60">
                <a:extLst>
                  <a:ext uri="{FF2B5EF4-FFF2-40B4-BE49-F238E27FC236}">
                    <a16:creationId xmlns:a16="http://schemas.microsoft.com/office/drawing/2014/main" id="{7ABCA4FF-6A34-1CC2-E5EE-BF16E5D8D2B1}"/>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2" name="Rectangle 61">
                <a:extLst>
                  <a:ext uri="{FF2B5EF4-FFF2-40B4-BE49-F238E27FC236}">
                    <a16:creationId xmlns:a16="http://schemas.microsoft.com/office/drawing/2014/main" id="{007366EE-C945-9FDB-9134-8CD32165EFAD}"/>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3" name="Rectangle 62">
                <a:extLst>
                  <a:ext uri="{FF2B5EF4-FFF2-40B4-BE49-F238E27FC236}">
                    <a16:creationId xmlns:a16="http://schemas.microsoft.com/office/drawing/2014/main" id="{8F218091-3A7E-0559-1EB8-7616691C8011}"/>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4" name="Rectangle 63">
                <a:extLst>
                  <a:ext uri="{FF2B5EF4-FFF2-40B4-BE49-F238E27FC236}">
                    <a16:creationId xmlns:a16="http://schemas.microsoft.com/office/drawing/2014/main" id="{CEC2AA07-DAE7-C277-17AC-248D335B264A}"/>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5" name="Rectangle 64">
                <a:extLst>
                  <a:ext uri="{FF2B5EF4-FFF2-40B4-BE49-F238E27FC236}">
                    <a16:creationId xmlns:a16="http://schemas.microsoft.com/office/drawing/2014/main" id="{10DC787E-2E1E-AC5E-7255-2B06D862D45D}"/>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6" name="Rectangle 65">
                <a:extLst>
                  <a:ext uri="{FF2B5EF4-FFF2-40B4-BE49-F238E27FC236}">
                    <a16:creationId xmlns:a16="http://schemas.microsoft.com/office/drawing/2014/main" id="{A0A1A756-BA85-C957-354E-2BD7CA57BCFF}"/>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7" name="Rectangle 66">
                <a:extLst>
                  <a:ext uri="{FF2B5EF4-FFF2-40B4-BE49-F238E27FC236}">
                    <a16:creationId xmlns:a16="http://schemas.microsoft.com/office/drawing/2014/main" id="{072A9DBD-0464-595E-0010-DAF490DF80C2}"/>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46" name="Group 45">
              <a:extLst>
                <a:ext uri="{FF2B5EF4-FFF2-40B4-BE49-F238E27FC236}">
                  <a16:creationId xmlns:a16="http://schemas.microsoft.com/office/drawing/2014/main" id="{851E6719-5CAD-7108-5159-D07C4F478FD9}"/>
                </a:ext>
              </a:extLst>
            </p:cNvPr>
            <p:cNvGrpSpPr/>
            <p:nvPr userDrawn="1"/>
          </p:nvGrpSpPr>
          <p:grpSpPr>
            <a:xfrm>
              <a:off x="12442019" y="198485"/>
              <a:ext cx="382660" cy="2882942"/>
              <a:chOff x="12742785" y="3716048"/>
              <a:chExt cx="316248" cy="3171236"/>
            </a:xfrm>
          </p:grpSpPr>
          <p:sp>
            <p:nvSpPr>
              <p:cNvPr id="48" name="Rectangle 47">
                <a:extLst>
                  <a:ext uri="{FF2B5EF4-FFF2-40B4-BE49-F238E27FC236}">
                    <a16:creationId xmlns:a16="http://schemas.microsoft.com/office/drawing/2014/main" id="{76209397-099D-8D1B-DD50-6DD59E8CF4C3}"/>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9" name="Rectangle 48">
                <a:extLst>
                  <a:ext uri="{FF2B5EF4-FFF2-40B4-BE49-F238E27FC236}">
                    <a16:creationId xmlns:a16="http://schemas.microsoft.com/office/drawing/2014/main" id="{EE11CDB5-40FE-D77F-59D0-69585F3B67A9}"/>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0" name="Rectangle 49">
                <a:extLst>
                  <a:ext uri="{FF2B5EF4-FFF2-40B4-BE49-F238E27FC236}">
                    <a16:creationId xmlns:a16="http://schemas.microsoft.com/office/drawing/2014/main" id="{39115CC8-69A9-E6DB-0B5E-F7753D29948C}"/>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1" name="Rectangle 50">
                <a:extLst>
                  <a:ext uri="{FF2B5EF4-FFF2-40B4-BE49-F238E27FC236}">
                    <a16:creationId xmlns:a16="http://schemas.microsoft.com/office/drawing/2014/main" id="{EC2BBB06-CEB4-C6DC-8E7F-0DF7EFD52EA1}"/>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2" name="Rectangle 51">
                <a:extLst>
                  <a:ext uri="{FF2B5EF4-FFF2-40B4-BE49-F238E27FC236}">
                    <a16:creationId xmlns:a16="http://schemas.microsoft.com/office/drawing/2014/main" id="{CB586CB2-06F6-E50C-710C-04102DD261B0}"/>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3" name="Rectangle 52">
                <a:extLst>
                  <a:ext uri="{FF2B5EF4-FFF2-40B4-BE49-F238E27FC236}">
                    <a16:creationId xmlns:a16="http://schemas.microsoft.com/office/drawing/2014/main" id="{B72DC35E-71BE-5C0D-C6A1-F7C9FB5F62E4}"/>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4" name="Rectangle 53">
                <a:extLst>
                  <a:ext uri="{FF2B5EF4-FFF2-40B4-BE49-F238E27FC236}">
                    <a16:creationId xmlns:a16="http://schemas.microsoft.com/office/drawing/2014/main" id="{80191D05-A64C-3E83-D359-180F0C613CA4}"/>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5" name="Rectangle 54">
                <a:extLst>
                  <a:ext uri="{FF2B5EF4-FFF2-40B4-BE49-F238E27FC236}">
                    <a16:creationId xmlns:a16="http://schemas.microsoft.com/office/drawing/2014/main" id="{B227E45E-BA14-618A-3E7E-8487DEB20D82}"/>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6" name="Rectangle 55">
                <a:extLst>
                  <a:ext uri="{FF2B5EF4-FFF2-40B4-BE49-F238E27FC236}">
                    <a16:creationId xmlns:a16="http://schemas.microsoft.com/office/drawing/2014/main" id="{D391371F-96DE-AA7B-9220-8786D122C67C}"/>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7" name="Rectangle 56">
                <a:extLst>
                  <a:ext uri="{FF2B5EF4-FFF2-40B4-BE49-F238E27FC236}">
                    <a16:creationId xmlns:a16="http://schemas.microsoft.com/office/drawing/2014/main" id="{A8ABAA61-B9E4-360E-6AE7-5ACB7B1908FA}"/>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47" name="TextBox 46">
              <a:extLst>
                <a:ext uri="{FF2B5EF4-FFF2-40B4-BE49-F238E27FC236}">
                  <a16:creationId xmlns:a16="http://schemas.microsoft.com/office/drawing/2014/main" id="{F0A44CD2-C5FE-E0DD-2E2C-22551D59A9DA}"/>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68" name="TextBox 67">
            <a:extLst>
              <a:ext uri="{FF2B5EF4-FFF2-40B4-BE49-F238E27FC236}">
                <a16:creationId xmlns:a16="http://schemas.microsoft.com/office/drawing/2014/main" id="{781B1016-8886-1036-EEA6-B3036D915465}"/>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626217610"/>
      </p:ext>
    </p:extLst>
  </p:cSld>
  <p:clrMapOvr>
    <a:masterClrMapping/>
  </p:clrMapOvr>
</p:sldLayout>
</file>

<file path=ppt/slideLayouts/slideLayout228.xml><?xml version="1.0" encoding="utf-8"?>
<p:sldLayout xmlns:a="http://schemas.openxmlformats.org/drawingml/2006/main" xmlns:r="http://schemas.openxmlformats.org/officeDocument/2006/relationships" xmlns:p="http://schemas.openxmlformats.org/presentationml/2006/main" preserve="1" userDrawn="1">
  <p:cSld name="Dynamic Slices 3 / Light">
    <p:spTree>
      <p:nvGrpSpPr>
        <p:cNvPr id="1" name=""/>
        <p:cNvGrpSpPr/>
        <p:nvPr/>
      </p:nvGrpSpPr>
      <p:grpSpPr>
        <a:xfrm>
          <a:off x="0" y="0"/>
          <a:ext cx="0" cy="0"/>
          <a:chOff x="0" y="0"/>
          <a:chExt cx="0" cy="0"/>
        </a:xfrm>
      </p:grpSpPr>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6" name="Title 5">
            <a:extLst>
              <a:ext uri="{FF2B5EF4-FFF2-40B4-BE49-F238E27FC236}">
                <a16:creationId xmlns:a16="http://schemas.microsoft.com/office/drawing/2014/main" id="{DC8B780F-A068-964A-78C1-26D461FDD8F3}"/>
              </a:ext>
            </a:extLst>
          </p:cNvPr>
          <p:cNvSpPr>
            <a:spLocks noGrp="1"/>
          </p:cNvSpPr>
          <p:nvPr>
            <p:ph type="title"/>
          </p:nvPr>
        </p:nvSpPr>
        <p:spPr>
          <a:xfrm>
            <a:off x="546891" y="552450"/>
            <a:ext cx="6850858" cy="434975"/>
          </a:xfrm>
        </p:spPr>
        <p:txBody>
          <a:bodyPr/>
          <a:lstStyle>
            <a:lvl1pPr>
              <a:defRPr>
                <a:solidFill>
                  <a:schemeClr val="tx2"/>
                </a:solidFill>
              </a:defRPr>
            </a:lvl1pPr>
          </a:lstStyle>
          <a:p>
            <a:r>
              <a:rPr lang="en-US"/>
              <a:t>Click to edit Master title style</a:t>
            </a:r>
          </a:p>
        </p:txBody>
      </p:sp>
      <p:sp>
        <p:nvSpPr>
          <p:cNvPr id="10" name="Picture Placeholder 9">
            <a:extLst>
              <a:ext uri="{FF2B5EF4-FFF2-40B4-BE49-F238E27FC236}">
                <a16:creationId xmlns:a16="http://schemas.microsoft.com/office/drawing/2014/main" id="{28364535-ED1A-CBB0-F2E7-B24E32C753E0}"/>
              </a:ext>
            </a:extLst>
          </p:cNvPr>
          <p:cNvSpPr>
            <a:spLocks noGrp="1"/>
          </p:cNvSpPr>
          <p:nvPr>
            <p:ph type="pic" sz="quarter" idx="13" hasCustomPrompt="1"/>
          </p:nvPr>
        </p:nvSpPr>
        <p:spPr>
          <a:xfrm>
            <a:off x="6096000" y="5292725"/>
            <a:ext cx="2029765" cy="1566863"/>
          </a:xfrm>
          <a:solidFill>
            <a:schemeClr val="accent1"/>
          </a:solid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4" name="Freeform 5">
            <a:extLst>
              <a:ext uri="{FF2B5EF4-FFF2-40B4-BE49-F238E27FC236}">
                <a16:creationId xmlns:a16="http://schemas.microsoft.com/office/drawing/2014/main" id="{ABBE180D-A7A0-4B00-05DE-E5D0B283053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6" name="Text Placeholder 11">
            <a:extLst>
              <a:ext uri="{FF2B5EF4-FFF2-40B4-BE49-F238E27FC236}">
                <a16:creationId xmlns:a16="http://schemas.microsoft.com/office/drawing/2014/main" id="{9E4B5CA9-B99A-587A-7D0F-4D043F1DC21F}"/>
              </a:ext>
            </a:extLst>
          </p:cNvPr>
          <p:cNvSpPr>
            <a:spLocks noGrp="1"/>
          </p:cNvSpPr>
          <p:nvPr>
            <p:ph type="body" sz="quarter" idx="18"/>
          </p:nvPr>
        </p:nvSpPr>
        <p:spPr>
          <a:xfrm>
            <a:off x="546100" y="1128713"/>
            <a:ext cx="6851648" cy="293687"/>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7" name="Text Placeholder 15">
            <a:extLst>
              <a:ext uri="{FF2B5EF4-FFF2-40B4-BE49-F238E27FC236}">
                <a16:creationId xmlns:a16="http://schemas.microsoft.com/office/drawing/2014/main" id="{4FCD9D92-5EBB-1267-37DE-7FFC864C27C1}"/>
              </a:ext>
            </a:extLst>
          </p:cNvPr>
          <p:cNvSpPr>
            <a:spLocks noGrp="1"/>
          </p:cNvSpPr>
          <p:nvPr>
            <p:ph type="body" sz="quarter" idx="19" hasCustomPrompt="1"/>
          </p:nvPr>
        </p:nvSpPr>
        <p:spPr>
          <a:xfrm>
            <a:off x="546892" y="6019800"/>
            <a:ext cx="5444333"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add footnotes or disclaimer information</a:t>
            </a:r>
          </a:p>
        </p:txBody>
      </p:sp>
      <p:sp>
        <p:nvSpPr>
          <p:cNvPr id="18" name="Content Placeholder 25">
            <a:extLst>
              <a:ext uri="{FF2B5EF4-FFF2-40B4-BE49-F238E27FC236}">
                <a16:creationId xmlns:a16="http://schemas.microsoft.com/office/drawing/2014/main" id="{A2A7940A-1484-5578-4B6A-6E74DB89CA57}"/>
              </a:ext>
            </a:extLst>
          </p:cNvPr>
          <p:cNvSpPr>
            <a:spLocks noGrp="1"/>
          </p:cNvSpPr>
          <p:nvPr>
            <p:ph sz="quarter" idx="23"/>
          </p:nvPr>
        </p:nvSpPr>
        <p:spPr>
          <a:xfrm>
            <a:off x="546892" y="1849438"/>
            <a:ext cx="6850858" cy="330199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Rectangle 1">
            <a:extLst>
              <a:ext uri="{FF2B5EF4-FFF2-40B4-BE49-F238E27FC236}">
                <a16:creationId xmlns:a16="http://schemas.microsoft.com/office/drawing/2014/main" id="{1E315FF8-12D7-D071-8093-E6198E390C07}"/>
              </a:ext>
            </a:extLst>
          </p:cNvPr>
          <p:cNvSpPr/>
          <p:nvPr userDrawn="1"/>
        </p:nvSpPr>
        <p:spPr>
          <a:xfrm>
            <a:off x="8125764" y="0"/>
            <a:ext cx="4066235" cy="5291136"/>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Picture Placeholder 9">
            <a:extLst>
              <a:ext uri="{FF2B5EF4-FFF2-40B4-BE49-F238E27FC236}">
                <a16:creationId xmlns:a16="http://schemas.microsoft.com/office/drawing/2014/main" id="{A89257F7-621A-5336-6983-2E0294700EF3}"/>
              </a:ext>
            </a:extLst>
          </p:cNvPr>
          <p:cNvSpPr>
            <a:spLocks noGrp="1"/>
          </p:cNvSpPr>
          <p:nvPr>
            <p:ph type="pic" sz="quarter" idx="14" hasCustomPrompt="1"/>
          </p:nvPr>
        </p:nvSpPr>
        <p:spPr>
          <a:xfrm>
            <a:off x="8125765" y="0"/>
            <a:ext cx="4066235" cy="5291137"/>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grpSp>
        <p:nvGrpSpPr>
          <p:cNvPr id="5" name="Group 4">
            <a:extLst>
              <a:ext uri="{FF2B5EF4-FFF2-40B4-BE49-F238E27FC236}">
                <a16:creationId xmlns:a16="http://schemas.microsoft.com/office/drawing/2014/main" id="{CC0D3AC2-B6D5-AFD7-F29B-5D0ECA2C8066}"/>
              </a:ext>
            </a:extLst>
          </p:cNvPr>
          <p:cNvGrpSpPr/>
          <p:nvPr userDrawn="1"/>
        </p:nvGrpSpPr>
        <p:grpSpPr>
          <a:xfrm>
            <a:off x="12356815" y="0"/>
            <a:ext cx="756834" cy="6872642"/>
            <a:chOff x="12356815" y="0"/>
            <a:chExt cx="756834" cy="6872642"/>
          </a:xfrm>
        </p:grpSpPr>
        <p:sp>
          <p:nvSpPr>
            <p:cNvPr id="7" name="Rectangle 6">
              <a:extLst>
                <a:ext uri="{FF2B5EF4-FFF2-40B4-BE49-F238E27FC236}">
                  <a16:creationId xmlns:a16="http://schemas.microsoft.com/office/drawing/2014/main" id="{243866F9-E936-5346-E879-A4E35034012E}"/>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8" name="TextBox 7">
              <a:extLst>
                <a:ext uri="{FF2B5EF4-FFF2-40B4-BE49-F238E27FC236}">
                  <a16:creationId xmlns:a16="http://schemas.microsoft.com/office/drawing/2014/main" id="{C04747FB-32E0-D185-E637-9FBA31308B4B}"/>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1" name="Rectangle 10">
              <a:extLst>
                <a:ext uri="{FF2B5EF4-FFF2-40B4-BE49-F238E27FC236}">
                  <a16:creationId xmlns:a16="http://schemas.microsoft.com/office/drawing/2014/main" id="{29AC48F1-0A28-1BD0-2488-805579E8021C}"/>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2" name="Group 11">
              <a:extLst>
                <a:ext uri="{FF2B5EF4-FFF2-40B4-BE49-F238E27FC236}">
                  <a16:creationId xmlns:a16="http://schemas.microsoft.com/office/drawing/2014/main" id="{C7F9C89D-1DD5-0A76-8D5A-81BB0FA75C18}"/>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29247774-12FD-0D3B-A649-7E081FF303EF}"/>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D4E86C33-D4A2-87F2-DAB1-12622FF2DF5A}"/>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7A2BFF89-9986-8997-37C9-42C759367DA6}"/>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3153A164-6F3B-FEFB-3B24-50526C762E9B}"/>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AA48F97D-837A-9FDC-A103-F39808FA2946}"/>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4E7355EB-C1D1-CE7A-F4BD-FEF8AB6CBDED}"/>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A53CC548-F49A-4F80-85F7-2582F52E83C8}"/>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57307D34-BB3C-5BF2-54FF-A4D7F1EF1888}"/>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C7475EE9-F099-5CF6-05F4-89B41ED866E0}"/>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EE9D1EE2-7C05-8A0E-4411-7A42401E3D5D}"/>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3" name="Group 12">
              <a:extLst>
                <a:ext uri="{FF2B5EF4-FFF2-40B4-BE49-F238E27FC236}">
                  <a16:creationId xmlns:a16="http://schemas.microsoft.com/office/drawing/2014/main" id="{7ADEAF7F-93E5-E618-272A-753EA34FEE68}"/>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06D4761C-7298-5D03-CFCB-E7B775C26FA3}"/>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A28605DD-57BC-7045-8FA0-7612F490057D}"/>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F418F771-E1A6-CBD8-7824-9EEC6DF5A7EA}"/>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54D84406-D031-9BFB-4852-D5112B67B692}"/>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D2C19C5F-3972-CE6F-C305-3C51E7BCCC3C}"/>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982F5249-5265-9218-98B1-E45A1B4DF79A}"/>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92034BD1-F5E2-45CF-6FF3-3743275DD73E}"/>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A27654A6-FB37-2B2D-1F6A-3F6B6D1C08CF}"/>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FE669427-9554-D0EC-4A49-3CC0A15AFA0B}"/>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2F58B44B-B944-5471-6AFD-9DA6A02C451B}"/>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FA11BA5A-FE58-E97E-3270-8A5C8D89E33C}"/>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563E7E32-D8D8-E0EA-B072-D58A22F0767B}"/>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015766527"/>
      </p:ext>
    </p:extLst>
  </p:cSld>
  <p:clrMapOvr>
    <a:masterClrMapping/>
  </p:clrMapOvr>
</p:sldLayout>
</file>

<file path=ppt/slideLayouts/slideLayout229.xml><?xml version="1.0" encoding="utf-8"?>
<p:sldLayout xmlns:a="http://schemas.openxmlformats.org/drawingml/2006/main" xmlns:r="http://schemas.openxmlformats.org/officeDocument/2006/relationships" xmlns:p="http://schemas.openxmlformats.org/presentationml/2006/main" preserve="1" userDrawn="1">
  <p:cSld name="Dynamic Slices 3 / Light - Subhead">
    <p:spTree>
      <p:nvGrpSpPr>
        <p:cNvPr id="1" name=""/>
        <p:cNvGrpSpPr/>
        <p:nvPr/>
      </p:nvGrpSpPr>
      <p:grpSpPr>
        <a:xfrm>
          <a:off x="0" y="0"/>
          <a:ext cx="0" cy="0"/>
          <a:chOff x="0" y="0"/>
          <a:chExt cx="0" cy="0"/>
        </a:xfrm>
      </p:grpSpPr>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8" name="Title 7">
            <a:extLst>
              <a:ext uri="{FF2B5EF4-FFF2-40B4-BE49-F238E27FC236}">
                <a16:creationId xmlns:a16="http://schemas.microsoft.com/office/drawing/2014/main" id="{F08C48AF-02EF-8FA0-A466-0869BF05C3EF}"/>
              </a:ext>
            </a:extLst>
          </p:cNvPr>
          <p:cNvSpPr>
            <a:spLocks noGrp="1"/>
          </p:cNvSpPr>
          <p:nvPr>
            <p:ph type="title"/>
          </p:nvPr>
        </p:nvSpPr>
        <p:spPr>
          <a:xfrm>
            <a:off x="546100" y="552450"/>
            <a:ext cx="6851649" cy="434975"/>
          </a:xfrm>
        </p:spPr>
        <p:txBody>
          <a:bodyPr/>
          <a:lstStyle>
            <a:lvl1pPr>
              <a:defRPr>
                <a:solidFill>
                  <a:schemeClr val="tx2"/>
                </a:solidFill>
              </a:defRPr>
            </a:lvl1pPr>
          </a:lstStyle>
          <a:p>
            <a:r>
              <a:rPr lang="en-US"/>
              <a:t>Click to edit Master title style</a:t>
            </a:r>
          </a:p>
        </p:txBody>
      </p:sp>
      <p:sp>
        <p:nvSpPr>
          <p:cNvPr id="4" name="Freeform 5">
            <a:extLst>
              <a:ext uri="{FF2B5EF4-FFF2-40B4-BE49-F238E27FC236}">
                <a16:creationId xmlns:a16="http://schemas.microsoft.com/office/drawing/2014/main" id="{3A949BFE-ECBB-4316-6710-3684B89FF00C}"/>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7" name="Text Placeholder 11">
            <a:extLst>
              <a:ext uri="{FF2B5EF4-FFF2-40B4-BE49-F238E27FC236}">
                <a16:creationId xmlns:a16="http://schemas.microsoft.com/office/drawing/2014/main" id="{42B1C8D0-9BF5-7D51-4653-BA462E698BF8}"/>
              </a:ext>
            </a:extLst>
          </p:cNvPr>
          <p:cNvSpPr>
            <a:spLocks noGrp="1"/>
          </p:cNvSpPr>
          <p:nvPr>
            <p:ph type="body" sz="quarter" idx="23"/>
          </p:nvPr>
        </p:nvSpPr>
        <p:spPr>
          <a:xfrm>
            <a:off x="546100" y="1127125"/>
            <a:ext cx="6853396" cy="292608"/>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8" name="Text Placeholder 13">
            <a:extLst>
              <a:ext uri="{FF2B5EF4-FFF2-40B4-BE49-F238E27FC236}">
                <a16:creationId xmlns:a16="http://schemas.microsoft.com/office/drawing/2014/main" id="{871AEB0B-0B00-555A-5C9B-C9A03C9EDEEB}"/>
              </a:ext>
            </a:extLst>
          </p:cNvPr>
          <p:cNvSpPr>
            <a:spLocks noGrp="1"/>
          </p:cNvSpPr>
          <p:nvPr>
            <p:ph type="body" sz="quarter" idx="24"/>
          </p:nvPr>
        </p:nvSpPr>
        <p:spPr>
          <a:xfrm>
            <a:off x="546100" y="6019801"/>
            <a:ext cx="5445125"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9" name="Content Placeholder 29">
            <a:extLst>
              <a:ext uri="{FF2B5EF4-FFF2-40B4-BE49-F238E27FC236}">
                <a16:creationId xmlns:a16="http://schemas.microsoft.com/office/drawing/2014/main" id="{B08BBDC8-9EE2-4892-A502-EE24EF94D90E}"/>
              </a:ext>
            </a:extLst>
          </p:cNvPr>
          <p:cNvSpPr>
            <a:spLocks noGrp="1"/>
          </p:cNvSpPr>
          <p:nvPr>
            <p:ph sz="quarter" idx="27"/>
          </p:nvPr>
        </p:nvSpPr>
        <p:spPr>
          <a:xfrm>
            <a:off x="546100" y="2425700"/>
            <a:ext cx="6851650" cy="27257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0" name="Text Placeholder 33">
            <a:extLst>
              <a:ext uri="{FF2B5EF4-FFF2-40B4-BE49-F238E27FC236}">
                <a16:creationId xmlns:a16="http://schemas.microsoft.com/office/drawing/2014/main" id="{49A0AA3E-9575-EECD-E637-A3C1AED8E871}"/>
              </a:ext>
            </a:extLst>
          </p:cNvPr>
          <p:cNvSpPr>
            <a:spLocks noGrp="1"/>
          </p:cNvSpPr>
          <p:nvPr>
            <p:ph type="body" sz="quarter" idx="29"/>
          </p:nvPr>
        </p:nvSpPr>
        <p:spPr>
          <a:xfrm>
            <a:off x="546100" y="1849437"/>
            <a:ext cx="6851650" cy="296861"/>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2" name="Picture Placeholder 9">
            <a:extLst>
              <a:ext uri="{FF2B5EF4-FFF2-40B4-BE49-F238E27FC236}">
                <a16:creationId xmlns:a16="http://schemas.microsoft.com/office/drawing/2014/main" id="{378C4A14-D3BD-0C77-5422-EA4EA16B7E7F}"/>
              </a:ext>
            </a:extLst>
          </p:cNvPr>
          <p:cNvSpPr>
            <a:spLocks noGrp="1"/>
          </p:cNvSpPr>
          <p:nvPr>
            <p:ph type="pic" sz="quarter" idx="13" hasCustomPrompt="1"/>
          </p:nvPr>
        </p:nvSpPr>
        <p:spPr>
          <a:xfrm>
            <a:off x="6096000" y="5292725"/>
            <a:ext cx="2029765" cy="1566863"/>
          </a:xfrm>
          <a:solidFill>
            <a:schemeClr val="accent1"/>
          </a:solid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3" name="Rectangle 2">
            <a:extLst>
              <a:ext uri="{FF2B5EF4-FFF2-40B4-BE49-F238E27FC236}">
                <a16:creationId xmlns:a16="http://schemas.microsoft.com/office/drawing/2014/main" id="{72BB9506-B167-D1C5-0F86-C217EEE5BFC3}"/>
              </a:ext>
            </a:extLst>
          </p:cNvPr>
          <p:cNvSpPr/>
          <p:nvPr userDrawn="1"/>
        </p:nvSpPr>
        <p:spPr>
          <a:xfrm>
            <a:off x="8125764" y="0"/>
            <a:ext cx="4066235" cy="5291136"/>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Picture Placeholder 9">
            <a:extLst>
              <a:ext uri="{FF2B5EF4-FFF2-40B4-BE49-F238E27FC236}">
                <a16:creationId xmlns:a16="http://schemas.microsoft.com/office/drawing/2014/main" id="{1321E794-0491-E9E6-121A-E516B2215417}"/>
              </a:ext>
            </a:extLst>
          </p:cNvPr>
          <p:cNvSpPr>
            <a:spLocks noGrp="1"/>
          </p:cNvSpPr>
          <p:nvPr>
            <p:ph type="pic" sz="quarter" idx="14" hasCustomPrompt="1"/>
          </p:nvPr>
        </p:nvSpPr>
        <p:spPr>
          <a:xfrm>
            <a:off x="8125765" y="0"/>
            <a:ext cx="4066235" cy="5291137"/>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grpSp>
        <p:nvGrpSpPr>
          <p:cNvPr id="6" name="Group 5">
            <a:extLst>
              <a:ext uri="{FF2B5EF4-FFF2-40B4-BE49-F238E27FC236}">
                <a16:creationId xmlns:a16="http://schemas.microsoft.com/office/drawing/2014/main" id="{E2E63A0B-CD89-E1C5-6A2A-C66B84CF7970}"/>
              </a:ext>
            </a:extLst>
          </p:cNvPr>
          <p:cNvGrpSpPr/>
          <p:nvPr userDrawn="1"/>
        </p:nvGrpSpPr>
        <p:grpSpPr>
          <a:xfrm>
            <a:off x="12356815" y="0"/>
            <a:ext cx="756834" cy="6872642"/>
            <a:chOff x="12356815" y="0"/>
            <a:chExt cx="756834" cy="6872642"/>
          </a:xfrm>
        </p:grpSpPr>
        <p:sp>
          <p:nvSpPr>
            <p:cNvPr id="7" name="Rectangle 6">
              <a:extLst>
                <a:ext uri="{FF2B5EF4-FFF2-40B4-BE49-F238E27FC236}">
                  <a16:creationId xmlns:a16="http://schemas.microsoft.com/office/drawing/2014/main" id="{45DB70A4-31CB-6102-3E2A-D6FA98CD0053}"/>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0" name="TextBox 9">
              <a:extLst>
                <a:ext uri="{FF2B5EF4-FFF2-40B4-BE49-F238E27FC236}">
                  <a16:creationId xmlns:a16="http://schemas.microsoft.com/office/drawing/2014/main" id="{AD9D4607-6270-E717-4D41-835D049F0435}"/>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1" name="Rectangle 10">
              <a:extLst>
                <a:ext uri="{FF2B5EF4-FFF2-40B4-BE49-F238E27FC236}">
                  <a16:creationId xmlns:a16="http://schemas.microsoft.com/office/drawing/2014/main" id="{75B87590-74D6-D8DF-065A-D1B3BDD68812}"/>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2" name="Group 11">
              <a:extLst>
                <a:ext uri="{FF2B5EF4-FFF2-40B4-BE49-F238E27FC236}">
                  <a16:creationId xmlns:a16="http://schemas.microsoft.com/office/drawing/2014/main" id="{9D694C48-9FF1-4664-FD81-660DAE81E4E0}"/>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526EF5F0-48BE-1815-1FA2-331B8240DF75}"/>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6E0E84DF-F5B7-A548-C1F6-F0C71A3D86D9}"/>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3A4C8228-71D0-8E3D-E8BE-0F172597FD54}"/>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EA9C23D8-8FD8-238D-3893-26C8E7A88403}"/>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D1BF3D11-78C7-C27E-370A-0D8FABAC048A}"/>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1C4D9ABE-7508-C1A6-2E97-6A9494DC37DF}"/>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2BC38361-5924-88E4-569D-95A4E0BE9CDC}"/>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5E9D7189-0986-C30E-CF0C-640708195142}"/>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BB129E49-9B77-5AE5-3C05-D07BC6D86771}"/>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33F8AD7C-F22B-555E-6CF4-F370553EACF6}"/>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3" name="Group 12">
              <a:extLst>
                <a:ext uri="{FF2B5EF4-FFF2-40B4-BE49-F238E27FC236}">
                  <a16:creationId xmlns:a16="http://schemas.microsoft.com/office/drawing/2014/main" id="{B0DEC751-9C24-ECB6-63E8-0D84A1893110}"/>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3F5B6BC1-E8A9-8495-4E15-CE426524888C}"/>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A7BA631D-2A7E-EE05-AC29-5274F59A7659}"/>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0C495C51-961E-8380-6F9C-16AFEF394B33}"/>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45D9358D-8335-B12F-6179-DEFE0D2C5AB7}"/>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EC7C677D-37CD-FB52-AD6E-4B4995AE3A40}"/>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BA66CB2E-9156-BE3B-D3B9-C31D5C9B2D1F}"/>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B4D0D8D2-67E1-D1FE-53F6-BBA9A51D12D4}"/>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7EABE609-01ED-B04F-84C2-0F2EF40CE004}"/>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AC985E11-EEEE-517A-2700-92736D58F6D9}"/>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CC33383A-AD20-C330-77AA-9FC46442888E}"/>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2FDDF8E7-411E-9C97-CCC1-0AB71C286233}"/>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F3C0566B-300E-AC3F-25C5-4B9F779502DB}"/>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433496491"/>
      </p:ext>
    </p:extLst>
  </p:cSld>
  <p:clrMapOvr>
    <a:masterClrMapping/>
  </p:clrMapOvr>
</p:sldLayout>
</file>

<file path=ppt/slideLayouts/slideLayout230.xml><?xml version="1.0" encoding="utf-8"?>
<p:sldLayout xmlns:a="http://schemas.openxmlformats.org/drawingml/2006/main" xmlns:r="http://schemas.openxmlformats.org/officeDocument/2006/relationships" xmlns:p="http://schemas.openxmlformats.org/presentationml/2006/main" preserve="1" userDrawn="1">
  <p:cSld name="Dynamic Slices 3 / Dark">
    <p:bg>
      <p:bgPr>
        <a:solidFill>
          <a:schemeClr val="tx2"/>
        </a:solidFill>
        <a:effectLst/>
      </p:bgPr>
    </p:bg>
    <p:spTree>
      <p:nvGrpSpPr>
        <p:cNvPr id="1" name=""/>
        <p:cNvGrpSpPr/>
        <p:nvPr/>
      </p:nvGrpSpPr>
      <p:grpSpPr>
        <a:xfrm>
          <a:off x="0" y="0"/>
          <a:ext cx="0" cy="0"/>
          <a:chOff x="0" y="0"/>
          <a:chExt cx="0" cy="0"/>
        </a:xfrm>
      </p:grpSpPr>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6" name="Title 5">
            <a:extLst>
              <a:ext uri="{FF2B5EF4-FFF2-40B4-BE49-F238E27FC236}">
                <a16:creationId xmlns:a16="http://schemas.microsoft.com/office/drawing/2014/main" id="{DC8B780F-A068-964A-78C1-26D461FDD8F3}"/>
              </a:ext>
            </a:extLst>
          </p:cNvPr>
          <p:cNvSpPr>
            <a:spLocks noGrp="1"/>
          </p:cNvSpPr>
          <p:nvPr>
            <p:ph type="title"/>
          </p:nvPr>
        </p:nvSpPr>
        <p:spPr>
          <a:xfrm>
            <a:off x="545147" y="552450"/>
            <a:ext cx="6850856" cy="434975"/>
          </a:xfrm>
        </p:spPr>
        <p:txBody>
          <a:bodyPr/>
          <a:lstStyle>
            <a:lvl1pPr>
              <a:defRPr>
                <a:solidFill>
                  <a:schemeClr val="accent1"/>
                </a:solidFill>
              </a:defRPr>
            </a:lvl1pPr>
          </a:lstStyle>
          <a:p>
            <a:r>
              <a:rPr lang="en-US"/>
              <a:t>Click to edit Master title style</a:t>
            </a:r>
          </a:p>
        </p:txBody>
      </p:sp>
      <p:sp>
        <p:nvSpPr>
          <p:cNvPr id="15" name="Text Placeholder 11">
            <a:extLst>
              <a:ext uri="{FF2B5EF4-FFF2-40B4-BE49-F238E27FC236}">
                <a16:creationId xmlns:a16="http://schemas.microsoft.com/office/drawing/2014/main" id="{E8E7A520-8D19-1EB7-4C7B-61AA51ACCF70}"/>
              </a:ext>
            </a:extLst>
          </p:cNvPr>
          <p:cNvSpPr>
            <a:spLocks noGrp="1"/>
          </p:cNvSpPr>
          <p:nvPr>
            <p:ph type="body" sz="quarter" idx="18"/>
          </p:nvPr>
        </p:nvSpPr>
        <p:spPr>
          <a:xfrm>
            <a:off x="546100" y="1127126"/>
            <a:ext cx="6851649" cy="295274"/>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16" name="Content Placeholder 25">
            <a:extLst>
              <a:ext uri="{FF2B5EF4-FFF2-40B4-BE49-F238E27FC236}">
                <a16:creationId xmlns:a16="http://schemas.microsoft.com/office/drawing/2014/main" id="{28AF4221-65CA-B054-F531-6DBCC5DE6AC0}"/>
              </a:ext>
            </a:extLst>
          </p:cNvPr>
          <p:cNvSpPr>
            <a:spLocks noGrp="1"/>
          </p:cNvSpPr>
          <p:nvPr>
            <p:ph sz="quarter" idx="23"/>
          </p:nvPr>
        </p:nvSpPr>
        <p:spPr>
          <a:xfrm>
            <a:off x="546892" y="1849438"/>
            <a:ext cx="6850857" cy="3302000"/>
          </a:xfrm>
        </p:spPr>
        <p:txBody>
          <a:bodyPr/>
          <a:lstStyle>
            <a:lvl1pPr>
              <a:defRPr>
                <a:solidFill>
                  <a:schemeClr val="bg1"/>
                </a:solidFill>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Text Placeholder 13">
            <a:extLst>
              <a:ext uri="{FF2B5EF4-FFF2-40B4-BE49-F238E27FC236}">
                <a16:creationId xmlns:a16="http://schemas.microsoft.com/office/drawing/2014/main" id="{C1A6F190-ADA1-E908-E0F1-D9B0DC198DAE}"/>
              </a:ext>
            </a:extLst>
          </p:cNvPr>
          <p:cNvSpPr>
            <a:spLocks noGrp="1"/>
          </p:cNvSpPr>
          <p:nvPr>
            <p:ph type="body" sz="quarter" idx="24"/>
          </p:nvPr>
        </p:nvSpPr>
        <p:spPr>
          <a:xfrm>
            <a:off x="546892" y="6019801"/>
            <a:ext cx="5444333"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chemeClr val="bg1"/>
                </a:solidFill>
                <a:latin typeface="+mn-lt"/>
                <a:ea typeface="GT America Regular" charset="0"/>
                <a:cs typeface="GT America Regular" charset="0"/>
              </a:defRPr>
            </a:lvl9pPr>
          </a:lstStyle>
          <a:p>
            <a:pPr lvl="0"/>
            <a:r>
              <a:rPr lang="en-US"/>
              <a:t>Click to edit Master text styles</a:t>
            </a:r>
          </a:p>
        </p:txBody>
      </p:sp>
      <p:sp>
        <p:nvSpPr>
          <p:cNvPr id="2" name="Picture Placeholder 9">
            <a:extLst>
              <a:ext uri="{FF2B5EF4-FFF2-40B4-BE49-F238E27FC236}">
                <a16:creationId xmlns:a16="http://schemas.microsoft.com/office/drawing/2014/main" id="{7DD19302-3490-4363-31D6-A0E59636C5F8}"/>
              </a:ext>
            </a:extLst>
          </p:cNvPr>
          <p:cNvSpPr>
            <a:spLocks noGrp="1"/>
          </p:cNvSpPr>
          <p:nvPr>
            <p:ph type="pic" sz="quarter" idx="13" hasCustomPrompt="1"/>
          </p:nvPr>
        </p:nvSpPr>
        <p:spPr>
          <a:xfrm>
            <a:off x="6096000" y="5292725"/>
            <a:ext cx="2029765" cy="1566863"/>
          </a:xfrm>
          <a:solidFill>
            <a:schemeClr val="accent1"/>
          </a:solid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3" name="Rectangle 2">
            <a:extLst>
              <a:ext uri="{FF2B5EF4-FFF2-40B4-BE49-F238E27FC236}">
                <a16:creationId xmlns:a16="http://schemas.microsoft.com/office/drawing/2014/main" id="{398A8D35-FB18-754A-7B6A-B3BC203A0044}"/>
              </a:ext>
            </a:extLst>
          </p:cNvPr>
          <p:cNvSpPr/>
          <p:nvPr userDrawn="1"/>
        </p:nvSpPr>
        <p:spPr>
          <a:xfrm>
            <a:off x="8125764" y="0"/>
            <a:ext cx="4066235" cy="5291136"/>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Picture Placeholder 9">
            <a:extLst>
              <a:ext uri="{FF2B5EF4-FFF2-40B4-BE49-F238E27FC236}">
                <a16:creationId xmlns:a16="http://schemas.microsoft.com/office/drawing/2014/main" id="{DF234296-5557-C221-1254-5A736D5B7FFF}"/>
              </a:ext>
            </a:extLst>
          </p:cNvPr>
          <p:cNvSpPr>
            <a:spLocks noGrp="1"/>
          </p:cNvSpPr>
          <p:nvPr>
            <p:ph type="pic" sz="quarter" idx="14" hasCustomPrompt="1"/>
          </p:nvPr>
        </p:nvSpPr>
        <p:spPr>
          <a:xfrm>
            <a:off x="8125765" y="0"/>
            <a:ext cx="4066235" cy="5291137"/>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grpSp>
        <p:nvGrpSpPr>
          <p:cNvPr id="5" name="Group 4">
            <a:extLst>
              <a:ext uri="{FF2B5EF4-FFF2-40B4-BE49-F238E27FC236}">
                <a16:creationId xmlns:a16="http://schemas.microsoft.com/office/drawing/2014/main" id="{479B363D-56C0-34D5-43C4-5EBE0B9FE560}"/>
              </a:ext>
            </a:extLst>
          </p:cNvPr>
          <p:cNvGrpSpPr/>
          <p:nvPr userDrawn="1"/>
        </p:nvGrpSpPr>
        <p:grpSpPr>
          <a:xfrm>
            <a:off x="12356815" y="0"/>
            <a:ext cx="756834" cy="6872642"/>
            <a:chOff x="12356815" y="0"/>
            <a:chExt cx="756834" cy="6872642"/>
          </a:xfrm>
        </p:grpSpPr>
        <p:sp>
          <p:nvSpPr>
            <p:cNvPr id="7" name="Rectangle 6">
              <a:extLst>
                <a:ext uri="{FF2B5EF4-FFF2-40B4-BE49-F238E27FC236}">
                  <a16:creationId xmlns:a16="http://schemas.microsoft.com/office/drawing/2014/main" id="{4C0E3BB4-F02F-EB4E-BCCB-12B80A677222}"/>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8" name="TextBox 7">
              <a:extLst>
                <a:ext uri="{FF2B5EF4-FFF2-40B4-BE49-F238E27FC236}">
                  <a16:creationId xmlns:a16="http://schemas.microsoft.com/office/drawing/2014/main" id="{C13B9926-24E9-D6C0-B834-A83C3B365246}"/>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0" name="Rectangle 9">
              <a:extLst>
                <a:ext uri="{FF2B5EF4-FFF2-40B4-BE49-F238E27FC236}">
                  <a16:creationId xmlns:a16="http://schemas.microsoft.com/office/drawing/2014/main" id="{3C00C6B9-F316-7599-CE40-3A35495FCF3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1" name="Group 10">
              <a:extLst>
                <a:ext uri="{FF2B5EF4-FFF2-40B4-BE49-F238E27FC236}">
                  <a16:creationId xmlns:a16="http://schemas.microsoft.com/office/drawing/2014/main" id="{226F0E18-4548-CDBE-5C64-83E289841077}"/>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D36F5767-DD71-CDFB-A856-351AA667708D}"/>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726B03CB-E7C4-29B0-28F0-5132EFEAC58C}"/>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1ADA8E06-07E3-A97A-D6CB-AB6C3018F2A1}"/>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1E362D25-209E-8984-EF45-11ADD3F7E015}"/>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5FAC854B-F5AA-7329-F8FA-7059A597EC71}"/>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7A969ACB-2155-9EE1-26A7-D15A3D1FA11A}"/>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A8576C5E-8706-1000-F71B-D3E809BE47C7}"/>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AACF60D7-E537-BF28-719A-FADE07C76B53}"/>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6AF1CEC6-50FC-8637-01BA-A7E7351FDFE9}"/>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09D4A896-BC47-F225-5291-6072A6FE71E6}"/>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C62F3B3A-8BF2-FB7E-7E3F-FFFD0C348BAB}"/>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59E99FE7-7F57-78D7-0E3D-611ABF3352B4}"/>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74170B5D-E932-396A-F7D4-7934263DC0B2}"/>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A7D10867-B4BB-05D3-4F4A-A609472CD791}"/>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5409F1B4-6DD0-1734-1784-7833EEACF56D}"/>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FAD8762D-DE26-3095-C84B-6652B04CD73C}"/>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C3FEFD3A-996C-C179-7D69-48E8C05DEC8D}"/>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E83C343F-3DC9-9467-2CC7-6F54711EA07D}"/>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5B9EEB28-0C1D-5F77-95B2-E820E006388A}"/>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FF2C969D-7F7F-7B6E-A988-EBA5FEE501D3}"/>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1A87B964-A70E-5FE5-772D-D6AE7D003DC5}"/>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3AB270FA-A8C2-CD62-FC77-CB928FDAD456}"/>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C54487EF-E881-3F73-4591-DFC87B042D38}"/>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220932921"/>
      </p:ext>
    </p:extLst>
  </p:cSld>
  <p:clrMapOvr>
    <a:masterClrMapping/>
  </p:clrMapOvr>
</p:sldLayout>
</file>

<file path=ppt/slideLayouts/slideLayout231.xml><?xml version="1.0" encoding="utf-8"?>
<p:sldLayout xmlns:a="http://schemas.openxmlformats.org/drawingml/2006/main" xmlns:r="http://schemas.openxmlformats.org/officeDocument/2006/relationships" xmlns:p="http://schemas.openxmlformats.org/presentationml/2006/main" preserve="1" userDrawn="1">
  <p:cSld name="Dynamic Slices 3 / Dark - Subhead">
    <p:bg>
      <p:bgPr>
        <a:solidFill>
          <a:schemeClr val="tx2"/>
        </a:solidFill>
        <a:effectLst/>
      </p:bgPr>
    </p:bg>
    <p:spTree>
      <p:nvGrpSpPr>
        <p:cNvPr id="1" name=""/>
        <p:cNvGrpSpPr/>
        <p:nvPr/>
      </p:nvGrpSpPr>
      <p:grpSpPr>
        <a:xfrm>
          <a:off x="0" y="0"/>
          <a:ext cx="0" cy="0"/>
          <a:chOff x="0" y="0"/>
          <a:chExt cx="0" cy="0"/>
        </a:xfrm>
      </p:grpSpPr>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8" name="Title 7">
            <a:extLst>
              <a:ext uri="{FF2B5EF4-FFF2-40B4-BE49-F238E27FC236}">
                <a16:creationId xmlns:a16="http://schemas.microsoft.com/office/drawing/2014/main" id="{F08C48AF-02EF-8FA0-A466-0869BF05C3EF}"/>
              </a:ext>
            </a:extLst>
          </p:cNvPr>
          <p:cNvSpPr>
            <a:spLocks noGrp="1"/>
          </p:cNvSpPr>
          <p:nvPr>
            <p:ph type="title"/>
          </p:nvPr>
        </p:nvSpPr>
        <p:spPr>
          <a:xfrm>
            <a:off x="546100" y="552450"/>
            <a:ext cx="6851649" cy="434975"/>
          </a:xfrm>
        </p:spPr>
        <p:txBody>
          <a:bodyPr/>
          <a:lstStyle>
            <a:lvl1pPr>
              <a:defRPr>
                <a:solidFill>
                  <a:schemeClr val="accent1"/>
                </a:solidFill>
              </a:defRPr>
            </a:lvl1pPr>
          </a:lstStyle>
          <a:p>
            <a:r>
              <a:rPr lang="en-US"/>
              <a:t>Click to edit Master title style</a:t>
            </a:r>
          </a:p>
        </p:txBody>
      </p:sp>
      <p:sp>
        <p:nvSpPr>
          <p:cNvPr id="13" name="Text Placeholder 11">
            <a:extLst>
              <a:ext uri="{FF2B5EF4-FFF2-40B4-BE49-F238E27FC236}">
                <a16:creationId xmlns:a16="http://schemas.microsoft.com/office/drawing/2014/main" id="{C1B3D74E-B270-D5EC-6F1E-2F3F425D169B}"/>
              </a:ext>
            </a:extLst>
          </p:cNvPr>
          <p:cNvSpPr>
            <a:spLocks noGrp="1"/>
          </p:cNvSpPr>
          <p:nvPr>
            <p:ph type="body" sz="quarter" idx="23"/>
          </p:nvPr>
        </p:nvSpPr>
        <p:spPr>
          <a:xfrm>
            <a:off x="546892" y="1127125"/>
            <a:ext cx="6853452" cy="292607"/>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17" name="Text Placeholder 13">
            <a:extLst>
              <a:ext uri="{FF2B5EF4-FFF2-40B4-BE49-F238E27FC236}">
                <a16:creationId xmlns:a16="http://schemas.microsoft.com/office/drawing/2014/main" id="{1F0B1429-1262-BB0D-EEE9-9308631827BA}"/>
              </a:ext>
            </a:extLst>
          </p:cNvPr>
          <p:cNvSpPr>
            <a:spLocks noGrp="1"/>
          </p:cNvSpPr>
          <p:nvPr>
            <p:ph type="body" sz="quarter" idx="24"/>
          </p:nvPr>
        </p:nvSpPr>
        <p:spPr>
          <a:xfrm>
            <a:off x="546892" y="6019801"/>
            <a:ext cx="5444333"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chemeClr val="bg1"/>
                </a:solidFill>
                <a:latin typeface="+mn-lt"/>
                <a:ea typeface="GT America Regular" charset="0"/>
                <a:cs typeface="GT America Regular" charset="0"/>
              </a:defRPr>
            </a:lvl9pPr>
          </a:lstStyle>
          <a:p>
            <a:pPr lvl="0"/>
            <a:r>
              <a:rPr lang="en-US"/>
              <a:t>Click to edit Master text styles</a:t>
            </a:r>
          </a:p>
        </p:txBody>
      </p:sp>
      <p:sp>
        <p:nvSpPr>
          <p:cNvPr id="18" name="Text Placeholder 33">
            <a:extLst>
              <a:ext uri="{FF2B5EF4-FFF2-40B4-BE49-F238E27FC236}">
                <a16:creationId xmlns:a16="http://schemas.microsoft.com/office/drawing/2014/main" id="{FC341142-156C-1A12-BFCF-8E43F622EC84}"/>
              </a:ext>
            </a:extLst>
          </p:cNvPr>
          <p:cNvSpPr>
            <a:spLocks noGrp="1"/>
          </p:cNvSpPr>
          <p:nvPr>
            <p:ph type="body" sz="quarter" idx="29"/>
          </p:nvPr>
        </p:nvSpPr>
        <p:spPr>
          <a:xfrm>
            <a:off x="546892" y="1849437"/>
            <a:ext cx="6850858" cy="296861"/>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9" name="Content Placeholder 25">
            <a:extLst>
              <a:ext uri="{FF2B5EF4-FFF2-40B4-BE49-F238E27FC236}">
                <a16:creationId xmlns:a16="http://schemas.microsoft.com/office/drawing/2014/main" id="{697DE6C5-E6D7-D5B0-D5AF-03E4A50E0461}"/>
              </a:ext>
            </a:extLst>
          </p:cNvPr>
          <p:cNvSpPr>
            <a:spLocks noGrp="1"/>
          </p:cNvSpPr>
          <p:nvPr>
            <p:ph sz="quarter" idx="45"/>
          </p:nvPr>
        </p:nvSpPr>
        <p:spPr>
          <a:xfrm>
            <a:off x="546892" y="2425700"/>
            <a:ext cx="6850858" cy="2725738"/>
          </a:xfrm>
        </p:spPr>
        <p:txBody>
          <a:bodyPr/>
          <a:lstStyle>
            <a:lvl1pPr>
              <a:defRPr>
                <a:solidFill>
                  <a:schemeClr val="bg1"/>
                </a:solidFill>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Picture Placeholder 9">
            <a:extLst>
              <a:ext uri="{FF2B5EF4-FFF2-40B4-BE49-F238E27FC236}">
                <a16:creationId xmlns:a16="http://schemas.microsoft.com/office/drawing/2014/main" id="{C6BD3E9F-3FB2-86B5-5D44-D025A9DEC744}"/>
              </a:ext>
            </a:extLst>
          </p:cNvPr>
          <p:cNvSpPr>
            <a:spLocks noGrp="1"/>
          </p:cNvSpPr>
          <p:nvPr>
            <p:ph type="pic" sz="quarter" idx="13" hasCustomPrompt="1"/>
          </p:nvPr>
        </p:nvSpPr>
        <p:spPr>
          <a:xfrm>
            <a:off x="6096000" y="5292725"/>
            <a:ext cx="2029765" cy="1566863"/>
          </a:xfrm>
          <a:solidFill>
            <a:schemeClr val="accent1"/>
          </a:solid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3" name="Rectangle 2">
            <a:extLst>
              <a:ext uri="{FF2B5EF4-FFF2-40B4-BE49-F238E27FC236}">
                <a16:creationId xmlns:a16="http://schemas.microsoft.com/office/drawing/2014/main" id="{CEE01ADF-2A73-83EE-EE3F-AC171880FCD8}"/>
              </a:ext>
            </a:extLst>
          </p:cNvPr>
          <p:cNvSpPr/>
          <p:nvPr userDrawn="1"/>
        </p:nvSpPr>
        <p:spPr>
          <a:xfrm>
            <a:off x="8125764" y="0"/>
            <a:ext cx="4066235" cy="5291136"/>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Picture Placeholder 9">
            <a:extLst>
              <a:ext uri="{FF2B5EF4-FFF2-40B4-BE49-F238E27FC236}">
                <a16:creationId xmlns:a16="http://schemas.microsoft.com/office/drawing/2014/main" id="{254E1435-77AE-ED78-111D-A9A3F32B09FD}"/>
              </a:ext>
            </a:extLst>
          </p:cNvPr>
          <p:cNvSpPr>
            <a:spLocks noGrp="1"/>
          </p:cNvSpPr>
          <p:nvPr>
            <p:ph type="pic" sz="quarter" idx="14" hasCustomPrompt="1"/>
          </p:nvPr>
        </p:nvSpPr>
        <p:spPr>
          <a:xfrm>
            <a:off x="8125765" y="0"/>
            <a:ext cx="4066235" cy="5291137"/>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grpSp>
        <p:nvGrpSpPr>
          <p:cNvPr id="5" name="Group 4">
            <a:extLst>
              <a:ext uri="{FF2B5EF4-FFF2-40B4-BE49-F238E27FC236}">
                <a16:creationId xmlns:a16="http://schemas.microsoft.com/office/drawing/2014/main" id="{4D07265E-3743-A2E5-A6C8-86AF700CD2EC}"/>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4D932539-2AEF-A84E-2085-2E7CB317D62E}"/>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FCEF6CE8-EC75-9146-6823-37329CE548D6}"/>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0" name="Rectangle 9">
              <a:extLst>
                <a:ext uri="{FF2B5EF4-FFF2-40B4-BE49-F238E27FC236}">
                  <a16:creationId xmlns:a16="http://schemas.microsoft.com/office/drawing/2014/main" id="{41010E6F-4B24-C82D-4C9B-7577816C0D8F}"/>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1" name="Group 10">
              <a:extLst>
                <a:ext uri="{FF2B5EF4-FFF2-40B4-BE49-F238E27FC236}">
                  <a16:creationId xmlns:a16="http://schemas.microsoft.com/office/drawing/2014/main" id="{2F4EA5BA-6D6D-7DC1-E9BA-2299D34DCFF5}"/>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EC88D823-E7E0-2AB0-5305-7BCC8101AD42}"/>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041E4FB9-FB97-6F5F-DFEA-BD783024FC93}"/>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92D62CF0-FFFA-52C9-A681-E54661F191C1}"/>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B0CD0F4F-E91C-F1F8-A7D2-D26CFE2A19CF}"/>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C056DFA6-67A4-5472-073F-E3727407E381}"/>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483BF9C3-1D69-03E0-3968-730433010AC9}"/>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E4E40B05-DFA7-9456-B359-8E3D7149FFB2}"/>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D80D032F-DBA1-91D5-D90A-163C817EA03E}"/>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8F7D7989-A0FF-CA77-27AA-12AA05212ED1}"/>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3ACDB2D4-859D-A62D-A7B3-7BF7CB2F84CC}"/>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A770586D-32CE-2C72-11DC-651C601A4881}"/>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235A8C70-4C64-E578-1BDF-447A5BA87EE8}"/>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54EF3A9C-2DC6-D603-BCD5-15AC8EE38896}"/>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70F0C310-0412-F6E9-3465-299804511743}"/>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DCC248DF-F2FC-FC52-84FE-2BA5379D41B9}"/>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5C10430F-C822-51BA-8C8A-95F308D8F643}"/>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1DA211D6-B749-7037-0B3E-33E5782494A2}"/>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C1A36456-FF47-88F1-1ABE-AD90C5912123}"/>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77CAFF07-E034-5BB7-668A-3C71F2CD725D}"/>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BC02A43D-13E2-53F8-A390-A3C73FAD4C05}"/>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6A52903A-09C2-77EF-CF0E-65C9669BF565}"/>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D9B2B9B3-82BF-BC3D-7BBE-8C56AA725BDA}"/>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AE08BE5B-0A88-2312-C8AC-884ADC63496A}"/>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420832490"/>
      </p:ext>
    </p:extLst>
  </p:cSld>
  <p:clrMapOvr>
    <a:masterClrMapping/>
  </p:clrMapOvr>
</p:sldLayout>
</file>

<file path=ppt/slideLayouts/slideLayout232.xml><?xml version="1.0" encoding="utf-8"?>
<p:sldLayout xmlns:a="http://schemas.openxmlformats.org/drawingml/2006/main" xmlns:r="http://schemas.openxmlformats.org/officeDocument/2006/relationships" xmlns:p="http://schemas.openxmlformats.org/presentationml/2006/main" preserve="1" userDrawn="1">
  <p:cSld name="1 Column - Thirds Right">
    <p:spTree>
      <p:nvGrpSpPr>
        <p:cNvPr id="1" name=""/>
        <p:cNvGrpSpPr/>
        <p:nvPr/>
      </p:nvGrpSpPr>
      <p:grpSpPr>
        <a:xfrm>
          <a:off x="0" y="0"/>
          <a:ext cx="0" cy="0"/>
          <a:chOff x="0" y="0"/>
          <a:chExt cx="0" cy="0"/>
        </a:xfrm>
      </p:grpSpPr>
      <p:sp>
        <p:nvSpPr>
          <p:cNvPr id="45" name="Rectangle 44">
            <a:extLst>
              <a:ext uri="{FF2B5EF4-FFF2-40B4-BE49-F238E27FC236}">
                <a16:creationId xmlns:a16="http://schemas.microsoft.com/office/drawing/2014/main" id="{BB9BC941-343A-ECD1-D9EB-762F51A4DB1C}"/>
              </a:ext>
            </a:extLst>
          </p:cNvPr>
          <p:cNvSpPr/>
          <p:nvPr userDrawn="1"/>
        </p:nvSpPr>
        <p:spPr bwMode="hidden">
          <a:xfrm>
            <a:off x="4072128" y="0"/>
            <a:ext cx="2706624" cy="6858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Rectangle 45">
            <a:extLst>
              <a:ext uri="{FF2B5EF4-FFF2-40B4-BE49-F238E27FC236}">
                <a16:creationId xmlns:a16="http://schemas.microsoft.com/office/drawing/2014/main" id="{A5650459-F1D6-356F-1BD0-28F741FD03A7}"/>
              </a:ext>
            </a:extLst>
          </p:cNvPr>
          <p:cNvSpPr/>
          <p:nvPr userDrawn="1"/>
        </p:nvSpPr>
        <p:spPr bwMode="hidden">
          <a:xfrm>
            <a:off x="6778752" y="0"/>
            <a:ext cx="2706624" cy="6858000"/>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Rectangle 46">
            <a:extLst>
              <a:ext uri="{FF2B5EF4-FFF2-40B4-BE49-F238E27FC236}">
                <a16:creationId xmlns:a16="http://schemas.microsoft.com/office/drawing/2014/main" id="{F231D05A-0C4D-9AD2-7B54-AEC3D27C0526}"/>
              </a:ext>
            </a:extLst>
          </p:cNvPr>
          <p:cNvSpPr/>
          <p:nvPr userDrawn="1"/>
        </p:nvSpPr>
        <p:spPr bwMode="hidden">
          <a:xfrm>
            <a:off x="9485376" y="0"/>
            <a:ext cx="2706624" cy="6858000"/>
          </a:xfrm>
          <a:prstGeom prst="rect">
            <a:avLst/>
          </a:prstGeom>
          <a:solidFill>
            <a:srgbClr val="F0F0F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Picture Placeholder 9">
            <a:extLst>
              <a:ext uri="{FF2B5EF4-FFF2-40B4-BE49-F238E27FC236}">
                <a16:creationId xmlns:a16="http://schemas.microsoft.com/office/drawing/2014/main" id="{CC315AB5-1A8A-0272-124A-17B0C97D4F3F}"/>
              </a:ext>
            </a:extLst>
          </p:cNvPr>
          <p:cNvSpPr>
            <a:spLocks noGrp="1"/>
          </p:cNvSpPr>
          <p:nvPr>
            <p:ph type="pic" sz="quarter" idx="28" hasCustomPrompt="1"/>
          </p:nvPr>
        </p:nvSpPr>
        <p:spPr>
          <a:xfrm>
            <a:off x="4287583" y="1700213"/>
            <a:ext cx="722376" cy="725487"/>
          </a:xfrm>
          <a:noFill/>
          <a:ln>
            <a:noFill/>
          </a:ln>
        </p:spPr>
        <p:txBody>
          <a:bodyPr anchor="b"/>
          <a:lstStyle>
            <a:lvl1pPr algn="ctr">
              <a:defRPr>
                <a:solidFill>
                  <a:schemeClr val="bg1"/>
                </a:solidFill>
              </a:defRPr>
            </a:lvl1pPr>
          </a:lstStyle>
          <a:p>
            <a:r>
              <a:rPr lang="en-US"/>
              <a:t>Icon</a:t>
            </a:r>
          </a:p>
        </p:txBody>
      </p:sp>
      <p:sp>
        <p:nvSpPr>
          <p:cNvPr id="21" name="Picture Placeholder 9">
            <a:extLst>
              <a:ext uri="{FF2B5EF4-FFF2-40B4-BE49-F238E27FC236}">
                <a16:creationId xmlns:a16="http://schemas.microsoft.com/office/drawing/2014/main" id="{9E00C7D1-33B8-8C13-3170-53723F9DC775}"/>
              </a:ext>
            </a:extLst>
          </p:cNvPr>
          <p:cNvSpPr>
            <a:spLocks noGrp="1"/>
          </p:cNvSpPr>
          <p:nvPr>
            <p:ph type="pic" sz="quarter" idx="29" hasCustomPrompt="1"/>
          </p:nvPr>
        </p:nvSpPr>
        <p:spPr>
          <a:xfrm>
            <a:off x="6969823" y="1700213"/>
            <a:ext cx="722376" cy="725487"/>
          </a:xfrm>
          <a:noFill/>
          <a:ln>
            <a:noFill/>
          </a:ln>
        </p:spPr>
        <p:txBody>
          <a:bodyPr anchor="b"/>
          <a:lstStyle>
            <a:lvl1pPr algn="ctr">
              <a:defRPr>
                <a:solidFill>
                  <a:schemeClr val="bg1"/>
                </a:solidFill>
              </a:defRPr>
            </a:lvl1pPr>
          </a:lstStyle>
          <a:p>
            <a:r>
              <a:rPr lang="en-US"/>
              <a:t>Icon</a:t>
            </a:r>
          </a:p>
        </p:txBody>
      </p:sp>
      <p:sp>
        <p:nvSpPr>
          <p:cNvPr id="22" name="Picture Placeholder 9">
            <a:extLst>
              <a:ext uri="{FF2B5EF4-FFF2-40B4-BE49-F238E27FC236}">
                <a16:creationId xmlns:a16="http://schemas.microsoft.com/office/drawing/2014/main" id="{25C2B24F-2F63-693C-4B5C-5218010E6E17}"/>
              </a:ext>
            </a:extLst>
          </p:cNvPr>
          <p:cNvSpPr>
            <a:spLocks noGrp="1"/>
          </p:cNvSpPr>
          <p:nvPr>
            <p:ph type="pic" sz="quarter" idx="30" hasCustomPrompt="1"/>
          </p:nvPr>
        </p:nvSpPr>
        <p:spPr>
          <a:xfrm>
            <a:off x="9695606" y="1700213"/>
            <a:ext cx="722376" cy="725487"/>
          </a:xfrm>
          <a:noFill/>
          <a:ln>
            <a:noFill/>
          </a:ln>
        </p:spPr>
        <p:txBody>
          <a:bodyPr anchor="b"/>
          <a:lstStyle>
            <a:lvl1pPr algn="ctr">
              <a:defRPr>
                <a:solidFill>
                  <a:schemeClr val="tx1"/>
                </a:solidFill>
              </a:defRPr>
            </a:lvl1pPr>
          </a:lstStyle>
          <a:p>
            <a:r>
              <a:rPr lang="en-US"/>
              <a:t>Icon</a:t>
            </a:r>
          </a:p>
        </p:txBody>
      </p:sp>
      <p:sp>
        <p:nvSpPr>
          <p:cNvPr id="6" name="Title 5">
            <a:extLst>
              <a:ext uri="{FF2B5EF4-FFF2-40B4-BE49-F238E27FC236}">
                <a16:creationId xmlns:a16="http://schemas.microsoft.com/office/drawing/2014/main" id="{F70F910A-0FDA-8569-64E0-CDA719003479}"/>
              </a:ext>
            </a:extLst>
          </p:cNvPr>
          <p:cNvSpPr>
            <a:spLocks noGrp="1"/>
          </p:cNvSpPr>
          <p:nvPr>
            <p:ph type="title"/>
          </p:nvPr>
        </p:nvSpPr>
        <p:spPr>
          <a:xfrm>
            <a:off x="546101" y="552450"/>
            <a:ext cx="3513784" cy="434975"/>
          </a:xfrm>
        </p:spPr>
        <p:txBody>
          <a:bodyPr rIns="274320"/>
          <a:lstStyle>
            <a:lvl1pPr>
              <a:defRPr>
                <a:solidFill>
                  <a:schemeClr val="tx2"/>
                </a:solidFill>
              </a:defRPr>
            </a:lvl1pPr>
          </a:lstStyle>
          <a:p>
            <a:r>
              <a:rPr lang="en-US"/>
              <a:t>Click to edit Master title style</a:t>
            </a:r>
          </a:p>
        </p:txBody>
      </p:sp>
      <p:sp>
        <p:nvSpPr>
          <p:cNvPr id="4" name="Freeform 5">
            <a:extLst>
              <a:ext uri="{FF2B5EF4-FFF2-40B4-BE49-F238E27FC236}">
                <a16:creationId xmlns:a16="http://schemas.microsoft.com/office/drawing/2014/main" id="{C6DF79E6-D4E8-1A83-F47C-3A44B264B93E}"/>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35" name="Text Placeholder 10">
            <a:extLst>
              <a:ext uri="{FF2B5EF4-FFF2-40B4-BE49-F238E27FC236}">
                <a16:creationId xmlns:a16="http://schemas.microsoft.com/office/drawing/2014/main" id="{B88CC021-CDD2-6418-1ADC-6959FDAC120A}"/>
              </a:ext>
            </a:extLst>
          </p:cNvPr>
          <p:cNvSpPr>
            <a:spLocks noGrp="1"/>
          </p:cNvSpPr>
          <p:nvPr>
            <p:ph type="body" sz="quarter" idx="21"/>
          </p:nvPr>
        </p:nvSpPr>
        <p:spPr>
          <a:xfrm>
            <a:off x="546100" y="1127125"/>
            <a:ext cx="3310473"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36" name="Text Placeholder 15">
            <a:extLst>
              <a:ext uri="{FF2B5EF4-FFF2-40B4-BE49-F238E27FC236}">
                <a16:creationId xmlns:a16="http://schemas.microsoft.com/office/drawing/2014/main" id="{BC76AFF6-CF90-29B2-6B5F-2F953DE61D0F}"/>
              </a:ext>
            </a:extLst>
          </p:cNvPr>
          <p:cNvSpPr>
            <a:spLocks noGrp="1"/>
          </p:cNvSpPr>
          <p:nvPr>
            <p:ph type="body" sz="quarter" idx="22"/>
          </p:nvPr>
        </p:nvSpPr>
        <p:spPr>
          <a:xfrm>
            <a:off x="546100" y="6019800"/>
            <a:ext cx="3314822"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37" name="Content Placeholder 22">
            <a:extLst>
              <a:ext uri="{FF2B5EF4-FFF2-40B4-BE49-F238E27FC236}">
                <a16:creationId xmlns:a16="http://schemas.microsoft.com/office/drawing/2014/main" id="{97E0F40B-B869-0C41-17E9-7CB4DEBBA384}"/>
              </a:ext>
            </a:extLst>
          </p:cNvPr>
          <p:cNvSpPr>
            <a:spLocks noGrp="1"/>
          </p:cNvSpPr>
          <p:nvPr>
            <p:ph sz="quarter" idx="23"/>
          </p:nvPr>
        </p:nvSpPr>
        <p:spPr>
          <a:xfrm>
            <a:off x="546099" y="1849438"/>
            <a:ext cx="3310473" cy="4017962"/>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39" name="Content Placeholder 38">
            <a:extLst>
              <a:ext uri="{FF2B5EF4-FFF2-40B4-BE49-F238E27FC236}">
                <a16:creationId xmlns:a16="http://schemas.microsoft.com/office/drawing/2014/main" id="{B8FB8A65-64DE-688C-A8C8-69259DE4ACFC}"/>
              </a:ext>
            </a:extLst>
          </p:cNvPr>
          <p:cNvSpPr>
            <a:spLocks noGrp="1"/>
          </p:cNvSpPr>
          <p:nvPr>
            <p:ph sz="quarter" idx="51"/>
          </p:nvPr>
        </p:nvSpPr>
        <p:spPr>
          <a:xfrm>
            <a:off x="4287584" y="2714626"/>
            <a:ext cx="1947672" cy="2727324"/>
          </a:xfrm>
        </p:spPr>
        <p:txBody>
          <a:bodyPr/>
          <a:lstStyle>
            <a:lvl1pPr>
              <a:defRPr b="1">
                <a:solidFill>
                  <a:schemeClr val="bg1"/>
                </a:solidFill>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1" name="Content Placeholder 40">
            <a:extLst>
              <a:ext uri="{FF2B5EF4-FFF2-40B4-BE49-F238E27FC236}">
                <a16:creationId xmlns:a16="http://schemas.microsoft.com/office/drawing/2014/main" id="{83F5807E-64D9-26C9-A052-A940055EC2EC}"/>
              </a:ext>
            </a:extLst>
          </p:cNvPr>
          <p:cNvSpPr>
            <a:spLocks noGrp="1"/>
          </p:cNvSpPr>
          <p:nvPr>
            <p:ph sz="quarter" idx="52"/>
          </p:nvPr>
        </p:nvSpPr>
        <p:spPr>
          <a:xfrm>
            <a:off x="6988240" y="2714625"/>
            <a:ext cx="1947672" cy="2727325"/>
          </a:xfrm>
        </p:spPr>
        <p:txBody>
          <a:bodyPr/>
          <a:lstStyle>
            <a:lvl1pPr>
              <a:defRPr b="1">
                <a:solidFill>
                  <a:schemeClr val="bg1"/>
                </a:solidFill>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3" name="Content Placeholder 42">
            <a:extLst>
              <a:ext uri="{FF2B5EF4-FFF2-40B4-BE49-F238E27FC236}">
                <a16:creationId xmlns:a16="http://schemas.microsoft.com/office/drawing/2014/main" id="{D4223DE0-4467-4663-D8D2-667F2C64D3E3}"/>
              </a:ext>
            </a:extLst>
          </p:cNvPr>
          <p:cNvSpPr>
            <a:spLocks noGrp="1"/>
          </p:cNvSpPr>
          <p:nvPr>
            <p:ph sz="quarter" idx="53"/>
          </p:nvPr>
        </p:nvSpPr>
        <p:spPr>
          <a:xfrm>
            <a:off x="9694862" y="2714625"/>
            <a:ext cx="1943101" cy="2727325"/>
          </a:xfrm>
        </p:spPr>
        <p:txBody>
          <a:bodyPr/>
          <a:lstStyle>
            <a:lvl1pPr>
              <a:defRPr b="1">
                <a:solidFill>
                  <a:schemeClr val="tx2"/>
                </a:solidFill>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7C930647-C925-0065-2526-F24095F4EAA5}"/>
              </a:ext>
            </a:extLst>
          </p:cNvPr>
          <p:cNvGrpSpPr/>
          <p:nvPr userDrawn="1"/>
        </p:nvGrpSpPr>
        <p:grpSpPr>
          <a:xfrm>
            <a:off x="12356815" y="0"/>
            <a:ext cx="756834" cy="6872642"/>
            <a:chOff x="12356815" y="0"/>
            <a:chExt cx="756834" cy="6872642"/>
          </a:xfrm>
        </p:grpSpPr>
        <p:sp>
          <p:nvSpPr>
            <p:cNvPr id="5" name="Rectangle 4">
              <a:extLst>
                <a:ext uri="{FF2B5EF4-FFF2-40B4-BE49-F238E27FC236}">
                  <a16:creationId xmlns:a16="http://schemas.microsoft.com/office/drawing/2014/main" id="{19577CA9-ABAC-2B62-BE71-5872F4297D70}"/>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45F4B5AD-A422-A490-114E-57BA5DEAC45C}"/>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8" name="Rectangle 7">
              <a:extLst>
                <a:ext uri="{FF2B5EF4-FFF2-40B4-BE49-F238E27FC236}">
                  <a16:creationId xmlns:a16="http://schemas.microsoft.com/office/drawing/2014/main" id="{1FABA76C-7796-0FC9-DF1A-CBB563B6E0F9}"/>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66820B3D-4954-F4A7-8B15-866971C52CE6}"/>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C3B516E0-4451-5633-F201-5D7C102B91D2}"/>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446D274A-A48C-8CEA-6825-157FDABA2BC6}"/>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0D485CE5-53AE-00F4-BFC7-6EE31FA7AA96}"/>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B0F7208D-BBAC-2D69-9041-614EF9A884FB}"/>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EC892C34-872B-8D5E-E1F7-0F33BCD6AC47}"/>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270495D2-9BD6-2A92-DFA9-CD8DCC8ACBCF}"/>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DB7EC6E5-D71C-BD8C-6F42-7C7C51B0F119}"/>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EAAA6F67-F3D5-8155-153A-82DC7A4D72AB}"/>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96160E80-CB8B-0170-1CC1-F3CC3ED1A27A}"/>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2" name="Rectangle 41">
                <a:extLst>
                  <a:ext uri="{FF2B5EF4-FFF2-40B4-BE49-F238E27FC236}">
                    <a16:creationId xmlns:a16="http://schemas.microsoft.com/office/drawing/2014/main" id="{6E6C9571-DCE8-3213-65C0-0EA0E758459A}"/>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EA579511-F297-C4BC-C08C-DB53B1B533B4}"/>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3CB78981-26D9-311D-BC5B-5D31080178E9}"/>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6EDDF6B1-FFA2-8B14-7AF3-34BF9029F508}"/>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FEA19526-FCEC-BE07-5300-852A6C5BF71B}"/>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43C0F84E-DB85-3966-54B8-5D656A15DC3B}"/>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0F731B32-23C1-ACE8-0AD4-F7FFEF28338A}"/>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D419114A-8FB0-4539-A1F8-BFEA74605D60}"/>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C420684A-94D0-80AE-8572-F1C5887135EB}"/>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74DF98DB-B192-D6EB-DB60-28647058CECC}"/>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D316C908-6CCA-2B91-FEF0-85084A7064B0}"/>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F7E9C187-8FDB-BED3-1C6A-74715F7EDA3D}"/>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10A62F19-3B6A-C6BE-3467-2B323D91C6FF}"/>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4" name="TextBox 43">
            <a:extLst>
              <a:ext uri="{FF2B5EF4-FFF2-40B4-BE49-F238E27FC236}">
                <a16:creationId xmlns:a16="http://schemas.microsoft.com/office/drawing/2014/main" id="{B88BC211-8CF8-8741-A95A-ABD6889C6615}"/>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Tree>
    <p:extLst>
      <p:ext uri="{BB962C8B-B14F-4D97-AF65-F5344CB8AC3E}">
        <p14:creationId xmlns:p14="http://schemas.microsoft.com/office/powerpoint/2010/main" val="2046884076"/>
      </p:ext>
    </p:extLst>
  </p:cSld>
  <p:clrMapOvr>
    <a:masterClrMapping/>
  </p:clrMapOvr>
</p:sldLayout>
</file>

<file path=ppt/slideLayouts/slideLayout233.xml><?xml version="1.0" encoding="utf-8"?>
<p:sldLayout xmlns:a="http://schemas.openxmlformats.org/drawingml/2006/main" xmlns:r="http://schemas.openxmlformats.org/officeDocument/2006/relationships" xmlns:p="http://schemas.openxmlformats.org/presentationml/2006/main" preserve="1" userDrawn="1">
  <p:cSld name="1 Column Left - Custom Columns Right">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DDC42E88-6CA5-D615-F095-E179BC98BD17}"/>
              </a:ext>
            </a:extLst>
          </p:cNvPr>
          <p:cNvSpPr/>
          <p:nvPr userDrawn="1"/>
        </p:nvSpPr>
        <p:spPr bwMode="hidden">
          <a:xfrm>
            <a:off x="4059886" y="0"/>
            <a:ext cx="8132114" cy="6858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itle 5">
            <a:extLst>
              <a:ext uri="{FF2B5EF4-FFF2-40B4-BE49-F238E27FC236}">
                <a16:creationId xmlns:a16="http://schemas.microsoft.com/office/drawing/2014/main" id="{F70F910A-0FDA-8569-64E0-CDA719003479}"/>
              </a:ext>
            </a:extLst>
          </p:cNvPr>
          <p:cNvSpPr>
            <a:spLocks noGrp="1"/>
          </p:cNvSpPr>
          <p:nvPr>
            <p:ph type="title"/>
          </p:nvPr>
        </p:nvSpPr>
        <p:spPr>
          <a:xfrm>
            <a:off x="546099" y="552450"/>
            <a:ext cx="3513785" cy="434975"/>
          </a:xfrm>
        </p:spPr>
        <p:txBody>
          <a:bodyPr rIns="274320"/>
          <a:lstStyle/>
          <a:p>
            <a:r>
              <a:rPr lang="en-US"/>
              <a:t>Click to edit Master title style</a:t>
            </a:r>
          </a:p>
        </p:txBody>
      </p:sp>
      <p:sp>
        <p:nvSpPr>
          <p:cNvPr id="11" name="Footer Placeholder 10">
            <a:extLst>
              <a:ext uri="{FF2B5EF4-FFF2-40B4-BE49-F238E27FC236}">
                <a16:creationId xmlns:a16="http://schemas.microsoft.com/office/drawing/2014/main" id="{BAECEC3D-770F-7250-26AF-412E70DE9C76}"/>
              </a:ext>
            </a:extLst>
          </p:cNvPr>
          <p:cNvSpPr>
            <a:spLocks noGrp="1"/>
          </p:cNvSpPr>
          <p:nvPr>
            <p:ph type="ftr" sz="quarter" idx="33"/>
          </p:nvPr>
        </p:nvSpPr>
        <p:spPr/>
        <p:txBody>
          <a:bodyPr/>
          <a:lstStyle>
            <a:lvl1pPr>
              <a:defRPr>
                <a:solidFill>
                  <a:schemeClr val="bg1"/>
                </a:solidFill>
              </a:defRPr>
            </a:lvl1pPr>
          </a:lstStyle>
          <a:p>
            <a:r>
              <a:rPr lang="en-US"/>
              <a:t>User Group - October 2024</a:t>
            </a:r>
          </a:p>
        </p:txBody>
      </p:sp>
      <p:sp>
        <p:nvSpPr>
          <p:cNvPr id="16" name="Slide Number Placeholder 15">
            <a:extLst>
              <a:ext uri="{FF2B5EF4-FFF2-40B4-BE49-F238E27FC236}">
                <a16:creationId xmlns:a16="http://schemas.microsoft.com/office/drawing/2014/main" id="{C768E3CA-EE05-5C0C-7FDE-235DD91067BA}"/>
              </a:ext>
            </a:extLst>
          </p:cNvPr>
          <p:cNvSpPr>
            <a:spLocks noGrp="1"/>
          </p:cNvSpPr>
          <p:nvPr>
            <p:ph type="sldNum" sz="quarter" idx="34"/>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4" name="Freeform 5">
            <a:extLst>
              <a:ext uri="{FF2B5EF4-FFF2-40B4-BE49-F238E27FC236}">
                <a16:creationId xmlns:a16="http://schemas.microsoft.com/office/drawing/2014/main" id="{074E9702-7D53-759A-8744-90315F172A3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27" name="Text Placeholder 10">
            <a:extLst>
              <a:ext uri="{FF2B5EF4-FFF2-40B4-BE49-F238E27FC236}">
                <a16:creationId xmlns:a16="http://schemas.microsoft.com/office/drawing/2014/main" id="{8476A416-A714-4210-10C5-4ECE5403AD92}"/>
              </a:ext>
            </a:extLst>
          </p:cNvPr>
          <p:cNvSpPr>
            <a:spLocks noGrp="1"/>
          </p:cNvSpPr>
          <p:nvPr>
            <p:ph type="body" sz="quarter" idx="21"/>
          </p:nvPr>
        </p:nvSpPr>
        <p:spPr>
          <a:xfrm>
            <a:off x="546100" y="1127125"/>
            <a:ext cx="3310473"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28" name="Text Placeholder 15">
            <a:extLst>
              <a:ext uri="{FF2B5EF4-FFF2-40B4-BE49-F238E27FC236}">
                <a16:creationId xmlns:a16="http://schemas.microsoft.com/office/drawing/2014/main" id="{E821CB68-EA76-1467-1729-66BB76463650}"/>
              </a:ext>
            </a:extLst>
          </p:cNvPr>
          <p:cNvSpPr>
            <a:spLocks noGrp="1"/>
          </p:cNvSpPr>
          <p:nvPr>
            <p:ph type="body" sz="quarter" idx="22"/>
          </p:nvPr>
        </p:nvSpPr>
        <p:spPr>
          <a:xfrm>
            <a:off x="546100" y="6019800"/>
            <a:ext cx="3314822"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29" name="Content Placeholder 22">
            <a:extLst>
              <a:ext uri="{FF2B5EF4-FFF2-40B4-BE49-F238E27FC236}">
                <a16:creationId xmlns:a16="http://schemas.microsoft.com/office/drawing/2014/main" id="{51AAE891-E737-DFDA-7D8D-D6B9BFB4D07E}"/>
              </a:ext>
            </a:extLst>
          </p:cNvPr>
          <p:cNvSpPr>
            <a:spLocks noGrp="1"/>
          </p:cNvSpPr>
          <p:nvPr>
            <p:ph sz="quarter" idx="23"/>
          </p:nvPr>
        </p:nvSpPr>
        <p:spPr>
          <a:xfrm>
            <a:off x="546099" y="1849438"/>
            <a:ext cx="3310473" cy="4017962"/>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31" name="Content Placeholder 30">
            <a:extLst>
              <a:ext uri="{FF2B5EF4-FFF2-40B4-BE49-F238E27FC236}">
                <a16:creationId xmlns:a16="http://schemas.microsoft.com/office/drawing/2014/main" id="{11D2A5E2-5CF6-5A53-7EC3-8225F0D7FD1E}"/>
              </a:ext>
            </a:extLst>
          </p:cNvPr>
          <p:cNvSpPr>
            <a:spLocks noGrp="1"/>
          </p:cNvSpPr>
          <p:nvPr>
            <p:ph sz="quarter" idx="49" hasCustomPrompt="1"/>
          </p:nvPr>
        </p:nvSpPr>
        <p:spPr>
          <a:xfrm>
            <a:off x="4781550" y="552448"/>
            <a:ext cx="2103120" cy="2057400"/>
          </a:xfrm>
        </p:spPr>
        <p:txBody>
          <a:bodyPr/>
          <a:lstStyle>
            <a:lvl1pPr>
              <a:defRPr sz="4800">
                <a:solidFill>
                  <a:schemeClr val="accent1"/>
                </a:solidFill>
                <a:latin typeface="+mj-lt"/>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Tx/>
              <a:defRPr>
                <a:solidFill>
                  <a:schemeClr val="bg1"/>
                </a:solidFill>
              </a:defRPr>
            </a:lvl9pPr>
          </a:lstStyle>
          <a:p>
            <a:pPr lvl="0"/>
            <a:r>
              <a:rPr lang="en-US"/>
              <a:t>00</a:t>
            </a:r>
          </a:p>
          <a:p>
            <a:pPr lvl="1"/>
            <a:r>
              <a:rPr lang="en-US"/>
              <a:t>Second level</a:t>
            </a:r>
          </a:p>
          <a:p>
            <a:pPr lvl="2"/>
            <a:r>
              <a:rPr lang="en-US"/>
              <a:t>Third level</a:t>
            </a:r>
          </a:p>
          <a:p>
            <a:pPr lvl="3"/>
            <a:r>
              <a:rPr lang="en-US"/>
              <a:t>Fourth level</a:t>
            </a:r>
          </a:p>
          <a:p>
            <a:pPr lvl="4"/>
            <a:r>
              <a:rPr lang="en-US"/>
              <a:t>Fifth level</a:t>
            </a:r>
          </a:p>
        </p:txBody>
      </p:sp>
      <p:sp>
        <p:nvSpPr>
          <p:cNvPr id="34" name="Content Placeholder 33">
            <a:extLst>
              <a:ext uri="{FF2B5EF4-FFF2-40B4-BE49-F238E27FC236}">
                <a16:creationId xmlns:a16="http://schemas.microsoft.com/office/drawing/2014/main" id="{1325EC07-DA2D-56D3-9A3C-C6F0509F3655}"/>
              </a:ext>
            </a:extLst>
          </p:cNvPr>
          <p:cNvSpPr>
            <a:spLocks noGrp="1"/>
          </p:cNvSpPr>
          <p:nvPr>
            <p:ph sz="quarter" idx="50" hasCustomPrompt="1"/>
          </p:nvPr>
        </p:nvSpPr>
        <p:spPr>
          <a:xfrm>
            <a:off x="7157707" y="552449"/>
            <a:ext cx="2103120"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Tx/>
              <a:defRPr>
                <a:solidFill>
                  <a:schemeClr val="bg1"/>
                </a:solidFill>
              </a:defRPr>
            </a:lvl9pPr>
          </a:lstStyle>
          <a:p>
            <a:pPr marL="0" lvl="0" indent="0" algn="l" defTabSz="914400" rtl="0" eaLnBrk="1" latinLnBrk="0" hangingPunct="1">
              <a:lnSpc>
                <a:spcPct val="101000"/>
              </a:lnSpc>
              <a:spcBef>
                <a:spcPts val="0"/>
              </a:spcBef>
              <a:spcAft>
                <a:spcPts val="600"/>
              </a:spcAft>
              <a:buFont typeface="GT America Regular"/>
              <a:buNone/>
            </a:pPr>
            <a:r>
              <a:rPr lang="en-US"/>
              <a:t>00</a:t>
            </a:r>
          </a:p>
          <a:p>
            <a:pPr lvl="1"/>
            <a:r>
              <a:rPr lang="en-US"/>
              <a:t>Second level</a:t>
            </a:r>
          </a:p>
          <a:p>
            <a:pPr lvl="2"/>
            <a:r>
              <a:rPr lang="en-US"/>
              <a:t>Third level</a:t>
            </a:r>
          </a:p>
          <a:p>
            <a:pPr lvl="3"/>
            <a:r>
              <a:rPr lang="en-US"/>
              <a:t>Fourth level</a:t>
            </a:r>
          </a:p>
          <a:p>
            <a:pPr lvl="4"/>
            <a:r>
              <a:rPr lang="en-US"/>
              <a:t>Fifth level</a:t>
            </a:r>
          </a:p>
        </p:txBody>
      </p:sp>
      <p:sp>
        <p:nvSpPr>
          <p:cNvPr id="36" name="Content Placeholder 35">
            <a:extLst>
              <a:ext uri="{FF2B5EF4-FFF2-40B4-BE49-F238E27FC236}">
                <a16:creationId xmlns:a16="http://schemas.microsoft.com/office/drawing/2014/main" id="{34DD913C-76A7-91A4-17C2-6A7974B58E09}"/>
              </a:ext>
            </a:extLst>
          </p:cNvPr>
          <p:cNvSpPr>
            <a:spLocks noGrp="1"/>
          </p:cNvSpPr>
          <p:nvPr>
            <p:ph sz="quarter" idx="51" hasCustomPrompt="1"/>
          </p:nvPr>
        </p:nvSpPr>
        <p:spPr>
          <a:xfrm>
            <a:off x="9533864" y="552449"/>
            <a:ext cx="2103120"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Tx/>
              <a:defRPr>
                <a:solidFill>
                  <a:schemeClr val="bg1"/>
                </a:solidFill>
              </a:defRPr>
            </a:lvl9pPr>
          </a:lstStyle>
          <a:p>
            <a:pPr marL="0" lvl="0" indent="0" algn="l" defTabSz="914400" rtl="0" eaLnBrk="1" latinLnBrk="0" hangingPunct="1">
              <a:lnSpc>
                <a:spcPct val="101000"/>
              </a:lnSpc>
              <a:spcBef>
                <a:spcPts val="0"/>
              </a:spcBef>
              <a:spcAft>
                <a:spcPts val="600"/>
              </a:spcAft>
              <a:buFont typeface="GT America Regular"/>
              <a:buNone/>
            </a:pPr>
            <a:r>
              <a:rPr lang="en-US"/>
              <a:t>00</a:t>
            </a:r>
          </a:p>
          <a:p>
            <a:pPr lvl="1"/>
            <a:r>
              <a:rPr lang="en-US"/>
              <a:t>Second level</a:t>
            </a:r>
          </a:p>
          <a:p>
            <a:pPr lvl="2"/>
            <a:r>
              <a:rPr lang="en-US"/>
              <a:t>Third level</a:t>
            </a:r>
          </a:p>
          <a:p>
            <a:pPr lvl="3"/>
            <a:r>
              <a:rPr lang="en-US"/>
              <a:t>Fourth level</a:t>
            </a:r>
          </a:p>
          <a:p>
            <a:pPr lvl="4"/>
            <a:r>
              <a:rPr lang="en-US"/>
              <a:t>Fifth level</a:t>
            </a:r>
          </a:p>
        </p:txBody>
      </p:sp>
      <p:sp>
        <p:nvSpPr>
          <p:cNvPr id="38" name="Content Placeholder 37">
            <a:extLst>
              <a:ext uri="{FF2B5EF4-FFF2-40B4-BE49-F238E27FC236}">
                <a16:creationId xmlns:a16="http://schemas.microsoft.com/office/drawing/2014/main" id="{91F7FEDE-0C8C-BB6B-64FE-0D7DAA4C41CC}"/>
              </a:ext>
            </a:extLst>
          </p:cNvPr>
          <p:cNvSpPr>
            <a:spLocks noGrp="1"/>
          </p:cNvSpPr>
          <p:nvPr>
            <p:ph sz="quarter" idx="52" hasCustomPrompt="1"/>
          </p:nvPr>
        </p:nvSpPr>
        <p:spPr>
          <a:xfrm>
            <a:off x="4781550" y="3013075"/>
            <a:ext cx="2103120"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Tx/>
              <a:defRPr>
                <a:solidFill>
                  <a:schemeClr val="bg1"/>
                </a:solidFill>
              </a:defRPr>
            </a:lvl9pPr>
          </a:lstStyle>
          <a:p>
            <a:pPr marL="0" lvl="0" indent="0" algn="l" defTabSz="914400" rtl="0" eaLnBrk="1" latinLnBrk="0" hangingPunct="1">
              <a:lnSpc>
                <a:spcPct val="101000"/>
              </a:lnSpc>
              <a:spcBef>
                <a:spcPts val="0"/>
              </a:spcBef>
              <a:spcAft>
                <a:spcPts val="600"/>
              </a:spcAft>
              <a:buFont typeface="GT America Regular"/>
              <a:buNone/>
            </a:pPr>
            <a:r>
              <a:rPr lang="en-US"/>
              <a:t>00</a:t>
            </a:r>
          </a:p>
          <a:p>
            <a:pPr lvl="1"/>
            <a:r>
              <a:rPr lang="en-US"/>
              <a:t>Second level</a:t>
            </a:r>
          </a:p>
          <a:p>
            <a:pPr lvl="2"/>
            <a:r>
              <a:rPr lang="en-US"/>
              <a:t>Third level</a:t>
            </a:r>
          </a:p>
          <a:p>
            <a:pPr lvl="3"/>
            <a:r>
              <a:rPr lang="en-US"/>
              <a:t>Fourth level</a:t>
            </a:r>
          </a:p>
          <a:p>
            <a:pPr lvl="4"/>
            <a:r>
              <a:rPr lang="en-US"/>
              <a:t>Fifth level</a:t>
            </a:r>
          </a:p>
        </p:txBody>
      </p:sp>
      <p:sp>
        <p:nvSpPr>
          <p:cNvPr id="40" name="Content Placeholder 39">
            <a:extLst>
              <a:ext uri="{FF2B5EF4-FFF2-40B4-BE49-F238E27FC236}">
                <a16:creationId xmlns:a16="http://schemas.microsoft.com/office/drawing/2014/main" id="{F341F831-D937-52AC-79EE-ED9B317A7A26}"/>
              </a:ext>
            </a:extLst>
          </p:cNvPr>
          <p:cNvSpPr>
            <a:spLocks noGrp="1"/>
          </p:cNvSpPr>
          <p:nvPr>
            <p:ph sz="quarter" idx="53" hasCustomPrompt="1"/>
          </p:nvPr>
        </p:nvSpPr>
        <p:spPr>
          <a:xfrm>
            <a:off x="7157707" y="3013074"/>
            <a:ext cx="2103120"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Tx/>
              <a:defRPr>
                <a:solidFill>
                  <a:schemeClr val="bg1"/>
                </a:solidFill>
              </a:defRPr>
            </a:lvl9pPr>
          </a:lstStyle>
          <a:p>
            <a:pPr marL="0" lvl="0" indent="0" algn="l" defTabSz="914400" rtl="0" eaLnBrk="1" latinLnBrk="0" hangingPunct="1">
              <a:lnSpc>
                <a:spcPct val="101000"/>
              </a:lnSpc>
              <a:spcBef>
                <a:spcPts val="0"/>
              </a:spcBef>
              <a:spcAft>
                <a:spcPts val="600"/>
              </a:spcAft>
              <a:buFont typeface="GT America Regular"/>
              <a:buNone/>
            </a:pPr>
            <a:r>
              <a:rPr lang="en-US"/>
              <a:t>00</a:t>
            </a:r>
          </a:p>
          <a:p>
            <a:pPr lvl="1"/>
            <a:r>
              <a:rPr lang="en-US"/>
              <a:t>Second level</a:t>
            </a:r>
          </a:p>
          <a:p>
            <a:pPr lvl="2"/>
            <a:r>
              <a:rPr lang="en-US"/>
              <a:t>Third level</a:t>
            </a:r>
          </a:p>
          <a:p>
            <a:pPr lvl="3"/>
            <a:r>
              <a:rPr lang="en-US"/>
              <a:t>Fourth level</a:t>
            </a:r>
          </a:p>
          <a:p>
            <a:pPr lvl="4"/>
            <a:r>
              <a:rPr lang="en-US"/>
              <a:t>Fifth level</a:t>
            </a:r>
          </a:p>
        </p:txBody>
      </p:sp>
      <p:sp>
        <p:nvSpPr>
          <p:cNvPr id="42" name="Content Placeholder 41">
            <a:extLst>
              <a:ext uri="{FF2B5EF4-FFF2-40B4-BE49-F238E27FC236}">
                <a16:creationId xmlns:a16="http://schemas.microsoft.com/office/drawing/2014/main" id="{34CDFFDE-72E2-952B-48CC-53250B995DFF}"/>
              </a:ext>
            </a:extLst>
          </p:cNvPr>
          <p:cNvSpPr>
            <a:spLocks noGrp="1"/>
          </p:cNvSpPr>
          <p:nvPr>
            <p:ph sz="quarter" idx="54" hasCustomPrompt="1"/>
          </p:nvPr>
        </p:nvSpPr>
        <p:spPr>
          <a:xfrm>
            <a:off x="9520599" y="3013074"/>
            <a:ext cx="2116385"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Tx/>
              <a:defRPr>
                <a:solidFill>
                  <a:schemeClr val="bg1"/>
                </a:solidFill>
              </a:defRPr>
            </a:lvl9pPr>
          </a:lstStyle>
          <a:p>
            <a:pPr marL="0" lvl="0" indent="0" algn="l" defTabSz="914400" rtl="0" eaLnBrk="1" latinLnBrk="0" hangingPunct="1">
              <a:lnSpc>
                <a:spcPct val="101000"/>
              </a:lnSpc>
              <a:spcBef>
                <a:spcPts val="0"/>
              </a:spcBef>
              <a:spcAft>
                <a:spcPts val="600"/>
              </a:spcAft>
              <a:buFont typeface="GT America Regular"/>
              <a:buNone/>
            </a:pPr>
            <a:r>
              <a:rPr lang="en-US"/>
              <a:t>00</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EAAEDAD4-7B1D-E59A-BA97-6301D2373503}"/>
              </a:ext>
            </a:extLst>
          </p:cNvPr>
          <p:cNvGrpSpPr/>
          <p:nvPr userDrawn="1"/>
        </p:nvGrpSpPr>
        <p:grpSpPr>
          <a:xfrm>
            <a:off x="12356815" y="0"/>
            <a:ext cx="756834" cy="6872642"/>
            <a:chOff x="12356815" y="0"/>
            <a:chExt cx="756834" cy="6872642"/>
          </a:xfrm>
        </p:grpSpPr>
        <p:sp>
          <p:nvSpPr>
            <p:cNvPr id="5" name="Rectangle 4">
              <a:extLst>
                <a:ext uri="{FF2B5EF4-FFF2-40B4-BE49-F238E27FC236}">
                  <a16:creationId xmlns:a16="http://schemas.microsoft.com/office/drawing/2014/main" id="{0BE931A6-2091-8340-0C7E-093313250407}"/>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33E90741-F9CB-168F-8DCF-B6737454BBA5}"/>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8" name="Rectangle 7">
              <a:extLst>
                <a:ext uri="{FF2B5EF4-FFF2-40B4-BE49-F238E27FC236}">
                  <a16:creationId xmlns:a16="http://schemas.microsoft.com/office/drawing/2014/main" id="{F32FE6EE-46CF-7F99-C688-3216B2769D7E}"/>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9" name="Group 8">
              <a:extLst>
                <a:ext uri="{FF2B5EF4-FFF2-40B4-BE49-F238E27FC236}">
                  <a16:creationId xmlns:a16="http://schemas.microsoft.com/office/drawing/2014/main" id="{5665B730-6F90-B9D5-3208-8F2AA19964A5}"/>
                </a:ext>
              </a:extLst>
            </p:cNvPr>
            <p:cNvGrpSpPr/>
            <p:nvPr userDrawn="1"/>
          </p:nvGrpSpPr>
          <p:grpSpPr>
            <a:xfrm>
              <a:off x="12442019" y="3791214"/>
              <a:ext cx="382660" cy="2882942"/>
              <a:chOff x="14001569" y="3716048"/>
              <a:chExt cx="316248" cy="3171236"/>
            </a:xfrm>
          </p:grpSpPr>
          <p:sp>
            <p:nvSpPr>
              <p:cNvPr id="24" name="Rectangle 23">
                <a:extLst>
                  <a:ext uri="{FF2B5EF4-FFF2-40B4-BE49-F238E27FC236}">
                    <a16:creationId xmlns:a16="http://schemas.microsoft.com/office/drawing/2014/main" id="{7A9807DF-826F-EE49-A5FF-DCFC6E7E06BF}"/>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0F7D59AA-6218-333D-C8AB-4B714DC6BDA1}"/>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0FB23A2F-CF28-7C4C-7434-16FE8344486B}"/>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D8D66CFA-1D06-CC3E-EAC4-EFEBE79A77C8}"/>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51D61DD5-44B6-6C16-C263-FC54482706C0}"/>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AB2ACAA0-B5AD-9E6A-8BC2-158DCA3EDF3E}"/>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24CC9552-918D-A99A-E304-6F5286BF97FF}"/>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0CD82511-BAB1-DC1C-01A0-4EFF38EC9EC4}"/>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B2911A88-9742-BDF0-F286-1CF879AC32F2}"/>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BD6DA7BB-2941-8119-C880-C0B17A3789EA}"/>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EB2C39D0-FD28-5784-9119-EC68B0F08089}"/>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129D6D7D-C314-F3D8-5F62-95B0B1868992}"/>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4" name="Rectangle 13">
                <a:extLst>
                  <a:ext uri="{FF2B5EF4-FFF2-40B4-BE49-F238E27FC236}">
                    <a16:creationId xmlns:a16="http://schemas.microsoft.com/office/drawing/2014/main" id="{5CB44431-BDA0-5950-D099-4BE1FC0DDD08}"/>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F1680EF5-7F62-73A6-5ED6-C3C1EFAE4693}"/>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86364995-3867-BB89-4154-971C9F619E1B}"/>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D434F222-6FE1-8C35-13F3-ADC2B968EE28}"/>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0E3C89B8-9517-BB91-2C94-F2FE3F50ADC9}"/>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A942637C-EB25-364E-14B2-42348A364F5D}"/>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D282BF48-9CF3-BE44-1B66-DA96228F5144}"/>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829089D8-040C-1DDF-BACC-7E9E6C1236D8}"/>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6CD07C1F-A9BC-9081-4B2D-650A47386706}"/>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D8D091E1-1492-68A2-8B3C-1E9C77DF5515}"/>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3" name="TextBox 42">
            <a:extLst>
              <a:ext uri="{FF2B5EF4-FFF2-40B4-BE49-F238E27FC236}">
                <a16:creationId xmlns:a16="http://schemas.microsoft.com/office/drawing/2014/main" id="{6DAFFC7D-D942-E990-ABA6-A3AE3F096775}"/>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83814948"/>
      </p:ext>
    </p:extLst>
  </p:cSld>
  <p:clrMapOvr>
    <a:masterClrMapping/>
  </p:clrMapOvr>
</p:sldLayout>
</file>

<file path=ppt/slideLayouts/slideLayout234.xml><?xml version="1.0" encoding="utf-8"?>
<p:sldLayout xmlns:a="http://schemas.openxmlformats.org/drawingml/2006/main" xmlns:r="http://schemas.openxmlformats.org/officeDocument/2006/relationships" xmlns:p="http://schemas.openxmlformats.org/presentationml/2006/main" preserve="1" userDrawn="1">
  <p:cSld name="1 Column Left - Quadrant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F10A8DD4-AFB3-6A0D-E0DC-BE0C252106E0}"/>
              </a:ext>
            </a:extLst>
          </p:cNvPr>
          <p:cNvSpPr>
            <a:spLocks/>
          </p:cNvSpPr>
          <p:nvPr userDrawn="1"/>
        </p:nvSpPr>
        <p:spPr>
          <a:xfrm>
            <a:off x="4055115" y="-3224"/>
            <a:ext cx="8136885" cy="686122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a:extLst>
              <a:ext uri="{FF2B5EF4-FFF2-40B4-BE49-F238E27FC236}">
                <a16:creationId xmlns:a16="http://schemas.microsoft.com/office/drawing/2014/main" id="{5DF7171D-56DB-60BD-88D4-7F7BF6A5CD65}"/>
              </a:ext>
            </a:extLst>
          </p:cNvPr>
          <p:cNvSpPr/>
          <p:nvPr userDrawn="1"/>
        </p:nvSpPr>
        <p:spPr>
          <a:xfrm>
            <a:off x="4055115" y="3429000"/>
            <a:ext cx="4069080" cy="3429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C166F2CC-C885-AE48-D625-8EF6963758F0}"/>
              </a:ext>
            </a:extLst>
          </p:cNvPr>
          <p:cNvSpPr/>
          <p:nvPr userDrawn="1"/>
        </p:nvSpPr>
        <p:spPr>
          <a:xfrm>
            <a:off x="8121341" y="0"/>
            <a:ext cx="4069080" cy="3429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Freeform 5">
            <a:extLst>
              <a:ext uri="{FF2B5EF4-FFF2-40B4-BE49-F238E27FC236}">
                <a16:creationId xmlns:a16="http://schemas.microsoft.com/office/drawing/2014/main" id="{68BA6A1E-20D9-E197-8F00-A2A7CD418E82}"/>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2" name="Text Placeholder 15">
            <a:extLst>
              <a:ext uri="{FF2B5EF4-FFF2-40B4-BE49-F238E27FC236}">
                <a16:creationId xmlns:a16="http://schemas.microsoft.com/office/drawing/2014/main" id="{10D68855-6C8B-26E2-7D19-EF4C14B54255}"/>
              </a:ext>
            </a:extLst>
          </p:cNvPr>
          <p:cNvSpPr>
            <a:spLocks noGrp="1"/>
          </p:cNvSpPr>
          <p:nvPr>
            <p:ph type="body" sz="quarter" idx="46"/>
          </p:nvPr>
        </p:nvSpPr>
        <p:spPr>
          <a:xfrm>
            <a:off x="546100" y="6019800"/>
            <a:ext cx="3314822"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20" name="Content Placeholder 19">
            <a:extLst>
              <a:ext uri="{FF2B5EF4-FFF2-40B4-BE49-F238E27FC236}">
                <a16:creationId xmlns:a16="http://schemas.microsoft.com/office/drawing/2014/main" id="{8C68C4CC-CEF3-3402-F640-B77CCA9E63E6}"/>
              </a:ext>
            </a:extLst>
          </p:cNvPr>
          <p:cNvSpPr>
            <a:spLocks noGrp="1"/>
          </p:cNvSpPr>
          <p:nvPr>
            <p:ph sz="quarter" idx="47" hasCustomPrompt="1"/>
          </p:nvPr>
        </p:nvSpPr>
        <p:spPr>
          <a:xfrm>
            <a:off x="4055115" y="-3223"/>
            <a:ext cx="4069080" cy="3429000"/>
          </a:xfrm>
          <a:noFill/>
        </p:spPr>
        <p:txBody>
          <a:bodyPr lIns="548640" tIns="0" rIns="548640" bIns="0" anchor="ctr"/>
          <a:lstStyle>
            <a:lvl1pPr>
              <a:defRPr b="1">
                <a:solidFill>
                  <a:schemeClr val="bg1"/>
                </a:solidFill>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marL="800100" indent="0">
              <a:buNone/>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Add a photo or chart</a:t>
            </a:r>
          </a:p>
          <a:p>
            <a:pPr lvl="1"/>
            <a:r>
              <a:rPr lang="en-US"/>
              <a:t>Second level</a:t>
            </a:r>
          </a:p>
          <a:p>
            <a:pPr lvl="2"/>
            <a:r>
              <a:rPr lang="en-US"/>
              <a:t>Third level</a:t>
            </a:r>
          </a:p>
          <a:p>
            <a:pPr lvl="3"/>
            <a:r>
              <a:rPr lang="en-US"/>
              <a:t>Fourth level</a:t>
            </a:r>
          </a:p>
          <a:p>
            <a:pPr lvl="4"/>
            <a:r>
              <a:rPr lang="en-US"/>
              <a:t>Fifth level</a:t>
            </a:r>
          </a:p>
        </p:txBody>
      </p:sp>
      <p:sp>
        <p:nvSpPr>
          <p:cNvPr id="22" name="Content Placeholder 21">
            <a:extLst>
              <a:ext uri="{FF2B5EF4-FFF2-40B4-BE49-F238E27FC236}">
                <a16:creationId xmlns:a16="http://schemas.microsoft.com/office/drawing/2014/main" id="{419B93D8-9F40-73DB-5A94-C874C8DAA5C6}"/>
              </a:ext>
            </a:extLst>
          </p:cNvPr>
          <p:cNvSpPr>
            <a:spLocks noGrp="1"/>
          </p:cNvSpPr>
          <p:nvPr>
            <p:ph sz="quarter" idx="48" hasCustomPrompt="1"/>
          </p:nvPr>
        </p:nvSpPr>
        <p:spPr>
          <a:xfrm>
            <a:off x="8496993" y="3747156"/>
            <a:ext cx="3320934" cy="2795912"/>
          </a:xfrm>
          <a:noFill/>
        </p:spPr>
        <p:txBody>
          <a:bodyPr lIns="548640" tIns="0" rIns="548640" bIns="0" anchor="ctr" anchorCtr="0"/>
          <a:lstStyle>
            <a:lvl1pPr>
              <a:defRPr b="1">
                <a:solidFill>
                  <a:schemeClr val="bg1"/>
                </a:solidFill>
              </a:defRPr>
            </a:lvl1pPr>
            <a:lvl2pPr>
              <a:buClrTx/>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Tx/>
              <a:defRPr>
                <a:solidFill>
                  <a:schemeClr val="bg1"/>
                </a:solidFill>
              </a:defRPr>
            </a:lvl9pPr>
          </a:lstStyle>
          <a:p>
            <a:pPr lvl="0"/>
            <a:r>
              <a:rPr lang="en-US"/>
              <a:t>Add a photo or chart</a:t>
            </a:r>
          </a:p>
          <a:p>
            <a:pPr lvl="1"/>
            <a:r>
              <a:rPr lang="en-US"/>
              <a:t>Second level</a:t>
            </a:r>
          </a:p>
          <a:p>
            <a:pPr lvl="2"/>
            <a:r>
              <a:rPr lang="en-US"/>
              <a:t>Third level</a:t>
            </a:r>
          </a:p>
          <a:p>
            <a:pPr lvl="3"/>
            <a:r>
              <a:rPr lang="en-US"/>
              <a:t>Fourth level</a:t>
            </a:r>
          </a:p>
          <a:p>
            <a:pPr lvl="4"/>
            <a:r>
              <a:rPr lang="en-US"/>
              <a:t>Fifth level</a:t>
            </a:r>
          </a:p>
        </p:txBody>
      </p:sp>
      <p:sp>
        <p:nvSpPr>
          <p:cNvPr id="25" name="Content Placeholder 24">
            <a:extLst>
              <a:ext uri="{FF2B5EF4-FFF2-40B4-BE49-F238E27FC236}">
                <a16:creationId xmlns:a16="http://schemas.microsoft.com/office/drawing/2014/main" id="{F6249455-82E8-40E3-5DFB-873B422998AB}"/>
              </a:ext>
            </a:extLst>
          </p:cNvPr>
          <p:cNvSpPr>
            <a:spLocks noGrp="1"/>
          </p:cNvSpPr>
          <p:nvPr>
            <p:ph sz="quarter" idx="49" hasCustomPrompt="1"/>
          </p:nvPr>
        </p:nvSpPr>
        <p:spPr>
          <a:xfrm>
            <a:off x="4055115" y="3429000"/>
            <a:ext cx="4069080" cy="3429000"/>
          </a:xfrm>
          <a:noFill/>
        </p:spPr>
        <p:txBody>
          <a:bodyPr vert="horz" lIns="548640" tIns="0" rIns="548640" bIns="0" rtlCol="0" anchor="ctr">
            <a:normAutofit/>
          </a:bodyPr>
          <a:lstStyle>
            <a:lvl1pPr>
              <a:defRPr lang="en-US" sz="2100" b="0" dirty="0" smtClean="0">
                <a:solidFill>
                  <a:schemeClr val="bg1"/>
                </a:solidFill>
                <a:latin typeface="+mj-lt"/>
              </a:defRPr>
            </a:lvl1pPr>
            <a:lvl2pPr>
              <a:defRPr lang="en-US" dirty="0" smtClean="0">
                <a:solidFill>
                  <a:schemeClr val="bg1"/>
                </a:solidFill>
              </a:defRPr>
            </a:lvl2pPr>
            <a:lvl3pPr>
              <a:buClrTx/>
              <a:defRPr lang="en-US" dirty="0" smtClean="0">
                <a:solidFill>
                  <a:schemeClr val="bg1"/>
                </a:solidFill>
              </a:defRPr>
            </a:lvl3pPr>
            <a:lvl4pPr>
              <a:defRPr lang="en-US" dirty="0" smtClean="0">
                <a:solidFill>
                  <a:schemeClr val="bg1"/>
                </a:solidFill>
              </a:defRPr>
            </a:lvl4pPr>
            <a:lvl5pPr>
              <a:buClrTx/>
              <a:defRPr lang="en-US" dirty="0">
                <a:solidFill>
                  <a:schemeClr val="bg1"/>
                </a:solidFill>
              </a:defRPr>
            </a:lvl5pPr>
            <a:lvl6pPr marL="800100" indent="0">
              <a:buNone/>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Quotes, text, or image</a:t>
            </a:r>
          </a:p>
          <a:p>
            <a:pPr lvl="1"/>
            <a:r>
              <a:rPr lang="en-US"/>
              <a:t>Second level</a:t>
            </a:r>
          </a:p>
          <a:p>
            <a:pPr lvl="2"/>
            <a:r>
              <a:rPr lang="en-US"/>
              <a:t>Third level</a:t>
            </a:r>
          </a:p>
          <a:p>
            <a:pPr lvl="3"/>
            <a:r>
              <a:rPr lang="en-US"/>
              <a:t>Fourth level</a:t>
            </a:r>
          </a:p>
          <a:p>
            <a:pPr lvl="4"/>
            <a:r>
              <a:rPr lang="en-US"/>
              <a:t>Fifth level</a:t>
            </a:r>
          </a:p>
        </p:txBody>
      </p:sp>
      <p:sp>
        <p:nvSpPr>
          <p:cNvPr id="27" name="Content Placeholder 26">
            <a:extLst>
              <a:ext uri="{FF2B5EF4-FFF2-40B4-BE49-F238E27FC236}">
                <a16:creationId xmlns:a16="http://schemas.microsoft.com/office/drawing/2014/main" id="{6433A83F-D9D0-E3DD-A0A1-A356E73FBFB2}"/>
              </a:ext>
            </a:extLst>
          </p:cNvPr>
          <p:cNvSpPr>
            <a:spLocks noGrp="1"/>
          </p:cNvSpPr>
          <p:nvPr>
            <p:ph sz="quarter" idx="50" hasCustomPrompt="1"/>
          </p:nvPr>
        </p:nvSpPr>
        <p:spPr>
          <a:xfrm>
            <a:off x="8122920" y="0"/>
            <a:ext cx="4069080" cy="3429000"/>
          </a:xfrm>
          <a:noFill/>
        </p:spPr>
        <p:txBody>
          <a:bodyPr vert="horz" lIns="548640" tIns="0" rIns="548640" bIns="0" rtlCol="0" anchor="ctr">
            <a:normAutofit/>
          </a:bodyPr>
          <a:lstStyle>
            <a:lvl1pPr>
              <a:defRPr lang="en-US" sz="2100" dirty="0" smtClean="0">
                <a:solidFill>
                  <a:schemeClr val="bg1"/>
                </a:solidFill>
                <a:latin typeface="+mj-lt"/>
              </a:defRPr>
            </a:lvl1pPr>
            <a:lvl2pPr>
              <a:defRPr lang="en-US" dirty="0" smtClean="0">
                <a:solidFill>
                  <a:schemeClr val="bg1"/>
                </a:solidFill>
              </a:defRPr>
            </a:lvl2pPr>
            <a:lvl3pPr>
              <a:buClrTx/>
              <a:defRPr lang="en-US" dirty="0" smtClean="0">
                <a:solidFill>
                  <a:schemeClr val="bg1"/>
                </a:solidFill>
              </a:defRPr>
            </a:lvl3pPr>
            <a:lvl4pPr>
              <a:defRPr lang="en-US" dirty="0" smtClean="0">
                <a:solidFill>
                  <a:schemeClr val="bg1"/>
                </a:solidFill>
              </a:defRPr>
            </a:lvl4pPr>
            <a:lvl5pPr>
              <a:buClrTx/>
              <a:defRPr lang="en-US" dirty="0">
                <a:solidFill>
                  <a:schemeClr val="bg1"/>
                </a:solidFill>
              </a:defRPr>
            </a:lvl5pPr>
            <a:lvl6pPr marL="800100" indent="0">
              <a:buNone/>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Quotes, text, or image</a:t>
            </a:r>
          </a:p>
          <a:p>
            <a:pPr lvl="1"/>
            <a:r>
              <a:rPr lang="en-US"/>
              <a:t>Second level</a:t>
            </a:r>
          </a:p>
          <a:p>
            <a:pPr lvl="2"/>
            <a:r>
              <a:rPr lang="en-US"/>
              <a:t>Third level</a:t>
            </a:r>
          </a:p>
          <a:p>
            <a:pPr lvl="3"/>
            <a:r>
              <a:rPr lang="en-US"/>
              <a:t>Fourth level</a:t>
            </a:r>
          </a:p>
          <a:p>
            <a:pPr lvl="4"/>
            <a:r>
              <a:rPr lang="en-US"/>
              <a:t>Fifth level</a:t>
            </a:r>
          </a:p>
        </p:txBody>
      </p:sp>
      <p:sp>
        <p:nvSpPr>
          <p:cNvPr id="7" name="Title 5">
            <a:extLst>
              <a:ext uri="{FF2B5EF4-FFF2-40B4-BE49-F238E27FC236}">
                <a16:creationId xmlns:a16="http://schemas.microsoft.com/office/drawing/2014/main" id="{48AC8EA4-0D69-7185-E21E-3A998D4C0283}"/>
              </a:ext>
            </a:extLst>
          </p:cNvPr>
          <p:cNvSpPr>
            <a:spLocks noGrp="1"/>
          </p:cNvSpPr>
          <p:nvPr>
            <p:ph type="title"/>
          </p:nvPr>
        </p:nvSpPr>
        <p:spPr>
          <a:xfrm>
            <a:off x="546099" y="552450"/>
            <a:ext cx="3513785" cy="434975"/>
          </a:xfrm>
        </p:spPr>
        <p:txBody>
          <a:bodyPr rIns="274320"/>
          <a:lstStyle/>
          <a:p>
            <a:r>
              <a:rPr lang="en-US"/>
              <a:t>Click to edit Master title style</a:t>
            </a:r>
          </a:p>
        </p:txBody>
      </p:sp>
      <p:sp>
        <p:nvSpPr>
          <p:cNvPr id="8" name="Text Placeholder 10">
            <a:extLst>
              <a:ext uri="{FF2B5EF4-FFF2-40B4-BE49-F238E27FC236}">
                <a16:creationId xmlns:a16="http://schemas.microsoft.com/office/drawing/2014/main" id="{2FE058B6-3992-C015-0C1B-CF5A092DD0C5}"/>
              </a:ext>
            </a:extLst>
          </p:cNvPr>
          <p:cNvSpPr>
            <a:spLocks noGrp="1"/>
          </p:cNvSpPr>
          <p:nvPr>
            <p:ph type="body" sz="quarter" idx="21"/>
          </p:nvPr>
        </p:nvSpPr>
        <p:spPr>
          <a:xfrm>
            <a:off x="546100" y="1127125"/>
            <a:ext cx="3310473"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9" name="Content Placeholder 22">
            <a:extLst>
              <a:ext uri="{FF2B5EF4-FFF2-40B4-BE49-F238E27FC236}">
                <a16:creationId xmlns:a16="http://schemas.microsoft.com/office/drawing/2014/main" id="{C1B56411-5CA6-9842-0E70-A429EA905CD5}"/>
              </a:ext>
            </a:extLst>
          </p:cNvPr>
          <p:cNvSpPr>
            <a:spLocks noGrp="1"/>
          </p:cNvSpPr>
          <p:nvPr>
            <p:ph sz="quarter" idx="23"/>
          </p:nvPr>
        </p:nvSpPr>
        <p:spPr>
          <a:xfrm>
            <a:off x="546099" y="1849438"/>
            <a:ext cx="3310473" cy="4017962"/>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grpSp>
        <p:nvGrpSpPr>
          <p:cNvPr id="6" name="Group 5">
            <a:extLst>
              <a:ext uri="{FF2B5EF4-FFF2-40B4-BE49-F238E27FC236}">
                <a16:creationId xmlns:a16="http://schemas.microsoft.com/office/drawing/2014/main" id="{E6C3AFED-8D2B-B51D-535E-2FC813552EB4}"/>
              </a:ext>
            </a:extLst>
          </p:cNvPr>
          <p:cNvGrpSpPr/>
          <p:nvPr userDrawn="1"/>
        </p:nvGrpSpPr>
        <p:grpSpPr>
          <a:xfrm>
            <a:off x="12356815" y="0"/>
            <a:ext cx="756834" cy="6872642"/>
            <a:chOff x="12356815" y="0"/>
            <a:chExt cx="756834" cy="6872642"/>
          </a:xfrm>
        </p:grpSpPr>
        <p:sp>
          <p:nvSpPr>
            <p:cNvPr id="10" name="Rectangle 9">
              <a:extLst>
                <a:ext uri="{FF2B5EF4-FFF2-40B4-BE49-F238E27FC236}">
                  <a16:creationId xmlns:a16="http://schemas.microsoft.com/office/drawing/2014/main" id="{70E27599-FB1C-7CDA-DA01-22AA36685C21}"/>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1" name="TextBox 10">
              <a:extLst>
                <a:ext uri="{FF2B5EF4-FFF2-40B4-BE49-F238E27FC236}">
                  <a16:creationId xmlns:a16="http://schemas.microsoft.com/office/drawing/2014/main" id="{715FABB6-D6BF-8C8A-8117-AE9037092FB5}"/>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3" name="Rectangle 12">
              <a:extLst>
                <a:ext uri="{FF2B5EF4-FFF2-40B4-BE49-F238E27FC236}">
                  <a16:creationId xmlns:a16="http://schemas.microsoft.com/office/drawing/2014/main" id="{0F42B15B-F0AB-E1AC-FF59-CF1A45C018C4}"/>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4" name="Group 13">
              <a:extLst>
                <a:ext uri="{FF2B5EF4-FFF2-40B4-BE49-F238E27FC236}">
                  <a16:creationId xmlns:a16="http://schemas.microsoft.com/office/drawing/2014/main" id="{053F27CB-47B3-0E9B-94F6-BF14F0494BA1}"/>
                </a:ext>
              </a:extLst>
            </p:cNvPr>
            <p:cNvGrpSpPr/>
            <p:nvPr userDrawn="1"/>
          </p:nvGrpSpPr>
          <p:grpSpPr>
            <a:xfrm>
              <a:off x="12442019" y="3791214"/>
              <a:ext cx="382660" cy="2882942"/>
              <a:chOff x="14001569" y="3716048"/>
              <a:chExt cx="316248" cy="3171236"/>
            </a:xfrm>
          </p:grpSpPr>
          <p:sp>
            <p:nvSpPr>
              <p:cNvPr id="31" name="Rectangle 30">
                <a:extLst>
                  <a:ext uri="{FF2B5EF4-FFF2-40B4-BE49-F238E27FC236}">
                    <a16:creationId xmlns:a16="http://schemas.microsoft.com/office/drawing/2014/main" id="{49F2AB32-A4E2-8375-A9F6-DA4D91B34969}"/>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9235B32A-02FB-0DDE-2945-F8990B7A84D6}"/>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88BF95FA-EABB-F558-0C2B-351FF43B7D6C}"/>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751A466E-D617-6127-968C-50253784DCCA}"/>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9F8E84A1-C527-5640-9A4B-8310BDDE42E3}"/>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67152CFF-2901-D243-0CD8-85BFD0804335}"/>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DFF88491-65E5-47F5-EB77-DA95EF1A1652}"/>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A2917591-03BC-D102-05A2-9A2A8BF5B8E2}"/>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FB680309-EC47-1018-1EA4-D93862E98BC3}"/>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421DFD13-B7B6-5CFF-AA0B-4F49C3B47ED2}"/>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5" name="Group 14">
              <a:extLst>
                <a:ext uri="{FF2B5EF4-FFF2-40B4-BE49-F238E27FC236}">
                  <a16:creationId xmlns:a16="http://schemas.microsoft.com/office/drawing/2014/main" id="{8EB11263-6B25-2312-A75B-8F71912D9AAC}"/>
                </a:ext>
              </a:extLst>
            </p:cNvPr>
            <p:cNvGrpSpPr/>
            <p:nvPr userDrawn="1"/>
          </p:nvGrpSpPr>
          <p:grpSpPr>
            <a:xfrm>
              <a:off x="12442019" y="198485"/>
              <a:ext cx="382660" cy="2882942"/>
              <a:chOff x="12742785" y="3716048"/>
              <a:chExt cx="316248" cy="3171236"/>
            </a:xfrm>
          </p:grpSpPr>
          <p:sp>
            <p:nvSpPr>
              <p:cNvPr id="17" name="Rectangle 16">
                <a:extLst>
                  <a:ext uri="{FF2B5EF4-FFF2-40B4-BE49-F238E27FC236}">
                    <a16:creationId xmlns:a16="http://schemas.microsoft.com/office/drawing/2014/main" id="{408B2D82-0B2B-5036-C40E-2D02987A41E4}"/>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57D9F751-B970-E733-EC26-A36FF4E8C356}"/>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6DE657F7-C593-4995-3FA6-A65F948781C4}"/>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6CE9EE49-A921-C3B3-AE0E-B7E7A5AAF7CD}"/>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7E4068AC-8509-9663-30A0-9F901C8931B0}"/>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0F7BF74A-69B0-198B-1B8C-6FCB070C4C7B}"/>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9025D49A-41AD-FAF7-A615-ADD3C2C4D382}"/>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EF516AED-8C28-A05C-0AA0-3034304BE961}"/>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7EDA72A6-D40B-5875-BE5B-6E7EA5E3086A}"/>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946CAF10-3087-3741-D5A9-7B5156F0A370}"/>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6" name="TextBox 15">
              <a:extLst>
                <a:ext uri="{FF2B5EF4-FFF2-40B4-BE49-F238E27FC236}">
                  <a16:creationId xmlns:a16="http://schemas.microsoft.com/office/drawing/2014/main" id="{F201AE5F-EAB9-1C70-E118-0F7922D1F645}"/>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1" name="TextBox 40">
            <a:extLst>
              <a:ext uri="{FF2B5EF4-FFF2-40B4-BE49-F238E27FC236}">
                <a16:creationId xmlns:a16="http://schemas.microsoft.com/office/drawing/2014/main" id="{C5222764-14A6-97D8-482C-A0A571130378}"/>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291100413"/>
      </p:ext>
    </p:extLst>
  </p:cSld>
  <p:clrMapOvr>
    <a:masterClrMapping/>
  </p:clrMapOvr>
</p:sldLayout>
</file>

<file path=ppt/slideLayouts/slideLayout235.xml><?xml version="1.0" encoding="utf-8"?>
<p:sldLayout xmlns:a="http://schemas.openxmlformats.org/drawingml/2006/main" xmlns:r="http://schemas.openxmlformats.org/officeDocument/2006/relationships" xmlns:p="http://schemas.openxmlformats.org/presentationml/2006/main" preserve="1" userDrawn="1">
  <p:cSld name="5 Column - Icons">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2" name="Title 11">
            <a:extLst>
              <a:ext uri="{FF2B5EF4-FFF2-40B4-BE49-F238E27FC236}">
                <a16:creationId xmlns:a16="http://schemas.microsoft.com/office/drawing/2014/main" id="{91874068-FCB3-3E67-FD8A-888858391AF4}"/>
              </a:ext>
            </a:extLst>
          </p:cNvPr>
          <p:cNvSpPr>
            <a:spLocks noGrp="1"/>
          </p:cNvSpPr>
          <p:nvPr>
            <p:ph type="title"/>
          </p:nvPr>
        </p:nvSpPr>
        <p:spPr>
          <a:xfrm>
            <a:off x="546100" y="552450"/>
            <a:ext cx="11091861" cy="434975"/>
          </a:xfrm>
        </p:spPr>
        <p:txBody>
          <a:bodyPr/>
          <a:lstStyle>
            <a:lvl1pPr>
              <a:defRPr>
                <a:solidFill>
                  <a:schemeClr val="tx2"/>
                </a:solidFill>
              </a:defRPr>
            </a:lvl1pPr>
          </a:lstStyle>
          <a:p>
            <a:r>
              <a:rPr lang="en-US"/>
              <a:t>Click to edit Master title style</a:t>
            </a:r>
          </a:p>
        </p:txBody>
      </p:sp>
      <p:sp>
        <p:nvSpPr>
          <p:cNvPr id="3" name="Picture Placeholder 9">
            <a:extLst>
              <a:ext uri="{FF2B5EF4-FFF2-40B4-BE49-F238E27FC236}">
                <a16:creationId xmlns:a16="http://schemas.microsoft.com/office/drawing/2014/main" id="{FD134F76-7012-6EEC-A825-D898002DCBEA}"/>
              </a:ext>
            </a:extLst>
          </p:cNvPr>
          <p:cNvSpPr>
            <a:spLocks noGrp="1"/>
          </p:cNvSpPr>
          <p:nvPr>
            <p:ph type="pic" sz="quarter" idx="28" hasCustomPrompt="1"/>
          </p:nvPr>
        </p:nvSpPr>
        <p:spPr>
          <a:xfrm>
            <a:off x="545821" y="1849438"/>
            <a:ext cx="694944" cy="720725"/>
          </a:xfrm>
          <a:noFill/>
          <a:ln>
            <a:noFill/>
          </a:ln>
        </p:spPr>
        <p:txBody>
          <a:bodyPr tIns="457200" anchor="ctr">
            <a:normAutofit/>
          </a:bodyPr>
          <a:lstStyle>
            <a:lvl1pPr algn="ctr">
              <a:defRPr sz="1100">
                <a:solidFill>
                  <a:schemeClr val="tx1"/>
                </a:solidFill>
              </a:defRPr>
            </a:lvl1pPr>
          </a:lstStyle>
          <a:p>
            <a:r>
              <a:rPr lang="en-US"/>
              <a:t>Icon</a:t>
            </a:r>
          </a:p>
        </p:txBody>
      </p:sp>
      <p:sp>
        <p:nvSpPr>
          <p:cNvPr id="22" name="Picture Placeholder 9">
            <a:extLst>
              <a:ext uri="{FF2B5EF4-FFF2-40B4-BE49-F238E27FC236}">
                <a16:creationId xmlns:a16="http://schemas.microsoft.com/office/drawing/2014/main" id="{863DF09F-2802-54BC-34C2-BC92D3C8205A}"/>
              </a:ext>
            </a:extLst>
          </p:cNvPr>
          <p:cNvSpPr>
            <a:spLocks noGrp="1"/>
          </p:cNvSpPr>
          <p:nvPr>
            <p:ph type="pic" sz="quarter" idx="36" hasCustomPrompt="1"/>
          </p:nvPr>
        </p:nvSpPr>
        <p:spPr>
          <a:xfrm>
            <a:off x="2802335" y="1849438"/>
            <a:ext cx="694944" cy="720725"/>
          </a:xfrm>
          <a:noFill/>
          <a:ln>
            <a:noFill/>
          </a:ln>
        </p:spPr>
        <p:txBody>
          <a:bodyPr tIns="457200" anchor="ctr">
            <a:normAutofit/>
          </a:bodyPr>
          <a:lstStyle>
            <a:lvl1pPr algn="ctr">
              <a:defRPr sz="1100">
                <a:solidFill>
                  <a:schemeClr val="tx1"/>
                </a:solidFill>
              </a:defRPr>
            </a:lvl1pPr>
          </a:lstStyle>
          <a:p>
            <a:r>
              <a:rPr lang="en-US"/>
              <a:t>Icon</a:t>
            </a:r>
          </a:p>
        </p:txBody>
      </p:sp>
      <p:sp>
        <p:nvSpPr>
          <p:cNvPr id="23" name="Picture Placeholder 9">
            <a:extLst>
              <a:ext uri="{FF2B5EF4-FFF2-40B4-BE49-F238E27FC236}">
                <a16:creationId xmlns:a16="http://schemas.microsoft.com/office/drawing/2014/main" id="{3D2406FE-BD16-3B98-1AC4-2D5AA65FF9D9}"/>
              </a:ext>
            </a:extLst>
          </p:cNvPr>
          <p:cNvSpPr>
            <a:spLocks noGrp="1"/>
          </p:cNvSpPr>
          <p:nvPr>
            <p:ph type="pic" sz="quarter" idx="37" hasCustomPrompt="1"/>
          </p:nvPr>
        </p:nvSpPr>
        <p:spPr>
          <a:xfrm>
            <a:off x="5050633" y="1849438"/>
            <a:ext cx="694944" cy="720725"/>
          </a:xfrm>
          <a:noFill/>
          <a:ln>
            <a:noFill/>
          </a:ln>
        </p:spPr>
        <p:txBody>
          <a:bodyPr tIns="457200" anchor="ctr">
            <a:normAutofit/>
          </a:bodyPr>
          <a:lstStyle>
            <a:lvl1pPr algn="ctr">
              <a:defRPr sz="1100">
                <a:solidFill>
                  <a:schemeClr val="tx1"/>
                </a:solidFill>
              </a:defRPr>
            </a:lvl1pPr>
          </a:lstStyle>
          <a:p>
            <a:r>
              <a:rPr lang="en-US"/>
              <a:t>Icon</a:t>
            </a:r>
          </a:p>
        </p:txBody>
      </p:sp>
      <p:sp>
        <p:nvSpPr>
          <p:cNvPr id="24" name="Picture Placeholder 9">
            <a:extLst>
              <a:ext uri="{FF2B5EF4-FFF2-40B4-BE49-F238E27FC236}">
                <a16:creationId xmlns:a16="http://schemas.microsoft.com/office/drawing/2014/main" id="{18479DC6-6C65-6D06-16A5-DC26A0B633FF}"/>
              </a:ext>
            </a:extLst>
          </p:cNvPr>
          <p:cNvSpPr>
            <a:spLocks noGrp="1"/>
          </p:cNvSpPr>
          <p:nvPr>
            <p:ph type="pic" sz="quarter" idx="38" hasCustomPrompt="1"/>
          </p:nvPr>
        </p:nvSpPr>
        <p:spPr>
          <a:xfrm>
            <a:off x="7298931" y="1849438"/>
            <a:ext cx="694944" cy="720725"/>
          </a:xfrm>
          <a:noFill/>
          <a:ln>
            <a:noFill/>
          </a:ln>
        </p:spPr>
        <p:txBody>
          <a:bodyPr tIns="457200" anchor="ctr">
            <a:normAutofit/>
          </a:bodyPr>
          <a:lstStyle>
            <a:lvl1pPr algn="ctr">
              <a:defRPr sz="1100">
                <a:solidFill>
                  <a:schemeClr val="tx1"/>
                </a:solidFill>
              </a:defRPr>
            </a:lvl1pPr>
          </a:lstStyle>
          <a:p>
            <a:r>
              <a:rPr lang="en-US"/>
              <a:t>Icon</a:t>
            </a:r>
          </a:p>
        </p:txBody>
      </p:sp>
      <p:sp>
        <p:nvSpPr>
          <p:cNvPr id="25" name="Picture Placeholder 9">
            <a:extLst>
              <a:ext uri="{FF2B5EF4-FFF2-40B4-BE49-F238E27FC236}">
                <a16:creationId xmlns:a16="http://schemas.microsoft.com/office/drawing/2014/main" id="{BBAE8DFB-8DC8-374F-6F98-F8A1ADCA2C3C}"/>
              </a:ext>
            </a:extLst>
          </p:cNvPr>
          <p:cNvSpPr>
            <a:spLocks noGrp="1"/>
          </p:cNvSpPr>
          <p:nvPr>
            <p:ph type="pic" sz="quarter" idx="39" hasCustomPrompt="1"/>
          </p:nvPr>
        </p:nvSpPr>
        <p:spPr>
          <a:xfrm>
            <a:off x="9547229" y="1849438"/>
            <a:ext cx="694944" cy="720725"/>
          </a:xfrm>
          <a:noFill/>
          <a:ln>
            <a:noFill/>
          </a:ln>
        </p:spPr>
        <p:txBody>
          <a:bodyPr tIns="457200" anchor="ctr">
            <a:normAutofit/>
          </a:bodyPr>
          <a:lstStyle>
            <a:lvl1pPr algn="ctr">
              <a:defRPr sz="1100">
                <a:solidFill>
                  <a:schemeClr val="tx1"/>
                </a:solidFill>
              </a:defRPr>
            </a:lvl1pPr>
          </a:lstStyle>
          <a:p>
            <a:r>
              <a:rPr lang="en-US"/>
              <a:t>Icon</a:t>
            </a:r>
          </a:p>
        </p:txBody>
      </p:sp>
      <p:sp>
        <p:nvSpPr>
          <p:cNvPr id="2" name="Freeform 5">
            <a:extLst>
              <a:ext uri="{FF2B5EF4-FFF2-40B4-BE49-F238E27FC236}">
                <a16:creationId xmlns:a16="http://schemas.microsoft.com/office/drawing/2014/main" id="{F865BEBC-DC71-5993-E446-743B2380E9F4}"/>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1" name="Text Placeholder 10">
            <a:extLst>
              <a:ext uri="{FF2B5EF4-FFF2-40B4-BE49-F238E27FC236}">
                <a16:creationId xmlns:a16="http://schemas.microsoft.com/office/drawing/2014/main" id="{5155D0AF-DC50-1231-8C20-9614D9642834}"/>
              </a:ext>
            </a:extLst>
          </p:cNvPr>
          <p:cNvSpPr>
            <a:spLocks noGrp="1"/>
          </p:cNvSpPr>
          <p:nvPr>
            <p:ph type="body" sz="quarter" idx="45"/>
          </p:nvPr>
        </p:nvSpPr>
        <p:spPr>
          <a:xfrm>
            <a:off x="546100" y="1127125"/>
            <a:ext cx="11091861"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3" name="Text Placeholder 15">
            <a:extLst>
              <a:ext uri="{FF2B5EF4-FFF2-40B4-BE49-F238E27FC236}">
                <a16:creationId xmlns:a16="http://schemas.microsoft.com/office/drawing/2014/main" id="{23EA351B-2744-2292-EA13-ECF616B5AF66}"/>
              </a:ext>
            </a:extLst>
          </p:cNvPr>
          <p:cNvSpPr>
            <a:spLocks noGrp="1"/>
          </p:cNvSpPr>
          <p:nvPr>
            <p:ph type="body" sz="quarter" idx="46"/>
          </p:nvPr>
        </p:nvSpPr>
        <p:spPr>
          <a:xfrm>
            <a:off x="546100" y="6019800"/>
            <a:ext cx="5445125"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4" name="Content Placeholder 32">
            <a:extLst>
              <a:ext uri="{FF2B5EF4-FFF2-40B4-BE49-F238E27FC236}">
                <a16:creationId xmlns:a16="http://schemas.microsoft.com/office/drawing/2014/main" id="{739AFE11-1479-0079-CBFD-DE22CF1EF3D7}"/>
              </a:ext>
            </a:extLst>
          </p:cNvPr>
          <p:cNvSpPr>
            <a:spLocks noGrp="1"/>
          </p:cNvSpPr>
          <p:nvPr>
            <p:ph sz="quarter" idx="40"/>
          </p:nvPr>
        </p:nvSpPr>
        <p:spPr>
          <a:xfrm>
            <a:off x="546100" y="2715418"/>
            <a:ext cx="1828800" cy="315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Content Placeholder 15">
            <a:extLst>
              <a:ext uri="{FF2B5EF4-FFF2-40B4-BE49-F238E27FC236}">
                <a16:creationId xmlns:a16="http://schemas.microsoft.com/office/drawing/2014/main" id="{0A10D501-BB72-6F51-3E2C-9A5D9855D3B8}"/>
              </a:ext>
            </a:extLst>
          </p:cNvPr>
          <p:cNvSpPr>
            <a:spLocks noGrp="1"/>
          </p:cNvSpPr>
          <p:nvPr>
            <p:ph sz="quarter" idx="47"/>
          </p:nvPr>
        </p:nvSpPr>
        <p:spPr>
          <a:xfrm>
            <a:off x="2802335" y="2714624"/>
            <a:ext cx="1828800" cy="315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sp>
        <p:nvSpPr>
          <p:cNvPr id="18" name="Content Placeholder 17">
            <a:extLst>
              <a:ext uri="{FF2B5EF4-FFF2-40B4-BE49-F238E27FC236}">
                <a16:creationId xmlns:a16="http://schemas.microsoft.com/office/drawing/2014/main" id="{DDF53402-575C-C10C-7E8E-6C99DEA94988}"/>
              </a:ext>
            </a:extLst>
          </p:cNvPr>
          <p:cNvSpPr>
            <a:spLocks noGrp="1"/>
          </p:cNvSpPr>
          <p:nvPr>
            <p:ph sz="quarter" idx="48"/>
          </p:nvPr>
        </p:nvSpPr>
        <p:spPr>
          <a:xfrm>
            <a:off x="5050632" y="2715417"/>
            <a:ext cx="1828800" cy="315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sp>
        <p:nvSpPr>
          <p:cNvPr id="21" name="Content Placeholder 20">
            <a:extLst>
              <a:ext uri="{FF2B5EF4-FFF2-40B4-BE49-F238E27FC236}">
                <a16:creationId xmlns:a16="http://schemas.microsoft.com/office/drawing/2014/main" id="{B95D6E10-7BC7-5B48-5FC8-AA3FBBF31296}"/>
              </a:ext>
            </a:extLst>
          </p:cNvPr>
          <p:cNvSpPr>
            <a:spLocks noGrp="1"/>
          </p:cNvSpPr>
          <p:nvPr>
            <p:ph sz="quarter" idx="49"/>
          </p:nvPr>
        </p:nvSpPr>
        <p:spPr>
          <a:xfrm>
            <a:off x="7298927" y="2716608"/>
            <a:ext cx="1828800" cy="315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sp>
        <p:nvSpPr>
          <p:cNvPr id="34" name="Content Placeholder 33">
            <a:extLst>
              <a:ext uri="{FF2B5EF4-FFF2-40B4-BE49-F238E27FC236}">
                <a16:creationId xmlns:a16="http://schemas.microsoft.com/office/drawing/2014/main" id="{35D3FA32-E657-445D-AFF1-5F98826EF595}"/>
              </a:ext>
            </a:extLst>
          </p:cNvPr>
          <p:cNvSpPr>
            <a:spLocks noGrp="1"/>
          </p:cNvSpPr>
          <p:nvPr>
            <p:ph sz="quarter" idx="50"/>
          </p:nvPr>
        </p:nvSpPr>
        <p:spPr>
          <a:xfrm>
            <a:off x="9547222" y="2714624"/>
            <a:ext cx="1828800" cy="315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grpSp>
        <p:nvGrpSpPr>
          <p:cNvPr id="4" name="Group 3">
            <a:extLst>
              <a:ext uri="{FF2B5EF4-FFF2-40B4-BE49-F238E27FC236}">
                <a16:creationId xmlns:a16="http://schemas.microsoft.com/office/drawing/2014/main" id="{B90427AB-29B5-D8C3-553A-F255898D9147}"/>
              </a:ext>
            </a:extLst>
          </p:cNvPr>
          <p:cNvGrpSpPr/>
          <p:nvPr userDrawn="1"/>
        </p:nvGrpSpPr>
        <p:grpSpPr>
          <a:xfrm>
            <a:off x="12356815" y="0"/>
            <a:ext cx="756834" cy="6872642"/>
            <a:chOff x="12356815" y="0"/>
            <a:chExt cx="756834" cy="6872642"/>
          </a:xfrm>
        </p:grpSpPr>
        <p:sp>
          <p:nvSpPr>
            <p:cNvPr id="5" name="Rectangle 4">
              <a:extLst>
                <a:ext uri="{FF2B5EF4-FFF2-40B4-BE49-F238E27FC236}">
                  <a16:creationId xmlns:a16="http://schemas.microsoft.com/office/drawing/2014/main" id="{A7E5A6D2-8346-C7C9-5DC7-90F42423066B}"/>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9F29526F-9BBF-B7D7-E040-F76741CFBAF1}"/>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8CC6872D-D912-EDF5-404D-8C595577C3D1}"/>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E45E68FF-D3B9-213A-BDB9-75C86880C44D}"/>
                </a:ext>
              </a:extLst>
            </p:cNvPr>
            <p:cNvGrpSpPr/>
            <p:nvPr userDrawn="1"/>
          </p:nvGrpSpPr>
          <p:grpSpPr>
            <a:xfrm>
              <a:off x="12442019" y="3791214"/>
              <a:ext cx="382660" cy="2882942"/>
              <a:chOff x="14001569" y="3716048"/>
              <a:chExt cx="316248" cy="3171236"/>
            </a:xfrm>
          </p:grpSpPr>
          <p:sp>
            <p:nvSpPr>
              <p:cNvPr id="35" name="Rectangle 34">
                <a:extLst>
                  <a:ext uri="{FF2B5EF4-FFF2-40B4-BE49-F238E27FC236}">
                    <a16:creationId xmlns:a16="http://schemas.microsoft.com/office/drawing/2014/main" id="{16FDC8C1-8112-0259-2169-9FF34CF8BB33}"/>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B4E86AA0-59B1-0A56-A978-EBEFD759EEF6}"/>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617D2783-8A1D-E47C-AE82-6C2E09DF21FA}"/>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C2CC9D5C-1E15-CED3-7460-6D7AB16A15EC}"/>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2057C852-B7A6-CC32-AE68-54D8C48E3582}"/>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3BE2957B-BB9C-BB4C-54E0-7E1EBB94AB5F}"/>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2F664ACB-F59B-954C-4465-D698A691FD1F}"/>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2" name="Rectangle 41">
                <a:extLst>
                  <a:ext uri="{FF2B5EF4-FFF2-40B4-BE49-F238E27FC236}">
                    <a16:creationId xmlns:a16="http://schemas.microsoft.com/office/drawing/2014/main" id="{99C34A4D-E282-7DE3-F99D-C3276C90F60C}"/>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3" name="Rectangle 42">
                <a:extLst>
                  <a:ext uri="{FF2B5EF4-FFF2-40B4-BE49-F238E27FC236}">
                    <a16:creationId xmlns:a16="http://schemas.microsoft.com/office/drawing/2014/main" id="{6C74494D-A878-DD6F-EE20-E6E3179C2278}"/>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4" name="Rectangle 43">
                <a:extLst>
                  <a:ext uri="{FF2B5EF4-FFF2-40B4-BE49-F238E27FC236}">
                    <a16:creationId xmlns:a16="http://schemas.microsoft.com/office/drawing/2014/main" id="{89684F70-EA46-B83B-1059-957FF42DA10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5" name="Group 14">
              <a:extLst>
                <a:ext uri="{FF2B5EF4-FFF2-40B4-BE49-F238E27FC236}">
                  <a16:creationId xmlns:a16="http://schemas.microsoft.com/office/drawing/2014/main" id="{B26A8E68-FF0D-F86E-F9B1-242B7BAABDB0}"/>
                </a:ext>
              </a:extLst>
            </p:cNvPr>
            <p:cNvGrpSpPr/>
            <p:nvPr userDrawn="1"/>
          </p:nvGrpSpPr>
          <p:grpSpPr>
            <a:xfrm>
              <a:off x="12442019" y="198485"/>
              <a:ext cx="382660" cy="2882942"/>
              <a:chOff x="12742785" y="3716048"/>
              <a:chExt cx="316248" cy="3171236"/>
            </a:xfrm>
          </p:grpSpPr>
          <p:sp>
            <p:nvSpPr>
              <p:cNvPr id="19" name="Rectangle 18">
                <a:extLst>
                  <a:ext uri="{FF2B5EF4-FFF2-40B4-BE49-F238E27FC236}">
                    <a16:creationId xmlns:a16="http://schemas.microsoft.com/office/drawing/2014/main" id="{DE96B631-4826-BAA5-4808-2788D42C8329}"/>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AE9F8F1B-6271-605B-E210-A6B549F70494}"/>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CF8B4B7B-E0C5-C957-D174-09BE3DEAB6A2}"/>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E63F14B0-62C6-B88F-7B56-A203A0F29ED5}"/>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42E4BF7B-2A48-8D6C-7493-D3152F199257}"/>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59E22A53-3943-8D63-5482-0F2A16787309}"/>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D3FCABB4-54D2-518E-4134-9F254D7480C7}"/>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B7FBEC40-218E-7C23-4709-19139A097B2F}"/>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3F842FC0-DF4D-9632-FE9D-4E7D2FB776B6}"/>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698CCC57-6845-9613-4268-B5F50C22F0B3}"/>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7" name="TextBox 16">
              <a:extLst>
                <a:ext uri="{FF2B5EF4-FFF2-40B4-BE49-F238E27FC236}">
                  <a16:creationId xmlns:a16="http://schemas.microsoft.com/office/drawing/2014/main" id="{C51BFD21-4CE7-7CF8-3A6D-CC9EF3BDDEA2}"/>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5" name="TextBox 44">
            <a:extLst>
              <a:ext uri="{FF2B5EF4-FFF2-40B4-BE49-F238E27FC236}">
                <a16:creationId xmlns:a16="http://schemas.microsoft.com/office/drawing/2014/main" id="{1E5377EC-13FC-F6FE-6C36-AE959BA31713}"/>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659089263"/>
      </p:ext>
    </p:extLst>
  </p:cSld>
  <p:clrMapOvr>
    <a:masterClrMapping/>
  </p:clrMapOvr>
</p:sldLayout>
</file>

<file path=ppt/slideLayouts/slideLayout236.xml><?xml version="1.0" encoding="utf-8"?>
<p:sldLayout xmlns:a="http://schemas.openxmlformats.org/drawingml/2006/main" xmlns:r="http://schemas.openxmlformats.org/officeDocument/2006/relationships" xmlns:p="http://schemas.openxmlformats.org/presentationml/2006/main" preserve="1" userDrawn="1">
  <p:cSld name="3 Column - Photo Top">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noChangeAspect="1"/>
          </p:cNvSpPr>
          <p:nvPr>
            <p:ph type="pic" sz="quarter" idx="13"/>
          </p:nvPr>
        </p:nvSpPr>
        <p:spPr>
          <a:xfrm>
            <a:off x="0" y="0"/>
            <a:ext cx="12192000" cy="3429000"/>
          </a:xfrm>
          <a:solidFill>
            <a:schemeClr val="bg1">
              <a:lumMod val="65000"/>
            </a:schemeClr>
          </a:solidFill>
        </p:spPr>
        <p:txBody>
          <a:bodyPr anchor="ctr"/>
          <a:lstStyle>
            <a:lvl1pPr algn="ctr">
              <a:defRPr>
                <a:solidFill>
                  <a:schemeClr val="bg1"/>
                </a:solidFill>
              </a:defRPr>
            </a:lvl1pPr>
          </a:lstStyle>
          <a:p>
            <a:r>
              <a:rPr lang="en-US"/>
              <a:t>Click icon to add picture</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2" name="Title 11">
            <a:extLst>
              <a:ext uri="{FF2B5EF4-FFF2-40B4-BE49-F238E27FC236}">
                <a16:creationId xmlns:a16="http://schemas.microsoft.com/office/drawing/2014/main" id="{91874068-FCB3-3E67-FD8A-888858391AF4}"/>
              </a:ext>
            </a:extLst>
          </p:cNvPr>
          <p:cNvSpPr>
            <a:spLocks noGrp="1"/>
          </p:cNvSpPr>
          <p:nvPr>
            <p:ph type="title"/>
          </p:nvPr>
        </p:nvSpPr>
        <p:spPr/>
        <p:txBody>
          <a:bodyPr/>
          <a:lstStyle>
            <a:lvl1pPr>
              <a:defRPr>
                <a:solidFill>
                  <a:schemeClr val="bg1"/>
                </a:solidFill>
              </a:defRPr>
            </a:lvl1pPr>
          </a:lstStyle>
          <a:p>
            <a:r>
              <a:rPr lang="en-US"/>
              <a:t>Click to edit Master title style</a:t>
            </a:r>
          </a:p>
        </p:txBody>
      </p:sp>
      <p:sp>
        <p:nvSpPr>
          <p:cNvPr id="3" name="Freeform 5">
            <a:extLst>
              <a:ext uri="{FF2B5EF4-FFF2-40B4-BE49-F238E27FC236}">
                <a16:creationId xmlns:a16="http://schemas.microsoft.com/office/drawing/2014/main" id="{71FB9F00-A1C6-0B41-BCF5-7DBE317FE533}"/>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3" name="Text Placeholder 10">
            <a:extLst>
              <a:ext uri="{FF2B5EF4-FFF2-40B4-BE49-F238E27FC236}">
                <a16:creationId xmlns:a16="http://schemas.microsoft.com/office/drawing/2014/main" id="{89B32E50-9450-0A92-9772-59EA93C40AE7}"/>
              </a:ext>
            </a:extLst>
          </p:cNvPr>
          <p:cNvSpPr>
            <a:spLocks noGrp="1"/>
          </p:cNvSpPr>
          <p:nvPr>
            <p:ph type="body" sz="quarter" idx="45"/>
          </p:nvPr>
        </p:nvSpPr>
        <p:spPr>
          <a:xfrm>
            <a:off x="548640" y="1127125"/>
            <a:ext cx="1108932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14" name="Text Placeholder 15">
            <a:extLst>
              <a:ext uri="{FF2B5EF4-FFF2-40B4-BE49-F238E27FC236}">
                <a16:creationId xmlns:a16="http://schemas.microsoft.com/office/drawing/2014/main" id="{81B1CE43-1A7D-92BC-9BE0-98FB6FC0D573}"/>
              </a:ext>
            </a:extLst>
          </p:cNvPr>
          <p:cNvSpPr>
            <a:spLocks noGrp="1"/>
          </p:cNvSpPr>
          <p:nvPr>
            <p:ph type="body" sz="quarter" idx="46"/>
          </p:nvPr>
        </p:nvSpPr>
        <p:spPr>
          <a:xfrm>
            <a:off x="546100" y="6019800"/>
            <a:ext cx="5445125"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5" name="Content Placeholder 32">
            <a:extLst>
              <a:ext uri="{FF2B5EF4-FFF2-40B4-BE49-F238E27FC236}">
                <a16:creationId xmlns:a16="http://schemas.microsoft.com/office/drawing/2014/main" id="{BA6EB3DD-394B-9F7E-9B89-633914C3BBFB}"/>
              </a:ext>
            </a:extLst>
          </p:cNvPr>
          <p:cNvSpPr>
            <a:spLocks noGrp="1"/>
          </p:cNvSpPr>
          <p:nvPr>
            <p:ph sz="quarter" idx="40"/>
          </p:nvPr>
        </p:nvSpPr>
        <p:spPr>
          <a:xfrm>
            <a:off x="546100" y="3984625"/>
            <a:ext cx="3520440" cy="188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Content Placeholder 15">
            <a:extLst>
              <a:ext uri="{FF2B5EF4-FFF2-40B4-BE49-F238E27FC236}">
                <a16:creationId xmlns:a16="http://schemas.microsoft.com/office/drawing/2014/main" id="{5BB03F0A-D74D-D67C-7DAC-CF0BD1A2F886}"/>
              </a:ext>
            </a:extLst>
          </p:cNvPr>
          <p:cNvSpPr>
            <a:spLocks noGrp="1"/>
          </p:cNvSpPr>
          <p:nvPr>
            <p:ph sz="quarter" idx="47"/>
          </p:nvPr>
        </p:nvSpPr>
        <p:spPr>
          <a:xfrm>
            <a:off x="4328238" y="3984624"/>
            <a:ext cx="3520440" cy="188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sp>
        <p:nvSpPr>
          <p:cNvPr id="20" name="Content Placeholder 17">
            <a:extLst>
              <a:ext uri="{FF2B5EF4-FFF2-40B4-BE49-F238E27FC236}">
                <a16:creationId xmlns:a16="http://schemas.microsoft.com/office/drawing/2014/main" id="{A4CFDEF4-9A06-FDBA-C4CA-F65EF5657C9A}"/>
              </a:ext>
            </a:extLst>
          </p:cNvPr>
          <p:cNvSpPr>
            <a:spLocks noGrp="1"/>
          </p:cNvSpPr>
          <p:nvPr>
            <p:ph sz="quarter" idx="48"/>
          </p:nvPr>
        </p:nvSpPr>
        <p:spPr>
          <a:xfrm>
            <a:off x="8117522" y="3984624"/>
            <a:ext cx="3520440" cy="188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grpSp>
        <p:nvGrpSpPr>
          <p:cNvPr id="2" name="Group 1">
            <a:extLst>
              <a:ext uri="{FF2B5EF4-FFF2-40B4-BE49-F238E27FC236}">
                <a16:creationId xmlns:a16="http://schemas.microsoft.com/office/drawing/2014/main" id="{2C365AED-49EE-AA59-4E2A-FCAFCF616CF2}"/>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841F30C3-28B6-AFCE-B24B-3BDDCBDF97A3}"/>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C24BD654-63BE-D854-FEE5-C494F302EB16}"/>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438BB7AA-F074-D300-D451-3B2A1767239E}"/>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116067C9-69E2-F436-8DBC-097F8E59B29F}"/>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6EDD4E88-B53A-0DEF-FDBD-7A42D590F51C}"/>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FDF567F6-06E2-D3CC-8755-728DC12601F0}"/>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708408F5-57EC-47C9-C70E-9617D6C84949}"/>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E4145798-FA40-E2C3-80A6-C019DE4D5DF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34CE01C7-9485-0275-7348-0F21A6FE8409}"/>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AE7ECE5D-17CC-62C7-ECBD-232FDE25AFE3}"/>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3EAD9019-2BA9-2499-A856-69F2DA015692}"/>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BEB9F995-0DF4-E45D-0D1E-ED4D6067E390}"/>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51BB3C3A-A0E8-A986-9E55-7D7C941B2FFB}"/>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CB895196-3D61-3F2B-9979-A556BE90FFF1}"/>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705879C0-A32D-32A7-D5BA-4C6E07517F05}"/>
                </a:ext>
              </a:extLst>
            </p:cNvPr>
            <p:cNvGrpSpPr/>
            <p:nvPr userDrawn="1"/>
          </p:nvGrpSpPr>
          <p:grpSpPr>
            <a:xfrm>
              <a:off x="12442019" y="198485"/>
              <a:ext cx="382660" cy="2882942"/>
              <a:chOff x="12742785" y="3716048"/>
              <a:chExt cx="316248" cy="3171236"/>
            </a:xfrm>
          </p:grpSpPr>
          <p:sp>
            <p:nvSpPr>
              <p:cNvPr id="18" name="Rectangle 17">
                <a:extLst>
                  <a:ext uri="{FF2B5EF4-FFF2-40B4-BE49-F238E27FC236}">
                    <a16:creationId xmlns:a16="http://schemas.microsoft.com/office/drawing/2014/main" id="{2A5DE2B3-299D-B055-0529-C099D7DCF0AC}"/>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F2699730-3F23-4980-E0BA-3A5305A910FB}"/>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758ECAB0-7910-2A9A-A0FC-309379E1AD9F}"/>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0CCEFAF3-B229-081D-86A0-96021A766899}"/>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817C5D4C-A9D1-1269-BF96-A6774A30698C}"/>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F64CD140-8253-D429-24E9-0D97E417DB24}"/>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DF853F28-D3FF-55D2-8F29-FB132896D292}"/>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1E5CDA5E-7C1D-FA4C-DD8B-5A33A5009E62}"/>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C0CC3D7C-F655-58F8-3747-4D3BD5C787A3}"/>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BB9D4FE9-5534-6ED1-327E-A3336FD1C1B7}"/>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6" name="TextBox 15">
              <a:extLst>
                <a:ext uri="{FF2B5EF4-FFF2-40B4-BE49-F238E27FC236}">
                  <a16:creationId xmlns:a16="http://schemas.microsoft.com/office/drawing/2014/main" id="{E529C02B-282C-F0C2-B83E-A80434C173FE}"/>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BE283BCE-BA0B-BFC6-4147-A83E56AF3BF0}"/>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280001678"/>
      </p:ext>
    </p:extLst>
  </p:cSld>
  <p:clrMapOvr>
    <a:masterClrMapping/>
  </p:clrMapOvr>
</p:sldLayout>
</file>

<file path=ppt/slideLayouts/slideLayout237.xml><?xml version="1.0" encoding="utf-8"?>
<p:sldLayout xmlns:a="http://schemas.openxmlformats.org/drawingml/2006/main" xmlns:r="http://schemas.openxmlformats.org/officeDocument/2006/relationships" xmlns:p="http://schemas.openxmlformats.org/presentationml/2006/main" preserve="1" userDrawn="1">
  <p:cSld name="3 Column - Photo Top/Icons">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noChangeAspect="1"/>
          </p:cNvSpPr>
          <p:nvPr>
            <p:ph type="pic" sz="quarter" idx="13"/>
          </p:nvPr>
        </p:nvSpPr>
        <p:spPr>
          <a:xfrm>
            <a:off x="0" y="0"/>
            <a:ext cx="12192000" cy="2570163"/>
          </a:xfrm>
          <a:solidFill>
            <a:schemeClr val="bg1">
              <a:lumMod val="65000"/>
            </a:schemeClr>
          </a:solidFill>
        </p:spPr>
        <p:txBody>
          <a:bodyPr tIns="548640" anchor="ctr"/>
          <a:lstStyle>
            <a:lvl1pPr algn="ctr">
              <a:defRPr>
                <a:solidFill>
                  <a:schemeClr val="bg1"/>
                </a:solidFill>
              </a:defRPr>
            </a:lvl1pPr>
          </a:lstStyle>
          <a:p>
            <a:r>
              <a:rPr lang="en-US"/>
              <a:t>Click icon to add picture</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1" name="Picture Placeholder 9">
            <a:extLst>
              <a:ext uri="{FF2B5EF4-FFF2-40B4-BE49-F238E27FC236}">
                <a16:creationId xmlns:a16="http://schemas.microsoft.com/office/drawing/2014/main" id="{8C6C4B9C-0B61-5ABC-74A2-BD33D2CF5DE4}"/>
              </a:ext>
            </a:extLst>
          </p:cNvPr>
          <p:cNvSpPr>
            <a:spLocks noGrp="1"/>
          </p:cNvSpPr>
          <p:nvPr>
            <p:ph type="pic" sz="quarter" idx="28" hasCustomPrompt="1"/>
          </p:nvPr>
        </p:nvSpPr>
        <p:spPr>
          <a:xfrm>
            <a:off x="546100" y="3146426"/>
            <a:ext cx="694944" cy="692149"/>
          </a:xfrm>
          <a:noFill/>
          <a:ln>
            <a:noFill/>
          </a:ln>
        </p:spPr>
        <p:txBody>
          <a:bodyPr anchor="ctr"/>
          <a:lstStyle>
            <a:lvl1pPr algn="ctr">
              <a:defRPr>
                <a:solidFill>
                  <a:schemeClr val="tx1"/>
                </a:solidFill>
              </a:defRPr>
            </a:lvl1pPr>
          </a:lstStyle>
          <a:p>
            <a:r>
              <a:rPr lang="en-US"/>
              <a:t>Icon</a:t>
            </a:r>
          </a:p>
        </p:txBody>
      </p:sp>
      <p:sp>
        <p:nvSpPr>
          <p:cNvPr id="12" name="Picture Placeholder 9">
            <a:extLst>
              <a:ext uri="{FF2B5EF4-FFF2-40B4-BE49-F238E27FC236}">
                <a16:creationId xmlns:a16="http://schemas.microsoft.com/office/drawing/2014/main" id="{944A16B1-3C9F-C007-5BDB-4655C3395D3B}"/>
              </a:ext>
            </a:extLst>
          </p:cNvPr>
          <p:cNvSpPr>
            <a:spLocks noGrp="1"/>
          </p:cNvSpPr>
          <p:nvPr>
            <p:ph type="pic" sz="quarter" idx="29" hasCustomPrompt="1"/>
          </p:nvPr>
        </p:nvSpPr>
        <p:spPr>
          <a:xfrm>
            <a:off x="4328238" y="3146426"/>
            <a:ext cx="694944" cy="692150"/>
          </a:xfrm>
          <a:noFill/>
          <a:ln>
            <a:noFill/>
          </a:ln>
        </p:spPr>
        <p:txBody>
          <a:bodyPr anchor="ctr"/>
          <a:lstStyle>
            <a:lvl1pPr algn="ctr">
              <a:defRPr>
                <a:solidFill>
                  <a:schemeClr val="tx1"/>
                </a:solidFill>
              </a:defRPr>
            </a:lvl1pPr>
          </a:lstStyle>
          <a:p>
            <a:r>
              <a:rPr lang="en-US"/>
              <a:t>Icon</a:t>
            </a:r>
          </a:p>
        </p:txBody>
      </p:sp>
      <p:sp>
        <p:nvSpPr>
          <p:cNvPr id="13" name="Picture Placeholder 9">
            <a:extLst>
              <a:ext uri="{FF2B5EF4-FFF2-40B4-BE49-F238E27FC236}">
                <a16:creationId xmlns:a16="http://schemas.microsoft.com/office/drawing/2014/main" id="{A5A79627-D088-B1B1-9F23-A62FAFD9CC75}"/>
              </a:ext>
            </a:extLst>
          </p:cNvPr>
          <p:cNvSpPr>
            <a:spLocks noGrp="1"/>
          </p:cNvSpPr>
          <p:nvPr>
            <p:ph type="pic" sz="quarter" idx="30" hasCustomPrompt="1"/>
          </p:nvPr>
        </p:nvSpPr>
        <p:spPr>
          <a:xfrm>
            <a:off x="8117522" y="3146426"/>
            <a:ext cx="694944" cy="692150"/>
          </a:xfrm>
          <a:noFill/>
          <a:ln>
            <a:noFill/>
          </a:ln>
        </p:spPr>
        <p:txBody>
          <a:bodyPr anchor="ctr"/>
          <a:lstStyle>
            <a:lvl1pPr algn="ctr">
              <a:defRPr>
                <a:solidFill>
                  <a:schemeClr val="tx1"/>
                </a:solidFill>
              </a:defRPr>
            </a:lvl1pPr>
          </a:lstStyle>
          <a:p>
            <a:r>
              <a:rPr lang="en-US"/>
              <a:t>Icon</a:t>
            </a:r>
          </a:p>
        </p:txBody>
      </p:sp>
      <p:sp>
        <p:nvSpPr>
          <p:cNvPr id="4" name="Title 3">
            <a:extLst>
              <a:ext uri="{FF2B5EF4-FFF2-40B4-BE49-F238E27FC236}">
                <a16:creationId xmlns:a16="http://schemas.microsoft.com/office/drawing/2014/main" id="{DBDE9691-3D56-DAA7-8818-1939ACD60B6C}"/>
              </a:ext>
            </a:extLst>
          </p:cNvPr>
          <p:cNvSpPr>
            <a:spLocks noGrp="1"/>
          </p:cNvSpPr>
          <p:nvPr>
            <p:ph type="title"/>
          </p:nvPr>
        </p:nvSpPr>
        <p:spPr/>
        <p:txBody>
          <a:bodyPr/>
          <a:lstStyle>
            <a:lvl1pPr>
              <a:defRPr>
                <a:solidFill>
                  <a:schemeClr val="bg1"/>
                </a:solidFill>
              </a:defRPr>
            </a:lvl1pPr>
          </a:lstStyle>
          <a:p>
            <a:r>
              <a:rPr lang="en-US"/>
              <a:t>Click to edit Master title style</a:t>
            </a:r>
          </a:p>
        </p:txBody>
      </p:sp>
      <p:sp>
        <p:nvSpPr>
          <p:cNvPr id="3" name="Freeform 5">
            <a:extLst>
              <a:ext uri="{FF2B5EF4-FFF2-40B4-BE49-F238E27FC236}">
                <a16:creationId xmlns:a16="http://schemas.microsoft.com/office/drawing/2014/main" id="{A93EB283-34D5-EEA2-8ED6-3A751877E61B}"/>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6" name="Text Placeholder 10">
            <a:extLst>
              <a:ext uri="{FF2B5EF4-FFF2-40B4-BE49-F238E27FC236}">
                <a16:creationId xmlns:a16="http://schemas.microsoft.com/office/drawing/2014/main" id="{6805229E-B1FB-69C3-19F0-88C0E54FE8AD}"/>
              </a:ext>
            </a:extLst>
          </p:cNvPr>
          <p:cNvSpPr>
            <a:spLocks noGrp="1"/>
          </p:cNvSpPr>
          <p:nvPr>
            <p:ph type="body" sz="quarter" idx="45"/>
          </p:nvPr>
        </p:nvSpPr>
        <p:spPr>
          <a:xfrm>
            <a:off x="548640" y="1127125"/>
            <a:ext cx="1108932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17" name="Text Placeholder 15">
            <a:extLst>
              <a:ext uri="{FF2B5EF4-FFF2-40B4-BE49-F238E27FC236}">
                <a16:creationId xmlns:a16="http://schemas.microsoft.com/office/drawing/2014/main" id="{6F3F2673-21ED-7F6B-10C0-910AB986E7A3}"/>
              </a:ext>
            </a:extLst>
          </p:cNvPr>
          <p:cNvSpPr>
            <a:spLocks noGrp="1"/>
          </p:cNvSpPr>
          <p:nvPr>
            <p:ph type="body" sz="quarter" idx="46"/>
          </p:nvPr>
        </p:nvSpPr>
        <p:spPr>
          <a:xfrm>
            <a:off x="546100" y="6019800"/>
            <a:ext cx="5445125"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8" name="Content Placeholder 32">
            <a:extLst>
              <a:ext uri="{FF2B5EF4-FFF2-40B4-BE49-F238E27FC236}">
                <a16:creationId xmlns:a16="http://schemas.microsoft.com/office/drawing/2014/main" id="{A987ED96-C80E-4781-0F7F-E940B58D1115}"/>
              </a:ext>
            </a:extLst>
          </p:cNvPr>
          <p:cNvSpPr>
            <a:spLocks noGrp="1"/>
          </p:cNvSpPr>
          <p:nvPr>
            <p:ph sz="quarter" idx="40"/>
          </p:nvPr>
        </p:nvSpPr>
        <p:spPr>
          <a:xfrm>
            <a:off x="546100" y="3984625"/>
            <a:ext cx="3520440" cy="188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9" name="Content Placeholder 15">
            <a:extLst>
              <a:ext uri="{FF2B5EF4-FFF2-40B4-BE49-F238E27FC236}">
                <a16:creationId xmlns:a16="http://schemas.microsoft.com/office/drawing/2014/main" id="{8E8CFD94-7258-5E47-4E33-9E574B7B0C33}"/>
              </a:ext>
            </a:extLst>
          </p:cNvPr>
          <p:cNvSpPr>
            <a:spLocks noGrp="1"/>
          </p:cNvSpPr>
          <p:nvPr>
            <p:ph sz="quarter" idx="47"/>
          </p:nvPr>
        </p:nvSpPr>
        <p:spPr>
          <a:xfrm>
            <a:off x="4328238" y="3984624"/>
            <a:ext cx="3520440" cy="188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sp>
        <p:nvSpPr>
          <p:cNvPr id="20" name="Content Placeholder 17">
            <a:extLst>
              <a:ext uri="{FF2B5EF4-FFF2-40B4-BE49-F238E27FC236}">
                <a16:creationId xmlns:a16="http://schemas.microsoft.com/office/drawing/2014/main" id="{B9EFDEF9-B5E4-7A79-CE8B-DD409F6BDE1B}"/>
              </a:ext>
            </a:extLst>
          </p:cNvPr>
          <p:cNvSpPr>
            <a:spLocks noGrp="1"/>
          </p:cNvSpPr>
          <p:nvPr>
            <p:ph sz="quarter" idx="48"/>
          </p:nvPr>
        </p:nvSpPr>
        <p:spPr>
          <a:xfrm>
            <a:off x="8117522" y="3984624"/>
            <a:ext cx="3520440" cy="188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grpSp>
        <p:nvGrpSpPr>
          <p:cNvPr id="2" name="Group 1">
            <a:extLst>
              <a:ext uri="{FF2B5EF4-FFF2-40B4-BE49-F238E27FC236}">
                <a16:creationId xmlns:a16="http://schemas.microsoft.com/office/drawing/2014/main" id="{05523900-B6C1-B138-7D49-29CA1ECC768A}"/>
              </a:ext>
            </a:extLst>
          </p:cNvPr>
          <p:cNvGrpSpPr/>
          <p:nvPr userDrawn="1"/>
        </p:nvGrpSpPr>
        <p:grpSpPr>
          <a:xfrm>
            <a:off x="12356815" y="0"/>
            <a:ext cx="756834" cy="6872642"/>
            <a:chOff x="12356815" y="0"/>
            <a:chExt cx="756834" cy="6872642"/>
          </a:xfrm>
        </p:grpSpPr>
        <p:sp>
          <p:nvSpPr>
            <p:cNvPr id="5" name="Rectangle 4">
              <a:extLst>
                <a:ext uri="{FF2B5EF4-FFF2-40B4-BE49-F238E27FC236}">
                  <a16:creationId xmlns:a16="http://schemas.microsoft.com/office/drawing/2014/main" id="{18FD2C69-0D49-31DB-5DBE-7776E429D48A}"/>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A18E9B3C-F5E2-7785-3FE2-CD8A6205E69B}"/>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35BC0A84-A0F5-5EA8-BD9B-94EE101742D2}"/>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4" name="Group 13">
              <a:extLst>
                <a:ext uri="{FF2B5EF4-FFF2-40B4-BE49-F238E27FC236}">
                  <a16:creationId xmlns:a16="http://schemas.microsoft.com/office/drawing/2014/main" id="{8F541EDB-C236-65A5-ECE4-5ACCC57459B4}"/>
                </a:ext>
              </a:extLst>
            </p:cNvPr>
            <p:cNvGrpSpPr/>
            <p:nvPr userDrawn="1"/>
          </p:nvGrpSpPr>
          <p:grpSpPr>
            <a:xfrm>
              <a:off x="12442019" y="3791214"/>
              <a:ext cx="382660" cy="2882942"/>
              <a:chOff x="14001569" y="3716048"/>
              <a:chExt cx="316248" cy="3171236"/>
            </a:xfrm>
          </p:grpSpPr>
          <p:sp>
            <p:nvSpPr>
              <p:cNvPr id="32" name="Rectangle 31">
                <a:extLst>
                  <a:ext uri="{FF2B5EF4-FFF2-40B4-BE49-F238E27FC236}">
                    <a16:creationId xmlns:a16="http://schemas.microsoft.com/office/drawing/2014/main" id="{E14BE022-AD1C-282D-148E-199537BA9B2F}"/>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907BEB51-933D-BA91-BEFB-B5FBBE761C85}"/>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F63DF5D4-CE5E-7452-DA0E-1AA315B29A04}"/>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24DC8893-BCC1-915B-8C68-C99DBA247621}"/>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83A9D11D-A17B-E5EB-E3FB-8891E725AB6B}"/>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240361DA-93A3-3521-C1CB-FD511D973268}"/>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C991C083-D6DE-BB88-337E-BF251C812D7D}"/>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B4CFD476-032E-81F3-0296-6D041BAC973D}"/>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FEB0B929-8BEB-E617-E8BE-CEF857989707}"/>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B679381C-67C3-DFF2-2DC3-CACE01E52EEA}"/>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5" name="Group 14">
              <a:extLst>
                <a:ext uri="{FF2B5EF4-FFF2-40B4-BE49-F238E27FC236}">
                  <a16:creationId xmlns:a16="http://schemas.microsoft.com/office/drawing/2014/main" id="{AE0B6A5D-2411-2C9B-2AAF-ABEE511731C6}"/>
                </a:ext>
              </a:extLst>
            </p:cNvPr>
            <p:cNvGrpSpPr/>
            <p:nvPr userDrawn="1"/>
          </p:nvGrpSpPr>
          <p:grpSpPr>
            <a:xfrm>
              <a:off x="12442019" y="198485"/>
              <a:ext cx="382660" cy="2882942"/>
              <a:chOff x="12742785" y="3716048"/>
              <a:chExt cx="316248" cy="3171236"/>
            </a:xfrm>
          </p:grpSpPr>
          <p:sp>
            <p:nvSpPr>
              <p:cNvPr id="22" name="Rectangle 21">
                <a:extLst>
                  <a:ext uri="{FF2B5EF4-FFF2-40B4-BE49-F238E27FC236}">
                    <a16:creationId xmlns:a16="http://schemas.microsoft.com/office/drawing/2014/main" id="{DA4C0434-0F4A-6E0A-E06B-2D27EA50EB78}"/>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47B146DD-9C34-06DF-9FE2-4E2A1A1C6B7E}"/>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A56571D6-473D-F327-5CDB-69D48EBB3E2A}"/>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099826DE-D7BB-EB5C-39B9-CE8D2EF22B5D}"/>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3713BC80-FFA1-78C9-FE27-547A1E6C72C0}"/>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6CF4A443-CFCA-E5E7-48FA-46CB4809375A}"/>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448B1162-7D6C-27A4-48B2-D1EEBE9E2D3C}"/>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0AE3DC69-91C3-4D2F-D138-0252D44DEA03}"/>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9ACD119C-2FA3-FE38-B9EA-D53597CD3CBD}"/>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263D27CB-5474-6145-56D7-7BD328CF5CD0}"/>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21" name="TextBox 20">
              <a:extLst>
                <a:ext uri="{FF2B5EF4-FFF2-40B4-BE49-F238E27FC236}">
                  <a16:creationId xmlns:a16="http://schemas.microsoft.com/office/drawing/2014/main" id="{761F77DC-3995-8B8D-CBB1-6E3ACA77BA68}"/>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2" name="TextBox 41">
            <a:extLst>
              <a:ext uri="{FF2B5EF4-FFF2-40B4-BE49-F238E27FC236}">
                <a16:creationId xmlns:a16="http://schemas.microsoft.com/office/drawing/2014/main" id="{F589DE97-81C9-5BA6-9D08-077E4E809C48}"/>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034820412"/>
      </p:ext>
    </p:extLst>
  </p:cSld>
  <p:clrMapOvr>
    <a:masterClrMapping/>
  </p:clrMapOvr>
</p:sldLayout>
</file>

<file path=ppt/slideLayouts/slideLayout238.xml><?xml version="1.0" encoding="utf-8"?>
<p:sldLayout xmlns:a="http://schemas.openxmlformats.org/drawingml/2006/main" xmlns:r="http://schemas.openxmlformats.org/officeDocument/2006/relationships" xmlns:p="http://schemas.openxmlformats.org/presentationml/2006/main" preserve="1" userDrawn="1">
  <p:cSld name="3x3 - Photo Top">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noChangeAspect="1"/>
          </p:cNvSpPr>
          <p:nvPr>
            <p:ph type="pic" sz="quarter" idx="13"/>
          </p:nvPr>
        </p:nvSpPr>
        <p:spPr>
          <a:xfrm>
            <a:off x="0" y="1"/>
            <a:ext cx="12192000" cy="1700212"/>
          </a:xfrm>
          <a:solidFill>
            <a:schemeClr val="bg1">
              <a:lumMod val="65000"/>
            </a:schemeClr>
          </a:solidFill>
        </p:spPr>
        <p:txBody>
          <a:bodyPr lIns="2560320" anchor="ctr"/>
          <a:lstStyle>
            <a:lvl1pPr algn="ctr">
              <a:defRPr>
                <a:solidFill>
                  <a:schemeClr val="bg1"/>
                </a:solidFill>
              </a:defRPr>
            </a:lvl1pPr>
          </a:lstStyle>
          <a:p>
            <a:r>
              <a:rPr lang="en-US"/>
              <a:t>Click icon to add picture</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39" name="Picture Placeholder 9">
            <a:extLst>
              <a:ext uri="{FF2B5EF4-FFF2-40B4-BE49-F238E27FC236}">
                <a16:creationId xmlns:a16="http://schemas.microsoft.com/office/drawing/2014/main" id="{DEE24B91-16DE-DAB3-3069-2978764EB319}"/>
              </a:ext>
            </a:extLst>
          </p:cNvPr>
          <p:cNvSpPr>
            <a:spLocks noGrp="1"/>
          </p:cNvSpPr>
          <p:nvPr>
            <p:ph type="pic" sz="quarter" idx="37" hasCustomPrompt="1"/>
          </p:nvPr>
        </p:nvSpPr>
        <p:spPr>
          <a:xfrm>
            <a:off x="546100" y="2006963"/>
            <a:ext cx="731520" cy="707662"/>
          </a:xfrm>
          <a:noFill/>
          <a:ln>
            <a:noFill/>
          </a:ln>
        </p:spPr>
        <p:txBody>
          <a:bodyPr tIns="411480" anchor="ctr">
            <a:normAutofit/>
          </a:bodyPr>
          <a:lstStyle>
            <a:lvl1pPr algn="ctr">
              <a:defRPr sz="1100">
                <a:solidFill>
                  <a:schemeClr val="tx1"/>
                </a:solidFill>
              </a:defRPr>
            </a:lvl1pPr>
          </a:lstStyle>
          <a:p>
            <a:r>
              <a:rPr lang="en-US"/>
              <a:t>Icon</a:t>
            </a:r>
          </a:p>
        </p:txBody>
      </p:sp>
      <p:sp>
        <p:nvSpPr>
          <p:cNvPr id="40" name="Picture Placeholder 9">
            <a:extLst>
              <a:ext uri="{FF2B5EF4-FFF2-40B4-BE49-F238E27FC236}">
                <a16:creationId xmlns:a16="http://schemas.microsoft.com/office/drawing/2014/main" id="{F003E950-C9D0-0278-0715-C906BEF230C3}"/>
              </a:ext>
            </a:extLst>
          </p:cNvPr>
          <p:cNvSpPr>
            <a:spLocks noGrp="1"/>
          </p:cNvSpPr>
          <p:nvPr>
            <p:ph type="pic" sz="quarter" idx="38" hasCustomPrompt="1"/>
          </p:nvPr>
        </p:nvSpPr>
        <p:spPr>
          <a:xfrm>
            <a:off x="4335779" y="2006963"/>
            <a:ext cx="731520" cy="707662"/>
          </a:xfrm>
          <a:noFill/>
          <a:ln>
            <a:noFill/>
          </a:ln>
        </p:spPr>
        <p:txBody>
          <a:bodyPr tIns="411480" anchor="ctr">
            <a:normAutofit/>
          </a:bodyPr>
          <a:lstStyle>
            <a:lvl1pPr algn="ctr">
              <a:defRPr sz="1100">
                <a:solidFill>
                  <a:schemeClr val="tx1"/>
                </a:solidFill>
              </a:defRPr>
            </a:lvl1pPr>
          </a:lstStyle>
          <a:p>
            <a:r>
              <a:rPr lang="en-US"/>
              <a:t>Icon</a:t>
            </a:r>
          </a:p>
        </p:txBody>
      </p:sp>
      <p:sp>
        <p:nvSpPr>
          <p:cNvPr id="41" name="Picture Placeholder 9">
            <a:extLst>
              <a:ext uri="{FF2B5EF4-FFF2-40B4-BE49-F238E27FC236}">
                <a16:creationId xmlns:a16="http://schemas.microsoft.com/office/drawing/2014/main" id="{773CBB8A-601B-B68F-970A-8D6534F2D520}"/>
              </a:ext>
            </a:extLst>
          </p:cNvPr>
          <p:cNvSpPr>
            <a:spLocks noGrp="1"/>
          </p:cNvSpPr>
          <p:nvPr>
            <p:ph type="pic" sz="quarter" idx="39" hasCustomPrompt="1"/>
          </p:nvPr>
        </p:nvSpPr>
        <p:spPr>
          <a:xfrm>
            <a:off x="8131809" y="2006963"/>
            <a:ext cx="731520" cy="707662"/>
          </a:xfrm>
          <a:noFill/>
          <a:ln>
            <a:noFill/>
          </a:ln>
        </p:spPr>
        <p:txBody>
          <a:bodyPr tIns="411480" anchor="ctr">
            <a:normAutofit/>
          </a:bodyPr>
          <a:lstStyle>
            <a:lvl1pPr algn="ctr">
              <a:defRPr sz="1100">
                <a:solidFill>
                  <a:schemeClr val="tx1"/>
                </a:solidFill>
              </a:defRPr>
            </a:lvl1pPr>
          </a:lstStyle>
          <a:p>
            <a:r>
              <a:rPr lang="en-US"/>
              <a:t>Icon</a:t>
            </a:r>
          </a:p>
        </p:txBody>
      </p:sp>
      <p:sp>
        <p:nvSpPr>
          <p:cNvPr id="42" name="Picture Placeholder 9">
            <a:extLst>
              <a:ext uri="{FF2B5EF4-FFF2-40B4-BE49-F238E27FC236}">
                <a16:creationId xmlns:a16="http://schemas.microsoft.com/office/drawing/2014/main" id="{CDAB1DAD-1044-2753-ED1B-2F53ADC1F076}"/>
              </a:ext>
            </a:extLst>
          </p:cNvPr>
          <p:cNvSpPr>
            <a:spLocks noGrp="1"/>
          </p:cNvSpPr>
          <p:nvPr>
            <p:ph type="pic" sz="quarter" idx="40" hasCustomPrompt="1"/>
          </p:nvPr>
        </p:nvSpPr>
        <p:spPr>
          <a:xfrm>
            <a:off x="546100" y="4124325"/>
            <a:ext cx="731520" cy="730250"/>
          </a:xfrm>
          <a:noFill/>
          <a:ln>
            <a:noFill/>
          </a:ln>
        </p:spPr>
        <p:txBody>
          <a:bodyPr tIns="411480" anchor="ctr">
            <a:normAutofit/>
          </a:bodyPr>
          <a:lstStyle>
            <a:lvl1pPr algn="ctr">
              <a:defRPr sz="1100">
                <a:solidFill>
                  <a:schemeClr val="tx1"/>
                </a:solidFill>
              </a:defRPr>
            </a:lvl1pPr>
          </a:lstStyle>
          <a:p>
            <a:r>
              <a:rPr lang="en-US"/>
              <a:t>Icon</a:t>
            </a:r>
          </a:p>
        </p:txBody>
      </p:sp>
      <p:sp>
        <p:nvSpPr>
          <p:cNvPr id="43" name="Picture Placeholder 9">
            <a:extLst>
              <a:ext uri="{FF2B5EF4-FFF2-40B4-BE49-F238E27FC236}">
                <a16:creationId xmlns:a16="http://schemas.microsoft.com/office/drawing/2014/main" id="{8E533476-771C-C1A8-684B-5F369B8AD702}"/>
              </a:ext>
            </a:extLst>
          </p:cNvPr>
          <p:cNvSpPr>
            <a:spLocks noGrp="1"/>
          </p:cNvSpPr>
          <p:nvPr>
            <p:ph type="pic" sz="quarter" idx="41" hasCustomPrompt="1"/>
          </p:nvPr>
        </p:nvSpPr>
        <p:spPr>
          <a:xfrm>
            <a:off x="4335779" y="4124325"/>
            <a:ext cx="731520" cy="730250"/>
          </a:xfrm>
          <a:noFill/>
          <a:ln>
            <a:noFill/>
          </a:ln>
        </p:spPr>
        <p:txBody>
          <a:bodyPr tIns="411480" anchor="ctr">
            <a:normAutofit/>
          </a:bodyPr>
          <a:lstStyle>
            <a:lvl1pPr algn="ctr">
              <a:defRPr sz="1100">
                <a:solidFill>
                  <a:schemeClr val="tx1"/>
                </a:solidFill>
              </a:defRPr>
            </a:lvl1pPr>
          </a:lstStyle>
          <a:p>
            <a:r>
              <a:rPr lang="en-US"/>
              <a:t>Icon</a:t>
            </a:r>
          </a:p>
        </p:txBody>
      </p:sp>
      <p:sp>
        <p:nvSpPr>
          <p:cNvPr id="44" name="Picture Placeholder 9">
            <a:extLst>
              <a:ext uri="{FF2B5EF4-FFF2-40B4-BE49-F238E27FC236}">
                <a16:creationId xmlns:a16="http://schemas.microsoft.com/office/drawing/2014/main" id="{8229F8E0-54EB-CC61-EDE5-D49015E07E9D}"/>
              </a:ext>
            </a:extLst>
          </p:cNvPr>
          <p:cNvSpPr>
            <a:spLocks noGrp="1"/>
          </p:cNvSpPr>
          <p:nvPr>
            <p:ph type="pic" sz="quarter" idx="42" hasCustomPrompt="1"/>
          </p:nvPr>
        </p:nvSpPr>
        <p:spPr>
          <a:xfrm>
            <a:off x="8131809" y="4124325"/>
            <a:ext cx="731520" cy="730250"/>
          </a:xfrm>
          <a:noFill/>
          <a:ln>
            <a:noFill/>
          </a:ln>
        </p:spPr>
        <p:txBody>
          <a:bodyPr tIns="411480" anchor="ctr">
            <a:normAutofit/>
          </a:bodyPr>
          <a:lstStyle>
            <a:lvl1pPr algn="ctr">
              <a:defRPr sz="1100">
                <a:solidFill>
                  <a:schemeClr val="tx1"/>
                </a:solidFill>
              </a:defRPr>
            </a:lvl1pPr>
          </a:lstStyle>
          <a:p>
            <a:r>
              <a:rPr lang="en-US"/>
              <a:t>Icon</a:t>
            </a:r>
          </a:p>
        </p:txBody>
      </p:sp>
      <p:sp>
        <p:nvSpPr>
          <p:cNvPr id="4" name="Title 3">
            <a:extLst>
              <a:ext uri="{FF2B5EF4-FFF2-40B4-BE49-F238E27FC236}">
                <a16:creationId xmlns:a16="http://schemas.microsoft.com/office/drawing/2014/main" id="{38E069FA-BCFF-0525-82A8-9D43A0F7FFAD}"/>
              </a:ext>
            </a:extLst>
          </p:cNvPr>
          <p:cNvSpPr>
            <a:spLocks noGrp="1"/>
          </p:cNvSpPr>
          <p:nvPr>
            <p:ph type="title"/>
          </p:nvPr>
        </p:nvSpPr>
        <p:spPr/>
        <p:txBody>
          <a:bodyPr/>
          <a:lstStyle>
            <a:lvl1pPr>
              <a:defRPr>
                <a:solidFill>
                  <a:schemeClr val="bg1"/>
                </a:solidFill>
              </a:defRPr>
            </a:lvl1pPr>
          </a:lstStyle>
          <a:p>
            <a:r>
              <a:rPr lang="en-US"/>
              <a:t>Click to edit Master title style</a:t>
            </a:r>
          </a:p>
        </p:txBody>
      </p:sp>
      <p:sp>
        <p:nvSpPr>
          <p:cNvPr id="3" name="Freeform 5">
            <a:extLst>
              <a:ext uri="{FF2B5EF4-FFF2-40B4-BE49-F238E27FC236}">
                <a16:creationId xmlns:a16="http://schemas.microsoft.com/office/drawing/2014/main" id="{9770A17F-69E1-3883-06E4-BFC90C571285}"/>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3" name="Text Placeholder 10">
            <a:extLst>
              <a:ext uri="{FF2B5EF4-FFF2-40B4-BE49-F238E27FC236}">
                <a16:creationId xmlns:a16="http://schemas.microsoft.com/office/drawing/2014/main" id="{310489FA-6FE3-5196-57BA-4C39CF6D97C9}"/>
              </a:ext>
            </a:extLst>
          </p:cNvPr>
          <p:cNvSpPr>
            <a:spLocks noGrp="1"/>
          </p:cNvSpPr>
          <p:nvPr>
            <p:ph type="body" sz="quarter" idx="45"/>
          </p:nvPr>
        </p:nvSpPr>
        <p:spPr>
          <a:xfrm>
            <a:off x="548640" y="1127125"/>
            <a:ext cx="5442585"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15" name="Text Placeholder 15">
            <a:extLst>
              <a:ext uri="{FF2B5EF4-FFF2-40B4-BE49-F238E27FC236}">
                <a16:creationId xmlns:a16="http://schemas.microsoft.com/office/drawing/2014/main" id="{9BA8EFE1-927F-55D6-A4B0-B8DDF6AF954B}"/>
              </a:ext>
            </a:extLst>
          </p:cNvPr>
          <p:cNvSpPr>
            <a:spLocks noGrp="1"/>
          </p:cNvSpPr>
          <p:nvPr>
            <p:ph type="body" sz="quarter" idx="46"/>
          </p:nvPr>
        </p:nvSpPr>
        <p:spPr>
          <a:xfrm>
            <a:off x="546100" y="6019800"/>
            <a:ext cx="5445125"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20" name="Content Placeholder 32">
            <a:extLst>
              <a:ext uri="{FF2B5EF4-FFF2-40B4-BE49-F238E27FC236}">
                <a16:creationId xmlns:a16="http://schemas.microsoft.com/office/drawing/2014/main" id="{0C04A2DB-44E7-1779-7153-66AE7C17B9DA}"/>
              </a:ext>
            </a:extLst>
          </p:cNvPr>
          <p:cNvSpPr>
            <a:spLocks noGrp="1"/>
          </p:cNvSpPr>
          <p:nvPr>
            <p:ph sz="quarter" idx="49"/>
          </p:nvPr>
        </p:nvSpPr>
        <p:spPr>
          <a:xfrm>
            <a:off x="546100" y="2847975"/>
            <a:ext cx="3520440" cy="990598"/>
          </a:xfrm>
        </p:spPr>
        <p:txBody>
          <a:bodyPr/>
          <a:lstStyle>
            <a:lvl1pPr>
              <a:defRPr lang="en-US" sz="2000" b="0" i="0" kern="1200" dirty="0" smtClean="0">
                <a:solidFill>
                  <a:schemeClr val="tx2"/>
                </a:solidFill>
                <a:latin typeface="+mj-lt"/>
                <a:ea typeface="GT America Regular" charset="0"/>
                <a:cs typeface="GT America Regular" charset="0"/>
              </a:defRPr>
            </a:lvl1pPr>
          </a:lstStyle>
          <a:p>
            <a:pPr lvl="0"/>
            <a:r>
              <a:rPr lang="en-US"/>
              <a:t>Click to edit Master text styles</a:t>
            </a:r>
          </a:p>
          <a:p>
            <a:pPr lvl="1"/>
            <a:r>
              <a:rPr lang="en-US"/>
              <a:t>Second level</a:t>
            </a:r>
          </a:p>
          <a:p>
            <a:pPr lvl="2"/>
            <a:r>
              <a:rPr lang="en-US"/>
              <a:t>Third level</a:t>
            </a:r>
          </a:p>
        </p:txBody>
      </p:sp>
      <p:sp>
        <p:nvSpPr>
          <p:cNvPr id="24" name="Content Placeholder 15">
            <a:extLst>
              <a:ext uri="{FF2B5EF4-FFF2-40B4-BE49-F238E27FC236}">
                <a16:creationId xmlns:a16="http://schemas.microsoft.com/office/drawing/2014/main" id="{CF9DFE53-830B-1A4C-F472-E0E7B9624139}"/>
              </a:ext>
            </a:extLst>
          </p:cNvPr>
          <p:cNvSpPr>
            <a:spLocks noGrp="1"/>
          </p:cNvSpPr>
          <p:nvPr>
            <p:ph sz="quarter" idx="50"/>
          </p:nvPr>
        </p:nvSpPr>
        <p:spPr>
          <a:xfrm>
            <a:off x="4335779" y="2847975"/>
            <a:ext cx="3520440" cy="990598"/>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25" name="Content Placeholder 17">
            <a:extLst>
              <a:ext uri="{FF2B5EF4-FFF2-40B4-BE49-F238E27FC236}">
                <a16:creationId xmlns:a16="http://schemas.microsoft.com/office/drawing/2014/main" id="{9C6C9551-6B74-0885-811D-B5B985D52982}"/>
              </a:ext>
            </a:extLst>
          </p:cNvPr>
          <p:cNvSpPr>
            <a:spLocks noGrp="1"/>
          </p:cNvSpPr>
          <p:nvPr>
            <p:ph sz="quarter" idx="51"/>
          </p:nvPr>
        </p:nvSpPr>
        <p:spPr>
          <a:xfrm>
            <a:off x="8125460" y="2847975"/>
            <a:ext cx="3520440" cy="990600"/>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26" name="Content Placeholder 20">
            <a:extLst>
              <a:ext uri="{FF2B5EF4-FFF2-40B4-BE49-F238E27FC236}">
                <a16:creationId xmlns:a16="http://schemas.microsoft.com/office/drawing/2014/main" id="{2A0BC643-D0E4-E606-F236-457295E113C5}"/>
              </a:ext>
            </a:extLst>
          </p:cNvPr>
          <p:cNvSpPr>
            <a:spLocks noGrp="1"/>
          </p:cNvSpPr>
          <p:nvPr>
            <p:ph sz="quarter" idx="52"/>
          </p:nvPr>
        </p:nvSpPr>
        <p:spPr>
          <a:xfrm>
            <a:off x="546100" y="5003800"/>
            <a:ext cx="3529172" cy="1016000"/>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27" name="Content Placeholder 33">
            <a:extLst>
              <a:ext uri="{FF2B5EF4-FFF2-40B4-BE49-F238E27FC236}">
                <a16:creationId xmlns:a16="http://schemas.microsoft.com/office/drawing/2014/main" id="{A2615C15-0FEC-C591-F37F-CCD2AAD8F80C}"/>
              </a:ext>
            </a:extLst>
          </p:cNvPr>
          <p:cNvSpPr>
            <a:spLocks noGrp="1"/>
          </p:cNvSpPr>
          <p:nvPr>
            <p:ph sz="quarter" idx="53"/>
          </p:nvPr>
        </p:nvSpPr>
        <p:spPr>
          <a:xfrm>
            <a:off x="4335779" y="5003800"/>
            <a:ext cx="3520440" cy="1015999"/>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29" name="Content Placeholder 28">
            <a:extLst>
              <a:ext uri="{FF2B5EF4-FFF2-40B4-BE49-F238E27FC236}">
                <a16:creationId xmlns:a16="http://schemas.microsoft.com/office/drawing/2014/main" id="{9C9DFC81-DE9E-FF0E-B59B-9F9419556889}"/>
              </a:ext>
            </a:extLst>
          </p:cNvPr>
          <p:cNvSpPr>
            <a:spLocks noGrp="1"/>
          </p:cNvSpPr>
          <p:nvPr>
            <p:ph sz="quarter" idx="54"/>
          </p:nvPr>
        </p:nvSpPr>
        <p:spPr>
          <a:xfrm>
            <a:off x="8116726" y="5003800"/>
            <a:ext cx="3521237" cy="1016000"/>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grpSp>
        <p:nvGrpSpPr>
          <p:cNvPr id="2" name="Group 1">
            <a:extLst>
              <a:ext uri="{FF2B5EF4-FFF2-40B4-BE49-F238E27FC236}">
                <a16:creationId xmlns:a16="http://schemas.microsoft.com/office/drawing/2014/main" id="{BF855D37-451A-A814-0C17-369445433AE6}"/>
              </a:ext>
            </a:extLst>
          </p:cNvPr>
          <p:cNvGrpSpPr/>
          <p:nvPr userDrawn="1"/>
        </p:nvGrpSpPr>
        <p:grpSpPr>
          <a:xfrm>
            <a:off x="12356815" y="0"/>
            <a:ext cx="756834" cy="6872642"/>
            <a:chOff x="12356815" y="0"/>
            <a:chExt cx="756834" cy="6872642"/>
          </a:xfrm>
        </p:grpSpPr>
        <p:sp>
          <p:nvSpPr>
            <p:cNvPr id="5" name="Rectangle 4">
              <a:extLst>
                <a:ext uri="{FF2B5EF4-FFF2-40B4-BE49-F238E27FC236}">
                  <a16:creationId xmlns:a16="http://schemas.microsoft.com/office/drawing/2014/main" id="{CD4F1F01-8454-38F6-8D3B-0C98F3E75E1F}"/>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F7274A4C-30E1-574C-4667-3644372E721F}"/>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4E028A50-7B29-2422-1DD0-A2A9C6765FAE}"/>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1" name="Group 10">
              <a:extLst>
                <a:ext uri="{FF2B5EF4-FFF2-40B4-BE49-F238E27FC236}">
                  <a16:creationId xmlns:a16="http://schemas.microsoft.com/office/drawing/2014/main" id="{87BFE31F-D5EC-1F0A-E734-DADB3E34A852}"/>
                </a:ext>
              </a:extLst>
            </p:cNvPr>
            <p:cNvGrpSpPr/>
            <p:nvPr userDrawn="1"/>
          </p:nvGrpSpPr>
          <p:grpSpPr>
            <a:xfrm>
              <a:off x="12442019" y="3791214"/>
              <a:ext cx="382660" cy="2882942"/>
              <a:chOff x="14001569" y="3716048"/>
              <a:chExt cx="316248" cy="3171236"/>
            </a:xfrm>
          </p:grpSpPr>
          <p:sp>
            <p:nvSpPr>
              <p:cNvPr id="32" name="Rectangle 31">
                <a:extLst>
                  <a:ext uri="{FF2B5EF4-FFF2-40B4-BE49-F238E27FC236}">
                    <a16:creationId xmlns:a16="http://schemas.microsoft.com/office/drawing/2014/main" id="{FE981A5D-03A8-1F7C-888D-0D4DC2C0996D}"/>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542C99CC-C576-DC49-FA69-63B4DAEE2591}"/>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B39C9A65-54D7-DA44-D427-9552B7D16D7E}"/>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C530584C-0DB3-75AD-FAE7-2A4ECCE9BDA3}"/>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83E37567-B5C9-7260-C390-30D2BC44E48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3DA5FE33-8ACF-BFFB-000F-57BAE039C215}"/>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8B6774CB-9DAC-256A-A4CE-10B86752452F}"/>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5" name="Rectangle 44">
                <a:extLst>
                  <a:ext uri="{FF2B5EF4-FFF2-40B4-BE49-F238E27FC236}">
                    <a16:creationId xmlns:a16="http://schemas.microsoft.com/office/drawing/2014/main" id="{5E3A9168-4EEE-8EFB-C335-27A91C2EAA7F}"/>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6" name="Rectangle 45">
                <a:extLst>
                  <a:ext uri="{FF2B5EF4-FFF2-40B4-BE49-F238E27FC236}">
                    <a16:creationId xmlns:a16="http://schemas.microsoft.com/office/drawing/2014/main" id="{BDC26274-1E92-0A54-C79D-398EF7474DB2}"/>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7" name="Rectangle 46">
                <a:extLst>
                  <a:ext uri="{FF2B5EF4-FFF2-40B4-BE49-F238E27FC236}">
                    <a16:creationId xmlns:a16="http://schemas.microsoft.com/office/drawing/2014/main" id="{661C926A-A43D-DC3E-CFDF-42CA29BAA8A5}"/>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A5999CEE-F22B-94B1-2021-3CAD0C4AF1AB}"/>
                </a:ext>
              </a:extLst>
            </p:cNvPr>
            <p:cNvGrpSpPr/>
            <p:nvPr userDrawn="1"/>
          </p:nvGrpSpPr>
          <p:grpSpPr>
            <a:xfrm>
              <a:off x="12442019" y="198485"/>
              <a:ext cx="382660" cy="2882942"/>
              <a:chOff x="12742785" y="3716048"/>
              <a:chExt cx="316248" cy="3171236"/>
            </a:xfrm>
          </p:grpSpPr>
          <p:sp>
            <p:nvSpPr>
              <p:cNvPr id="16" name="Rectangle 15">
                <a:extLst>
                  <a:ext uri="{FF2B5EF4-FFF2-40B4-BE49-F238E27FC236}">
                    <a16:creationId xmlns:a16="http://schemas.microsoft.com/office/drawing/2014/main" id="{CF13E9EA-7D14-5837-D411-AF3C43CC7BED}"/>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499A4BF8-C20F-98C2-D623-75321F992F46}"/>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F4EE941A-BDE9-0AB3-85FF-81AA98FBC756}"/>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1B019714-7667-5459-2047-BD6973BDFB23}"/>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99A3C890-FB93-44DA-57B4-CDCE0DC60798}"/>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856A0FFC-FEFD-EF18-8CAC-33DB683C325E}"/>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D93F4400-D0A7-E6BA-5643-8382A9842558}"/>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EAE0CFD4-A0B3-D4EA-CF77-0CF4D14961EB}"/>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398CB572-5B48-5691-2E32-D330BCCCF06E}"/>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A56F8E14-F166-4A02-DB87-204EC52C6358}"/>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3BB27052-B9D8-01BF-B702-E7CC60692E97}"/>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8" name="TextBox 47">
            <a:extLst>
              <a:ext uri="{FF2B5EF4-FFF2-40B4-BE49-F238E27FC236}">
                <a16:creationId xmlns:a16="http://schemas.microsoft.com/office/drawing/2014/main" id="{B2091325-8528-E4F9-EA3E-71E7FF99B24D}"/>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848687938"/>
      </p:ext>
    </p:extLst>
  </p:cSld>
  <p:clrMapOvr>
    <a:masterClrMapping/>
  </p:clrMapOvr>
</p:sldLayout>
</file>

<file path=ppt/slideLayouts/slideLayout239.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F5D45E11-31A5-E3FC-391B-2853581FD0C8}"/>
              </a:ext>
            </a:extLst>
          </p:cNvPr>
          <p:cNvSpPr>
            <a:spLocks noGrp="1"/>
          </p:cNvSpPr>
          <p:nvPr>
            <p:ph type="ftr" sz="quarter" idx="11"/>
          </p:nvPr>
        </p:nvSpPr>
        <p:spPr/>
        <p:txBody>
          <a:bodyPr/>
          <a:lstStyle/>
          <a:p>
            <a:r>
              <a:rPr lang="en-US"/>
              <a:t>User Group - October 2024</a:t>
            </a:r>
          </a:p>
        </p:txBody>
      </p:sp>
      <p:sp>
        <p:nvSpPr>
          <p:cNvPr id="5" name="Slide Number Placeholder 4">
            <a:extLst>
              <a:ext uri="{FF2B5EF4-FFF2-40B4-BE49-F238E27FC236}">
                <a16:creationId xmlns:a16="http://schemas.microsoft.com/office/drawing/2014/main" id="{3601F7DF-30E1-D713-9FFA-757E3563DACB}"/>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9" name="Title 8">
            <a:extLst>
              <a:ext uri="{FF2B5EF4-FFF2-40B4-BE49-F238E27FC236}">
                <a16:creationId xmlns:a16="http://schemas.microsoft.com/office/drawing/2014/main" id="{32664483-5AC8-0F16-9C46-37836889B6E9}"/>
              </a:ext>
            </a:extLst>
          </p:cNvPr>
          <p:cNvSpPr>
            <a:spLocks noGrp="1"/>
          </p:cNvSpPr>
          <p:nvPr>
            <p:ph type="title"/>
          </p:nvPr>
        </p:nvSpPr>
        <p:spPr>
          <a:xfrm>
            <a:off x="546100" y="552450"/>
            <a:ext cx="11091861" cy="434975"/>
          </a:xfrm>
        </p:spPr>
        <p:txBody>
          <a:bodyPr/>
          <a:lstStyle/>
          <a:p>
            <a:r>
              <a:rPr lang="en-US"/>
              <a:t>Click to edit Master title style</a:t>
            </a:r>
          </a:p>
        </p:txBody>
      </p:sp>
      <p:sp>
        <p:nvSpPr>
          <p:cNvPr id="3" name="Freeform 5">
            <a:extLst>
              <a:ext uri="{FF2B5EF4-FFF2-40B4-BE49-F238E27FC236}">
                <a16:creationId xmlns:a16="http://schemas.microsoft.com/office/drawing/2014/main" id="{7FE8C2D7-70E3-CC7C-8803-9B39088A71F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4" name="Text Placeholder 10">
            <a:extLst>
              <a:ext uri="{FF2B5EF4-FFF2-40B4-BE49-F238E27FC236}">
                <a16:creationId xmlns:a16="http://schemas.microsoft.com/office/drawing/2014/main" id="{8D27C407-E192-03E9-638A-6586423552D1}"/>
              </a:ext>
            </a:extLst>
          </p:cNvPr>
          <p:cNvSpPr>
            <a:spLocks noGrp="1"/>
          </p:cNvSpPr>
          <p:nvPr>
            <p:ph type="body" sz="quarter" idx="45"/>
          </p:nvPr>
        </p:nvSpPr>
        <p:spPr>
          <a:xfrm>
            <a:off x="546100" y="1127125"/>
            <a:ext cx="1109186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5" name="Text Placeholder 15">
            <a:extLst>
              <a:ext uri="{FF2B5EF4-FFF2-40B4-BE49-F238E27FC236}">
                <a16:creationId xmlns:a16="http://schemas.microsoft.com/office/drawing/2014/main" id="{00C9B1A6-9BEE-5CDA-ABBB-81C99443866D}"/>
              </a:ext>
            </a:extLst>
          </p:cNvPr>
          <p:cNvSpPr>
            <a:spLocks noGrp="1"/>
          </p:cNvSpPr>
          <p:nvPr>
            <p:ph type="body" sz="quarter" idx="46"/>
          </p:nvPr>
        </p:nvSpPr>
        <p:spPr>
          <a:xfrm>
            <a:off x="546100" y="6019800"/>
            <a:ext cx="5445125"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grpSp>
        <p:nvGrpSpPr>
          <p:cNvPr id="92" name="Group 91">
            <a:extLst>
              <a:ext uri="{FF2B5EF4-FFF2-40B4-BE49-F238E27FC236}">
                <a16:creationId xmlns:a16="http://schemas.microsoft.com/office/drawing/2014/main" id="{0798617E-247E-2737-1739-69175F72DF00}"/>
              </a:ext>
            </a:extLst>
          </p:cNvPr>
          <p:cNvGrpSpPr/>
          <p:nvPr userDrawn="1"/>
        </p:nvGrpSpPr>
        <p:grpSpPr>
          <a:xfrm>
            <a:off x="12356815" y="0"/>
            <a:ext cx="756834" cy="6872642"/>
            <a:chOff x="12356815" y="0"/>
            <a:chExt cx="756834" cy="6872642"/>
          </a:xfrm>
        </p:grpSpPr>
        <p:sp>
          <p:nvSpPr>
            <p:cNvPr id="2" name="Rectangle 1">
              <a:extLst>
                <a:ext uri="{FF2B5EF4-FFF2-40B4-BE49-F238E27FC236}">
                  <a16:creationId xmlns:a16="http://schemas.microsoft.com/office/drawing/2014/main" id="{A8D8143E-0BF4-CD52-C859-DEEB4D250714}"/>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2" name="TextBox 51">
              <a:extLst>
                <a:ext uri="{FF2B5EF4-FFF2-40B4-BE49-F238E27FC236}">
                  <a16:creationId xmlns:a16="http://schemas.microsoft.com/office/drawing/2014/main" id="{BA12C94B-1B42-D761-2F94-3AE3FA3D0E4A}"/>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3" name="Rectangle 62">
              <a:extLst>
                <a:ext uri="{FF2B5EF4-FFF2-40B4-BE49-F238E27FC236}">
                  <a16:creationId xmlns:a16="http://schemas.microsoft.com/office/drawing/2014/main" id="{498A5541-0A28-FFA7-355E-523ACAA049C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69" name="Group 68">
              <a:extLst>
                <a:ext uri="{FF2B5EF4-FFF2-40B4-BE49-F238E27FC236}">
                  <a16:creationId xmlns:a16="http://schemas.microsoft.com/office/drawing/2014/main" id="{50161755-2B78-00C9-A75B-71F84182FE40}"/>
                </a:ext>
              </a:extLst>
            </p:cNvPr>
            <p:cNvGrpSpPr/>
            <p:nvPr userDrawn="1"/>
          </p:nvGrpSpPr>
          <p:grpSpPr>
            <a:xfrm>
              <a:off x="12442019" y="3791214"/>
              <a:ext cx="382660" cy="2882942"/>
              <a:chOff x="14001569" y="3716048"/>
              <a:chExt cx="316248" cy="3171236"/>
            </a:xfrm>
          </p:grpSpPr>
          <p:sp>
            <p:nvSpPr>
              <p:cNvPr id="70" name="Rectangle 69">
                <a:extLst>
                  <a:ext uri="{FF2B5EF4-FFF2-40B4-BE49-F238E27FC236}">
                    <a16:creationId xmlns:a16="http://schemas.microsoft.com/office/drawing/2014/main" id="{D1D05B16-0692-674D-48F8-AD7BBDD9B293}"/>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1" name="Rectangle 70">
                <a:extLst>
                  <a:ext uri="{FF2B5EF4-FFF2-40B4-BE49-F238E27FC236}">
                    <a16:creationId xmlns:a16="http://schemas.microsoft.com/office/drawing/2014/main" id="{1A9D4841-7275-B41A-4187-0A664F3AA979}"/>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2" name="Rectangle 71">
                <a:extLst>
                  <a:ext uri="{FF2B5EF4-FFF2-40B4-BE49-F238E27FC236}">
                    <a16:creationId xmlns:a16="http://schemas.microsoft.com/office/drawing/2014/main" id="{0E1B8A8B-4CC8-7EFB-4533-5C24C8463212}"/>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3" name="Rectangle 72">
                <a:extLst>
                  <a:ext uri="{FF2B5EF4-FFF2-40B4-BE49-F238E27FC236}">
                    <a16:creationId xmlns:a16="http://schemas.microsoft.com/office/drawing/2014/main" id="{81F22297-2327-1EDD-3468-BE9F9A29D15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4" name="Rectangle 73">
                <a:extLst>
                  <a:ext uri="{FF2B5EF4-FFF2-40B4-BE49-F238E27FC236}">
                    <a16:creationId xmlns:a16="http://schemas.microsoft.com/office/drawing/2014/main" id="{B93BF0BB-47B9-DE28-B1E2-8EEA2154770D}"/>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5" name="Rectangle 74">
                <a:extLst>
                  <a:ext uri="{FF2B5EF4-FFF2-40B4-BE49-F238E27FC236}">
                    <a16:creationId xmlns:a16="http://schemas.microsoft.com/office/drawing/2014/main" id="{E6568330-DF08-4678-3BE8-5BCE081D0716}"/>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6" name="Rectangle 75">
                <a:extLst>
                  <a:ext uri="{FF2B5EF4-FFF2-40B4-BE49-F238E27FC236}">
                    <a16:creationId xmlns:a16="http://schemas.microsoft.com/office/drawing/2014/main" id="{3EE71149-E1B3-38BE-6723-9A8827447536}"/>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7" name="Rectangle 76">
                <a:extLst>
                  <a:ext uri="{FF2B5EF4-FFF2-40B4-BE49-F238E27FC236}">
                    <a16:creationId xmlns:a16="http://schemas.microsoft.com/office/drawing/2014/main" id="{CE1A5062-78FB-0249-0CB3-520B18CF9784}"/>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8" name="Rectangle 77">
                <a:extLst>
                  <a:ext uri="{FF2B5EF4-FFF2-40B4-BE49-F238E27FC236}">
                    <a16:creationId xmlns:a16="http://schemas.microsoft.com/office/drawing/2014/main" id="{5223E46D-913A-A332-D764-8586F2A87AB4}"/>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9" name="Rectangle 78">
                <a:extLst>
                  <a:ext uri="{FF2B5EF4-FFF2-40B4-BE49-F238E27FC236}">
                    <a16:creationId xmlns:a16="http://schemas.microsoft.com/office/drawing/2014/main" id="{8678326D-3C78-1ABA-EBEC-B9421DFBFD4C}"/>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80" name="Group 79">
              <a:extLst>
                <a:ext uri="{FF2B5EF4-FFF2-40B4-BE49-F238E27FC236}">
                  <a16:creationId xmlns:a16="http://schemas.microsoft.com/office/drawing/2014/main" id="{7DB46327-FEE7-18F9-8FD7-AEC19B997B21}"/>
                </a:ext>
              </a:extLst>
            </p:cNvPr>
            <p:cNvGrpSpPr/>
            <p:nvPr userDrawn="1"/>
          </p:nvGrpSpPr>
          <p:grpSpPr>
            <a:xfrm>
              <a:off x="12442019" y="198485"/>
              <a:ext cx="382660" cy="2882942"/>
              <a:chOff x="12742785" y="3716048"/>
              <a:chExt cx="316248" cy="3171236"/>
            </a:xfrm>
          </p:grpSpPr>
          <p:sp>
            <p:nvSpPr>
              <p:cNvPr id="81" name="Rectangle 80">
                <a:extLst>
                  <a:ext uri="{FF2B5EF4-FFF2-40B4-BE49-F238E27FC236}">
                    <a16:creationId xmlns:a16="http://schemas.microsoft.com/office/drawing/2014/main" id="{6CAA87FF-3BB2-967F-E898-BBC4F9AA9420}"/>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2" name="Rectangle 81">
                <a:extLst>
                  <a:ext uri="{FF2B5EF4-FFF2-40B4-BE49-F238E27FC236}">
                    <a16:creationId xmlns:a16="http://schemas.microsoft.com/office/drawing/2014/main" id="{829950E0-9E32-A623-6377-1984A86CDBF3}"/>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3" name="Rectangle 82">
                <a:extLst>
                  <a:ext uri="{FF2B5EF4-FFF2-40B4-BE49-F238E27FC236}">
                    <a16:creationId xmlns:a16="http://schemas.microsoft.com/office/drawing/2014/main" id="{C111E6D3-A976-FCC9-AC3D-53A6EB9EC123}"/>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4" name="Rectangle 83">
                <a:extLst>
                  <a:ext uri="{FF2B5EF4-FFF2-40B4-BE49-F238E27FC236}">
                    <a16:creationId xmlns:a16="http://schemas.microsoft.com/office/drawing/2014/main" id="{95E39AE0-5FBF-4BBB-D0B7-B23C3E2455E7}"/>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5" name="Rectangle 84">
                <a:extLst>
                  <a:ext uri="{FF2B5EF4-FFF2-40B4-BE49-F238E27FC236}">
                    <a16:creationId xmlns:a16="http://schemas.microsoft.com/office/drawing/2014/main" id="{48E227D5-94D4-A7B8-6F39-12A9F21F3F2A}"/>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6" name="Rectangle 85">
                <a:extLst>
                  <a:ext uri="{FF2B5EF4-FFF2-40B4-BE49-F238E27FC236}">
                    <a16:creationId xmlns:a16="http://schemas.microsoft.com/office/drawing/2014/main" id="{600ACCB4-2A91-F351-642E-091D959D8464}"/>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7" name="Rectangle 86">
                <a:extLst>
                  <a:ext uri="{FF2B5EF4-FFF2-40B4-BE49-F238E27FC236}">
                    <a16:creationId xmlns:a16="http://schemas.microsoft.com/office/drawing/2014/main" id="{A99970AD-31CA-2616-FF28-2D85AAA1ABC7}"/>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8" name="Rectangle 87">
                <a:extLst>
                  <a:ext uri="{FF2B5EF4-FFF2-40B4-BE49-F238E27FC236}">
                    <a16:creationId xmlns:a16="http://schemas.microsoft.com/office/drawing/2014/main" id="{215D475B-6249-D0E4-65BC-263409A02A19}"/>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9" name="Rectangle 88">
                <a:extLst>
                  <a:ext uri="{FF2B5EF4-FFF2-40B4-BE49-F238E27FC236}">
                    <a16:creationId xmlns:a16="http://schemas.microsoft.com/office/drawing/2014/main" id="{BB424193-F5EB-A39E-341D-C3FB693413E4}"/>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90" name="Rectangle 89">
                <a:extLst>
                  <a:ext uri="{FF2B5EF4-FFF2-40B4-BE49-F238E27FC236}">
                    <a16:creationId xmlns:a16="http://schemas.microsoft.com/office/drawing/2014/main" id="{B49D944C-BABD-9DE1-EE74-B55D21E2F0E1}"/>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91" name="TextBox 90">
              <a:extLst>
                <a:ext uri="{FF2B5EF4-FFF2-40B4-BE49-F238E27FC236}">
                  <a16:creationId xmlns:a16="http://schemas.microsoft.com/office/drawing/2014/main" id="{D4AC6DEF-4491-37A4-C6BB-02578725D591}"/>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128" name="TextBox 127">
            <a:extLst>
              <a:ext uri="{FF2B5EF4-FFF2-40B4-BE49-F238E27FC236}">
                <a16:creationId xmlns:a16="http://schemas.microsoft.com/office/drawing/2014/main" id="{D2DB175A-FFD0-4856-7479-6B34D879AE38}"/>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764994078"/>
      </p:ext>
    </p:extLst>
  </p:cSld>
  <p:clrMapOvr>
    <a:masterClrMapping/>
  </p:clrMapOvr>
</p:sldLayout>
</file>

<file path=ppt/slideLayouts/slideLayout240.xml><?xml version="1.0" encoding="utf-8"?>
<p:sldLayout xmlns:a="http://schemas.openxmlformats.org/drawingml/2006/main" xmlns:r="http://schemas.openxmlformats.org/officeDocument/2006/relationships" xmlns:p="http://schemas.openxmlformats.org/presentationml/2006/main" preserve="1" userDrawn="1">
  <p:cSld name="Title Only - 3/4 slide">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F5D45E11-31A5-E3FC-391B-2853581FD0C8}"/>
              </a:ext>
            </a:extLst>
          </p:cNvPr>
          <p:cNvSpPr>
            <a:spLocks noGrp="1"/>
          </p:cNvSpPr>
          <p:nvPr>
            <p:ph type="ftr" sz="quarter" idx="11"/>
          </p:nvPr>
        </p:nvSpPr>
        <p:spPr/>
        <p:txBody>
          <a:bodyPr/>
          <a:lstStyle/>
          <a:p>
            <a:r>
              <a:rPr lang="en-US"/>
              <a:t>User Group - October 2024</a:t>
            </a:r>
          </a:p>
        </p:txBody>
      </p:sp>
      <p:sp>
        <p:nvSpPr>
          <p:cNvPr id="5" name="Slide Number Placeholder 4">
            <a:extLst>
              <a:ext uri="{FF2B5EF4-FFF2-40B4-BE49-F238E27FC236}">
                <a16:creationId xmlns:a16="http://schemas.microsoft.com/office/drawing/2014/main" id="{3601F7DF-30E1-D713-9FFA-757E3563DACB}"/>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9" name="Title 8">
            <a:extLst>
              <a:ext uri="{FF2B5EF4-FFF2-40B4-BE49-F238E27FC236}">
                <a16:creationId xmlns:a16="http://schemas.microsoft.com/office/drawing/2014/main" id="{32664483-5AC8-0F16-9C46-37836889B6E9}"/>
              </a:ext>
            </a:extLst>
          </p:cNvPr>
          <p:cNvSpPr>
            <a:spLocks noGrp="1"/>
          </p:cNvSpPr>
          <p:nvPr>
            <p:ph type="title"/>
          </p:nvPr>
        </p:nvSpPr>
        <p:spPr>
          <a:xfrm>
            <a:off x="546101" y="552450"/>
            <a:ext cx="3346704" cy="928909"/>
          </a:xfrm>
        </p:spPr>
        <p:txBody>
          <a:bodyPr>
            <a:spAutoFit/>
          </a:bodyPr>
          <a:lstStyle>
            <a:lvl1pPr algn="l">
              <a:defRPr/>
            </a:lvl1pPr>
          </a:lstStyle>
          <a:p>
            <a:r>
              <a:rPr lang="en-US"/>
              <a:t>Click to edit Master title style</a:t>
            </a:r>
          </a:p>
        </p:txBody>
      </p:sp>
      <p:sp>
        <p:nvSpPr>
          <p:cNvPr id="3" name="Freeform 5">
            <a:extLst>
              <a:ext uri="{FF2B5EF4-FFF2-40B4-BE49-F238E27FC236}">
                <a16:creationId xmlns:a16="http://schemas.microsoft.com/office/drawing/2014/main" id="{7FE8C2D7-70E3-CC7C-8803-9B39088A71F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4" name="Text Placeholder 10">
            <a:extLst>
              <a:ext uri="{FF2B5EF4-FFF2-40B4-BE49-F238E27FC236}">
                <a16:creationId xmlns:a16="http://schemas.microsoft.com/office/drawing/2014/main" id="{8D27C407-E192-03E9-638A-6586423552D1}"/>
              </a:ext>
            </a:extLst>
          </p:cNvPr>
          <p:cNvSpPr>
            <a:spLocks noGrp="1"/>
          </p:cNvSpPr>
          <p:nvPr>
            <p:ph type="body" sz="quarter" idx="45" hasCustomPrompt="1"/>
          </p:nvPr>
        </p:nvSpPr>
        <p:spPr>
          <a:xfrm>
            <a:off x="546100" y="1621059"/>
            <a:ext cx="3346704" cy="597792"/>
          </a:xfrm>
        </p:spPr>
        <p:txBody>
          <a:bodyPr>
            <a:sp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a:t>
            </a:r>
            <a:br>
              <a:rPr lang="en-US"/>
            </a:br>
            <a:r>
              <a:rPr lang="en-US"/>
              <a:t>text styles</a:t>
            </a:r>
          </a:p>
        </p:txBody>
      </p:sp>
      <p:sp>
        <p:nvSpPr>
          <p:cNvPr id="15" name="Text Placeholder 15">
            <a:extLst>
              <a:ext uri="{FF2B5EF4-FFF2-40B4-BE49-F238E27FC236}">
                <a16:creationId xmlns:a16="http://schemas.microsoft.com/office/drawing/2014/main" id="{00C9B1A6-9BEE-5CDA-ABBB-81C99443866D}"/>
              </a:ext>
            </a:extLst>
          </p:cNvPr>
          <p:cNvSpPr>
            <a:spLocks noGrp="1"/>
          </p:cNvSpPr>
          <p:nvPr>
            <p:ph type="body" sz="quarter" idx="46"/>
          </p:nvPr>
        </p:nvSpPr>
        <p:spPr>
          <a:xfrm>
            <a:off x="546100" y="6019800"/>
            <a:ext cx="3346704"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179EF073-F30A-9C8F-5885-C3E0BCA23D6B}"/>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F4593785-AB52-FED6-4A7C-F10B60A5189D}"/>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D782C837-C3D6-0514-1BE1-34AECF96DAD4}"/>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8" name="Rectangle 7">
              <a:extLst>
                <a:ext uri="{FF2B5EF4-FFF2-40B4-BE49-F238E27FC236}">
                  <a16:creationId xmlns:a16="http://schemas.microsoft.com/office/drawing/2014/main" id="{ADF6BEDF-685C-96E3-B22D-B301BE775EDC}"/>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C8BFED95-E0E2-E70A-DC69-8D0E19890D7B}"/>
                </a:ext>
              </a:extLst>
            </p:cNvPr>
            <p:cNvGrpSpPr/>
            <p:nvPr userDrawn="1"/>
          </p:nvGrpSpPr>
          <p:grpSpPr>
            <a:xfrm>
              <a:off x="12442019" y="3791214"/>
              <a:ext cx="382660" cy="2882942"/>
              <a:chOff x="14001569" y="3716048"/>
              <a:chExt cx="316248" cy="3171236"/>
            </a:xfrm>
          </p:grpSpPr>
          <p:sp>
            <p:nvSpPr>
              <p:cNvPr id="25" name="Rectangle 24">
                <a:extLst>
                  <a:ext uri="{FF2B5EF4-FFF2-40B4-BE49-F238E27FC236}">
                    <a16:creationId xmlns:a16="http://schemas.microsoft.com/office/drawing/2014/main" id="{7606F56F-E00E-6CB7-93AA-39538C1FEA76}"/>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3739E0FC-366E-5200-C7F2-84F01BC32A1D}"/>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C0C04604-4A22-677B-898A-C64499544372}"/>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2BADAD44-F3D6-110E-6F03-3E9F36DDA347}"/>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376F7867-2655-2173-978E-5EE95AC9CBB2}"/>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BCE8A9B9-4A7B-ED8B-434A-20BE2C23934D}"/>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20EC7DB6-A803-BD4A-CCFA-B89C8F0ED93D}"/>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749ACE2E-E026-4EF1-9634-A73CC6753FA7}"/>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5825CE83-09EB-476B-6CAA-766FED4541AD}"/>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5A0697B3-F35A-2618-9E9E-7CC1D4A77EAA}"/>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DFE72C55-7F1E-D45E-D3AC-A727A77E2F26}"/>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0BD777A6-CFB3-33E4-357D-1C19A004F3BA}"/>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800286F1-B298-E007-EEB9-344B51F2CB4E}"/>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767937A0-C0CA-07B9-908A-2063D139630F}"/>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719A7A41-0709-282D-E2B2-57641C73D2A9}"/>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5CE74D6E-E698-80A5-65F1-55DEA16ADB09}"/>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1B595925-EA4A-6F50-B3C2-08093106234E}"/>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607A1B97-0EBA-47D8-3C33-0B2F536A22A9}"/>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FA7C4531-F8F7-250A-B84A-561891596FC7}"/>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C66C4893-C9D2-65BF-F751-F8BD258CF3AE}"/>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6B686FC3-A23D-35CA-7E70-19D29FF861C1}"/>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F92E1793-18EC-0533-30BD-B982BAD6C556}"/>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5" name="TextBox 34">
            <a:extLst>
              <a:ext uri="{FF2B5EF4-FFF2-40B4-BE49-F238E27FC236}">
                <a16:creationId xmlns:a16="http://schemas.microsoft.com/office/drawing/2014/main" id="{290ADA57-1592-61D1-9588-23D6777C6AD6}"/>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661818159"/>
      </p:ext>
    </p:extLst>
  </p:cSld>
  <p:clrMapOvr>
    <a:masterClrMapping/>
  </p:clrMapOvr>
</p:sldLayout>
</file>

<file path=ppt/slideLayouts/slideLayout241.xml><?xml version="1.0" encoding="utf-8"?>
<p:sldLayout xmlns:a="http://schemas.openxmlformats.org/drawingml/2006/main" xmlns:r="http://schemas.openxmlformats.org/officeDocument/2006/relationships" xmlns:p="http://schemas.openxmlformats.org/presentationml/2006/main" preserve="1" userDrawn="1">
  <p:cSld name="Freeform">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User Group - October 2024</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2" name="Freeform 5">
            <a:extLst>
              <a:ext uri="{FF2B5EF4-FFF2-40B4-BE49-F238E27FC236}">
                <a16:creationId xmlns:a16="http://schemas.microsoft.com/office/drawing/2014/main" id="{5C2DD425-99D8-608C-64B9-B0C461E35CD7}"/>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grpSp>
        <p:nvGrpSpPr>
          <p:cNvPr id="5" name="Group 4">
            <a:extLst>
              <a:ext uri="{FF2B5EF4-FFF2-40B4-BE49-F238E27FC236}">
                <a16:creationId xmlns:a16="http://schemas.microsoft.com/office/drawing/2014/main" id="{E0E059D5-9842-D8F8-4B5E-16257DAFF637}"/>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0004D94E-9634-1193-E33D-A93E2452780D}"/>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8C2FA471-48D6-EE18-426C-62B2BF75A1C7}"/>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8" name="Rectangle 7">
              <a:extLst>
                <a:ext uri="{FF2B5EF4-FFF2-40B4-BE49-F238E27FC236}">
                  <a16:creationId xmlns:a16="http://schemas.microsoft.com/office/drawing/2014/main" id="{92C2D621-1268-67B0-589C-51154EBAC79D}"/>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9" name="Group 8">
              <a:extLst>
                <a:ext uri="{FF2B5EF4-FFF2-40B4-BE49-F238E27FC236}">
                  <a16:creationId xmlns:a16="http://schemas.microsoft.com/office/drawing/2014/main" id="{24D8EA81-7EDD-6AB7-BAA1-0E5116436E61}"/>
                </a:ext>
              </a:extLst>
            </p:cNvPr>
            <p:cNvGrpSpPr/>
            <p:nvPr userDrawn="1"/>
          </p:nvGrpSpPr>
          <p:grpSpPr>
            <a:xfrm>
              <a:off x="12442019" y="3791214"/>
              <a:ext cx="382660" cy="2882942"/>
              <a:chOff x="14001569" y="3716048"/>
              <a:chExt cx="316248" cy="3171236"/>
            </a:xfrm>
          </p:grpSpPr>
          <p:sp>
            <p:nvSpPr>
              <p:cNvPr id="22" name="Rectangle 21">
                <a:extLst>
                  <a:ext uri="{FF2B5EF4-FFF2-40B4-BE49-F238E27FC236}">
                    <a16:creationId xmlns:a16="http://schemas.microsoft.com/office/drawing/2014/main" id="{7B3234D2-DF07-AD2C-2089-0E804A559524}"/>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9730EBEA-AA71-FC4A-9D32-21564C473F87}"/>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0471013E-1BD7-C62C-1A04-E71CAB0E8DC5}"/>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C5DA7F1F-9BB9-A8CA-52B9-DAFFAC457201}"/>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1C0F0A46-936A-E41C-F8BF-5C05A13AA08A}"/>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2A63B6BC-4410-D011-4637-E4AF6A45EAB2}"/>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9FB55402-E789-FC1B-8DD7-B39F3BD009F4}"/>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601304AE-A058-43FE-5EF6-3E4A6B2694BB}"/>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F6DF08AA-0A90-363E-D52D-94DDF14380B7}"/>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4348A43A-F3C7-1691-C155-BCD9743E3040}"/>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42713AC3-C9AD-27CC-9249-0CE084D0133F}"/>
                </a:ext>
              </a:extLst>
            </p:cNvPr>
            <p:cNvGrpSpPr/>
            <p:nvPr userDrawn="1"/>
          </p:nvGrpSpPr>
          <p:grpSpPr>
            <a:xfrm>
              <a:off x="12442019" y="198485"/>
              <a:ext cx="382660" cy="2882942"/>
              <a:chOff x="12742785" y="3716048"/>
              <a:chExt cx="316248" cy="3171236"/>
            </a:xfrm>
          </p:grpSpPr>
          <p:sp>
            <p:nvSpPr>
              <p:cNvPr id="12" name="Rectangle 11">
                <a:extLst>
                  <a:ext uri="{FF2B5EF4-FFF2-40B4-BE49-F238E27FC236}">
                    <a16:creationId xmlns:a16="http://schemas.microsoft.com/office/drawing/2014/main" id="{47414A1D-D891-8C43-B067-1BA0B30F1C62}"/>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3" name="Rectangle 12">
                <a:extLst>
                  <a:ext uri="{FF2B5EF4-FFF2-40B4-BE49-F238E27FC236}">
                    <a16:creationId xmlns:a16="http://schemas.microsoft.com/office/drawing/2014/main" id="{B4500B04-7F55-FF0A-E74A-40DC40E171DB}"/>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4" name="Rectangle 13">
                <a:extLst>
                  <a:ext uri="{FF2B5EF4-FFF2-40B4-BE49-F238E27FC236}">
                    <a16:creationId xmlns:a16="http://schemas.microsoft.com/office/drawing/2014/main" id="{53198B73-CA05-1A74-34B0-C27A9A546E2A}"/>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1CB0027A-3733-D831-6A48-A56B2D94DFEB}"/>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354B3406-AF84-6F41-B046-2BF5BA812A18}"/>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D6DBCBC1-AC8E-4F09-6448-9D2119D58A84}"/>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F4693D3D-5D61-C2A4-D0A4-F8BBC79FFEF9}"/>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853F8DB4-1BEB-C5CE-2C9B-91760C755811}"/>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D146C499-5327-9198-0B93-0C14CA64AC60}"/>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273C23AD-8852-F8A2-4725-A8AC29F098B8}"/>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1" name="TextBox 10">
              <a:extLst>
                <a:ext uri="{FF2B5EF4-FFF2-40B4-BE49-F238E27FC236}">
                  <a16:creationId xmlns:a16="http://schemas.microsoft.com/office/drawing/2014/main" id="{2390719E-B512-BFA7-D4FF-4E6C00CDB5F3}"/>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2" name="TextBox 31">
            <a:extLst>
              <a:ext uri="{FF2B5EF4-FFF2-40B4-BE49-F238E27FC236}">
                <a16:creationId xmlns:a16="http://schemas.microsoft.com/office/drawing/2014/main" id="{D797A2FC-6DF3-E117-D563-1F4F5A9F18B9}"/>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4139127268"/>
      </p:ext>
    </p:extLst>
  </p:cSld>
  <p:clrMapOvr>
    <a:masterClrMapping/>
  </p:clrMapOvr>
</p:sldLayout>
</file>

<file path=ppt/slideLayouts/slideLayout242.xml><?xml version="1.0" encoding="utf-8"?>
<p:sldLayout xmlns:a="http://schemas.openxmlformats.org/drawingml/2006/main" xmlns:r="http://schemas.openxmlformats.org/officeDocument/2006/relationships" xmlns:p="http://schemas.openxmlformats.org/presentationml/2006/main" preserve="1" userDrawn="1">
  <p:cSld name="Contact Sheet 4-up">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DDC42E88-6CA5-D615-F095-E179BC98BD17}"/>
              </a:ext>
            </a:extLst>
          </p:cNvPr>
          <p:cNvSpPr/>
          <p:nvPr userDrawn="1"/>
        </p:nvSpPr>
        <p:spPr bwMode="ltGray">
          <a:xfrm>
            <a:off x="2029968" y="987425"/>
            <a:ext cx="2029968" cy="58705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2" name="Rectangle 11">
            <a:extLst>
              <a:ext uri="{FF2B5EF4-FFF2-40B4-BE49-F238E27FC236}">
                <a16:creationId xmlns:a16="http://schemas.microsoft.com/office/drawing/2014/main" id="{34E1A2AF-0ED4-BF22-E0B5-072609F36CD0}"/>
              </a:ext>
            </a:extLst>
          </p:cNvPr>
          <p:cNvSpPr/>
          <p:nvPr userDrawn="1"/>
        </p:nvSpPr>
        <p:spPr bwMode="ltGray">
          <a:xfrm>
            <a:off x="0" y="0"/>
            <a:ext cx="2030571" cy="5586413"/>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Picture Placeholder 9">
            <a:extLst>
              <a:ext uri="{FF2B5EF4-FFF2-40B4-BE49-F238E27FC236}">
                <a16:creationId xmlns:a16="http://schemas.microsoft.com/office/drawing/2014/main" id="{9E00C7D1-33B8-8C13-3170-53723F9DC775}"/>
              </a:ext>
            </a:extLst>
          </p:cNvPr>
          <p:cNvSpPr>
            <a:spLocks noGrp="1"/>
          </p:cNvSpPr>
          <p:nvPr>
            <p:ph type="pic" sz="quarter" idx="29" hasCustomPrompt="1"/>
          </p:nvPr>
        </p:nvSpPr>
        <p:spPr>
          <a:xfrm>
            <a:off x="-1" y="3984625"/>
            <a:ext cx="2025945" cy="1601788"/>
          </a:xfrm>
          <a:noFill/>
          <a:ln>
            <a:noFill/>
          </a:ln>
        </p:spPr>
        <p:txBody>
          <a:bodyPr bIns="731520" anchor="ctr"/>
          <a:lstStyle>
            <a:lvl1pPr algn="ctr">
              <a:defRPr>
                <a:solidFill>
                  <a:schemeClr val="bg1"/>
                </a:solidFill>
                <a:latin typeface="+mn-lt"/>
              </a:defRPr>
            </a:lvl1pPr>
          </a:lstStyle>
          <a:p>
            <a:r>
              <a:rPr lang="en-US"/>
              <a:t>Silhouette</a:t>
            </a:r>
            <a:br>
              <a:rPr lang="en-US"/>
            </a:br>
            <a:r>
              <a:rPr lang="en-US"/>
              <a:t>portrait</a:t>
            </a:r>
          </a:p>
        </p:txBody>
      </p:sp>
      <p:sp>
        <p:nvSpPr>
          <p:cNvPr id="6" name="Rectangle 5">
            <a:extLst>
              <a:ext uri="{FF2B5EF4-FFF2-40B4-BE49-F238E27FC236}">
                <a16:creationId xmlns:a16="http://schemas.microsoft.com/office/drawing/2014/main" id="{DB4AF1C6-2110-AD3D-E932-BB93094FDE3E}"/>
              </a:ext>
            </a:extLst>
          </p:cNvPr>
          <p:cNvSpPr/>
          <p:nvPr userDrawn="1"/>
        </p:nvSpPr>
        <p:spPr bwMode="ltGray">
          <a:xfrm>
            <a:off x="4059936" y="1"/>
            <a:ext cx="2030571" cy="4419599"/>
          </a:xfrm>
          <a:prstGeom prst="rect">
            <a:avLst/>
          </a:prstGeom>
          <a:solidFill>
            <a:srgbClr val="F0F0F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EFC37276-E616-FBAF-DF1A-61E3D82969B3}"/>
              </a:ext>
            </a:extLst>
          </p:cNvPr>
          <p:cNvSpPr/>
          <p:nvPr userDrawn="1"/>
        </p:nvSpPr>
        <p:spPr bwMode="ltGray">
          <a:xfrm>
            <a:off x="6089904" y="2146300"/>
            <a:ext cx="2030571" cy="4711700"/>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Picture Placeholder 9">
            <a:extLst>
              <a:ext uri="{FF2B5EF4-FFF2-40B4-BE49-F238E27FC236}">
                <a16:creationId xmlns:a16="http://schemas.microsoft.com/office/drawing/2014/main" id="{6D983F6C-257C-6C67-6EC3-EBCA44E1E447}"/>
              </a:ext>
            </a:extLst>
          </p:cNvPr>
          <p:cNvSpPr>
            <a:spLocks noGrp="1"/>
          </p:cNvSpPr>
          <p:nvPr>
            <p:ph type="pic" sz="quarter" idx="34" hasCustomPrompt="1"/>
          </p:nvPr>
        </p:nvSpPr>
        <p:spPr>
          <a:xfrm>
            <a:off x="2029968" y="5256211"/>
            <a:ext cx="2029968" cy="1601788"/>
          </a:xfrm>
          <a:noFill/>
          <a:ln>
            <a:noFill/>
          </a:ln>
        </p:spPr>
        <p:txBody>
          <a:bodyPr bIns="731520" anchor="ctr"/>
          <a:lstStyle>
            <a:lvl1pPr algn="ctr">
              <a:defRPr>
                <a:solidFill>
                  <a:schemeClr val="bg1"/>
                </a:solidFill>
                <a:latin typeface="+mn-lt"/>
              </a:defRPr>
            </a:lvl1pPr>
          </a:lstStyle>
          <a:p>
            <a:r>
              <a:rPr lang="en-US"/>
              <a:t>Silhouette</a:t>
            </a:r>
            <a:br>
              <a:rPr lang="en-US"/>
            </a:br>
            <a:r>
              <a:rPr lang="en-US"/>
              <a:t>portrait</a:t>
            </a:r>
          </a:p>
        </p:txBody>
      </p:sp>
      <p:sp>
        <p:nvSpPr>
          <p:cNvPr id="26" name="Picture Placeholder 9">
            <a:extLst>
              <a:ext uri="{FF2B5EF4-FFF2-40B4-BE49-F238E27FC236}">
                <a16:creationId xmlns:a16="http://schemas.microsoft.com/office/drawing/2014/main" id="{B30A2EA1-9831-326D-A8C1-2D549EB4933B}"/>
              </a:ext>
            </a:extLst>
          </p:cNvPr>
          <p:cNvSpPr>
            <a:spLocks noGrp="1"/>
          </p:cNvSpPr>
          <p:nvPr>
            <p:ph type="pic" sz="quarter" idx="35" hasCustomPrompt="1"/>
          </p:nvPr>
        </p:nvSpPr>
        <p:spPr>
          <a:xfrm>
            <a:off x="4059936" y="2817812"/>
            <a:ext cx="2029968" cy="1601788"/>
          </a:xfrm>
          <a:noFill/>
          <a:ln>
            <a:noFill/>
          </a:ln>
        </p:spPr>
        <p:txBody>
          <a:bodyPr bIns="731520" anchor="ctr"/>
          <a:lstStyle>
            <a:lvl1pPr algn="ctr">
              <a:defRPr>
                <a:solidFill>
                  <a:schemeClr val="tx1"/>
                </a:solidFill>
                <a:latin typeface="+mn-lt"/>
              </a:defRPr>
            </a:lvl1pPr>
          </a:lstStyle>
          <a:p>
            <a:r>
              <a:rPr lang="en-US"/>
              <a:t>Silhouette</a:t>
            </a:r>
            <a:br>
              <a:rPr lang="en-US"/>
            </a:br>
            <a:r>
              <a:rPr lang="en-US"/>
              <a:t>portrait</a:t>
            </a:r>
          </a:p>
        </p:txBody>
      </p:sp>
      <p:sp>
        <p:nvSpPr>
          <p:cNvPr id="27" name="Picture Placeholder 9">
            <a:extLst>
              <a:ext uri="{FF2B5EF4-FFF2-40B4-BE49-F238E27FC236}">
                <a16:creationId xmlns:a16="http://schemas.microsoft.com/office/drawing/2014/main" id="{788C71B0-0D1B-0F88-EE68-676FD8926F88}"/>
              </a:ext>
            </a:extLst>
          </p:cNvPr>
          <p:cNvSpPr>
            <a:spLocks noGrp="1"/>
          </p:cNvSpPr>
          <p:nvPr>
            <p:ph type="pic" sz="quarter" idx="36" hasCustomPrompt="1"/>
          </p:nvPr>
        </p:nvSpPr>
        <p:spPr>
          <a:xfrm>
            <a:off x="6089904" y="5225465"/>
            <a:ext cx="2029968" cy="1601788"/>
          </a:xfrm>
          <a:noFill/>
          <a:ln>
            <a:noFill/>
          </a:ln>
        </p:spPr>
        <p:txBody>
          <a:bodyPr bIns="731520" anchor="ctr"/>
          <a:lstStyle>
            <a:lvl1pPr algn="ctr">
              <a:defRPr>
                <a:solidFill>
                  <a:schemeClr val="bg1"/>
                </a:solidFill>
                <a:latin typeface="+mn-lt"/>
              </a:defRPr>
            </a:lvl1pPr>
          </a:lstStyle>
          <a:p>
            <a:r>
              <a:rPr lang="en-US"/>
              <a:t>Silhouette</a:t>
            </a:r>
            <a:br>
              <a:rPr lang="en-US"/>
            </a:br>
            <a:r>
              <a:rPr lang="en-US"/>
              <a:t>portrait</a:t>
            </a:r>
          </a:p>
        </p:txBody>
      </p:sp>
      <p:sp>
        <p:nvSpPr>
          <p:cNvPr id="7" name="Title 6">
            <a:extLst>
              <a:ext uri="{FF2B5EF4-FFF2-40B4-BE49-F238E27FC236}">
                <a16:creationId xmlns:a16="http://schemas.microsoft.com/office/drawing/2014/main" id="{4E7DFA94-D58E-B043-9748-F5C033A80605}"/>
              </a:ext>
            </a:extLst>
          </p:cNvPr>
          <p:cNvSpPr>
            <a:spLocks noGrp="1"/>
          </p:cNvSpPr>
          <p:nvPr>
            <p:ph type="title"/>
          </p:nvPr>
        </p:nvSpPr>
        <p:spPr>
          <a:xfrm>
            <a:off x="7600950" y="548640"/>
            <a:ext cx="4044155" cy="873760"/>
          </a:xfrm>
        </p:spPr>
        <p:txBody>
          <a:bodyPr/>
          <a:lstStyle/>
          <a:p>
            <a:r>
              <a:rPr lang="en-US"/>
              <a:t>Click to edit Master title style</a:t>
            </a:r>
          </a:p>
        </p:txBody>
      </p:sp>
      <p:sp>
        <p:nvSpPr>
          <p:cNvPr id="5" name="Freeform 5">
            <a:extLst>
              <a:ext uri="{FF2B5EF4-FFF2-40B4-BE49-F238E27FC236}">
                <a16:creationId xmlns:a16="http://schemas.microsoft.com/office/drawing/2014/main" id="{39611C4F-B45F-3A80-F10C-1FE235F3B7E0}"/>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20" name="Text Placeholder 19">
            <a:extLst>
              <a:ext uri="{FF2B5EF4-FFF2-40B4-BE49-F238E27FC236}">
                <a16:creationId xmlns:a16="http://schemas.microsoft.com/office/drawing/2014/main" id="{FA57E2A5-07A4-7598-0417-7BDD1699473D}"/>
              </a:ext>
            </a:extLst>
          </p:cNvPr>
          <p:cNvSpPr>
            <a:spLocks noGrp="1"/>
          </p:cNvSpPr>
          <p:nvPr>
            <p:ph type="body" sz="quarter" idx="49" hasCustomPrompt="1"/>
          </p:nvPr>
        </p:nvSpPr>
        <p:spPr>
          <a:xfrm>
            <a:off x="274474" y="552452"/>
            <a:ext cx="1469626" cy="1014412"/>
          </a:xfrm>
        </p:spPr>
        <p:txBody>
          <a:bodyPr>
            <a:normAutofit/>
          </a:bodyPr>
          <a:lstStyle>
            <a:lvl1pPr>
              <a:spcAft>
                <a:spcPts val="200"/>
              </a:spcAft>
              <a:defRPr sz="1200" b="1">
                <a:solidFill>
                  <a:schemeClr val="bg1"/>
                </a:solidFill>
              </a:defRPr>
            </a:lvl1pPr>
            <a:lvl2pPr marL="0" indent="0">
              <a:spcAft>
                <a:spcPts val="0"/>
              </a:spcAft>
              <a:buNone/>
              <a:defRPr sz="1200">
                <a:solidFill>
                  <a:schemeClr val="bg1"/>
                </a:solidFill>
              </a:defRPr>
            </a:lvl2pPr>
            <a:lvl3pPr marL="0" indent="0">
              <a:spcAft>
                <a:spcPts val="0"/>
              </a:spcAft>
              <a:buNone/>
              <a:defRPr sz="1200">
                <a:solidFill>
                  <a:schemeClr val="bg1"/>
                </a:solidFill>
              </a:defRPr>
            </a:lvl3pPr>
            <a:lvl4pPr marL="0" indent="0">
              <a:spcAft>
                <a:spcPts val="0"/>
              </a:spcAft>
              <a:buNone/>
              <a:defRPr sz="1200">
                <a:solidFill>
                  <a:schemeClr val="bg1"/>
                </a:solidFill>
              </a:defRPr>
            </a:lvl4pPr>
            <a:lvl5pPr marL="0" indent="0">
              <a:spcAft>
                <a:spcPts val="0"/>
              </a:spcAft>
              <a:buNone/>
              <a:defRPr sz="1200">
                <a:solidFill>
                  <a:schemeClr val="bg1"/>
                </a:solidFill>
              </a:defRPr>
            </a:lvl5pPr>
            <a:lvl6pPr marL="0" indent="0">
              <a:spcAft>
                <a:spcPts val="0"/>
              </a:spcAft>
              <a:buNone/>
              <a:defRPr>
                <a:solidFill>
                  <a:schemeClr val="bg1"/>
                </a:solidFill>
              </a:defRPr>
            </a:lvl6pPr>
            <a:lvl7pPr marL="0" indent="0">
              <a:spcAft>
                <a:spcPts val="0"/>
              </a:spcAft>
              <a:buNone/>
              <a:defRPr>
                <a:solidFill>
                  <a:schemeClr val="bg1"/>
                </a:solidFill>
              </a:defRPr>
            </a:lvl7pPr>
            <a:lvl8pPr marL="0" indent="0">
              <a:spcAft>
                <a:spcPts val="0"/>
              </a:spcAft>
              <a:buNone/>
              <a:defRPr>
                <a:solidFill>
                  <a:schemeClr val="bg1"/>
                </a:solidFill>
              </a:defRPr>
            </a:lvl8pPr>
            <a:lvl9pPr marL="0" indent="0">
              <a:spcAft>
                <a:spcPts val="0"/>
              </a:spcAft>
              <a:buNone/>
              <a:defRPr>
                <a:solidFill>
                  <a:schemeClr val="bg1"/>
                </a:solidFill>
              </a:defRPr>
            </a:lvl9pPr>
          </a:lstStyle>
          <a:p>
            <a:pPr lvl="0"/>
            <a:r>
              <a:rPr lang="en-US" err="1"/>
              <a:t>Firstname</a:t>
            </a:r>
            <a:r>
              <a:rPr lang="en-US"/>
              <a:t> </a:t>
            </a:r>
            <a:r>
              <a:rPr lang="en-US" err="1"/>
              <a:t>Lastname</a:t>
            </a:r>
            <a:r>
              <a:rPr lang="en-US"/>
              <a:t>, L1</a:t>
            </a:r>
          </a:p>
          <a:p>
            <a:pPr lvl="1"/>
            <a:r>
              <a:rPr lang="en-US"/>
              <a:t>Title/department, L2</a:t>
            </a:r>
          </a:p>
        </p:txBody>
      </p:sp>
      <p:sp>
        <p:nvSpPr>
          <p:cNvPr id="33" name="Text Placeholder 32">
            <a:extLst>
              <a:ext uri="{FF2B5EF4-FFF2-40B4-BE49-F238E27FC236}">
                <a16:creationId xmlns:a16="http://schemas.microsoft.com/office/drawing/2014/main" id="{E601086B-49DB-91F4-74B7-19EC53EE3BBE}"/>
              </a:ext>
            </a:extLst>
          </p:cNvPr>
          <p:cNvSpPr>
            <a:spLocks noGrp="1"/>
          </p:cNvSpPr>
          <p:nvPr>
            <p:ph type="body" sz="quarter" idx="50"/>
          </p:nvPr>
        </p:nvSpPr>
        <p:spPr>
          <a:xfrm>
            <a:off x="2305451" y="1273175"/>
            <a:ext cx="1472184" cy="2416175"/>
          </a:xfrm>
        </p:spPr>
        <p:txBody>
          <a:bodyPr>
            <a:normAutofit/>
          </a:bodyPr>
          <a:lstStyle>
            <a:lvl1pPr marL="0" indent="0">
              <a:buFont typeface="Arial" panose="020B0604020202020204" pitchFamily="34" charset="0"/>
              <a:buNone/>
              <a:defRPr sz="1200" b="1">
                <a:solidFill>
                  <a:schemeClr val="bg1"/>
                </a:solidFill>
              </a:defRPr>
            </a:lvl1pPr>
            <a:lvl2pPr marL="0" indent="0">
              <a:spcAft>
                <a:spcPts val="0"/>
              </a:spcAft>
              <a:buFont typeface="Arial" panose="020B0604020202020204" pitchFamily="34" charset="0"/>
              <a:buNone/>
              <a:defRPr sz="1200">
                <a:solidFill>
                  <a:schemeClr val="bg1"/>
                </a:solidFill>
              </a:defRPr>
            </a:lvl2pPr>
            <a:lvl3pPr marL="0" indent="0">
              <a:spcAft>
                <a:spcPts val="0"/>
              </a:spcAft>
              <a:buFont typeface="Arial" panose="020B0604020202020204" pitchFamily="34" charset="0"/>
              <a:buNone/>
              <a:defRPr sz="1200">
                <a:solidFill>
                  <a:schemeClr val="bg1"/>
                </a:solidFill>
              </a:defRPr>
            </a:lvl3pPr>
            <a:lvl4pPr marL="0" indent="0">
              <a:spcAft>
                <a:spcPts val="0"/>
              </a:spcAft>
              <a:buFont typeface="Arial" panose="020B0604020202020204" pitchFamily="34" charset="0"/>
              <a:buNone/>
              <a:defRPr sz="1200">
                <a:solidFill>
                  <a:schemeClr val="bg1"/>
                </a:solidFill>
              </a:defRPr>
            </a:lvl4pPr>
            <a:lvl5pPr marL="0" indent="0">
              <a:spcAft>
                <a:spcPts val="0"/>
              </a:spcAft>
              <a:buFont typeface="Arial" panose="020B0604020202020204" pitchFamily="34" charset="0"/>
              <a:buNone/>
              <a:defRPr sz="1200">
                <a:solidFill>
                  <a:schemeClr val="bg1"/>
                </a:solidFill>
              </a:defRPr>
            </a:lvl5pPr>
            <a:lvl6pPr marL="0" indent="0">
              <a:spcAft>
                <a:spcPts val="0"/>
              </a:spcAft>
              <a:buNone/>
              <a:defRPr>
                <a:solidFill>
                  <a:schemeClr val="bg1"/>
                </a:solidFill>
              </a:defRPr>
            </a:lvl6pPr>
            <a:lvl7pPr marL="0" indent="0">
              <a:spcAft>
                <a:spcPts val="0"/>
              </a:spcAft>
              <a:buNone/>
              <a:defRPr>
                <a:solidFill>
                  <a:schemeClr val="bg1"/>
                </a:solidFill>
              </a:defRPr>
            </a:lvl7pPr>
            <a:lvl8pPr marL="0" indent="0">
              <a:spcAft>
                <a:spcPts val="0"/>
              </a:spcAft>
              <a:buNone/>
              <a:defRPr>
                <a:solidFill>
                  <a:schemeClr val="bg1"/>
                </a:solidFill>
              </a:defRPr>
            </a:lvl8pPr>
            <a:lvl9pPr marL="0" indent="0">
              <a:spcAft>
                <a:spcPts val="0"/>
              </a:spcAft>
              <a:buNone/>
              <a:defRPr>
                <a:solidFill>
                  <a:schemeClr val="bg1"/>
                </a:solidFill>
              </a:defRPr>
            </a:lvl9pPr>
          </a:lstStyle>
          <a:p>
            <a:pPr lvl="0"/>
            <a:r>
              <a:rPr lang="en-US"/>
              <a:t>Click to edit Master text styles</a:t>
            </a:r>
          </a:p>
          <a:p>
            <a:pPr lvl="1"/>
            <a:r>
              <a:rPr lang="en-US"/>
              <a:t>Second level</a:t>
            </a:r>
          </a:p>
        </p:txBody>
      </p:sp>
      <p:sp>
        <p:nvSpPr>
          <p:cNvPr id="35" name="Text Placeholder 34">
            <a:extLst>
              <a:ext uri="{FF2B5EF4-FFF2-40B4-BE49-F238E27FC236}">
                <a16:creationId xmlns:a16="http://schemas.microsoft.com/office/drawing/2014/main" id="{91795EEA-E69F-C144-C1F3-C2414990FBA1}"/>
              </a:ext>
            </a:extLst>
          </p:cNvPr>
          <p:cNvSpPr>
            <a:spLocks noGrp="1"/>
          </p:cNvSpPr>
          <p:nvPr>
            <p:ph type="body" sz="quarter" idx="51"/>
          </p:nvPr>
        </p:nvSpPr>
        <p:spPr>
          <a:xfrm>
            <a:off x="4339080" y="548641"/>
            <a:ext cx="1472184" cy="1731010"/>
          </a:xfrm>
        </p:spPr>
        <p:txBody>
          <a:bodyPr>
            <a:noAutofit/>
          </a:bodyPr>
          <a:lstStyle>
            <a:lvl1pPr marL="0" indent="0">
              <a:buFont typeface="Arial" panose="020B0604020202020204" pitchFamily="34" charset="0"/>
              <a:buNone/>
              <a:defRPr sz="1200" b="1">
                <a:solidFill>
                  <a:schemeClr val="tx2"/>
                </a:solidFill>
              </a:defRPr>
            </a:lvl1pPr>
            <a:lvl2pPr marL="0" indent="0">
              <a:spcAft>
                <a:spcPts val="0"/>
              </a:spcAft>
              <a:buFont typeface="Arial" panose="020B0604020202020204" pitchFamily="34" charset="0"/>
              <a:buNone/>
              <a:defRPr sz="1200">
                <a:solidFill>
                  <a:schemeClr val="tx1"/>
                </a:solidFill>
              </a:defRPr>
            </a:lvl2pPr>
            <a:lvl3pPr marL="0" indent="0">
              <a:spcAft>
                <a:spcPts val="0"/>
              </a:spcAft>
              <a:buFont typeface="Arial" panose="020B0604020202020204" pitchFamily="34" charset="0"/>
              <a:buNone/>
              <a:defRPr sz="1200">
                <a:solidFill>
                  <a:schemeClr val="tx1"/>
                </a:solidFill>
              </a:defRPr>
            </a:lvl3pPr>
            <a:lvl4pPr marL="0" indent="0">
              <a:spcAft>
                <a:spcPts val="0"/>
              </a:spcAft>
              <a:buFont typeface="Arial" panose="020B0604020202020204" pitchFamily="34" charset="0"/>
              <a:buNone/>
              <a:defRPr sz="1200">
                <a:solidFill>
                  <a:schemeClr val="tx1"/>
                </a:solidFill>
              </a:defRPr>
            </a:lvl4pPr>
            <a:lvl5pPr marL="0" indent="0">
              <a:spcAft>
                <a:spcPts val="0"/>
              </a:spcAft>
              <a:buFont typeface="Arial" panose="020B0604020202020204" pitchFamily="34" charset="0"/>
              <a:buNone/>
              <a:defRPr sz="1200">
                <a:solidFill>
                  <a:schemeClr val="tx1"/>
                </a:solidFill>
              </a:defRPr>
            </a:lvl5pPr>
            <a:lvl6pPr marL="0" indent="0">
              <a:spcAft>
                <a:spcPts val="0"/>
              </a:spcAft>
              <a:buNone/>
              <a:defRPr/>
            </a:lvl6pPr>
            <a:lvl7pPr marL="0" indent="0">
              <a:spcAft>
                <a:spcPts val="0"/>
              </a:spcAft>
              <a:buNone/>
              <a:defRPr/>
            </a:lvl7pPr>
            <a:lvl8pPr marL="0" indent="0">
              <a:spcAft>
                <a:spcPts val="0"/>
              </a:spcAft>
              <a:buNone/>
              <a:defRPr/>
            </a:lvl8pPr>
            <a:lvl9pPr marL="0" indent="0">
              <a:spcAft>
                <a:spcPts val="0"/>
              </a:spcAft>
              <a:buNone/>
              <a:defRPr/>
            </a:lvl9pPr>
          </a:lstStyle>
          <a:p>
            <a:pPr lvl="0"/>
            <a:r>
              <a:rPr lang="en-US"/>
              <a:t>Click to edit Master text styles</a:t>
            </a:r>
          </a:p>
          <a:p>
            <a:pPr lvl="1"/>
            <a:r>
              <a:rPr lang="en-US"/>
              <a:t>Second level</a:t>
            </a:r>
          </a:p>
        </p:txBody>
      </p:sp>
      <p:sp>
        <p:nvSpPr>
          <p:cNvPr id="37" name="Text Placeholder 36">
            <a:extLst>
              <a:ext uri="{FF2B5EF4-FFF2-40B4-BE49-F238E27FC236}">
                <a16:creationId xmlns:a16="http://schemas.microsoft.com/office/drawing/2014/main" id="{2C46E456-167D-6954-BAD6-1AF9A45D1383}"/>
              </a:ext>
            </a:extLst>
          </p:cNvPr>
          <p:cNvSpPr>
            <a:spLocks noGrp="1"/>
          </p:cNvSpPr>
          <p:nvPr>
            <p:ph type="body" sz="quarter" idx="52"/>
          </p:nvPr>
        </p:nvSpPr>
        <p:spPr>
          <a:xfrm>
            <a:off x="6361123" y="2425701"/>
            <a:ext cx="1472184" cy="2141538"/>
          </a:xfrm>
        </p:spPr>
        <p:txBody>
          <a:bodyPr>
            <a:normAutofit/>
          </a:bodyPr>
          <a:lstStyle>
            <a:lvl1pPr marL="0" indent="0">
              <a:buFont typeface="Arial" panose="020B0604020202020204" pitchFamily="34" charset="0"/>
              <a:buNone/>
              <a:defRPr sz="1200" b="1">
                <a:solidFill>
                  <a:schemeClr val="bg1"/>
                </a:solidFill>
              </a:defRPr>
            </a:lvl1pPr>
            <a:lvl2pPr marL="0" indent="0">
              <a:spcAft>
                <a:spcPts val="0"/>
              </a:spcAft>
              <a:buFont typeface="Arial" panose="020B0604020202020204" pitchFamily="34" charset="0"/>
              <a:buNone/>
              <a:defRPr sz="1200">
                <a:solidFill>
                  <a:schemeClr val="bg1"/>
                </a:solidFill>
              </a:defRPr>
            </a:lvl2pPr>
            <a:lvl3pPr marL="0" indent="0">
              <a:spcAft>
                <a:spcPts val="0"/>
              </a:spcAft>
              <a:buFont typeface="Arial" panose="020B0604020202020204" pitchFamily="34" charset="0"/>
              <a:buNone/>
              <a:defRPr sz="1200">
                <a:solidFill>
                  <a:schemeClr val="bg1"/>
                </a:solidFill>
              </a:defRPr>
            </a:lvl3pPr>
            <a:lvl4pPr marL="0" indent="0">
              <a:spcAft>
                <a:spcPts val="0"/>
              </a:spcAft>
              <a:buFont typeface="Arial" panose="020B0604020202020204" pitchFamily="34" charset="0"/>
              <a:buNone/>
              <a:defRPr sz="1200">
                <a:solidFill>
                  <a:schemeClr val="bg1"/>
                </a:solidFill>
              </a:defRPr>
            </a:lvl4pPr>
            <a:lvl5pPr marL="0" indent="0">
              <a:spcAft>
                <a:spcPts val="0"/>
              </a:spcAft>
              <a:buFont typeface="Arial" panose="020B0604020202020204" pitchFamily="34" charset="0"/>
              <a:buNone/>
              <a:defRPr sz="1200">
                <a:solidFill>
                  <a:schemeClr val="bg1"/>
                </a:solidFill>
              </a:defRPr>
            </a:lvl5pPr>
            <a:lvl6pPr marL="0" indent="0">
              <a:spcAft>
                <a:spcPts val="0"/>
              </a:spcAft>
              <a:buNone/>
              <a:defRPr>
                <a:solidFill>
                  <a:schemeClr val="bg1"/>
                </a:solidFill>
              </a:defRPr>
            </a:lvl6pPr>
            <a:lvl7pPr marL="0" indent="0">
              <a:spcAft>
                <a:spcPts val="0"/>
              </a:spcAft>
              <a:buNone/>
              <a:defRPr>
                <a:solidFill>
                  <a:schemeClr val="bg1"/>
                </a:solidFill>
              </a:defRPr>
            </a:lvl7pPr>
            <a:lvl8pPr marL="0" indent="0">
              <a:spcAft>
                <a:spcPts val="0"/>
              </a:spcAft>
              <a:buNone/>
              <a:defRPr>
                <a:solidFill>
                  <a:schemeClr val="bg1"/>
                </a:solidFill>
              </a:defRPr>
            </a:lvl8pPr>
            <a:lvl9pPr marL="0" indent="0">
              <a:spcAft>
                <a:spcPts val="0"/>
              </a:spcAft>
              <a:buNone/>
              <a:defRPr>
                <a:solidFill>
                  <a:schemeClr val="bg1"/>
                </a:solidFill>
              </a:defRPr>
            </a:lvl9pPr>
          </a:lstStyle>
          <a:p>
            <a:pPr lvl="0"/>
            <a:r>
              <a:rPr lang="en-US"/>
              <a:t>Click to edit Master text styles</a:t>
            </a:r>
          </a:p>
          <a:p>
            <a:pPr lvl="1"/>
            <a:r>
              <a:rPr lang="en-US"/>
              <a:t>Second level</a:t>
            </a:r>
          </a:p>
        </p:txBody>
      </p:sp>
      <p:grpSp>
        <p:nvGrpSpPr>
          <p:cNvPr id="2" name="Group 1">
            <a:extLst>
              <a:ext uri="{FF2B5EF4-FFF2-40B4-BE49-F238E27FC236}">
                <a16:creationId xmlns:a16="http://schemas.microsoft.com/office/drawing/2014/main" id="{6D3D5632-646F-61D7-4AE6-BF02FD68B5F5}"/>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CF6E991D-BA97-2E7A-350A-757E3B6809F1}"/>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8" name="TextBox 7">
              <a:extLst>
                <a:ext uri="{FF2B5EF4-FFF2-40B4-BE49-F238E27FC236}">
                  <a16:creationId xmlns:a16="http://schemas.microsoft.com/office/drawing/2014/main" id="{DF10D0AA-C868-4255-6C18-FB7B99C476A7}"/>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1" name="Rectangle 10">
              <a:extLst>
                <a:ext uri="{FF2B5EF4-FFF2-40B4-BE49-F238E27FC236}">
                  <a16:creationId xmlns:a16="http://schemas.microsoft.com/office/drawing/2014/main" id="{CDFB9467-E34A-6CC4-7D6F-0F6859E3CD9F}"/>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3" name="Group 12">
              <a:extLst>
                <a:ext uri="{FF2B5EF4-FFF2-40B4-BE49-F238E27FC236}">
                  <a16:creationId xmlns:a16="http://schemas.microsoft.com/office/drawing/2014/main" id="{04F0E233-43D9-F8E9-74B4-5B4ACA013EAB}"/>
                </a:ext>
              </a:extLst>
            </p:cNvPr>
            <p:cNvGrpSpPr/>
            <p:nvPr userDrawn="1"/>
          </p:nvGrpSpPr>
          <p:grpSpPr>
            <a:xfrm>
              <a:off x="12442019" y="3791214"/>
              <a:ext cx="382660" cy="2882942"/>
              <a:chOff x="14001569" y="3716048"/>
              <a:chExt cx="316248" cy="3171236"/>
            </a:xfrm>
          </p:grpSpPr>
          <p:sp>
            <p:nvSpPr>
              <p:cNvPr id="31" name="Rectangle 30">
                <a:extLst>
                  <a:ext uri="{FF2B5EF4-FFF2-40B4-BE49-F238E27FC236}">
                    <a16:creationId xmlns:a16="http://schemas.microsoft.com/office/drawing/2014/main" id="{582CEAD4-908C-79D2-478B-45E3BB38AC8A}"/>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0F29B89A-CB4E-E848-6D48-46868DA23DBF}"/>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51B61DB6-3676-03AC-77A2-61C592C92B56}"/>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077D612B-3D1E-84B2-636E-E963A68E3C89}"/>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2D3C5B98-6057-FB8A-9CFC-560908C1BC1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83173415-4649-4B55-C2A9-37BD1207407E}"/>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8906B5F4-3F6B-6DE8-937A-0614236CE90A}"/>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3A4C49E8-57C7-8EE8-5B8F-FCA241800E1A}"/>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2" name="Rectangle 41">
                <a:extLst>
                  <a:ext uri="{FF2B5EF4-FFF2-40B4-BE49-F238E27FC236}">
                    <a16:creationId xmlns:a16="http://schemas.microsoft.com/office/drawing/2014/main" id="{5B85209B-AE9E-DFB6-868C-FAEAC50B243A}"/>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3" name="Rectangle 42">
                <a:extLst>
                  <a:ext uri="{FF2B5EF4-FFF2-40B4-BE49-F238E27FC236}">
                    <a16:creationId xmlns:a16="http://schemas.microsoft.com/office/drawing/2014/main" id="{2606DE1F-2D5F-F2A5-E0A3-9E439B2EFBC9}"/>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4" name="Group 13">
              <a:extLst>
                <a:ext uri="{FF2B5EF4-FFF2-40B4-BE49-F238E27FC236}">
                  <a16:creationId xmlns:a16="http://schemas.microsoft.com/office/drawing/2014/main" id="{0F02FA5A-DF41-200A-A03F-E12A5730E243}"/>
                </a:ext>
              </a:extLst>
            </p:cNvPr>
            <p:cNvGrpSpPr/>
            <p:nvPr userDrawn="1"/>
          </p:nvGrpSpPr>
          <p:grpSpPr>
            <a:xfrm>
              <a:off x="12442019" y="198485"/>
              <a:ext cx="382660" cy="2882942"/>
              <a:chOff x="12742785" y="3716048"/>
              <a:chExt cx="316248" cy="3171236"/>
            </a:xfrm>
          </p:grpSpPr>
          <p:sp>
            <p:nvSpPr>
              <p:cNvPr id="16" name="Rectangle 15">
                <a:extLst>
                  <a:ext uri="{FF2B5EF4-FFF2-40B4-BE49-F238E27FC236}">
                    <a16:creationId xmlns:a16="http://schemas.microsoft.com/office/drawing/2014/main" id="{4EA64973-B8DD-14F8-40D8-698BE1F890A5}"/>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4D96F32A-B97D-DA6C-1048-793932E52175}"/>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61FD10D4-9A67-0FBC-9EDA-CBF93C2526EB}"/>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3840499D-3073-9753-BA85-56FF27D606E7}"/>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7BFE54A1-7DD0-BDDA-C492-A90961A4408C}"/>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2A630A88-A124-101D-3DD5-EEE8976462EE}"/>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94D40C7C-5660-E50D-0ACA-D1C9FF9C6721}"/>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C8047313-DD44-CF53-2DA0-090768DE3E34}"/>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3875CB01-77B3-713C-9F33-8D315E597B3D}"/>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5A3927E5-6433-5356-247A-8FE12D23C212}"/>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5" name="TextBox 14">
              <a:extLst>
                <a:ext uri="{FF2B5EF4-FFF2-40B4-BE49-F238E27FC236}">
                  <a16:creationId xmlns:a16="http://schemas.microsoft.com/office/drawing/2014/main" id="{E6F62A93-FE33-3752-002F-E5539899041E}"/>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4" name="TextBox 43">
            <a:extLst>
              <a:ext uri="{FF2B5EF4-FFF2-40B4-BE49-F238E27FC236}">
                <a16:creationId xmlns:a16="http://schemas.microsoft.com/office/drawing/2014/main" id="{5886AEF5-BCDF-42D6-89A2-A7D86403B360}"/>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27530766"/>
      </p:ext>
    </p:extLst>
  </p:cSld>
  <p:clrMapOvr>
    <a:masterClrMapping/>
  </p:clrMapOvr>
</p:sldLayout>
</file>

<file path=ppt/slideLayouts/slideLayout243.xml><?xml version="1.0" encoding="utf-8"?>
<p:sldLayout xmlns:a="http://schemas.openxmlformats.org/drawingml/2006/main" xmlns:r="http://schemas.openxmlformats.org/officeDocument/2006/relationships" xmlns:p="http://schemas.openxmlformats.org/presentationml/2006/main" preserve="1" userDrawn="1">
  <p:cSld name="Contact Sheet 5-up">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1" name="Picture Placeholder 9">
            <a:extLst>
              <a:ext uri="{FF2B5EF4-FFF2-40B4-BE49-F238E27FC236}">
                <a16:creationId xmlns:a16="http://schemas.microsoft.com/office/drawing/2014/main" id="{E5C7C011-127A-0143-3287-56B2493616F3}"/>
              </a:ext>
            </a:extLst>
          </p:cNvPr>
          <p:cNvSpPr>
            <a:spLocks noGrp="1"/>
          </p:cNvSpPr>
          <p:nvPr>
            <p:ph type="pic" sz="quarter" idx="29" hasCustomPrompt="1"/>
          </p:nvPr>
        </p:nvSpPr>
        <p:spPr>
          <a:xfrm>
            <a:off x="539751" y="2146298"/>
            <a:ext cx="1970120" cy="1975104"/>
          </a:xfrm>
          <a:solidFill>
            <a:schemeClr val="accent1"/>
          </a:solidFill>
          <a:ln>
            <a:noFill/>
          </a:ln>
        </p:spPr>
        <p:txBody>
          <a:bodyPr bIns="822960" anchor="ctr"/>
          <a:lstStyle>
            <a:lvl1pPr algn="ctr">
              <a:defRPr>
                <a:solidFill>
                  <a:schemeClr val="bg1"/>
                </a:solidFill>
                <a:latin typeface="+mn-lt"/>
              </a:defRPr>
            </a:lvl1pPr>
          </a:lstStyle>
          <a:p>
            <a:r>
              <a:rPr lang="en-US"/>
              <a:t>Silhouette</a:t>
            </a:r>
            <a:br>
              <a:rPr lang="en-US"/>
            </a:br>
            <a:r>
              <a:rPr lang="en-US"/>
              <a:t>portrait</a:t>
            </a:r>
          </a:p>
        </p:txBody>
      </p:sp>
      <p:sp>
        <p:nvSpPr>
          <p:cNvPr id="25" name="Picture Placeholder 9">
            <a:extLst>
              <a:ext uri="{FF2B5EF4-FFF2-40B4-BE49-F238E27FC236}">
                <a16:creationId xmlns:a16="http://schemas.microsoft.com/office/drawing/2014/main" id="{319024EE-ED5D-FFF1-5239-5C9EE26262F8}"/>
              </a:ext>
            </a:extLst>
          </p:cNvPr>
          <p:cNvSpPr>
            <a:spLocks noGrp="1"/>
          </p:cNvSpPr>
          <p:nvPr>
            <p:ph type="pic" sz="quarter" idx="35" hasCustomPrompt="1"/>
          </p:nvPr>
        </p:nvSpPr>
        <p:spPr>
          <a:xfrm>
            <a:off x="2605055" y="2146299"/>
            <a:ext cx="1970120" cy="1978025"/>
          </a:xfrm>
          <a:solidFill>
            <a:schemeClr val="tx2"/>
          </a:solidFill>
          <a:ln>
            <a:noFill/>
          </a:ln>
        </p:spPr>
        <p:txBody>
          <a:bodyPr bIns="822960" anchor="ctr"/>
          <a:lstStyle>
            <a:lvl1pPr algn="ctr">
              <a:defRPr>
                <a:solidFill>
                  <a:schemeClr val="bg1"/>
                </a:solidFill>
                <a:latin typeface="+mn-lt"/>
              </a:defRPr>
            </a:lvl1pPr>
          </a:lstStyle>
          <a:p>
            <a:r>
              <a:rPr lang="en-US"/>
              <a:t>Silhouette</a:t>
            </a:r>
            <a:br>
              <a:rPr lang="en-US"/>
            </a:br>
            <a:r>
              <a:rPr lang="en-US"/>
              <a:t>portrait</a:t>
            </a:r>
          </a:p>
        </p:txBody>
      </p:sp>
      <p:sp>
        <p:nvSpPr>
          <p:cNvPr id="35" name="Picture Placeholder 9">
            <a:extLst>
              <a:ext uri="{FF2B5EF4-FFF2-40B4-BE49-F238E27FC236}">
                <a16:creationId xmlns:a16="http://schemas.microsoft.com/office/drawing/2014/main" id="{B9B029C9-1EA7-2BAF-AD5E-CED9490ECA94}"/>
              </a:ext>
            </a:extLst>
          </p:cNvPr>
          <p:cNvSpPr>
            <a:spLocks noGrp="1"/>
          </p:cNvSpPr>
          <p:nvPr>
            <p:ph type="pic" sz="quarter" idx="37" hasCustomPrompt="1"/>
          </p:nvPr>
        </p:nvSpPr>
        <p:spPr>
          <a:xfrm>
            <a:off x="4671913" y="2146299"/>
            <a:ext cx="1970120" cy="1978025"/>
          </a:xfrm>
          <a:solidFill>
            <a:srgbClr val="F0F0F1"/>
          </a:solidFill>
          <a:ln>
            <a:noFill/>
          </a:ln>
        </p:spPr>
        <p:txBody>
          <a:bodyPr bIns="822960" anchor="ctr"/>
          <a:lstStyle>
            <a:lvl1pPr algn="ctr">
              <a:defRPr>
                <a:solidFill>
                  <a:srgbClr val="010101"/>
                </a:solidFill>
                <a:latin typeface="+mn-lt"/>
              </a:defRPr>
            </a:lvl1pPr>
          </a:lstStyle>
          <a:p>
            <a:r>
              <a:rPr lang="en-US"/>
              <a:t>Silhouette</a:t>
            </a:r>
            <a:br>
              <a:rPr lang="en-US"/>
            </a:br>
            <a:r>
              <a:rPr lang="en-US"/>
              <a:t>portrait</a:t>
            </a:r>
          </a:p>
        </p:txBody>
      </p:sp>
      <p:sp>
        <p:nvSpPr>
          <p:cNvPr id="37" name="Picture Placeholder 9">
            <a:extLst>
              <a:ext uri="{FF2B5EF4-FFF2-40B4-BE49-F238E27FC236}">
                <a16:creationId xmlns:a16="http://schemas.microsoft.com/office/drawing/2014/main" id="{F673B5EA-D718-4722-DEAB-0821FF57B30E}"/>
              </a:ext>
            </a:extLst>
          </p:cNvPr>
          <p:cNvSpPr>
            <a:spLocks noGrp="1"/>
          </p:cNvSpPr>
          <p:nvPr>
            <p:ph type="pic" sz="quarter" idx="39" hasCustomPrompt="1"/>
          </p:nvPr>
        </p:nvSpPr>
        <p:spPr>
          <a:xfrm>
            <a:off x="6737217" y="2146299"/>
            <a:ext cx="1970120" cy="1978025"/>
          </a:xfrm>
          <a:solidFill>
            <a:schemeClr val="accent1"/>
          </a:solidFill>
          <a:ln>
            <a:noFill/>
          </a:ln>
        </p:spPr>
        <p:txBody>
          <a:bodyPr bIns="822960" anchor="ctr"/>
          <a:lstStyle>
            <a:lvl1pPr algn="ctr">
              <a:defRPr>
                <a:solidFill>
                  <a:schemeClr val="bg1"/>
                </a:solidFill>
                <a:latin typeface="+mn-lt"/>
              </a:defRPr>
            </a:lvl1pPr>
          </a:lstStyle>
          <a:p>
            <a:r>
              <a:rPr lang="en-US"/>
              <a:t>Silhouette</a:t>
            </a:r>
            <a:br>
              <a:rPr lang="en-US"/>
            </a:br>
            <a:r>
              <a:rPr lang="en-US"/>
              <a:t>portrait</a:t>
            </a:r>
          </a:p>
        </p:txBody>
      </p:sp>
      <p:sp>
        <p:nvSpPr>
          <p:cNvPr id="39" name="Picture Placeholder 9">
            <a:extLst>
              <a:ext uri="{FF2B5EF4-FFF2-40B4-BE49-F238E27FC236}">
                <a16:creationId xmlns:a16="http://schemas.microsoft.com/office/drawing/2014/main" id="{E23557D9-4DEB-2508-E9FF-6F918636B4A4}"/>
              </a:ext>
            </a:extLst>
          </p:cNvPr>
          <p:cNvSpPr>
            <a:spLocks noGrp="1"/>
          </p:cNvSpPr>
          <p:nvPr>
            <p:ph type="pic" sz="quarter" idx="41" hasCustomPrompt="1"/>
          </p:nvPr>
        </p:nvSpPr>
        <p:spPr>
          <a:xfrm>
            <a:off x="8804075" y="2146299"/>
            <a:ext cx="1970120" cy="1978025"/>
          </a:xfrm>
          <a:solidFill>
            <a:srgbClr val="F0F0F1"/>
          </a:solidFill>
          <a:ln>
            <a:noFill/>
          </a:ln>
        </p:spPr>
        <p:txBody>
          <a:bodyPr bIns="822960" anchor="ctr"/>
          <a:lstStyle>
            <a:lvl1pPr algn="ctr">
              <a:defRPr>
                <a:solidFill>
                  <a:srgbClr val="010101"/>
                </a:solidFill>
                <a:latin typeface="+mn-lt"/>
              </a:defRPr>
            </a:lvl1pPr>
          </a:lstStyle>
          <a:p>
            <a:r>
              <a:rPr lang="en-US"/>
              <a:t>Silhouette</a:t>
            </a:r>
            <a:br>
              <a:rPr lang="en-US"/>
            </a:br>
            <a:r>
              <a:rPr lang="en-US"/>
              <a:t>portrait</a:t>
            </a:r>
          </a:p>
        </p:txBody>
      </p:sp>
      <p:sp>
        <p:nvSpPr>
          <p:cNvPr id="5" name="Title 4">
            <a:extLst>
              <a:ext uri="{FF2B5EF4-FFF2-40B4-BE49-F238E27FC236}">
                <a16:creationId xmlns:a16="http://schemas.microsoft.com/office/drawing/2014/main" id="{BD67EC75-3424-7B25-247E-1C6B770541DE}"/>
              </a:ext>
            </a:extLst>
          </p:cNvPr>
          <p:cNvSpPr>
            <a:spLocks noGrp="1"/>
          </p:cNvSpPr>
          <p:nvPr>
            <p:ph type="title"/>
          </p:nvPr>
        </p:nvSpPr>
        <p:spPr/>
        <p:txBody>
          <a:bodyPr/>
          <a:lstStyle/>
          <a:p>
            <a:r>
              <a:rPr lang="en-US"/>
              <a:t>Click to edit Master title style</a:t>
            </a:r>
          </a:p>
        </p:txBody>
      </p:sp>
      <p:sp>
        <p:nvSpPr>
          <p:cNvPr id="4" name="Freeform 5">
            <a:extLst>
              <a:ext uri="{FF2B5EF4-FFF2-40B4-BE49-F238E27FC236}">
                <a16:creationId xmlns:a16="http://schemas.microsoft.com/office/drawing/2014/main" id="{9717D698-1CD5-3DBB-E6F0-6A666FC002C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9" name="Text Placeholder 10">
            <a:extLst>
              <a:ext uri="{FF2B5EF4-FFF2-40B4-BE49-F238E27FC236}">
                <a16:creationId xmlns:a16="http://schemas.microsoft.com/office/drawing/2014/main" id="{34072C05-AED5-2EFC-938E-482980433E09}"/>
              </a:ext>
            </a:extLst>
          </p:cNvPr>
          <p:cNvSpPr>
            <a:spLocks noGrp="1"/>
          </p:cNvSpPr>
          <p:nvPr>
            <p:ph type="body" sz="quarter" idx="45"/>
          </p:nvPr>
        </p:nvSpPr>
        <p:spPr>
          <a:xfrm>
            <a:off x="548640" y="1127125"/>
            <a:ext cx="1108932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31" name="Text Placeholder 30">
            <a:extLst>
              <a:ext uri="{FF2B5EF4-FFF2-40B4-BE49-F238E27FC236}">
                <a16:creationId xmlns:a16="http://schemas.microsoft.com/office/drawing/2014/main" id="{903611B5-888A-47D0-AF1C-FE9A83D8B5B5}"/>
              </a:ext>
            </a:extLst>
          </p:cNvPr>
          <p:cNvSpPr>
            <a:spLocks noGrp="1"/>
          </p:cNvSpPr>
          <p:nvPr>
            <p:ph type="body" sz="quarter" idx="46"/>
          </p:nvPr>
        </p:nvSpPr>
        <p:spPr>
          <a:xfrm>
            <a:off x="549274" y="4273549"/>
            <a:ext cx="1975104" cy="1457325"/>
          </a:xfrm>
        </p:spPr>
        <p:txBody>
          <a:bodyPr>
            <a:normAutofit/>
          </a:bodyPr>
          <a:lstStyle>
            <a:lvl1pPr marL="0" indent="0">
              <a:spcAft>
                <a:spcPts val="200"/>
              </a:spcAft>
              <a:buFont typeface="Arial" panose="020B0604020202020204" pitchFamily="34" charset="0"/>
              <a:buNone/>
              <a:defRPr sz="1200" b="1"/>
            </a:lvl1pPr>
            <a:lvl2pPr marL="0" indent="0">
              <a:buNone/>
              <a:defRPr sz="1200"/>
            </a:lvl2pPr>
            <a:lvl3pPr marL="285750" indent="-285750">
              <a:buClrTx/>
              <a:buFont typeface="GT America" charset="0"/>
              <a:buChar char="→"/>
              <a:defRPr sz="1200"/>
            </a:lvl3pPr>
            <a:lvl4pPr marL="285750" indent="-285750">
              <a:buClrTx/>
              <a:buFont typeface="GT America" charset="0"/>
              <a:buChar char="→"/>
              <a:defRPr sz="1200"/>
            </a:lvl4pPr>
            <a:lvl5pPr marL="285750" indent="-285750">
              <a:buClrTx/>
              <a:buFont typeface="GT America" charset="0"/>
              <a:buChar char="→"/>
              <a:defRPr sz="1200"/>
            </a:lvl5pPr>
            <a:lvl6pPr marL="285750" indent="-285750">
              <a:buClrTx/>
              <a:buFont typeface="GT America" charset="0"/>
              <a:buChar char="→"/>
              <a:defRPr sz="1200"/>
            </a:lvl6pPr>
            <a:lvl7pPr marL="285750" indent="-285750">
              <a:buClrTx/>
              <a:buFont typeface="GT America" charset="0"/>
              <a:buChar char="→"/>
              <a:defRPr sz="1200"/>
            </a:lvl7pPr>
            <a:lvl8pPr marL="285750" indent="-285750">
              <a:buClrTx/>
              <a:buFont typeface="GT America" charset="0"/>
              <a:buChar char="→"/>
              <a:defRPr sz="1200"/>
            </a:lvl8pPr>
            <a:lvl9pPr marL="285750" indent="-285750">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33" name="Text Placeholder 32">
            <a:extLst>
              <a:ext uri="{FF2B5EF4-FFF2-40B4-BE49-F238E27FC236}">
                <a16:creationId xmlns:a16="http://schemas.microsoft.com/office/drawing/2014/main" id="{BC98379C-7F1B-56B1-A3CE-AC2464AC4CCA}"/>
              </a:ext>
            </a:extLst>
          </p:cNvPr>
          <p:cNvSpPr>
            <a:spLocks noGrp="1"/>
          </p:cNvSpPr>
          <p:nvPr>
            <p:ph type="body" sz="quarter" idx="47"/>
          </p:nvPr>
        </p:nvSpPr>
        <p:spPr>
          <a:xfrm>
            <a:off x="2625857" y="4273549"/>
            <a:ext cx="1975104" cy="1457325"/>
          </a:xfrm>
        </p:spPr>
        <p:txBody>
          <a:bodyPr>
            <a:normAutofit/>
          </a:bodyPr>
          <a:lstStyle>
            <a:lvl1pPr marL="0" indent="0">
              <a:spcAft>
                <a:spcPts val="200"/>
              </a:spcAft>
              <a:buFont typeface="Arial" panose="020B0604020202020204" pitchFamily="34" charset="0"/>
              <a:buNone/>
              <a:defRPr sz="1200" b="1"/>
            </a:lvl1pPr>
            <a:lvl2pPr marL="0" indent="0">
              <a:buNone/>
              <a:defRPr sz="1200"/>
            </a:lvl2pPr>
            <a:lvl3pPr marL="285750" indent="-285750">
              <a:buClrTx/>
              <a:buFont typeface="GT America" charset="0"/>
              <a:buChar char="→"/>
              <a:defRPr sz="1200"/>
            </a:lvl3pPr>
            <a:lvl4pPr marL="285750" indent="-285750">
              <a:buClrTx/>
              <a:buFont typeface="GT America" charset="0"/>
              <a:buChar char="→"/>
              <a:defRPr sz="1200"/>
            </a:lvl4pPr>
            <a:lvl5pPr marL="285750" indent="-285750">
              <a:buClrTx/>
              <a:buFont typeface="GT America" charset="0"/>
              <a:buChar char="→"/>
              <a:defRPr sz="1200"/>
            </a:lvl5pPr>
            <a:lvl6pPr marL="285750" indent="-285750">
              <a:buClrTx/>
              <a:buFont typeface="GT America" charset="0"/>
              <a:buChar char="→"/>
              <a:defRPr sz="1200"/>
            </a:lvl6pPr>
            <a:lvl7pPr marL="285750" indent="-285750">
              <a:buClrTx/>
              <a:buFont typeface="GT America" charset="0"/>
              <a:buChar char="→"/>
              <a:defRPr sz="1200"/>
            </a:lvl7pPr>
            <a:lvl8pPr marL="285750" indent="-285750">
              <a:buClrTx/>
              <a:buFont typeface="GT America" charset="0"/>
              <a:buChar char="→"/>
              <a:defRPr sz="1200"/>
            </a:lvl8pPr>
            <a:lvl9pPr marL="285750" indent="-285750">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36" name="Text Placeholder 35">
            <a:extLst>
              <a:ext uri="{FF2B5EF4-FFF2-40B4-BE49-F238E27FC236}">
                <a16:creationId xmlns:a16="http://schemas.microsoft.com/office/drawing/2014/main" id="{84EC1E92-0954-710F-591A-C03311440651}"/>
              </a:ext>
            </a:extLst>
          </p:cNvPr>
          <p:cNvSpPr>
            <a:spLocks noGrp="1"/>
          </p:cNvSpPr>
          <p:nvPr>
            <p:ph type="body" sz="quarter" idx="48"/>
          </p:nvPr>
        </p:nvSpPr>
        <p:spPr>
          <a:xfrm>
            <a:off x="4671913" y="4273550"/>
            <a:ext cx="1975104" cy="1457325"/>
          </a:xfrm>
        </p:spPr>
        <p:txBody>
          <a:bodyPr>
            <a:normAutofit/>
          </a:bodyPr>
          <a:lstStyle>
            <a:lvl1pPr marL="0" indent="0">
              <a:spcAft>
                <a:spcPts val="200"/>
              </a:spcAft>
              <a:buFont typeface="Arial" panose="020B0604020202020204" pitchFamily="34" charset="0"/>
              <a:buNone/>
              <a:defRPr sz="1200" b="1"/>
            </a:lvl1pPr>
            <a:lvl2pPr marL="0" indent="0">
              <a:buNone/>
              <a:defRPr sz="1200"/>
            </a:lvl2pPr>
            <a:lvl3pPr marL="285750" indent="-285750">
              <a:buClrTx/>
              <a:buFont typeface="GT America" charset="0"/>
              <a:buChar char="→"/>
              <a:defRPr sz="1200"/>
            </a:lvl3pPr>
            <a:lvl4pPr marL="285750" indent="-285750">
              <a:buClrTx/>
              <a:buFont typeface="GT America" charset="0"/>
              <a:buChar char="→"/>
              <a:defRPr sz="1200"/>
            </a:lvl4pPr>
            <a:lvl5pPr marL="285750" indent="-285750">
              <a:buClrTx/>
              <a:buFont typeface="GT America" charset="0"/>
              <a:buChar char="→"/>
              <a:defRPr sz="1200"/>
            </a:lvl5pPr>
            <a:lvl6pPr marL="285750" indent="-285750">
              <a:buClrTx/>
              <a:buFont typeface="GT America" charset="0"/>
              <a:buChar char="→"/>
              <a:defRPr sz="1200"/>
            </a:lvl6pPr>
            <a:lvl7pPr marL="285750" indent="-285750">
              <a:buClrTx/>
              <a:buFont typeface="GT America" charset="0"/>
              <a:buChar char="→"/>
              <a:defRPr sz="1200"/>
            </a:lvl7pPr>
            <a:lvl8pPr marL="285750" indent="-285750">
              <a:buClrTx/>
              <a:buFont typeface="GT America" charset="0"/>
              <a:buChar char="→"/>
              <a:defRPr sz="1200"/>
            </a:lvl8pPr>
            <a:lvl9pPr marL="285750" indent="-285750">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0" name="Text Placeholder 39">
            <a:extLst>
              <a:ext uri="{FF2B5EF4-FFF2-40B4-BE49-F238E27FC236}">
                <a16:creationId xmlns:a16="http://schemas.microsoft.com/office/drawing/2014/main" id="{FCBF4A80-B697-CED7-AF3C-C632A2E25B53}"/>
              </a:ext>
            </a:extLst>
          </p:cNvPr>
          <p:cNvSpPr>
            <a:spLocks noGrp="1"/>
          </p:cNvSpPr>
          <p:nvPr>
            <p:ph type="body" sz="quarter" idx="49"/>
          </p:nvPr>
        </p:nvSpPr>
        <p:spPr>
          <a:xfrm>
            <a:off x="6737217" y="4273550"/>
            <a:ext cx="1975104" cy="1457325"/>
          </a:xfrm>
        </p:spPr>
        <p:txBody>
          <a:bodyPr>
            <a:normAutofit/>
          </a:bodyPr>
          <a:lstStyle>
            <a:lvl1pPr marL="0" indent="0">
              <a:spcAft>
                <a:spcPts val="200"/>
              </a:spcAft>
              <a:buFont typeface="Arial" panose="020B0604020202020204" pitchFamily="34" charset="0"/>
              <a:buNone/>
              <a:defRPr sz="1200" b="1"/>
            </a:lvl1pPr>
            <a:lvl2pPr marL="0" indent="0">
              <a:buNone/>
              <a:defRPr sz="1200"/>
            </a:lvl2pPr>
            <a:lvl3pPr marL="285750" indent="-285750">
              <a:buClrTx/>
              <a:buFont typeface="GT America" charset="0"/>
              <a:buChar char="→"/>
              <a:defRPr sz="1200"/>
            </a:lvl3pPr>
            <a:lvl4pPr marL="285750" indent="-285750">
              <a:buClrTx/>
              <a:buFont typeface="GT America" charset="0"/>
              <a:buChar char="→"/>
              <a:defRPr sz="1200"/>
            </a:lvl4pPr>
            <a:lvl5pPr marL="285750" indent="-285750">
              <a:buClrTx/>
              <a:buFont typeface="GT America" charset="0"/>
              <a:buChar char="→"/>
              <a:defRPr sz="1200"/>
            </a:lvl5pPr>
            <a:lvl6pPr marL="285750" indent="-285750">
              <a:buClrTx/>
              <a:buFont typeface="GT America" charset="0"/>
              <a:buChar char="→"/>
              <a:defRPr sz="1200"/>
            </a:lvl6pPr>
            <a:lvl7pPr marL="285750" indent="-285750">
              <a:buClrTx/>
              <a:buFont typeface="GT America" charset="0"/>
              <a:buChar char="→"/>
              <a:defRPr sz="1200"/>
            </a:lvl7pPr>
            <a:lvl8pPr marL="285750" indent="-285750">
              <a:buClrTx/>
              <a:buFont typeface="GT America" charset="0"/>
              <a:buChar char="→"/>
              <a:defRPr sz="1200"/>
            </a:lvl8pPr>
            <a:lvl9pPr marL="285750" indent="-285750">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2" name="Text Placeholder 41">
            <a:extLst>
              <a:ext uri="{FF2B5EF4-FFF2-40B4-BE49-F238E27FC236}">
                <a16:creationId xmlns:a16="http://schemas.microsoft.com/office/drawing/2014/main" id="{447A49B2-21EC-9A60-A49A-B88D32D6BCEA}"/>
              </a:ext>
            </a:extLst>
          </p:cNvPr>
          <p:cNvSpPr>
            <a:spLocks noGrp="1"/>
          </p:cNvSpPr>
          <p:nvPr>
            <p:ph type="body" sz="quarter" idx="50"/>
          </p:nvPr>
        </p:nvSpPr>
        <p:spPr>
          <a:xfrm>
            <a:off x="8813800" y="4281487"/>
            <a:ext cx="1975104" cy="1457325"/>
          </a:xfrm>
        </p:spPr>
        <p:txBody>
          <a:bodyPr>
            <a:normAutofit/>
          </a:bodyPr>
          <a:lstStyle>
            <a:lvl1pPr marL="0" indent="0">
              <a:spcAft>
                <a:spcPts val="200"/>
              </a:spcAft>
              <a:buFont typeface="Arial" panose="020B0604020202020204" pitchFamily="34" charset="0"/>
              <a:buNone/>
              <a:defRPr sz="1200" b="1"/>
            </a:lvl1pPr>
            <a:lvl2pPr marL="0" indent="0">
              <a:buNone/>
              <a:defRPr sz="1200"/>
            </a:lvl2pPr>
            <a:lvl3pPr marL="285750" indent="-285750">
              <a:buClrTx/>
              <a:buFont typeface="GT America" charset="0"/>
              <a:buChar char="→"/>
              <a:defRPr sz="1200"/>
            </a:lvl3pPr>
            <a:lvl4pPr marL="0" indent="0">
              <a:buClrTx/>
              <a:buFont typeface="GT America" charset="0"/>
              <a:buNone/>
              <a:defRPr sz="1200"/>
            </a:lvl4pPr>
            <a:lvl5pPr marL="285750" indent="-285750">
              <a:buClrTx/>
              <a:buFont typeface="GT America" charset="0"/>
              <a:buChar char="→"/>
              <a:defRPr sz="1200"/>
            </a:lvl5pPr>
            <a:lvl6pPr marL="285750" indent="-285750">
              <a:buClrTx/>
              <a:buFont typeface="GT America" charset="0"/>
              <a:buChar char="→"/>
              <a:defRPr sz="1200"/>
            </a:lvl6pPr>
            <a:lvl7pPr marL="285750" indent="-285750">
              <a:buClrTx/>
              <a:buFont typeface="GT America" charset="0"/>
              <a:buChar char="→"/>
              <a:defRPr sz="1200"/>
            </a:lvl7pPr>
            <a:lvl8pPr marL="285750" indent="-285750">
              <a:buClrTx/>
              <a:buFont typeface="GT America" charset="0"/>
              <a:buChar char="→"/>
              <a:defRPr sz="1200"/>
            </a:lvl8pPr>
            <a:lvl9pPr marL="285750" indent="-285750">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grpSp>
        <p:nvGrpSpPr>
          <p:cNvPr id="2" name="Group 1">
            <a:extLst>
              <a:ext uri="{FF2B5EF4-FFF2-40B4-BE49-F238E27FC236}">
                <a16:creationId xmlns:a16="http://schemas.microsoft.com/office/drawing/2014/main" id="{3AFD6D26-3DCD-CE96-B5FD-30F3CC02F1AB}"/>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C78B4C26-D64B-7B78-CB4C-6802016EC0C0}"/>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96CE7389-AD19-68AC-ECA0-9A17684EC0B4}"/>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10314AC8-0978-3095-855D-D5D77C062F65}"/>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7D0FD2B2-5E79-0601-1AB5-E0CB1876B698}"/>
                </a:ext>
              </a:extLst>
            </p:cNvPr>
            <p:cNvGrpSpPr/>
            <p:nvPr userDrawn="1"/>
          </p:nvGrpSpPr>
          <p:grpSpPr>
            <a:xfrm>
              <a:off x="12442019" y="3791214"/>
              <a:ext cx="382660" cy="2882942"/>
              <a:chOff x="14001569" y="3716048"/>
              <a:chExt cx="316248" cy="3171236"/>
            </a:xfrm>
          </p:grpSpPr>
          <p:sp>
            <p:nvSpPr>
              <p:cNvPr id="26" name="Rectangle 25">
                <a:extLst>
                  <a:ext uri="{FF2B5EF4-FFF2-40B4-BE49-F238E27FC236}">
                    <a16:creationId xmlns:a16="http://schemas.microsoft.com/office/drawing/2014/main" id="{CB86F89B-F840-A7F0-80F3-53AE1C0FB634}"/>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32CA05E3-8F43-F504-411F-8B9AFCB1C73C}"/>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E39138DF-41AE-96E5-E311-9B03044EAD7D}"/>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A57F3BFE-2C9A-1087-85AD-13BADAA718AA}"/>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BF16A5EA-3C0A-3DDB-968C-1BF332D75F0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FF1BE60D-180B-E3B3-C78E-EC0596784FBE}"/>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334DA9A2-690D-E5AD-3319-3F6DA626A085}"/>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B5D16448-E8FB-1CE5-6B0A-0DC05D027DD6}"/>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47B23071-A580-F566-7CAD-C6192BC75DD5}"/>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3" name="Rectangle 42">
                <a:extLst>
                  <a:ext uri="{FF2B5EF4-FFF2-40B4-BE49-F238E27FC236}">
                    <a16:creationId xmlns:a16="http://schemas.microsoft.com/office/drawing/2014/main" id="{98889C44-94D3-A112-B4DA-DD25CA580F66}"/>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33D3DB2C-6443-33A8-04D7-265FC24206B2}"/>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6E345A6D-1AF6-259A-C96B-1E6DDD6854C3}"/>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983CAEBE-0403-95A9-DCFB-2397DF8927D3}"/>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3CE5E1DF-17D6-2B12-7F32-053CE4E00476}"/>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05120014-27C2-0AB6-D133-E0A4EB9102CA}"/>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DB3A6DCA-9E15-FEFE-A54D-5E1878E86561}"/>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819F524F-D20E-E40F-37B3-960FF49E284C}"/>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525CE540-035C-64D5-6138-5D0EBB605599}"/>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CDCFF4E6-66CA-E598-A86F-5703783307F0}"/>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9F1406D7-9B99-83C6-B88F-9658CDEFC57C}"/>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F3108D09-5C1C-BD3A-298E-C37C7A8D5265}"/>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CCD93950-0A59-53FC-7D96-5CCAD0F38941}"/>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4" name="TextBox 43">
            <a:extLst>
              <a:ext uri="{FF2B5EF4-FFF2-40B4-BE49-F238E27FC236}">
                <a16:creationId xmlns:a16="http://schemas.microsoft.com/office/drawing/2014/main" id="{0DEEA438-F045-8312-895F-E6C49CDCBC96}"/>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640197048"/>
      </p:ext>
    </p:extLst>
  </p:cSld>
  <p:clrMapOvr>
    <a:masterClrMapping/>
  </p:clrMapOvr>
</p:sldLayout>
</file>

<file path=ppt/slideLayouts/slideLayout244.xml><?xml version="1.0" encoding="utf-8"?>
<p:sldLayout xmlns:a="http://schemas.openxmlformats.org/drawingml/2006/main" xmlns:r="http://schemas.openxmlformats.org/officeDocument/2006/relationships" xmlns:p="http://schemas.openxmlformats.org/presentationml/2006/main" preserve="1" userDrawn="1">
  <p:cSld name="Contact sheet 9-up">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1" name="Picture Placeholder 9">
            <a:extLst>
              <a:ext uri="{FF2B5EF4-FFF2-40B4-BE49-F238E27FC236}">
                <a16:creationId xmlns:a16="http://schemas.microsoft.com/office/drawing/2014/main" id="{E5C7C011-127A-0143-3287-56B2493616F3}"/>
              </a:ext>
            </a:extLst>
          </p:cNvPr>
          <p:cNvSpPr>
            <a:spLocks noGrp="1"/>
          </p:cNvSpPr>
          <p:nvPr>
            <p:ph type="pic" sz="quarter" idx="29" hasCustomPrompt="1"/>
          </p:nvPr>
        </p:nvSpPr>
        <p:spPr>
          <a:xfrm>
            <a:off x="548640" y="1849438"/>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28" name="Picture Placeholder 9">
            <a:extLst>
              <a:ext uri="{FF2B5EF4-FFF2-40B4-BE49-F238E27FC236}">
                <a16:creationId xmlns:a16="http://schemas.microsoft.com/office/drawing/2014/main" id="{17A4289C-7601-5CA4-4C3A-5F28EB369581}"/>
              </a:ext>
            </a:extLst>
          </p:cNvPr>
          <p:cNvSpPr>
            <a:spLocks noGrp="1"/>
          </p:cNvSpPr>
          <p:nvPr>
            <p:ph type="pic" sz="quarter" idx="43" hasCustomPrompt="1"/>
          </p:nvPr>
        </p:nvSpPr>
        <p:spPr>
          <a:xfrm>
            <a:off x="548640" y="3295650"/>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31" name="Picture Placeholder 9">
            <a:extLst>
              <a:ext uri="{FF2B5EF4-FFF2-40B4-BE49-F238E27FC236}">
                <a16:creationId xmlns:a16="http://schemas.microsoft.com/office/drawing/2014/main" id="{A0C2F317-7D2F-8DB5-8348-18AA8221AAE9}"/>
              </a:ext>
            </a:extLst>
          </p:cNvPr>
          <p:cNvSpPr>
            <a:spLocks noGrp="1"/>
          </p:cNvSpPr>
          <p:nvPr>
            <p:ph type="pic" sz="quarter" idx="45" hasCustomPrompt="1"/>
          </p:nvPr>
        </p:nvSpPr>
        <p:spPr>
          <a:xfrm>
            <a:off x="548640" y="4743563"/>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55" name="Picture Placeholder 9">
            <a:extLst>
              <a:ext uri="{FF2B5EF4-FFF2-40B4-BE49-F238E27FC236}">
                <a16:creationId xmlns:a16="http://schemas.microsoft.com/office/drawing/2014/main" id="{4471B4C7-4613-EEB3-9308-87F186645DFC}"/>
              </a:ext>
            </a:extLst>
          </p:cNvPr>
          <p:cNvSpPr>
            <a:spLocks noGrp="1"/>
          </p:cNvSpPr>
          <p:nvPr>
            <p:ph type="pic" sz="quarter" idx="47" hasCustomPrompt="1"/>
          </p:nvPr>
        </p:nvSpPr>
        <p:spPr>
          <a:xfrm>
            <a:off x="4407408" y="1844676"/>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58" name="Picture Placeholder 9">
            <a:extLst>
              <a:ext uri="{FF2B5EF4-FFF2-40B4-BE49-F238E27FC236}">
                <a16:creationId xmlns:a16="http://schemas.microsoft.com/office/drawing/2014/main" id="{B81A6CC2-3FF5-E358-9361-9AA641684178}"/>
              </a:ext>
            </a:extLst>
          </p:cNvPr>
          <p:cNvSpPr>
            <a:spLocks noGrp="1"/>
          </p:cNvSpPr>
          <p:nvPr>
            <p:ph type="pic" sz="quarter" idx="49" hasCustomPrompt="1"/>
          </p:nvPr>
        </p:nvSpPr>
        <p:spPr>
          <a:xfrm>
            <a:off x="4404520" y="3290888"/>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61" name="Picture Placeholder 9">
            <a:extLst>
              <a:ext uri="{FF2B5EF4-FFF2-40B4-BE49-F238E27FC236}">
                <a16:creationId xmlns:a16="http://schemas.microsoft.com/office/drawing/2014/main" id="{3936CF0E-0A97-CA96-5F67-097CDDE826A2}"/>
              </a:ext>
            </a:extLst>
          </p:cNvPr>
          <p:cNvSpPr>
            <a:spLocks noGrp="1"/>
          </p:cNvSpPr>
          <p:nvPr>
            <p:ph type="pic" sz="quarter" idx="51" hasCustomPrompt="1"/>
          </p:nvPr>
        </p:nvSpPr>
        <p:spPr>
          <a:xfrm>
            <a:off x="4407408" y="4737100"/>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64" name="Picture Placeholder 9">
            <a:extLst>
              <a:ext uri="{FF2B5EF4-FFF2-40B4-BE49-F238E27FC236}">
                <a16:creationId xmlns:a16="http://schemas.microsoft.com/office/drawing/2014/main" id="{C1D5E855-FA17-F4D0-646B-35CD59AAC6A0}"/>
              </a:ext>
            </a:extLst>
          </p:cNvPr>
          <p:cNvSpPr>
            <a:spLocks noGrp="1"/>
          </p:cNvSpPr>
          <p:nvPr>
            <p:ph type="pic" sz="quarter" idx="53" hasCustomPrompt="1"/>
          </p:nvPr>
        </p:nvSpPr>
        <p:spPr>
          <a:xfrm>
            <a:off x="8211312" y="1849438"/>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67" name="Picture Placeholder 9">
            <a:extLst>
              <a:ext uri="{FF2B5EF4-FFF2-40B4-BE49-F238E27FC236}">
                <a16:creationId xmlns:a16="http://schemas.microsoft.com/office/drawing/2014/main" id="{D5751559-8E90-53E9-D2C3-6C9A57296D6D}"/>
              </a:ext>
            </a:extLst>
          </p:cNvPr>
          <p:cNvSpPr>
            <a:spLocks noGrp="1"/>
          </p:cNvSpPr>
          <p:nvPr>
            <p:ph type="pic" sz="quarter" idx="55" hasCustomPrompt="1"/>
          </p:nvPr>
        </p:nvSpPr>
        <p:spPr>
          <a:xfrm>
            <a:off x="8212138" y="3295650"/>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70" name="Picture Placeholder 9">
            <a:extLst>
              <a:ext uri="{FF2B5EF4-FFF2-40B4-BE49-F238E27FC236}">
                <a16:creationId xmlns:a16="http://schemas.microsoft.com/office/drawing/2014/main" id="{769EC156-0E51-CE48-5482-055D256909C5}"/>
              </a:ext>
            </a:extLst>
          </p:cNvPr>
          <p:cNvSpPr>
            <a:spLocks noGrp="1"/>
          </p:cNvSpPr>
          <p:nvPr>
            <p:ph type="pic" sz="quarter" idx="57" hasCustomPrompt="1"/>
          </p:nvPr>
        </p:nvSpPr>
        <p:spPr>
          <a:xfrm>
            <a:off x="8211312" y="4741862"/>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3" name="Title 2">
            <a:extLst>
              <a:ext uri="{FF2B5EF4-FFF2-40B4-BE49-F238E27FC236}">
                <a16:creationId xmlns:a16="http://schemas.microsoft.com/office/drawing/2014/main" id="{D69619C9-5DB2-E39E-74FF-9877E61A97AB}"/>
              </a:ext>
            </a:extLst>
          </p:cNvPr>
          <p:cNvSpPr>
            <a:spLocks noGrp="1"/>
          </p:cNvSpPr>
          <p:nvPr>
            <p:ph type="title"/>
          </p:nvPr>
        </p:nvSpPr>
        <p:spPr/>
        <p:txBody>
          <a:bodyPr/>
          <a:lstStyle/>
          <a:p>
            <a:r>
              <a:rPr lang="en-US"/>
              <a:t>Click to edit Master title style</a:t>
            </a:r>
          </a:p>
        </p:txBody>
      </p:sp>
      <p:sp>
        <p:nvSpPr>
          <p:cNvPr id="6" name="Freeform 5">
            <a:extLst>
              <a:ext uri="{FF2B5EF4-FFF2-40B4-BE49-F238E27FC236}">
                <a16:creationId xmlns:a16="http://schemas.microsoft.com/office/drawing/2014/main" id="{60E20A95-EEA0-4571-C3C8-4DFEEFF15173}"/>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20" name="Text Placeholder 10">
            <a:extLst>
              <a:ext uri="{FF2B5EF4-FFF2-40B4-BE49-F238E27FC236}">
                <a16:creationId xmlns:a16="http://schemas.microsoft.com/office/drawing/2014/main" id="{1A8F5A52-2BB1-6E01-1280-D7B8E1530E75}"/>
              </a:ext>
            </a:extLst>
          </p:cNvPr>
          <p:cNvSpPr>
            <a:spLocks noGrp="1"/>
          </p:cNvSpPr>
          <p:nvPr>
            <p:ph type="body" sz="quarter" idx="58"/>
          </p:nvPr>
        </p:nvSpPr>
        <p:spPr>
          <a:xfrm>
            <a:off x="548640" y="1127125"/>
            <a:ext cx="1108932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47" name="Text Placeholder 28">
            <a:extLst>
              <a:ext uri="{FF2B5EF4-FFF2-40B4-BE49-F238E27FC236}">
                <a16:creationId xmlns:a16="http://schemas.microsoft.com/office/drawing/2014/main" id="{B33B65D6-52E4-77AB-4814-DB4CF93D6165}"/>
              </a:ext>
            </a:extLst>
          </p:cNvPr>
          <p:cNvSpPr>
            <a:spLocks noGrp="1"/>
          </p:cNvSpPr>
          <p:nvPr>
            <p:ph type="body" sz="quarter" idx="94"/>
          </p:nvPr>
        </p:nvSpPr>
        <p:spPr>
          <a:xfrm>
            <a:off x="1491371" y="1848982"/>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8" name="Text Placeholder 31">
            <a:extLst>
              <a:ext uri="{FF2B5EF4-FFF2-40B4-BE49-F238E27FC236}">
                <a16:creationId xmlns:a16="http://schemas.microsoft.com/office/drawing/2014/main" id="{EB65456B-8D08-C9BF-224B-B9C64A7F7CAA}"/>
              </a:ext>
            </a:extLst>
          </p:cNvPr>
          <p:cNvSpPr>
            <a:spLocks noGrp="1"/>
          </p:cNvSpPr>
          <p:nvPr>
            <p:ph type="body" sz="quarter" idx="60"/>
          </p:nvPr>
        </p:nvSpPr>
        <p:spPr>
          <a:xfrm>
            <a:off x="5347251" y="1851364"/>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9" name="Text Placeholder 33">
            <a:extLst>
              <a:ext uri="{FF2B5EF4-FFF2-40B4-BE49-F238E27FC236}">
                <a16:creationId xmlns:a16="http://schemas.microsoft.com/office/drawing/2014/main" id="{BBD5A27C-9B64-5396-B2F2-8BC953E60E1E}"/>
              </a:ext>
            </a:extLst>
          </p:cNvPr>
          <p:cNvSpPr>
            <a:spLocks noGrp="1"/>
          </p:cNvSpPr>
          <p:nvPr>
            <p:ph type="body" sz="quarter" idx="95"/>
          </p:nvPr>
        </p:nvSpPr>
        <p:spPr>
          <a:xfrm>
            <a:off x="9154043" y="1853745"/>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0" name="Text Placeholder 35">
            <a:extLst>
              <a:ext uri="{FF2B5EF4-FFF2-40B4-BE49-F238E27FC236}">
                <a16:creationId xmlns:a16="http://schemas.microsoft.com/office/drawing/2014/main" id="{4E24BE1D-A414-0921-6B24-228F418599DC}"/>
              </a:ext>
            </a:extLst>
          </p:cNvPr>
          <p:cNvSpPr>
            <a:spLocks noGrp="1"/>
          </p:cNvSpPr>
          <p:nvPr>
            <p:ph type="body" sz="quarter" idx="62"/>
          </p:nvPr>
        </p:nvSpPr>
        <p:spPr>
          <a:xfrm>
            <a:off x="1491371" y="3297351"/>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1" name="Text Placeholder 37">
            <a:extLst>
              <a:ext uri="{FF2B5EF4-FFF2-40B4-BE49-F238E27FC236}">
                <a16:creationId xmlns:a16="http://schemas.microsoft.com/office/drawing/2014/main" id="{C7229E1F-B221-29A9-4121-9AB7571172C8}"/>
              </a:ext>
            </a:extLst>
          </p:cNvPr>
          <p:cNvSpPr>
            <a:spLocks noGrp="1"/>
          </p:cNvSpPr>
          <p:nvPr>
            <p:ph type="body" sz="quarter" idx="96"/>
          </p:nvPr>
        </p:nvSpPr>
        <p:spPr>
          <a:xfrm>
            <a:off x="5347251" y="3297351"/>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2" name="Text Placeholder 39">
            <a:extLst>
              <a:ext uri="{FF2B5EF4-FFF2-40B4-BE49-F238E27FC236}">
                <a16:creationId xmlns:a16="http://schemas.microsoft.com/office/drawing/2014/main" id="{C9D12808-4957-032F-A845-94EEC2925E89}"/>
              </a:ext>
            </a:extLst>
          </p:cNvPr>
          <p:cNvSpPr>
            <a:spLocks noGrp="1"/>
          </p:cNvSpPr>
          <p:nvPr>
            <p:ph type="body" sz="quarter" idx="64"/>
          </p:nvPr>
        </p:nvSpPr>
        <p:spPr>
          <a:xfrm>
            <a:off x="9154043" y="3297351"/>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3" name="Text Placeholder 41">
            <a:extLst>
              <a:ext uri="{FF2B5EF4-FFF2-40B4-BE49-F238E27FC236}">
                <a16:creationId xmlns:a16="http://schemas.microsoft.com/office/drawing/2014/main" id="{B12AD652-87BB-53BF-14D1-7CADF3402526}"/>
              </a:ext>
            </a:extLst>
          </p:cNvPr>
          <p:cNvSpPr>
            <a:spLocks noGrp="1"/>
          </p:cNvSpPr>
          <p:nvPr>
            <p:ph type="body" sz="quarter" idx="97"/>
          </p:nvPr>
        </p:nvSpPr>
        <p:spPr>
          <a:xfrm>
            <a:off x="1491371" y="4748325"/>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4" name="Text Placeholder 43">
            <a:extLst>
              <a:ext uri="{FF2B5EF4-FFF2-40B4-BE49-F238E27FC236}">
                <a16:creationId xmlns:a16="http://schemas.microsoft.com/office/drawing/2014/main" id="{2F5D586D-E682-4214-BDFC-2381008A2DAD}"/>
              </a:ext>
            </a:extLst>
          </p:cNvPr>
          <p:cNvSpPr>
            <a:spLocks noGrp="1"/>
          </p:cNvSpPr>
          <p:nvPr>
            <p:ph type="body" sz="quarter" idx="66"/>
          </p:nvPr>
        </p:nvSpPr>
        <p:spPr>
          <a:xfrm>
            <a:off x="5347251" y="4748325"/>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6" name="Text Placeholder 45">
            <a:extLst>
              <a:ext uri="{FF2B5EF4-FFF2-40B4-BE49-F238E27FC236}">
                <a16:creationId xmlns:a16="http://schemas.microsoft.com/office/drawing/2014/main" id="{CED54B08-20E7-A541-B8ED-9C32BBF3A87B}"/>
              </a:ext>
            </a:extLst>
          </p:cNvPr>
          <p:cNvSpPr>
            <a:spLocks noGrp="1"/>
          </p:cNvSpPr>
          <p:nvPr>
            <p:ph type="body" sz="quarter" idx="98"/>
          </p:nvPr>
        </p:nvSpPr>
        <p:spPr>
          <a:xfrm>
            <a:off x="9154043" y="4732794"/>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grpSp>
        <p:nvGrpSpPr>
          <p:cNvPr id="2" name="Group 1">
            <a:extLst>
              <a:ext uri="{FF2B5EF4-FFF2-40B4-BE49-F238E27FC236}">
                <a16:creationId xmlns:a16="http://schemas.microsoft.com/office/drawing/2014/main" id="{17B0F2C0-925C-7BBB-CF3D-3EFA3023619E}"/>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C5455081-1828-7904-0001-BC934A660606}"/>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3E3D09F2-AB33-1AC4-0D3A-280025571747}"/>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4C9DAD0D-F2A3-3E01-93E0-7707C0D45AE5}"/>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4E58AC6A-2C7D-7015-9DE8-17FFA28EA20C}"/>
                </a:ext>
              </a:extLst>
            </p:cNvPr>
            <p:cNvGrpSpPr/>
            <p:nvPr userDrawn="1"/>
          </p:nvGrpSpPr>
          <p:grpSpPr>
            <a:xfrm>
              <a:off x="12442019" y="3791214"/>
              <a:ext cx="382660" cy="2882942"/>
              <a:chOff x="14001569" y="3716048"/>
              <a:chExt cx="316248" cy="3171236"/>
            </a:xfrm>
          </p:grpSpPr>
          <p:sp>
            <p:nvSpPr>
              <p:cNvPr id="25" name="Rectangle 24">
                <a:extLst>
                  <a:ext uri="{FF2B5EF4-FFF2-40B4-BE49-F238E27FC236}">
                    <a16:creationId xmlns:a16="http://schemas.microsoft.com/office/drawing/2014/main" id="{891E5E40-38FB-1F37-4BD1-9C50B3FC18D0}"/>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C7413532-B27C-76FE-5F2A-E588EC2AA6C7}"/>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2F4DCF72-1B59-0D30-C8E3-5FE91F4601E0}"/>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A3E4DDB1-0EB7-5BAD-1A1B-9ED96B5E1BA1}"/>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2216EACE-097A-1395-53DE-B123BCDF821E}"/>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8E091C54-3F02-74D5-0E35-13526A0BECB5}"/>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1DB032B1-4252-C5EB-CB50-AD40ECFD7F25}"/>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9B51F9E8-8EBF-0DEF-BFD3-947430099245}"/>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57E59CED-015E-B28D-7016-42C6B9733CAB}"/>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BDADD0FF-95DD-40BF-7E4E-087AFA2B038E}"/>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11E61447-0977-329B-6995-18D8B8367957}"/>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23182D1F-8898-AE26-7E5C-BE932F71CCB0}"/>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96A5FAC9-A053-1A4E-4C40-BEAC35EDDEEA}"/>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9C9E7C00-061A-EE94-6C8F-74EE33F50D6F}"/>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DFACD0BF-A135-7E7C-DFB5-7C021BC187F3}"/>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2A1A4C91-A440-142C-FC4E-98884885C19A}"/>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617EB3C2-5272-9EC3-5426-5312EABD7266}"/>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5C844397-3F82-2B40-0393-2B0F1525B5C0}"/>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BF5405CF-E9AD-FBDE-A2E0-E4910238790E}"/>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5DB1EFFC-C24B-75EF-3670-ACB50DF1A3D4}"/>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F657652B-97E6-09ED-E6BA-54D7C70ABB73}"/>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6FE089F0-77C8-7031-39D3-2D3CCCDA73BD}"/>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6D981FC1-C3CE-CE58-C0DB-306D7B61F373}"/>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385333961"/>
      </p:ext>
    </p:extLst>
  </p:cSld>
  <p:clrMapOvr>
    <a:masterClrMapping/>
  </p:clrMapOvr>
</p:sldLayout>
</file>

<file path=ppt/slideLayouts/slideLayout245.xml><?xml version="1.0" encoding="utf-8"?>
<p:sldLayout xmlns:a="http://schemas.openxmlformats.org/drawingml/2006/main" xmlns:r="http://schemas.openxmlformats.org/officeDocument/2006/relationships" xmlns:p="http://schemas.openxmlformats.org/presentationml/2006/main" preserve="1" userDrawn="1">
  <p:cSld name="Contact Sheet 12-up">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1" name="Picture Placeholder 9">
            <a:extLst>
              <a:ext uri="{FF2B5EF4-FFF2-40B4-BE49-F238E27FC236}">
                <a16:creationId xmlns:a16="http://schemas.microsoft.com/office/drawing/2014/main" id="{E5C7C011-127A-0143-3287-56B2493616F3}"/>
              </a:ext>
            </a:extLst>
          </p:cNvPr>
          <p:cNvSpPr>
            <a:spLocks noGrp="1"/>
          </p:cNvSpPr>
          <p:nvPr>
            <p:ph type="pic" sz="quarter" idx="29" hasCustomPrompt="1"/>
          </p:nvPr>
        </p:nvSpPr>
        <p:spPr>
          <a:xfrm>
            <a:off x="546200" y="156240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3" name="Picture Placeholder 9">
            <a:extLst>
              <a:ext uri="{FF2B5EF4-FFF2-40B4-BE49-F238E27FC236}">
                <a16:creationId xmlns:a16="http://schemas.microsoft.com/office/drawing/2014/main" id="{25876E2B-22D5-E023-0774-0D2E4727B88F}"/>
              </a:ext>
            </a:extLst>
          </p:cNvPr>
          <p:cNvSpPr>
            <a:spLocks noGrp="1"/>
          </p:cNvSpPr>
          <p:nvPr>
            <p:ph type="pic" sz="quarter" idx="59" hasCustomPrompt="1"/>
          </p:nvPr>
        </p:nvSpPr>
        <p:spPr>
          <a:xfrm>
            <a:off x="547356" y="313958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6" name="Picture Placeholder 9">
            <a:extLst>
              <a:ext uri="{FF2B5EF4-FFF2-40B4-BE49-F238E27FC236}">
                <a16:creationId xmlns:a16="http://schemas.microsoft.com/office/drawing/2014/main" id="{D6976165-15B0-50D3-48A1-3EEF58B092C0}"/>
              </a:ext>
            </a:extLst>
          </p:cNvPr>
          <p:cNvSpPr>
            <a:spLocks noGrp="1"/>
          </p:cNvSpPr>
          <p:nvPr>
            <p:ph type="pic" sz="quarter" idx="61" hasCustomPrompt="1"/>
          </p:nvPr>
        </p:nvSpPr>
        <p:spPr>
          <a:xfrm>
            <a:off x="554788" y="4705350"/>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12" name="Picture Placeholder 9">
            <a:extLst>
              <a:ext uri="{FF2B5EF4-FFF2-40B4-BE49-F238E27FC236}">
                <a16:creationId xmlns:a16="http://schemas.microsoft.com/office/drawing/2014/main" id="{0CE498C5-374E-D8FE-F156-A53931D853E7}"/>
              </a:ext>
            </a:extLst>
          </p:cNvPr>
          <p:cNvSpPr>
            <a:spLocks noGrp="1"/>
          </p:cNvSpPr>
          <p:nvPr>
            <p:ph type="pic" sz="quarter" idx="63" hasCustomPrompt="1"/>
          </p:nvPr>
        </p:nvSpPr>
        <p:spPr>
          <a:xfrm>
            <a:off x="3365932" y="156240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15" name="Picture Placeholder 9">
            <a:extLst>
              <a:ext uri="{FF2B5EF4-FFF2-40B4-BE49-F238E27FC236}">
                <a16:creationId xmlns:a16="http://schemas.microsoft.com/office/drawing/2014/main" id="{1FCBF2C0-C112-B81E-0578-54F91D1D965D}"/>
              </a:ext>
            </a:extLst>
          </p:cNvPr>
          <p:cNvSpPr>
            <a:spLocks noGrp="1"/>
          </p:cNvSpPr>
          <p:nvPr>
            <p:ph type="pic" sz="quarter" idx="65" hasCustomPrompt="1"/>
          </p:nvPr>
        </p:nvSpPr>
        <p:spPr>
          <a:xfrm>
            <a:off x="3367088" y="313958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17" name="Picture Placeholder 9">
            <a:extLst>
              <a:ext uri="{FF2B5EF4-FFF2-40B4-BE49-F238E27FC236}">
                <a16:creationId xmlns:a16="http://schemas.microsoft.com/office/drawing/2014/main" id="{4C09C1F9-ECED-C5BA-42C5-0EE10E589CC6}"/>
              </a:ext>
            </a:extLst>
          </p:cNvPr>
          <p:cNvSpPr>
            <a:spLocks noGrp="1"/>
          </p:cNvSpPr>
          <p:nvPr>
            <p:ph type="pic" sz="quarter" idx="67" hasCustomPrompt="1"/>
          </p:nvPr>
        </p:nvSpPr>
        <p:spPr>
          <a:xfrm>
            <a:off x="3374520" y="4705350"/>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19" name="Picture Placeholder 9">
            <a:extLst>
              <a:ext uri="{FF2B5EF4-FFF2-40B4-BE49-F238E27FC236}">
                <a16:creationId xmlns:a16="http://schemas.microsoft.com/office/drawing/2014/main" id="{0042FFDF-513A-EC10-98FD-B9C57D062AE0}"/>
              </a:ext>
            </a:extLst>
          </p:cNvPr>
          <p:cNvSpPr>
            <a:spLocks noGrp="1"/>
          </p:cNvSpPr>
          <p:nvPr>
            <p:ph type="pic" sz="quarter" idx="69" hasCustomPrompt="1"/>
          </p:nvPr>
        </p:nvSpPr>
        <p:spPr>
          <a:xfrm>
            <a:off x="6185664" y="156240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22" name="Picture Placeholder 9">
            <a:extLst>
              <a:ext uri="{FF2B5EF4-FFF2-40B4-BE49-F238E27FC236}">
                <a16:creationId xmlns:a16="http://schemas.microsoft.com/office/drawing/2014/main" id="{8BC36A4B-DA0D-6BF1-C4D6-33880787409E}"/>
              </a:ext>
            </a:extLst>
          </p:cNvPr>
          <p:cNvSpPr>
            <a:spLocks noGrp="1"/>
          </p:cNvSpPr>
          <p:nvPr>
            <p:ph type="pic" sz="quarter" idx="71" hasCustomPrompt="1"/>
          </p:nvPr>
        </p:nvSpPr>
        <p:spPr>
          <a:xfrm>
            <a:off x="6186820" y="313958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24" name="Picture Placeholder 9">
            <a:extLst>
              <a:ext uri="{FF2B5EF4-FFF2-40B4-BE49-F238E27FC236}">
                <a16:creationId xmlns:a16="http://schemas.microsoft.com/office/drawing/2014/main" id="{76E7E740-2280-24BA-7A1B-AB4C8412EB3C}"/>
              </a:ext>
            </a:extLst>
          </p:cNvPr>
          <p:cNvSpPr>
            <a:spLocks noGrp="1"/>
          </p:cNvSpPr>
          <p:nvPr>
            <p:ph type="pic" sz="quarter" idx="73" hasCustomPrompt="1"/>
          </p:nvPr>
        </p:nvSpPr>
        <p:spPr>
          <a:xfrm>
            <a:off x="6194252" y="4705350"/>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26" name="Picture Placeholder 9">
            <a:extLst>
              <a:ext uri="{FF2B5EF4-FFF2-40B4-BE49-F238E27FC236}">
                <a16:creationId xmlns:a16="http://schemas.microsoft.com/office/drawing/2014/main" id="{CADD27F9-84C7-1DB2-249A-964A088830A2}"/>
              </a:ext>
            </a:extLst>
          </p:cNvPr>
          <p:cNvSpPr>
            <a:spLocks noGrp="1"/>
          </p:cNvSpPr>
          <p:nvPr>
            <p:ph type="pic" sz="quarter" idx="75" hasCustomPrompt="1"/>
          </p:nvPr>
        </p:nvSpPr>
        <p:spPr>
          <a:xfrm>
            <a:off x="9005396" y="156240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34" name="Picture Placeholder 9">
            <a:extLst>
              <a:ext uri="{FF2B5EF4-FFF2-40B4-BE49-F238E27FC236}">
                <a16:creationId xmlns:a16="http://schemas.microsoft.com/office/drawing/2014/main" id="{FF1E356A-47B8-BFE3-D4E2-B4F8BF65D253}"/>
              </a:ext>
            </a:extLst>
          </p:cNvPr>
          <p:cNvSpPr>
            <a:spLocks noGrp="1"/>
          </p:cNvSpPr>
          <p:nvPr>
            <p:ph type="pic" sz="quarter" idx="77" hasCustomPrompt="1"/>
          </p:nvPr>
        </p:nvSpPr>
        <p:spPr>
          <a:xfrm>
            <a:off x="9006552" y="313958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36" name="Picture Placeholder 9">
            <a:extLst>
              <a:ext uri="{FF2B5EF4-FFF2-40B4-BE49-F238E27FC236}">
                <a16:creationId xmlns:a16="http://schemas.microsoft.com/office/drawing/2014/main" id="{D13123F8-5707-1836-E32B-577B73747D46}"/>
              </a:ext>
            </a:extLst>
          </p:cNvPr>
          <p:cNvSpPr>
            <a:spLocks noGrp="1"/>
          </p:cNvSpPr>
          <p:nvPr>
            <p:ph type="pic" sz="quarter" idx="79" hasCustomPrompt="1"/>
          </p:nvPr>
        </p:nvSpPr>
        <p:spPr>
          <a:xfrm>
            <a:off x="9013984" y="4705350"/>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13" name="Title 12">
            <a:extLst>
              <a:ext uri="{FF2B5EF4-FFF2-40B4-BE49-F238E27FC236}">
                <a16:creationId xmlns:a16="http://schemas.microsoft.com/office/drawing/2014/main" id="{E6ED4069-4F51-A36D-255A-CF77628C85CE}"/>
              </a:ext>
            </a:extLst>
          </p:cNvPr>
          <p:cNvSpPr>
            <a:spLocks noGrp="1"/>
          </p:cNvSpPr>
          <p:nvPr>
            <p:ph type="title"/>
          </p:nvPr>
        </p:nvSpPr>
        <p:spPr/>
        <p:txBody>
          <a:bodyPr/>
          <a:lstStyle/>
          <a:p>
            <a:r>
              <a:rPr lang="en-US"/>
              <a:t>Click to edit Master title style</a:t>
            </a:r>
          </a:p>
        </p:txBody>
      </p:sp>
      <p:sp>
        <p:nvSpPr>
          <p:cNvPr id="7" name="Freeform 5">
            <a:extLst>
              <a:ext uri="{FF2B5EF4-FFF2-40B4-BE49-F238E27FC236}">
                <a16:creationId xmlns:a16="http://schemas.microsoft.com/office/drawing/2014/main" id="{71A8BD57-464A-7786-334E-596380BA0688}"/>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37" name="Text Placeholder 28">
            <a:extLst>
              <a:ext uri="{FF2B5EF4-FFF2-40B4-BE49-F238E27FC236}">
                <a16:creationId xmlns:a16="http://schemas.microsoft.com/office/drawing/2014/main" id="{20725060-FB97-FB2A-839C-88058950AD03}"/>
              </a:ext>
            </a:extLst>
          </p:cNvPr>
          <p:cNvSpPr>
            <a:spLocks noGrp="1"/>
          </p:cNvSpPr>
          <p:nvPr>
            <p:ph type="body" sz="quarter" idx="94"/>
          </p:nvPr>
        </p:nvSpPr>
        <p:spPr>
          <a:xfrm>
            <a:off x="545350" y="2421426"/>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38" name="Text Placeholder 31">
            <a:extLst>
              <a:ext uri="{FF2B5EF4-FFF2-40B4-BE49-F238E27FC236}">
                <a16:creationId xmlns:a16="http://schemas.microsoft.com/office/drawing/2014/main" id="{53AEDA35-ADD6-FCE3-846B-BF1E0A6CA883}"/>
              </a:ext>
            </a:extLst>
          </p:cNvPr>
          <p:cNvSpPr>
            <a:spLocks noGrp="1"/>
          </p:cNvSpPr>
          <p:nvPr>
            <p:ph type="body" sz="quarter" idx="60"/>
          </p:nvPr>
        </p:nvSpPr>
        <p:spPr>
          <a:xfrm>
            <a:off x="3357144" y="2426187"/>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39" name="Text Placeholder 33">
            <a:extLst>
              <a:ext uri="{FF2B5EF4-FFF2-40B4-BE49-F238E27FC236}">
                <a16:creationId xmlns:a16="http://schemas.microsoft.com/office/drawing/2014/main" id="{2C1C50A9-AF10-C8FA-22B4-FD7A9720D11F}"/>
              </a:ext>
            </a:extLst>
          </p:cNvPr>
          <p:cNvSpPr>
            <a:spLocks noGrp="1"/>
          </p:cNvSpPr>
          <p:nvPr>
            <p:ph type="body" sz="quarter" idx="95"/>
          </p:nvPr>
        </p:nvSpPr>
        <p:spPr>
          <a:xfrm>
            <a:off x="6174687" y="2426187"/>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0" name="Text Placeholder 35">
            <a:extLst>
              <a:ext uri="{FF2B5EF4-FFF2-40B4-BE49-F238E27FC236}">
                <a16:creationId xmlns:a16="http://schemas.microsoft.com/office/drawing/2014/main" id="{92186842-A495-47CB-E895-A3B746F32C1C}"/>
              </a:ext>
            </a:extLst>
          </p:cNvPr>
          <p:cNvSpPr>
            <a:spLocks noGrp="1"/>
          </p:cNvSpPr>
          <p:nvPr>
            <p:ph type="body" sz="quarter" idx="62"/>
          </p:nvPr>
        </p:nvSpPr>
        <p:spPr>
          <a:xfrm>
            <a:off x="9005296" y="2429974"/>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1" name="Text Placeholder 37">
            <a:extLst>
              <a:ext uri="{FF2B5EF4-FFF2-40B4-BE49-F238E27FC236}">
                <a16:creationId xmlns:a16="http://schemas.microsoft.com/office/drawing/2014/main" id="{6CA7FDF1-8EA1-3647-617E-68BBEC83B933}"/>
              </a:ext>
            </a:extLst>
          </p:cNvPr>
          <p:cNvSpPr>
            <a:spLocks noGrp="1"/>
          </p:cNvSpPr>
          <p:nvPr>
            <p:ph type="body" sz="quarter" idx="96"/>
          </p:nvPr>
        </p:nvSpPr>
        <p:spPr>
          <a:xfrm>
            <a:off x="543911" y="3997820"/>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2" name="Text Placeholder 39">
            <a:extLst>
              <a:ext uri="{FF2B5EF4-FFF2-40B4-BE49-F238E27FC236}">
                <a16:creationId xmlns:a16="http://schemas.microsoft.com/office/drawing/2014/main" id="{B0B8D82A-323A-DAD8-2FFF-306B1BD8A7B7}"/>
              </a:ext>
            </a:extLst>
          </p:cNvPr>
          <p:cNvSpPr>
            <a:spLocks noGrp="1"/>
          </p:cNvSpPr>
          <p:nvPr>
            <p:ph type="body" sz="quarter" idx="64"/>
          </p:nvPr>
        </p:nvSpPr>
        <p:spPr>
          <a:xfrm>
            <a:off x="3369875" y="3997820"/>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3" name="Text Placeholder 41">
            <a:extLst>
              <a:ext uri="{FF2B5EF4-FFF2-40B4-BE49-F238E27FC236}">
                <a16:creationId xmlns:a16="http://schemas.microsoft.com/office/drawing/2014/main" id="{7F998DD8-A4C0-EDC9-3264-47EC9ABA7F7E}"/>
              </a:ext>
            </a:extLst>
          </p:cNvPr>
          <p:cNvSpPr>
            <a:spLocks noGrp="1"/>
          </p:cNvSpPr>
          <p:nvPr>
            <p:ph type="body" sz="quarter" idx="97"/>
          </p:nvPr>
        </p:nvSpPr>
        <p:spPr>
          <a:xfrm>
            <a:off x="6185564" y="3988842"/>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4" name="Text Placeholder 43">
            <a:extLst>
              <a:ext uri="{FF2B5EF4-FFF2-40B4-BE49-F238E27FC236}">
                <a16:creationId xmlns:a16="http://schemas.microsoft.com/office/drawing/2014/main" id="{D6080B64-327A-4888-7E45-D37CB06BD006}"/>
              </a:ext>
            </a:extLst>
          </p:cNvPr>
          <p:cNvSpPr>
            <a:spLocks noGrp="1"/>
          </p:cNvSpPr>
          <p:nvPr>
            <p:ph type="body" sz="quarter" idx="66"/>
          </p:nvPr>
        </p:nvSpPr>
        <p:spPr>
          <a:xfrm>
            <a:off x="9013984" y="3997820"/>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5" name="Text Placeholder 45">
            <a:extLst>
              <a:ext uri="{FF2B5EF4-FFF2-40B4-BE49-F238E27FC236}">
                <a16:creationId xmlns:a16="http://schemas.microsoft.com/office/drawing/2014/main" id="{A553D40B-8982-89FD-71EF-AFB57D02AF77}"/>
              </a:ext>
            </a:extLst>
          </p:cNvPr>
          <p:cNvSpPr>
            <a:spLocks noGrp="1"/>
          </p:cNvSpPr>
          <p:nvPr>
            <p:ph type="body" sz="quarter" idx="98"/>
          </p:nvPr>
        </p:nvSpPr>
        <p:spPr>
          <a:xfrm>
            <a:off x="554038" y="5572433"/>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7" name="Text Placeholder 46">
            <a:extLst>
              <a:ext uri="{FF2B5EF4-FFF2-40B4-BE49-F238E27FC236}">
                <a16:creationId xmlns:a16="http://schemas.microsoft.com/office/drawing/2014/main" id="{CC20C2B1-E5AA-66A6-3529-09EBEC5AD9E7}"/>
              </a:ext>
            </a:extLst>
          </p:cNvPr>
          <p:cNvSpPr>
            <a:spLocks noGrp="1"/>
          </p:cNvSpPr>
          <p:nvPr>
            <p:ph type="body" sz="quarter" idx="99"/>
          </p:nvPr>
        </p:nvSpPr>
        <p:spPr>
          <a:xfrm>
            <a:off x="3375025" y="5572853"/>
            <a:ext cx="2616775" cy="588235"/>
          </a:xfrm>
        </p:spPr>
        <p:txBody>
          <a:bodyPr>
            <a:noAutofit/>
          </a:bodyPr>
          <a:lstStyle>
            <a:lvl1pPr marL="0" indent="0">
              <a:spcAft>
                <a:spcPts val="200"/>
              </a:spcAft>
              <a:buFont typeface="Arial" panose="020B0604020202020204" pitchFamily="34" charset="0"/>
              <a:buNone/>
              <a:defRPr sz="1200" b="1"/>
            </a:lvl1pPr>
            <a:lvl2pPr marL="0" indent="0">
              <a:spcAft>
                <a:spcPts val="600"/>
              </a:spcAft>
              <a:buFont typeface="Arial" panose="020B0604020202020204" pitchFamily="34" charset="0"/>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9" name="Text Placeholder 48">
            <a:extLst>
              <a:ext uri="{FF2B5EF4-FFF2-40B4-BE49-F238E27FC236}">
                <a16:creationId xmlns:a16="http://schemas.microsoft.com/office/drawing/2014/main" id="{FAD7CA57-DD70-B459-15AA-F71085154014}"/>
              </a:ext>
            </a:extLst>
          </p:cNvPr>
          <p:cNvSpPr>
            <a:spLocks noGrp="1"/>
          </p:cNvSpPr>
          <p:nvPr>
            <p:ph type="body" sz="quarter" idx="100"/>
          </p:nvPr>
        </p:nvSpPr>
        <p:spPr>
          <a:xfrm>
            <a:off x="6194425" y="5588367"/>
            <a:ext cx="2623130" cy="572721"/>
          </a:xfrm>
        </p:spPr>
        <p:txBody>
          <a:bodyPr>
            <a:noAutofit/>
          </a:bodyPr>
          <a:lstStyle>
            <a:lvl1pPr marL="0" indent="0">
              <a:spcAft>
                <a:spcPts val="200"/>
              </a:spcAft>
              <a:buFont typeface="Arial" panose="020B0604020202020204" pitchFamily="34" charset="0"/>
              <a:buNone/>
              <a:defRPr sz="1200" b="1"/>
            </a:lvl1pPr>
            <a:lvl2pPr marL="0" indent="0">
              <a:spcAft>
                <a:spcPts val="600"/>
              </a:spcAft>
              <a:buFont typeface="Arial" panose="020B0604020202020204" pitchFamily="34" charset="0"/>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1" name="Text Placeholder 50">
            <a:extLst>
              <a:ext uri="{FF2B5EF4-FFF2-40B4-BE49-F238E27FC236}">
                <a16:creationId xmlns:a16="http://schemas.microsoft.com/office/drawing/2014/main" id="{EC42BD93-D831-2404-6CB8-8837AFC980E9}"/>
              </a:ext>
            </a:extLst>
          </p:cNvPr>
          <p:cNvSpPr>
            <a:spLocks noGrp="1"/>
          </p:cNvSpPr>
          <p:nvPr>
            <p:ph type="body" sz="quarter" idx="101"/>
          </p:nvPr>
        </p:nvSpPr>
        <p:spPr>
          <a:xfrm>
            <a:off x="9013824" y="5572853"/>
            <a:ext cx="2612537" cy="588235"/>
          </a:xfrm>
        </p:spPr>
        <p:txBody>
          <a:bodyPr>
            <a:noAutofit/>
          </a:bodyPr>
          <a:lstStyle>
            <a:lvl1pPr marL="0" indent="0">
              <a:spcAft>
                <a:spcPts val="200"/>
              </a:spcAft>
              <a:buFont typeface="Arial" panose="020B0604020202020204" pitchFamily="34" charset="0"/>
              <a:buNone/>
              <a:defRPr sz="1200" b="1"/>
            </a:lvl1pPr>
            <a:lvl2pPr marL="0" indent="0">
              <a:spcAft>
                <a:spcPts val="600"/>
              </a:spcAft>
              <a:buFont typeface="Arial" panose="020B0604020202020204" pitchFamily="34" charset="0"/>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2" name="Text Placeholder 10">
            <a:extLst>
              <a:ext uri="{FF2B5EF4-FFF2-40B4-BE49-F238E27FC236}">
                <a16:creationId xmlns:a16="http://schemas.microsoft.com/office/drawing/2014/main" id="{4094CC63-82FC-2C3B-297C-E0DA8033B303}"/>
              </a:ext>
            </a:extLst>
          </p:cNvPr>
          <p:cNvSpPr>
            <a:spLocks noGrp="1"/>
          </p:cNvSpPr>
          <p:nvPr>
            <p:ph type="body" sz="quarter" idx="58"/>
          </p:nvPr>
        </p:nvSpPr>
        <p:spPr>
          <a:xfrm>
            <a:off x="548640" y="1127125"/>
            <a:ext cx="1108932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EFE9299A-5C9A-09B2-F721-7CF1ED381F77}"/>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741AE0C0-D8D9-CD74-63B0-3D53AFEEE23B}"/>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EE8ACD7C-A4DC-8403-6903-36AB5C4836F4}"/>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0" name="Rectangle 9">
              <a:extLst>
                <a:ext uri="{FF2B5EF4-FFF2-40B4-BE49-F238E27FC236}">
                  <a16:creationId xmlns:a16="http://schemas.microsoft.com/office/drawing/2014/main" id="{B7D2A448-BC80-0096-EE5D-464DD000533E}"/>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4" name="Group 13">
              <a:extLst>
                <a:ext uri="{FF2B5EF4-FFF2-40B4-BE49-F238E27FC236}">
                  <a16:creationId xmlns:a16="http://schemas.microsoft.com/office/drawing/2014/main" id="{33EA4EBC-26D6-8344-CFB6-7DF82D0E4C64}"/>
                </a:ext>
              </a:extLst>
            </p:cNvPr>
            <p:cNvGrpSpPr/>
            <p:nvPr userDrawn="1"/>
          </p:nvGrpSpPr>
          <p:grpSpPr>
            <a:xfrm>
              <a:off x="12442019" y="3791214"/>
              <a:ext cx="382660" cy="2882942"/>
              <a:chOff x="14001569" y="3716048"/>
              <a:chExt cx="316248" cy="3171236"/>
            </a:xfrm>
          </p:grpSpPr>
          <p:sp>
            <p:nvSpPr>
              <p:cNvPr id="33" name="Rectangle 32">
                <a:extLst>
                  <a:ext uri="{FF2B5EF4-FFF2-40B4-BE49-F238E27FC236}">
                    <a16:creationId xmlns:a16="http://schemas.microsoft.com/office/drawing/2014/main" id="{3F098FD1-74B6-E7F1-13E9-2631CD73267C}"/>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C187D2EA-780E-1ACF-0B92-4B43F02C0D40}"/>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6" name="Rectangle 45">
                <a:extLst>
                  <a:ext uri="{FF2B5EF4-FFF2-40B4-BE49-F238E27FC236}">
                    <a16:creationId xmlns:a16="http://schemas.microsoft.com/office/drawing/2014/main" id="{1DCB9CA0-605B-EA69-17BE-B6B8526E4B40}"/>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8" name="Rectangle 47">
                <a:extLst>
                  <a:ext uri="{FF2B5EF4-FFF2-40B4-BE49-F238E27FC236}">
                    <a16:creationId xmlns:a16="http://schemas.microsoft.com/office/drawing/2014/main" id="{A030B274-E17D-2EAD-F41F-545A701A0731}"/>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0" name="Rectangle 49">
                <a:extLst>
                  <a:ext uri="{FF2B5EF4-FFF2-40B4-BE49-F238E27FC236}">
                    <a16:creationId xmlns:a16="http://schemas.microsoft.com/office/drawing/2014/main" id="{515A657F-FAC1-540E-431B-4D460D6BD35B}"/>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3" name="Rectangle 52">
                <a:extLst>
                  <a:ext uri="{FF2B5EF4-FFF2-40B4-BE49-F238E27FC236}">
                    <a16:creationId xmlns:a16="http://schemas.microsoft.com/office/drawing/2014/main" id="{E886949A-EBEF-E2B3-6ED0-2841543EA6DA}"/>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4" name="Rectangle 53">
                <a:extLst>
                  <a:ext uri="{FF2B5EF4-FFF2-40B4-BE49-F238E27FC236}">
                    <a16:creationId xmlns:a16="http://schemas.microsoft.com/office/drawing/2014/main" id="{945717C8-1220-29BF-8598-252127384881}"/>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5" name="Rectangle 54">
                <a:extLst>
                  <a:ext uri="{FF2B5EF4-FFF2-40B4-BE49-F238E27FC236}">
                    <a16:creationId xmlns:a16="http://schemas.microsoft.com/office/drawing/2014/main" id="{7CDB89AE-84E2-5380-74D2-C9E21F540C64}"/>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6" name="Rectangle 55">
                <a:extLst>
                  <a:ext uri="{FF2B5EF4-FFF2-40B4-BE49-F238E27FC236}">
                    <a16:creationId xmlns:a16="http://schemas.microsoft.com/office/drawing/2014/main" id="{6652264D-5BC3-C992-B5DD-CAA900052770}"/>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7" name="Rectangle 56">
                <a:extLst>
                  <a:ext uri="{FF2B5EF4-FFF2-40B4-BE49-F238E27FC236}">
                    <a16:creationId xmlns:a16="http://schemas.microsoft.com/office/drawing/2014/main" id="{A172EBD8-F1E6-EB89-4E79-BEFB56479AB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6" name="Group 15">
              <a:extLst>
                <a:ext uri="{FF2B5EF4-FFF2-40B4-BE49-F238E27FC236}">
                  <a16:creationId xmlns:a16="http://schemas.microsoft.com/office/drawing/2014/main" id="{8BC9D47D-AEDF-9E5C-BC2C-71ED7A717880}"/>
                </a:ext>
              </a:extLst>
            </p:cNvPr>
            <p:cNvGrpSpPr/>
            <p:nvPr userDrawn="1"/>
          </p:nvGrpSpPr>
          <p:grpSpPr>
            <a:xfrm>
              <a:off x="12442019" y="198485"/>
              <a:ext cx="382660" cy="2882942"/>
              <a:chOff x="12742785" y="3716048"/>
              <a:chExt cx="316248" cy="3171236"/>
            </a:xfrm>
          </p:grpSpPr>
          <p:sp>
            <p:nvSpPr>
              <p:cNvPr id="20" name="Rectangle 19">
                <a:extLst>
                  <a:ext uri="{FF2B5EF4-FFF2-40B4-BE49-F238E27FC236}">
                    <a16:creationId xmlns:a16="http://schemas.microsoft.com/office/drawing/2014/main" id="{083E2B3D-1201-8777-C5DC-C9FDB51B8C5B}"/>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157D097B-5245-4DF6-1F40-2DF289DEE1F8}"/>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C9411994-708B-2791-E885-A48C13425F77}"/>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B86A457C-E6B6-96DC-05F1-5AAC01B91419}"/>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033EC6BE-C034-93C7-CF9E-BCDA9BEB9E4B}"/>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066FB86E-E885-95C3-814D-3C53B621EC6C}"/>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3AE478E4-4AAD-2E1C-8AEC-3592A5936DEA}"/>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CCD3CF47-5576-EF32-3C3A-3E7F1DD7B084}"/>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E65C9479-A001-C2A4-6CEC-FFE7FFED5212}"/>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C29E4F62-457D-E2B6-E13F-D023E25582D3}"/>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8" name="TextBox 17">
              <a:extLst>
                <a:ext uri="{FF2B5EF4-FFF2-40B4-BE49-F238E27FC236}">
                  <a16:creationId xmlns:a16="http://schemas.microsoft.com/office/drawing/2014/main" id="{62B86A28-473C-AC96-E652-4E694135126B}"/>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58" name="TextBox 57">
            <a:extLst>
              <a:ext uri="{FF2B5EF4-FFF2-40B4-BE49-F238E27FC236}">
                <a16:creationId xmlns:a16="http://schemas.microsoft.com/office/drawing/2014/main" id="{6CF6E76E-05C0-3014-04CC-0075EC938831}"/>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294109829"/>
      </p:ext>
    </p:extLst>
  </p:cSld>
  <p:clrMapOvr>
    <a:masterClrMapping/>
  </p:clrMapOvr>
</p:sldLayout>
</file>

<file path=ppt/slideLayouts/slideLayout246.xml><?xml version="1.0" encoding="utf-8"?>
<p:sldLayout xmlns:a="http://schemas.openxmlformats.org/drawingml/2006/main" xmlns:r="http://schemas.openxmlformats.org/officeDocument/2006/relationships" xmlns:p="http://schemas.openxmlformats.org/presentationml/2006/main" preserve="1" userDrawn="1">
  <p:cSld name="Biography Spotlight 1">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1" name="Picture Placeholder 9">
            <a:extLst>
              <a:ext uri="{FF2B5EF4-FFF2-40B4-BE49-F238E27FC236}">
                <a16:creationId xmlns:a16="http://schemas.microsoft.com/office/drawing/2014/main" id="{E5C7C011-127A-0143-3287-56B2493616F3}"/>
              </a:ext>
            </a:extLst>
          </p:cNvPr>
          <p:cNvSpPr>
            <a:spLocks noGrp="1"/>
          </p:cNvSpPr>
          <p:nvPr>
            <p:ph type="pic" sz="quarter" idx="29" hasCustomPrompt="1"/>
          </p:nvPr>
        </p:nvSpPr>
        <p:spPr>
          <a:xfrm>
            <a:off x="539751" y="2146298"/>
            <a:ext cx="1970120" cy="1975104"/>
          </a:xfrm>
          <a:solidFill>
            <a:schemeClr val="accent1"/>
          </a:solidFill>
          <a:ln>
            <a:noFill/>
          </a:ln>
        </p:spPr>
        <p:txBody>
          <a:bodyPr anchor="ctr"/>
          <a:lstStyle>
            <a:lvl1pPr algn="ctr">
              <a:defRPr>
                <a:solidFill>
                  <a:schemeClr val="bg1"/>
                </a:solidFill>
                <a:latin typeface="+mn-lt"/>
              </a:defRPr>
            </a:lvl1pPr>
          </a:lstStyle>
          <a:p>
            <a:r>
              <a:rPr lang="en-US"/>
              <a:t>Silhouette</a:t>
            </a:r>
            <a:br>
              <a:rPr lang="en-US"/>
            </a:br>
            <a:r>
              <a:rPr lang="en-US"/>
              <a:t>portrait</a:t>
            </a:r>
          </a:p>
        </p:txBody>
      </p:sp>
      <p:sp>
        <p:nvSpPr>
          <p:cNvPr id="3" name="Title 2">
            <a:extLst>
              <a:ext uri="{FF2B5EF4-FFF2-40B4-BE49-F238E27FC236}">
                <a16:creationId xmlns:a16="http://schemas.microsoft.com/office/drawing/2014/main" id="{1DC8F894-857C-8F07-E60C-2FD30A700DD0}"/>
              </a:ext>
            </a:extLst>
          </p:cNvPr>
          <p:cNvSpPr>
            <a:spLocks noGrp="1"/>
          </p:cNvSpPr>
          <p:nvPr>
            <p:ph type="title"/>
          </p:nvPr>
        </p:nvSpPr>
        <p:spPr/>
        <p:txBody>
          <a:bodyPr/>
          <a:lstStyle/>
          <a:p>
            <a:r>
              <a:rPr lang="en-US"/>
              <a:t>Click to edit Master title style</a:t>
            </a:r>
          </a:p>
        </p:txBody>
      </p:sp>
      <p:sp>
        <p:nvSpPr>
          <p:cNvPr id="2" name="Freeform 5">
            <a:extLst>
              <a:ext uri="{FF2B5EF4-FFF2-40B4-BE49-F238E27FC236}">
                <a16:creationId xmlns:a16="http://schemas.microsoft.com/office/drawing/2014/main" id="{A43186F8-0EA6-5198-1B39-E155A2FB6C3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9" name="Text Placeholder 10">
            <a:extLst>
              <a:ext uri="{FF2B5EF4-FFF2-40B4-BE49-F238E27FC236}">
                <a16:creationId xmlns:a16="http://schemas.microsoft.com/office/drawing/2014/main" id="{59895743-E13E-B246-5F15-74FE000A889A}"/>
              </a:ext>
            </a:extLst>
          </p:cNvPr>
          <p:cNvSpPr>
            <a:spLocks noGrp="1"/>
          </p:cNvSpPr>
          <p:nvPr>
            <p:ph type="body" sz="quarter" idx="58"/>
          </p:nvPr>
        </p:nvSpPr>
        <p:spPr>
          <a:xfrm>
            <a:off x="548640" y="1127125"/>
            <a:ext cx="1108932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21" name="Text Placeholder 28">
            <a:extLst>
              <a:ext uri="{FF2B5EF4-FFF2-40B4-BE49-F238E27FC236}">
                <a16:creationId xmlns:a16="http://schemas.microsoft.com/office/drawing/2014/main" id="{8797249A-0895-640A-3C86-1480F09097A3}"/>
              </a:ext>
            </a:extLst>
          </p:cNvPr>
          <p:cNvSpPr>
            <a:spLocks noGrp="1"/>
          </p:cNvSpPr>
          <p:nvPr>
            <p:ph type="body" sz="quarter" idx="94"/>
          </p:nvPr>
        </p:nvSpPr>
        <p:spPr>
          <a:xfrm>
            <a:off x="539751" y="4273550"/>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23" name="Text Placeholder 22">
            <a:extLst>
              <a:ext uri="{FF2B5EF4-FFF2-40B4-BE49-F238E27FC236}">
                <a16:creationId xmlns:a16="http://schemas.microsoft.com/office/drawing/2014/main" id="{35D47A3C-8E02-4C70-4FB9-43DAB1B59A70}"/>
              </a:ext>
            </a:extLst>
          </p:cNvPr>
          <p:cNvSpPr>
            <a:spLocks noGrp="1"/>
          </p:cNvSpPr>
          <p:nvPr>
            <p:ph type="body" sz="quarter" idx="95"/>
          </p:nvPr>
        </p:nvSpPr>
        <p:spPr>
          <a:xfrm>
            <a:off x="3367088" y="2146298"/>
            <a:ext cx="5448301" cy="3440115"/>
          </a:xfrm>
        </p:spPr>
        <p:txBody>
          <a:bodyPr/>
          <a:lstStyle>
            <a:lvl1pPr>
              <a:defRPr b="1">
                <a:solidFill>
                  <a:schemeClr val="tx2"/>
                </a:solidFill>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4" name="Group 3">
            <a:extLst>
              <a:ext uri="{FF2B5EF4-FFF2-40B4-BE49-F238E27FC236}">
                <a16:creationId xmlns:a16="http://schemas.microsoft.com/office/drawing/2014/main" id="{4B096868-BA0A-19E3-6095-2C9B1E84CB29}"/>
              </a:ext>
            </a:extLst>
          </p:cNvPr>
          <p:cNvGrpSpPr/>
          <p:nvPr userDrawn="1"/>
        </p:nvGrpSpPr>
        <p:grpSpPr>
          <a:xfrm>
            <a:off x="12356815" y="0"/>
            <a:ext cx="756834" cy="6872642"/>
            <a:chOff x="12356815" y="0"/>
            <a:chExt cx="756834" cy="6872642"/>
          </a:xfrm>
        </p:grpSpPr>
        <p:sp>
          <p:nvSpPr>
            <p:cNvPr id="5" name="Rectangle 4">
              <a:extLst>
                <a:ext uri="{FF2B5EF4-FFF2-40B4-BE49-F238E27FC236}">
                  <a16:creationId xmlns:a16="http://schemas.microsoft.com/office/drawing/2014/main" id="{C9C1D8F0-59D2-E858-15B2-D1FB9BCB1CE6}"/>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7224B461-2D03-6167-AF53-4E263CD4930C}"/>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8BD25625-7514-B918-4526-B2E56706101F}"/>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CA687ED7-CB62-1629-8655-810FBD4A50B9}"/>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C424EE67-75D5-F9C8-9B97-1B4C68C75B27}"/>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6AE92E92-F48B-7B5A-934D-806584003B7A}"/>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81E7F1AD-E725-2ADF-E5FF-54112A4CBC1B}"/>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A632694B-767A-0469-5E56-5E57E008EDD8}"/>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D8DB2341-6D52-A4E3-47E5-D9AB88A6870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55061E93-EC8A-F06D-2D6B-515275C03608}"/>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6E2506CC-3084-6ED8-3AC8-1B63E8C427B8}"/>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66F2766D-6B96-AA7C-D007-E8167B1106DE}"/>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078CDE7B-E453-FE52-3AAA-D3AA3D9144C6}"/>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388A9555-5638-665A-95C5-34CF2BC2B900}"/>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C9CF3F3F-6A6A-E913-7C27-07A403363196}"/>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A9D3C849-E0A5-C615-5EC2-8A1FBE113606}"/>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9CADC600-035B-E4DB-86A2-72DB9638B3C8}"/>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C01D5A60-3BEE-5369-1400-D3DFB3FD34C8}"/>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42642D9E-C78C-4A87-C729-437F328065E1}"/>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339CC31C-9948-E24D-D89E-20E53BDA3037}"/>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F2BF1DBD-2CF1-1918-4D00-64CB046EE094}"/>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EC0FB318-8C15-C75D-36F5-D763F1A22D69}"/>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6DC7EF4B-8CCA-7A0C-3CA9-95BBE69D2EB1}"/>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5C4C2CD6-3D8F-F6C7-8BB6-5DDC4416D979}"/>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4CF844C6-1603-E952-9F67-44130A169077}"/>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B4E6CB00-693E-D109-50DD-915A8410581A}"/>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2F214F50-064B-E410-8A6F-5EF67D6E5F4B}"/>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895400427"/>
      </p:ext>
    </p:extLst>
  </p:cSld>
  <p:clrMapOvr>
    <a:masterClrMapping/>
  </p:clrMapOvr>
</p:sldLayout>
</file>

<file path=ppt/slideLayouts/slideLayout247.xml><?xml version="1.0" encoding="utf-8"?>
<p:sldLayout xmlns:a="http://schemas.openxmlformats.org/drawingml/2006/main" xmlns:r="http://schemas.openxmlformats.org/officeDocument/2006/relationships" xmlns:p="http://schemas.openxmlformats.org/presentationml/2006/main" preserve="1" userDrawn="1">
  <p:cSld name="Biography Spotlight 2">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56927C77-4BA5-963C-77AB-D1E17369A031}"/>
              </a:ext>
            </a:extLst>
          </p:cNvPr>
          <p:cNvSpPr/>
          <p:nvPr userDrawn="1"/>
        </p:nvSpPr>
        <p:spPr bwMode="ltGray">
          <a:xfrm>
            <a:off x="0" y="0"/>
            <a:ext cx="4057650" cy="6858000"/>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1" name="Picture Placeholder 9">
            <a:extLst>
              <a:ext uri="{FF2B5EF4-FFF2-40B4-BE49-F238E27FC236}">
                <a16:creationId xmlns:a16="http://schemas.microsoft.com/office/drawing/2014/main" id="{E5C7C011-127A-0143-3287-56B2493616F3}"/>
              </a:ext>
            </a:extLst>
          </p:cNvPr>
          <p:cNvSpPr>
            <a:spLocks noGrp="1"/>
          </p:cNvSpPr>
          <p:nvPr>
            <p:ph type="pic" sz="quarter" idx="29" hasCustomPrompt="1"/>
          </p:nvPr>
        </p:nvSpPr>
        <p:spPr>
          <a:xfrm>
            <a:off x="0" y="2146298"/>
            <a:ext cx="4057649" cy="4711702"/>
          </a:xfrm>
          <a:noFill/>
          <a:ln>
            <a:noFill/>
          </a:ln>
        </p:spPr>
        <p:txBody>
          <a:bodyPr anchor="ctr"/>
          <a:lstStyle>
            <a:lvl1pPr algn="ctr">
              <a:defRPr>
                <a:solidFill>
                  <a:schemeClr val="bg1"/>
                </a:solidFill>
                <a:latin typeface="+mn-lt"/>
              </a:defRPr>
            </a:lvl1pPr>
          </a:lstStyle>
          <a:p>
            <a:r>
              <a:rPr lang="en-US"/>
              <a:t>Silhouette</a:t>
            </a:r>
            <a:br>
              <a:rPr lang="en-US"/>
            </a:br>
            <a:r>
              <a:rPr lang="en-US"/>
              <a:t>portrait</a:t>
            </a:r>
          </a:p>
        </p:txBody>
      </p:sp>
      <p:sp>
        <p:nvSpPr>
          <p:cNvPr id="5" name="Title 4">
            <a:extLst>
              <a:ext uri="{FF2B5EF4-FFF2-40B4-BE49-F238E27FC236}">
                <a16:creationId xmlns:a16="http://schemas.microsoft.com/office/drawing/2014/main" id="{EF9EC52F-C370-604D-C528-F596723637C4}"/>
              </a:ext>
            </a:extLst>
          </p:cNvPr>
          <p:cNvSpPr>
            <a:spLocks noGrp="1"/>
          </p:cNvSpPr>
          <p:nvPr>
            <p:ph type="title"/>
          </p:nvPr>
        </p:nvSpPr>
        <p:spPr>
          <a:xfrm>
            <a:off x="539520" y="552450"/>
            <a:ext cx="3421699" cy="434976"/>
          </a:xfrm>
        </p:spPr>
        <p:txBody>
          <a:bodyPr rIns="274320"/>
          <a:lstStyle>
            <a:lvl1pPr>
              <a:defRPr>
                <a:solidFill>
                  <a:schemeClr val="bg1"/>
                </a:solidFill>
              </a:defRPr>
            </a:lvl1pPr>
          </a:lstStyle>
          <a:p>
            <a:r>
              <a:rPr lang="en-US"/>
              <a:t>Click to edit Master title style</a:t>
            </a:r>
          </a:p>
        </p:txBody>
      </p:sp>
      <p:sp>
        <p:nvSpPr>
          <p:cNvPr id="15" name="Text Placeholder 10">
            <a:extLst>
              <a:ext uri="{FF2B5EF4-FFF2-40B4-BE49-F238E27FC236}">
                <a16:creationId xmlns:a16="http://schemas.microsoft.com/office/drawing/2014/main" id="{C04BF789-84A7-0CA2-9DF8-1B3053E5048C}"/>
              </a:ext>
            </a:extLst>
          </p:cNvPr>
          <p:cNvSpPr>
            <a:spLocks noGrp="1"/>
          </p:cNvSpPr>
          <p:nvPr>
            <p:ph type="body" sz="quarter" idx="58"/>
          </p:nvPr>
        </p:nvSpPr>
        <p:spPr>
          <a:xfrm>
            <a:off x="548640" y="1127125"/>
            <a:ext cx="3421698"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17" name="Text Placeholder 28">
            <a:extLst>
              <a:ext uri="{FF2B5EF4-FFF2-40B4-BE49-F238E27FC236}">
                <a16:creationId xmlns:a16="http://schemas.microsoft.com/office/drawing/2014/main" id="{C3433E12-13DE-2F76-CD91-AD464AFB9124}"/>
              </a:ext>
            </a:extLst>
          </p:cNvPr>
          <p:cNvSpPr>
            <a:spLocks noGrp="1"/>
          </p:cNvSpPr>
          <p:nvPr>
            <p:ph type="body" sz="quarter" idx="94"/>
          </p:nvPr>
        </p:nvSpPr>
        <p:spPr>
          <a:xfrm>
            <a:off x="4784011" y="697706"/>
            <a:ext cx="2623978" cy="1448594"/>
          </a:xfrm>
        </p:spPr>
        <p:txBody>
          <a:bodyPr>
            <a:noAutofit/>
          </a:bodyPr>
          <a:lstStyle>
            <a:lvl1pPr marL="0" indent="0">
              <a:spcAft>
                <a:spcPts val="200"/>
              </a:spcAft>
              <a:buFont typeface="Arial" panose="020B0604020202020204" pitchFamily="34" charset="0"/>
              <a:buNone/>
              <a:defRPr sz="1800" b="1"/>
            </a:lvl1pPr>
            <a:lvl2pPr marL="0" indent="0">
              <a:spcAft>
                <a:spcPts val="600"/>
              </a:spcAft>
              <a:buNone/>
              <a:defRPr sz="1800"/>
            </a:lvl2pPr>
            <a:lvl3pPr marL="228600" indent="-228600">
              <a:spcAft>
                <a:spcPts val="600"/>
              </a:spcAft>
              <a:buClrTx/>
              <a:buFont typeface="GT America" charset="0"/>
              <a:buChar char="→"/>
              <a:defRPr sz="1800"/>
            </a:lvl3pPr>
            <a:lvl4pPr marL="228600" indent="-228600">
              <a:spcAft>
                <a:spcPts val="600"/>
              </a:spcAft>
              <a:buClrTx/>
              <a:buFont typeface="GT America" charset="0"/>
              <a:buChar char="→"/>
              <a:defRPr sz="1800"/>
            </a:lvl4pPr>
            <a:lvl5pPr marL="228600" indent="-228600">
              <a:spcAft>
                <a:spcPts val="600"/>
              </a:spcAft>
              <a:buClrTx/>
              <a:buFont typeface="GT America" charset="0"/>
              <a:buChar char="→"/>
              <a:defRPr sz="1800"/>
            </a:lvl5pPr>
            <a:lvl6pPr marL="228600" indent="-228600">
              <a:spcAft>
                <a:spcPts val="600"/>
              </a:spcAft>
              <a:buClrTx/>
              <a:buFont typeface="GT America" charset="0"/>
              <a:buChar char="→"/>
              <a:defRPr sz="1800"/>
            </a:lvl6pPr>
            <a:lvl7pPr marL="228600" indent="-228600">
              <a:spcAft>
                <a:spcPts val="600"/>
              </a:spcAft>
              <a:buClrTx/>
              <a:buFont typeface="GT America" charset="0"/>
              <a:buChar char="→"/>
              <a:defRPr sz="1800"/>
            </a:lvl7pPr>
            <a:lvl8pPr marL="228600" indent="-228600">
              <a:spcAft>
                <a:spcPts val="600"/>
              </a:spcAft>
              <a:buClrTx/>
              <a:buFont typeface="GT America" charset="0"/>
              <a:buChar char="→"/>
              <a:defRPr sz="1800"/>
            </a:lvl8pPr>
            <a:lvl9pPr marL="228600" indent="-228600">
              <a:spcAft>
                <a:spcPts val="600"/>
              </a:spcAft>
              <a:buClrTx/>
              <a:buFont typeface="GT America" charset="0"/>
              <a:buChar char="→"/>
              <a:defRPr sz="1800"/>
            </a:lvl9pPr>
          </a:lstStyle>
          <a:p>
            <a:pPr lvl="0"/>
            <a:r>
              <a:rPr lang="en-US"/>
              <a:t>Click to edit Master text styles</a:t>
            </a:r>
          </a:p>
          <a:p>
            <a:pPr lvl="1"/>
            <a:r>
              <a:rPr lang="en-US"/>
              <a:t>Second level</a:t>
            </a:r>
          </a:p>
          <a:p>
            <a:pPr lvl="2"/>
            <a:r>
              <a:rPr lang="en-US"/>
              <a:t>Third level</a:t>
            </a:r>
          </a:p>
        </p:txBody>
      </p:sp>
      <p:sp>
        <p:nvSpPr>
          <p:cNvPr id="19" name="Text Placeholder 18">
            <a:extLst>
              <a:ext uri="{FF2B5EF4-FFF2-40B4-BE49-F238E27FC236}">
                <a16:creationId xmlns:a16="http://schemas.microsoft.com/office/drawing/2014/main" id="{A5CC0331-67E4-97F1-FFCC-045A5FC24A40}"/>
              </a:ext>
            </a:extLst>
          </p:cNvPr>
          <p:cNvSpPr>
            <a:spLocks noGrp="1"/>
          </p:cNvSpPr>
          <p:nvPr>
            <p:ph type="body" sz="quarter" idx="95"/>
          </p:nvPr>
        </p:nvSpPr>
        <p:spPr>
          <a:xfrm>
            <a:off x="7600950" y="697706"/>
            <a:ext cx="4037013" cy="4744244"/>
          </a:xfrm>
        </p:spPr>
        <p:txBody>
          <a:bodyPr/>
          <a:lstStyle>
            <a:lvl1pPr>
              <a:defRPr b="1">
                <a:solidFill>
                  <a:schemeClr val="tx2"/>
                </a:solidFill>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DD5AD6E9-FF62-497A-11AF-CB9415BD114A}"/>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1874186D-33FD-6903-B191-D6384A28F713}"/>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B73FE468-76DA-5D69-29E2-B0FF244EAAE3}"/>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AD8F1EE9-265B-39CA-62EA-9BD2295C3F62}"/>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8558D7F8-372B-E957-03D9-F9A7959CC110}"/>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5C57448D-DF93-183A-A7D0-6121BCB5B757}"/>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4D1F3EF1-391C-10E2-C9E4-72E76303A10E}"/>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985CDF30-3E6F-63A3-0FA6-B032C0655F1D}"/>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6F751410-712C-650D-155E-02F2E4967D69}"/>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EF1B59EB-B1A7-7A35-AD72-6876E8BCC825}"/>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DA06A621-B472-E3BC-0400-D63601C0D689}"/>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142BB3B6-659D-A884-6DAF-A14353440EFF}"/>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B5DA8676-F1C0-FD37-81FA-EBB870335304}"/>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BC41173F-E011-1B44-0B7E-829A8CD65185}"/>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94CD6486-30E5-F003-4D63-5E504F81B5BD}"/>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E535541F-F140-B938-7624-73C01A85F44C}"/>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9C490BDB-6FAA-150F-6BD5-AB14C944F191}"/>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074E35F3-9822-16AE-CDC1-F21C118C3F2A}"/>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345A5FDC-CCBA-70C6-8CA3-32A09FF4BF85}"/>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3D4315B3-AF77-33CA-5393-E034780703EB}"/>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B9078D06-2B99-FEE0-6D49-331B0F98B799}"/>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CEAF2C1F-C4AF-4CF4-C250-36B938EDC008}"/>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0FA60219-0C09-9081-58E8-B324A94CCFF4}"/>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CDB51201-CB70-4B1B-1599-4305D009F4EB}"/>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AF208894-6B2A-3DAA-D6A3-68B85B641215}"/>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ED94428B-1049-DC6B-4240-4BC8211B77EB}"/>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5545CEBC-FBFC-FA6E-DED4-EAA4241A8314}"/>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C6B46BA1-C6D2-E918-48C2-BC139423DF7E}"/>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4242260945"/>
      </p:ext>
    </p:extLst>
  </p:cSld>
  <p:clrMapOvr>
    <a:masterClrMapping/>
  </p:clrMapOvr>
</p:sldLayout>
</file>

<file path=ppt/slideLayouts/slideLayout248.xml><?xml version="1.0" encoding="utf-8"?>
<p:sldLayout xmlns:a="http://schemas.openxmlformats.org/drawingml/2006/main" xmlns:r="http://schemas.openxmlformats.org/officeDocument/2006/relationships" xmlns:p="http://schemas.openxmlformats.org/presentationml/2006/main" preserve="1" userDrawn="1">
  <p:cSld name="Biography Spotlight 3">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56927C77-4BA5-963C-77AB-D1E17369A031}"/>
              </a:ext>
            </a:extLst>
          </p:cNvPr>
          <p:cNvSpPr/>
          <p:nvPr userDrawn="1"/>
        </p:nvSpPr>
        <p:spPr bwMode="ltGray">
          <a:xfrm>
            <a:off x="0" y="0"/>
            <a:ext cx="4057650" cy="6858000"/>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1" name="Picture Placeholder 9">
            <a:extLst>
              <a:ext uri="{FF2B5EF4-FFF2-40B4-BE49-F238E27FC236}">
                <a16:creationId xmlns:a16="http://schemas.microsoft.com/office/drawing/2014/main" id="{E5C7C011-127A-0143-3287-56B2493616F3}"/>
              </a:ext>
            </a:extLst>
          </p:cNvPr>
          <p:cNvSpPr>
            <a:spLocks noGrp="1"/>
          </p:cNvSpPr>
          <p:nvPr>
            <p:ph type="pic" sz="quarter" idx="29" hasCustomPrompt="1"/>
          </p:nvPr>
        </p:nvSpPr>
        <p:spPr>
          <a:xfrm>
            <a:off x="0" y="2146298"/>
            <a:ext cx="4057649" cy="4711702"/>
          </a:xfrm>
          <a:noFill/>
          <a:ln>
            <a:noFill/>
          </a:ln>
        </p:spPr>
        <p:txBody>
          <a:bodyPr anchor="ctr"/>
          <a:lstStyle>
            <a:lvl1pPr algn="ctr">
              <a:defRPr>
                <a:solidFill>
                  <a:schemeClr val="bg1"/>
                </a:solidFill>
                <a:latin typeface="+mn-lt"/>
              </a:defRPr>
            </a:lvl1pPr>
          </a:lstStyle>
          <a:p>
            <a:r>
              <a:rPr lang="en-US"/>
              <a:t>Silhouette</a:t>
            </a:r>
            <a:br>
              <a:rPr lang="en-US"/>
            </a:br>
            <a:r>
              <a:rPr lang="en-US"/>
              <a:t>portrait</a:t>
            </a:r>
          </a:p>
        </p:txBody>
      </p:sp>
      <p:sp>
        <p:nvSpPr>
          <p:cNvPr id="5" name="Title 4">
            <a:extLst>
              <a:ext uri="{FF2B5EF4-FFF2-40B4-BE49-F238E27FC236}">
                <a16:creationId xmlns:a16="http://schemas.microsoft.com/office/drawing/2014/main" id="{EF9EC52F-C370-604D-C528-F596723637C4}"/>
              </a:ext>
            </a:extLst>
          </p:cNvPr>
          <p:cNvSpPr>
            <a:spLocks noGrp="1"/>
          </p:cNvSpPr>
          <p:nvPr>
            <p:ph type="title"/>
          </p:nvPr>
        </p:nvSpPr>
        <p:spPr>
          <a:xfrm>
            <a:off x="539520" y="552450"/>
            <a:ext cx="3518129" cy="434975"/>
          </a:xfrm>
        </p:spPr>
        <p:txBody>
          <a:bodyPr rIns="274320"/>
          <a:lstStyle>
            <a:lvl1pPr>
              <a:defRPr>
                <a:solidFill>
                  <a:schemeClr val="bg1"/>
                </a:solidFill>
              </a:defRPr>
            </a:lvl1pPr>
          </a:lstStyle>
          <a:p>
            <a:r>
              <a:rPr lang="en-US"/>
              <a:t>Click to edit Master title style</a:t>
            </a:r>
          </a:p>
        </p:txBody>
      </p:sp>
      <p:sp>
        <p:nvSpPr>
          <p:cNvPr id="4" name="Content Placeholder 14">
            <a:extLst>
              <a:ext uri="{FF2B5EF4-FFF2-40B4-BE49-F238E27FC236}">
                <a16:creationId xmlns:a16="http://schemas.microsoft.com/office/drawing/2014/main" id="{0F4207BC-188D-C830-B83A-98B60C773C10}"/>
              </a:ext>
            </a:extLst>
          </p:cNvPr>
          <p:cNvSpPr>
            <a:spLocks noGrp="1"/>
          </p:cNvSpPr>
          <p:nvPr>
            <p:ph sz="quarter" idx="18" hasCustomPrompt="1"/>
          </p:nvPr>
        </p:nvSpPr>
        <p:spPr>
          <a:xfrm>
            <a:off x="4781551" y="697706"/>
            <a:ext cx="6856412" cy="5469732"/>
          </a:xfrm>
        </p:spPr>
        <p:txBody>
          <a:bodyPr numCol="1" spcCol="219456"/>
          <a:lstStyle>
            <a:lvl1pPr>
              <a:spcAft>
                <a:spcPts val="0"/>
              </a:spcAft>
              <a:defRPr sz="1800" b="1">
                <a:solidFill>
                  <a:schemeClr val="tx1"/>
                </a:solidFill>
                <a:latin typeface="+mn-lt"/>
              </a:defRPr>
            </a:lvl1pPr>
            <a:lvl2pPr marL="0" indent="0">
              <a:buNone/>
              <a:defRPr sz="1800" b="0">
                <a:solidFill>
                  <a:schemeClr val="tx1"/>
                </a:solidFill>
              </a:defRPr>
            </a:lvl2pPr>
            <a:lvl3pPr marL="3175" indent="0">
              <a:buFont typeface="GT America Regular" charset="0"/>
              <a:buNone/>
              <a:defRPr sz="1400" b="1">
                <a:solidFill>
                  <a:schemeClr val="tx2"/>
                </a:solidFill>
              </a:defRPr>
            </a:lvl3pPr>
            <a:lvl4pPr marL="0" indent="0">
              <a:buClrTx/>
              <a:buFont typeface="GT America Regular" charset="0"/>
              <a:buNone/>
              <a:defRPr sz="1400"/>
            </a:lvl4pPr>
            <a:lvl5pPr marL="287338" indent="-287338">
              <a:buClrTx/>
              <a:buFont typeface="GT America Regular" charset="0"/>
              <a:buChar char="→"/>
              <a:defRPr sz="1400"/>
            </a:lvl5pPr>
            <a:lvl6pPr marL="458788" indent="-171450">
              <a:buClr>
                <a:schemeClr val="accent1"/>
              </a:buClr>
              <a:buFont typeface="Arial" panose="020B0604020202020204" pitchFamily="34" charset="0"/>
              <a:buChar char="•"/>
              <a:defRPr sz="1300"/>
            </a:lvl6pPr>
            <a:lvl7pPr marL="627063" indent="-174625">
              <a:buClrTx/>
              <a:buFont typeface="GT America Regular" pitchFamily="50" charset="0"/>
              <a:buChar char="–"/>
              <a:defRPr sz="1300"/>
            </a:lvl7pPr>
            <a:lvl8pPr marL="800100" indent="-174625">
              <a:buClr>
                <a:schemeClr val="accent1"/>
              </a:buClr>
              <a:buFont typeface="GT America Regular" charset="0"/>
              <a:buChar char="–"/>
              <a:defRPr sz="1200"/>
            </a:lvl8pPr>
            <a:lvl9pPr marL="973138" indent="-171450">
              <a:buClrTx/>
              <a:buFont typeface="GT America Regular" pitchFamily="50" charset="0"/>
              <a:buChar char="»"/>
              <a:defRPr sz="1200"/>
            </a:lvl9pPr>
          </a:lstStyle>
          <a:p>
            <a:pPr lvl="0"/>
            <a:r>
              <a:rPr lang="en-US" err="1"/>
              <a:t>Firstname</a:t>
            </a:r>
            <a:r>
              <a:rPr lang="en-US"/>
              <a:t> </a:t>
            </a:r>
            <a:r>
              <a:rPr lang="en-US" err="1"/>
              <a:t>Lastname</a:t>
            </a:r>
            <a:r>
              <a:rPr lang="en-US"/>
              <a:t>, first level</a:t>
            </a:r>
          </a:p>
          <a:p>
            <a:pPr lvl="1"/>
            <a:r>
              <a:rPr lang="en-US"/>
              <a:t>Title/department, second level</a:t>
            </a:r>
          </a:p>
          <a:p>
            <a:pPr lvl="2"/>
            <a:r>
              <a:rPr lang="en-US"/>
              <a:t>Introduction or highlighted passage, third level</a:t>
            </a:r>
          </a:p>
          <a:p>
            <a:pPr lvl="3"/>
            <a:r>
              <a:rPr lang="en-US"/>
              <a:t>Fourth level</a:t>
            </a:r>
          </a:p>
          <a:p>
            <a:pPr lvl="4"/>
            <a:r>
              <a:rPr lang="en-US"/>
              <a:t>Fifth level</a:t>
            </a:r>
          </a:p>
          <a:p>
            <a:pPr lvl="5"/>
            <a:r>
              <a:rPr lang="en-US"/>
              <a:t>Sixth level</a:t>
            </a:r>
          </a:p>
          <a:p>
            <a:pPr lvl="6"/>
            <a:r>
              <a:rPr lang="en-US"/>
              <a:t>Seventh level</a:t>
            </a:r>
          </a:p>
          <a:p>
            <a:pPr lvl="7"/>
            <a:r>
              <a:rPr lang="en-US"/>
              <a:t>Eighth level</a:t>
            </a:r>
          </a:p>
          <a:p>
            <a:pPr lvl="8"/>
            <a:r>
              <a:rPr lang="en-US"/>
              <a:t>Ninth level</a:t>
            </a:r>
          </a:p>
        </p:txBody>
      </p:sp>
      <p:sp>
        <p:nvSpPr>
          <p:cNvPr id="16" name="Text Placeholder 10">
            <a:extLst>
              <a:ext uri="{FF2B5EF4-FFF2-40B4-BE49-F238E27FC236}">
                <a16:creationId xmlns:a16="http://schemas.microsoft.com/office/drawing/2014/main" id="{13CB873E-451B-AD74-97A9-A588E4BAB870}"/>
              </a:ext>
            </a:extLst>
          </p:cNvPr>
          <p:cNvSpPr>
            <a:spLocks noGrp="1"/>
          </p:cNvSpPr>
          <p:nvPr>
            <p:ph type="body" sz="quarter" idx="58"/>
          </p:nvPr>
        </p:nvSpPr>
        <p:spPr>
          <a:xfrm>
            <a:off x="548640" y="1127125"/>
            <a:ext cx="3421698"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6CB3DC87-6BC2-6891-C466-17978D1EFFE1}"/>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65D286FD-88A9-580D-3E98-A572911BAF71}"/>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3F8DF8F9-76EF-9000-443C-A55EC4CED06B}"/>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0" name="Rectangle 9">
              <a:extLst>
                <a:ext uri="{FF2B5EF4-FFF2-40B4-BE49-F238E27FC236}">
                  <a16:creationId xmlns:a16="http://schemas.microsoft.com/office/drawing/2014/main" id="{CA4C934D-1931-7BCD-C27C-CEBA215BE65C}"/>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2" name="Group 11">
              <a:extLst>
                <a:ext uri="{FF2B5EF4-FFF2-40B4-BE49-F238E27FC236}">
                  <a16:creationId xmlns:a16="http://schemas.microsoft.com/office/drawing/2014/main" id="{2D408877-B694-3CBC-39C0-E3BB7936EC47}"/>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C5172F9E-B758-6C83-512C-60DDC21D23A2}"/>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D3A74CE5-6DF0-112C-98A1-0BFAEA188D2A}"/>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F5158A55-96F1-4BBD-AED6-20E54C655070}"/>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A0D6069B-E983-6A89-408A-F8640EEF5925}"/>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1C33F830-44E8-5369-F04E-9C9914AD2E36}"/>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798878AC-8BA6-FF4A-5336-193C35421356}"/>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6F9FDA89-7C1E-9F87-6FEA-61188138F046}"/>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F4AD6D11-010E-DADF-2437-38050ED03D5C}"/>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0D103E4A-2145-B62C-156A-4350867335A7}"/>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18E1A2E3-19F0-FA35-5D90-8DB9FCB9A29C}"/>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3" name="Group 12">
              <a:extLst>
                <a:ext uri="{FF2B5EF4-FFF2-40B4-BE49-F238E27FC236}">
                  <a16:creationId xmlns:a16="http://schemas.microsoft.com/office/drawing/2014/main" id="{35C174CD-6B21-FD14-FEA8-F2A05F91BDCA}"/>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430712A2-38DF-2711-03A2-6843141FB050}"/>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527CB448-9982-A5A3-6678-EA6D9B045161}"/>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06ED0848-1008-AF6E-0A7F-AB104ED2BBB8}"/>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D37693EB-EBE2-3BE0-11A6-3514CBCFD0F7}"/>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D514B642-84EF-6CD3-40DC-8C8A0B5CF9A1}"/>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68ED6433-C579-427C-E9B9-C01AD8ECED6D}"/>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B4A51136-78E0-2A73-31C2-D53A486D81E2}"/>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47A8C12C-D490-D3B3-07FF-215B5FC0336E}"/>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958B5853-AF64-14E2-19F4-B6E73B1B0C5A}"/>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28A0BD78-DA46-E3C5-4D9B-2AD41691AA50}"/>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F8C1B507-8BBE-924C-C910-E040F1018AF0}"/>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BBD51D12-CC84-9788-7B13-83BA98DC377D}"/>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885833020"/>
      </p:ext>
    </p:extLst>
  </p:cSld>
  <p:clrMapOvr>
    <a:masterClrMapping/>
  </p:clrMapOvr>
</p:sldLayout>
</file>

<file path=ppt/slideLayouts/slideLayout249.xml><?xml version="1.0" encoding="utf-8"?>
<p:sldLayout xmlns:a="http://schemas.openxmlformats.org/drawingml/2006/main" xmlns:r="http://schemas.openxmlformats.org/officeDocument/2006/relationships" xmlns:p="http://schemas.openxmlformats.org/presentationml/2006/main" preserve="1" userDrawn="1">
  <p:cSld name="Back Cover 1">
    <p:bg>
      <p:bgPr>
        <a:solidFill>
          <a:schemeClr val="bg2"/>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78834B98-F94F-BBE0-213C-85AFCDC4764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t="8922" b="11853"/>
          <a:stretch/>
        </p:blipFill>
        <p:spPr bwMode="hidden">
          <a:xfrm>
            <a:off x="-5621" y="0"/>
            <a:ext cx="12188952" cy="6858000"/>
          </a:xfrm>
          <a:prstGeom prst="rect">
            <a:avLst/>
          </a:prstGeom>
        </p:spPr>
      </p:pic>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4567237"/>
            <a:ext cx="5441950" cy="1165225"/>
          </a:xfrm>
          <a:prstGeom prst="rect">
            <a:avLst/>
          </a:prstGeom>
        </p:spPr>
        <p:txBody>
          <a:bodyPr anchor="b"/>
          <a:lstStyle>
            <a:lvl1pPr>
              <a:defRPr>
                <a:solidFill>
                  <a:schemeClr val="tx1"/>
                </a:solidFill>
              </a:defRPr>
            </a:lvl1pPr>
          </a:lstStyle>
          <a:p>
            <a:r>
              <a:rPr lang="en-US"/>
              <a:t>Click to edit Master title style</a:t>
            </a:r>
          </a:p>
        </p:txBody>
      </p:sp>
      <p:sp>
        <p:nvSpPr>
          <p:cNvPr id="3" name="Freeform 5">
            <a:extLst>
              <a:ext uri="{FF2B5EF4-FFF2-40B4-BE49-F238E27FC236}">
                <a16:creationId xmlns:a16="http://schemas.microsoft.com/office/drawing/2014/main" id="{DBEF819D-FDFF-C217-9B0B-68E353B7B355}"/>
              </a:ext>
            </a:extLst>
          </p:cNvPr>
          <p:cNvSpPr/>
          <p:nvPr userDrawn="1"/>
        </p:nvSpPr>
        <p:spPr bwMode="black">
          <a:xfrm>
            <a:off x="539749" y="502825"/>
            <a:ext cx="11098213" cy="1839149"/>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solidFill>
                <a:schemeClr val="tx1"/>
              </a:solidFill>
            </a:endParaRPr>
          </a:p>
        </p:txBody>
      </p:sp>
      <p:sp>
        <p:nvSpPr>
          <p:cNvPr id="5" name="Text Placeholder 9">
            <a:extLst>
              <a:ext uri="{FF2B5EF4-FFF2-40B4-BE49-F238E27FC236}">
                <a16:creationId xmlns:a16="http://schemas.microsoft.com/office/drawing/2014/main" id="{5FB2903F-88A1-83A6-3840-2C6F40ADA372}"/>
              </a:ext>
            </a:extLst>
          </p:cNvPr>
          <p:cNvSpPr>
            <a:spLocks noGrp="1"/>
          </p:cNvSpPr>
          <p:nvPr>
            <p:ph type="body" sz="quarter" idx="15" hasCustomPrompt="1"/>
          </p:nvPr>
        </p:nvSpPr>
        <p:spPr>
          <a:xfrm>
            <a:off x="10417175" y="6308725"/>
            <a:ext cx="1227138" cy="282575"/>
          </a:xfrm>
        </p:spPr>
        <p:txBody>
          <a:bodyPr anchor="b">
            <a:noAutofit/>
          </a:bodyPr>
          <a:lstStyle>
            <a:lvl1pPr marL="4763" indent="0" algn="r">
              <a:buFont typeface="Arial" panose="020B0604020202020204" pitchFamily="34" charset="0"/>
              <a:buNone/>
              <a:tabLst/>
              <a:defRPr sz="1000">
                <a:solidFill>
                  <a:schemeClr val="tx1"/>
                </a:solidFill>
              </a:defRPr>
            </a:lvl1pPr>
            <a:lvl2pPr marL="4763" indent="0" algn="r">
              <a:buNone/>
              <a:tabLst/>
              <a:defRPr sz="1000">
                <a:solidFill>
                  <a:schemeClr val="tx1"/>
                </a:solidFill>
              </a:defRPr>
            </a:lvl2pPr>
            <a:lvl3pPr marL="4763" indent="0" algn="r">
              <a:buNone/>
              <a:tabLst/>
              <a:defRPr sz="1000">
                <a:solidFill>
                  <a:schemeClr val="tx1"/>
                </a:solidFill>
              </a:defRPr>
            </a:lvl3pPr>
            <a:lvl4pPr marL="4763" indent="0" algn="r">
              <a:buNone/>
              <a:tabLst/>
              <a:defRPr sz="1000">
                <a:solidFill>
                  <a:schemeClr val="tx1"/>
                </a:solidFill>
              </a:defRPr>
            </a:lvl4pPr>
            <a:lvl5pPr marL="4763" indent="0" algn="r">
              <a:buNone/>
              <a:tabLst/>
              <a:defRPr sz="1000">
                <a:solidFill>
                  <a:schemeClr val="tx1"/>
                </a:solidFill>
              </a:defRPr>
            </a:lvl5pPr>
            <a:lvl6pPr marL="4763" indent="0" algn="r">
              <a:buNone/>
              <a:tabLst/>
              <a:defRPr sz="1000">
                <a:solidFill>
                  <a:schemeClr val="tx1"/>
                </a:solidFill>
              </a:defRPr>
            </a:lvl6pPr>
            <a:lvl7pPr marL="4763" indent="0" algn="r">
              <a:buNone/>
              <a:tabLst/>
              <a:defRPr sz="1000">
                <a:solidFill>
                  <a:schemeClr val="tx1"/>
                </a:solidFill>
              </a:defRPr>
            </a:lvl7pPr>
            <a:lvl8pPr marL="4763" indent="0" algn="r">
              <a:buNone/>
              <a:tabLst/>
              <a:defRPr sz="1000">
                <a:solidFill>
                  <a:schemeClr val="tx1"/>
                </a:solidFill>
              </a:defRPr>
            </a:lvl8pPr>
            <a:lvl9pPr marL="4763" indent="0" algn="r">
              <a:buNone/>
              <a:tabLst/>
              <a:defRPr sz="1000">
                <a:solidFill>
                  <a:schemeClr val="tx1"/>
                </a:solidFill>
              </a:defRPr>
            </a:lvl9pPr>
          </a:lstStyle>
          <a:p>
            <a:pPr lvl="0"/>
            <a:r>
              <a:rPr lang="en-US"/>
              <a:t>BX Number</a:t>
            </a:r>
          </a:p>
        </p:txBody>
      </p:sp>
      <p:sp>
        <p:nvSpPr>
          <p:cNvPr id="14" name="Text Placeholder 28">
            <a:extLst>
              <a:ext uri="{FF2B5EF4-FFF2-40B4-BE49-F238E27FC236}">
                <a16:creationId xmlns:a16="http://schemas.microsoft.com/office/drawing/2014/main" id="{E9355155-D34A-C8FB-FD7F-D8F2AFB05465}"/>
              </a:ext>
            </a:extLst>
          </p:cNvPr>
          <p:cNvSpPr>
            <a:spLocks noGrp="1"/>
          </p:cNvSpPr>
          <p:nvPr>
            <p:ph type="body" sz="quarter" idx="94"/>
          </p:nvPr>
        </p:nvSpPr>
        <p:spPr>
          <a:xfrm>
            <a:off x="534487" y="5993489"/>
            <a:ext cx="2623978" cy="588286"/>
          </a:xfrm>
        </p:spPr>
        <p:txBody>
          <a:bodyPr anchor="b">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15" name="Text Placeholder 31">
            <a:extLst>
              <a:ext uri="{FF2B5EF4-FFF2-40B4-BE49-F238E27FC236}">
                <a16:creationId xmlns:a16="http://schemas.microsoft.com/office/drawing/2014/main" id="{C7ABDCD6-3B21-724A-2B90-283DF93F2DD4}"/>
              </a:ext>
            </a:extLst>
          </p:cNvPr>
          <p:cNvSpPr>
            <a:spLocks noGrp="1"/>
          </p:cNvSpPr>
          <p:nvPr>
            <p:ph type="body" sz="quarter" idx="95"/>
          </p:nvPr>
        </p:nvSpPr>
        <p:spPr>
          <a:xfrm>
            <a:off x="3373598" y="6001088"/>
            <a:ext cx="2623978" cy="588286"/>
          </a:xfrm>
        </p:spPr>
        <p:txBody>
          <a:bodyPr anchor="b">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16" name="Text Placeholder 33">
            <a:extLst>
              <a:ext uri="{FF2B5EF4-FFF2-40B4-BE49-F238E27FC236}">
                <a16:creationId xmlns:a16="http://schemas.microsoft.com/office/drawing/2014/main" id="{9B2F4F16-C191-1C55-93DF-40C406D4E32E}"/>
              </a:ext>
            </a:extLst>
          </p:cNvPr>
          <p:cNvSpPr>
            <a:spLocks noGrp="1"/>
          </p:cNvSpPr>
          <p:nvPr>
            <p:ph type="body" sz="quarter" idx="96"/>
          </p:nvPr>
        </p:nvSpPr>
        <p:spPr>
          <a:xfrm>
            <a:off x="6194425" y="5993489"/>
            <a:ext cx="2623978" cy="588286"/>
          </a:xfrm>
        </p:spPr>
        <p:txBody>
          <a:bodyPr anchor="b">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Tree>
    <p:extLst>
      <p:ext uri="{BB962C8B-B14F-4D97-AF65-F5344CB8AC3E}">
        <p14:creationId xmlns:p14="http://schemas.microsoft.com/office/powerpoint/2010/main" val="2027349282"/>
      </p:ext>
    </p:extLst>
  </p:cSld>
  <p:clrMapOvr>
    <a:overrideClrMapping bg1="dk1" tx1="lt1" bg2="dk2" tx2="lt2" accent1="accent1" accent2="accent2" accent3="accent3" accent4="accent4" accent5="accent5" accent6="accent6" hlink="hlink" folHlink="folHlink"/>
  </p:clrMapOvr>
</p:sldLayout>
</file>

<file path=ppt/slideLayouts/slideLayout250.xml><?xml version="1.0" encoding="utf-8"?>
<p:sldLayout xmlns:a="http://schemas.openxmlformats.org/drawingml/2006/main" xmlns:r="http://schemas.openxmlformats.org/officeDocument/2006/relationships" xmlns:p="http://schemas.openxmlformats.org/presentationml/2006/main" preserve="1" userDrawn="1">
  <p:cSld name="Back Cover 2">
    <p:bg>
      <p:bgPr>
        <a:solidFill>
          <a:schemeClr val="bg2"/>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78834B98-F94F-BBE0-213C-85AFCDC4764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t="8922" b="11853"/>
          <a:stretch/>
        </p:blipFill>
        <p:spPr bwMode="hidden">
          <a:xfrm>
            <a:off x="-5621" y="0"/>
            <a:ext cx="12188952" cy="6858000"/>
          </a:xfrm>
          <a:prstGeom prst="rect">
            <a:avLst/>
          </a:prstGeom>
        </p:spPr>
      </p:pic>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4567237"/>
            <a:ext cx="5441950" cy="1165225"/>
          </a:xfrm>
          <a:prstGeom prst="rect">
            <a:avLst/>
          </a:prstGeom>
        </p:spPr>
        <p:txBody>
          <a:bodyPr anchor="b"/>
          <a:lstStyle>
            <a:lvl1pPr>
              <a:defRPr>
                <a:solidFill>
                  <a:schemeClr val="tx1"/>
                </a:solidFill>
              </a:defRPr>
            </a:lvl1pPr>
          </a:lstStyle>
          <a:p>
            <a:r>
              <a:rPr lang="en-US"/>
              <a:t>Click to edit Master title style</a:t>
            </a:r>
          </a:p>
        </p:txBody>
      </p:sp>
      <p:sp>
        <p:nvSpPr>
          <p:cNvPr id="4" name="Freeform 19">
            <a:extLst>
              <a:ext uri="{FF2B5EF4-FFF2-40B4-BE49-F238E27FC236}">
                <a16:creationId xmlns:a16="http://schemas.microsoft.com/office/drawing/2014/main" id="{D3B5462B-E2B3-7CAB-8405-4B77B98FFBAE}"/>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p>
        </p:txBody>
      </p:sp>
      <p:sp>
        <p:nvSpPr>
          <p:cNvPr id="5" name="Text Placeholder 9">
            <a:extLst>
              <a:ext uri="{FF2B5EF4-FFF2-40B4-BE49-F238E27FC236}">
                <a16:creationId xmlns:a16="http://schemas.microsoft.com/office/drawing/2014/main" id="{925BD05B-4745-E7F4-97A1-5C222CC090F5}"/>
              </a:ext>
            </a:extLst>
          </p:cNvPr>
          <p:cNvSpPr>
            <a:spLocks noGrp="1"/>
          </p:cNvSpPr>
          <p:nvPr>
            <p:ph type="body" sz="quarter" idx="15" hasCustomPrompt="1"/>
          </p:nvPr>
        </p:nvSpPr>
        <p:spPr>
          <a:xfrm>
            <a:off x="10417175" y="6308725"/>
            <a:ext cx="1227138" cy="282575"/>
          </a:xfrm>
        </p:spPr>
        <p:txBody>
          <a:bodyPr anchor="b">
            <a:noAutofit/>
          </a:bodyPr>
          <a:lstStyle>
            <a:lvl1pPr marL="4763" indent="0" algn="r">
              <a:buFont typeface="Arial" panose="020B0604020202020204" pitchFamily="34" charset="0"/>
              <a:buNone/>
              <a:tabLst/>
              <a:defRPr sz="1000">
                <a:solidFill>
                  <a:schemeClr val="tx1"/>
                </a:solidFill>
              </a:defRPr>
            </a:lvl1pPr>
            <a:lvl2pPr marL="4763" indent="0" algn="r">
              <a:buNone/>
              <a:tabLst/>
              <a:defRPr sz="1000">
                <a:solidFill>
                  <a:schemeClr val="tx1"/>
                </a:solidFill>
              </a:defRPr>
            </a:lvl2pPr>
            <a:lvl3pPr marL="4763" indent="0" algn="r">
              <a:buNone/>
              <a:tabLst/>
              <a:defRPr sz="1000">
                <a:solidFill>
                  <a:schemeClr val="tx1"/>
                </a:solidFill>
              </a:defRPr>
            </a:lvl3pPr>
            <a:lvl4pPr marL="4763" indent="0" algn="r">
              <a:buNone/>
              <a:tabLst/>
              <a:defRPr sz="1000">
                <a:solidFill>
                  <a:schemeClr val="tx1"/>
                </a:solidFill>
              </a:defRPr>
            </a:lvl4pPr>
            <a:lvl5pPr marL="4763" indent="0" algn="r">
              <a:buNone/>
              <a:tabLst/>
              <a:defRPr sz="1000">
                <a:solidFill>
                  <a:schemeClr val="tx1"/>
                </a:solidFill>
              </a:defRPr>
            </a:lvl5pPr>
            <a:lvl6pPr marL="4763" indent="0" algn="r">
              <a:buNone/>
              <a:tabLst/>
              <a:defRPr sz="1000">
                <a:solidFill>
                  <a:schemeClr val="tx1"/>
                </a:solidFill>
              </a:defRPr>
            </a:lvl6pPr>
            <a:lvl7pPr marL="4763" indent="0" algn="r">
              <a:buNone/>
              <a:tabLst/>
              <a:defRPr sz="1000">
                <a:solidFill>
                  <a:schemeClr val="tx1"/>
                </a:solidFill>
              </a:defRPr>
            </a:lvl7pPr>
            <a:lvl8pPr marL="4763" indent="0" algn="r">
              <a:buNone/>
              <a:tabLst/>
              <a:defRPr sz="1000">
                <a:solidFill>
                  <a:schemeClr val="tx1"/>
                </a:solidFill>
              </a:defRPr>
            </a:lvl8pPr>
            <a:lvl9pPr marL="4763" indent="0" algn="r">
              <a:buNone/>
              <a:tabLst/>
              <a:defRPr sz="1000">
                <a:solidFill>
                  <a:schemeClr val="tx1"/>
                </a:solidFill>
              </a:defRPr>
            </a:lvl9pPr>
          </a:lstStyle>
          <a:p>
            <a:pPr lvl="0"/>
            <a:r>
              <a:rPr lang="en-US"/>
              <a:t>BX Number</a:t>
            </a:r>
          </a:p>
        </p:txBody>
      </p:sp>
    </p:spTree>
    <p:extLst>
      <p:ext uri="{BB962C8B-B14F-4D97-AF65-F5344CB8AC3E}">
        <p14:creationId xmlns:p14="http://schemas.microsoft.com/office/powerpoint/2010/main" val="2642171562"/>
      </p:ext>
    </p:extLst>
  </p:cSld>
  <p:clrMapOvr>
    <a:overrideClrMapping bg1="dk1" tx1="lt1" bg2="dk2" tx2="lt2" accent1="accent1" accent2="accent2" accent3="accent3" accent4="accent4" accent5="accent5" accent6="accent6" hlink="hlink" folHlink="folHlink"/>
  </p:clrMapOvr>
</p:sldLayout>
</file>

<file path=ppt/slideLayouts/slideLayout251.xml><?xml version="1.0" encoding="utf-8"?>
<p:sldLayout xmlns:a="http://schemas.openxmlformats.org/drawingml/2006/main" xmlns:r="http://schemas.openxmlformats.org/officeDocument/2006/relationships" xmlns:p="http://schemas.openxmlformats.org/presentationml/2006/main" preserve="1" userDrawn="1">
  <p:cSld name="Back Cover 3">
    <p:bg>
      <p:bgPr>
        <a:solidFill>
          <a:schemeClr val="bg2"/>
        </a:solidFill>
        <a:effectLst/>
      </p:bgPr>
    </p:bg>
    <p:spTree>
      <p:nvGrpSpPr>
        <p:cNvPr id="1" name=""/>
        <p:cNvGrpSpPr/>
        <p:nvPr/>
      </p:nvGrpSpPr>
      <p:grpSpPr>
        <a:xfrm>
          <a:off x="0" y="0"/>
          <a:ext cx="0" cy="0"/>
          <a:chOff x="0" y="0"/>
          <a:chExt cx="0" cy="0"/>
        </a:xfrm>
      </p:grpSpPr>
      <p:sp>
        <p:nvSpPr>
          <p:cNvPr id="20" name="Freeform 19">
            <a:extLst>
              <a:ext uri="{FF2B5EF4-FFF2-40B4-BE49-F238E27FC236}">
                <a16:creationId xmlns:a16="http://schemas.microsoft.com/office/drawing/2014/main" id="{6732315D-1057-6521-C359-22C1DAF4964C}"/>
              </a:ext>
            </a:extLst>
          </p:cNvPr>
          <p:cNvSpPr/>
          <p:nvPr/>
        </p:nvSpPr>
        <p:spPr>
          <a:xfrm>
            <a:off x="3367088" y="552449"/>
            <a:ext cx="8267463" cy="5677842"/>
          </a:xfrm>
          <a:custGeom>
            <a:avLst/>
            <a:gdLst>
              <a:gd name="connsiteX0" fmla="*/ 6722902 w 8267463"/>
              <a:gd name="connsiteY0" fmla="*/ 0 h 5677842"/>
              <a:gd name="connsiteX1" fmla="*/ 8267463 w 8267463"/>
              <a:gd name="connsiteY1" fmla="*/ 0 h 5677842"/>
              <a:gd name="connsiteX2" fmla="*/ 8267463 w 8267463"/>
              <a:gd name="connsiteY2" fmla="*/ 1419448 h 5677842"/>
              <a:gd name="connsiteX3" fmla="*/ 7275694 w 8267463"/>
              <a:gd name="connsiteY3" fmla="*/ 2749701 h 5677842"/>
              <a:gd name="connsiteX4" fmla="*/ 6942385 w 8267463"/>
              <a:gd name="connsiteY4" fmla="*/ 2749701 h 5677842"/>
              <a:gd name="connsiteX5" fmla="*/ 7381363 w 8267463"/>
              <a:gd name="connsiteY5" fmla="*/ 1541121 h 5677842"/>
              <a:gd name="connsiteX6" fmla="*/ 6722902 w 8267463"/>
              <a:gd name="connsiteY6" fmla="*/ 1541121 h 5677842"/>
              <a:gd name="connsiteX7" fmla="*/ 0 w 8267463"/>
              <a:gd name="connsiteY7" fmla="*/ 0 h 5677842"/>
              <a:gd name="connsiteX8" fmla="*/ 2268085 w 8267463"/>
              <a:gd name="connsiteY8" fmla="*/ 0 h 5677842"/>
              <a:gd name="connsiteX9" fmla="*/ 2975321 w 8267463"/>
              <a:gd name="connsiteY9" fmla="*/ 2920028 h 5677842"/>
              <a:gd name="connsiteX10" fmla="*/ 3146041 w 8267463"/>
              <a:gd name="connsiteY10" fmla="*/ 3731148 h 5677842"/>
              <a:gd name="connsiteX11" fmla="*/ 3316761 w 8267463"/>
              <a:gd name="connsiteY11" fmla="*/ 2920028 h 5677842"/>
              <a:gd name="connsiteX12" fmla="*/ 4024010 w 8267463"/>
              <a:gd name="connsiteY12" fmla="*/ 0 h 5677842"/>
              <a:gd name="connsiteX13" fmla="*/ 6292082 w 8267463"/>
              <a:gd name="connsiteY13" fmla="*/ 0 h 5677842"/>
              <a:gd name="connsiteX14" fmla="*/ 6292082 w 8267463"/>
              <a:gd name="connsiteY14" fmla="*/ 5677842 h 5677842"/>
              <a:gd name="connsiteX15" fmla="*/ 4836940 w 8267463"/>
              <a:gd name="connsiteY15" fmla="*/ 5677842 h 5677842"/>
              <a:gd name="connsiteX16" fmla="*/ 4836940 w 8267463"/>
              <a:gd name="connsiteY16" fmla="*/ 1995360 h 5677842"/>
              <a:gd name="connsiteX17" fmla="*/ 4633708 w 8267463"/>
              <a:gd name="connsiteY17" fmla="*/ 2838921 h 5677842"/>
              <a:gd name="connsiteX18" fmla="*/ 3877684 w 8267463"/>
              <a:gd name="connsiteY18" fmla="*/ 5677842 h 5677842"/>
              <a:gd name="connsiteX19" fmla="*/ 2381886 w 8267463"/>
              <a:gd name="connsiteY19" fmla="*/ 5677842 h 5677842"/>
              <a:gd name="connsiteX20" fmla="*/ 1625861 w 8267463"/>
              <a:gd name="connsiteY20" fmla="*/ 2838921 h 5677842"/>
              <a:gd name="connsiteX21" fmla="*/ 1422629 w 8267463"/>
              <a:gd name="connsiteY21" fmla="*/ 1995360 h 5677842"/>
              <a:gd name="connsiteX22" fmla="*/ 1422629 w 8267463"/>
              <a:gd name="connsiteY22" fmla="*/ 5677842 h 5677842"/>
              <a:gd name="connsiteX23" fmla="*/ 0 w 8267463"/>
              <a:gd name="connsiteY23" fmla="*/ 5677842 h 56778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8267463" h="5677842">
                <a:moveTo>
                  <a:pt x="6722902" y="0"/>
                </a:moveTo>
                <a:lnTo>
                  <a:pt x="8267463" y="0"/>
                </a:lnTo>
                <a:lnTo>
                  <a:pt x="8267463" y="1419448"/>
                </a:lnTo>
                <a:lnTo>
                  <a:pt x="7275694" y="2749701"/>
                </a:lnTo>
                <a:lnTo>
                  <a:pt x="6942385" y="2749701"/>
                </a:lnTo>
                <a:lnTo>
                  <a:pt x="7381363" y="1541121"/>
                </a:lnTo>
                <a:lnTo>
                  <a:pt x="6722902" y="1541121"/>
                </a:lnTo>
                <a:close/>
                <a:moveTo>
                  <a:pt x="0" y="0"/>
                </a:moveTo>
                <a:lnTo>
                  <a:pt x="2268085" y="0"/>
                </a:lnTo>
                <a:lnTo>
                  <a:pt x="2975321" y="2920028"/>
                </a:lnTo>
                <a:lnTo>
                  <a:pt x="3146041" y="3731148"/>
                </a:lnTo>
                <a:lnTo>
                  <a:pt x="3316761" y="2920028"/>
                </a:lnTo>
                <a:lnTo>
                  <a:pt x="4024010" y="0"/>
                </a:lnTo>
                <a:lnTo>
                  <a:pt x="6292082" y="0"/>
                </a:lnTo>
                <a:lnTo>
                  <a:pt x="6292082" y="5677842"/>
                </a:lnTo>
                <a:lnTo>
                  <a:pt x="4836940" y="5677842"/>
                </a:lnTo>
                <a:lnTo>
                  <a:pt x="4836940" y="1995360"/>
                </a:lnTo>
                <a:lnTo>
                  <a:pt x="4633708" y="2838921"/>
                </a:lnTo>
                <a:lnTo>
                  <a:pt x="3877684" y="5677842"/>
                </a:lnTo>
                <a:lnTo>
                  <a:pt x="2381886" y="5677842"/>
                </a:lnTo>
                <a:lnTo>
                  <a:pt x="1625861" y="2838921"/>
                </a:lnTo>
                <a:lnTo>
                  <a:pt x="1422629" y="1995360"/>
                </a:lnTo>
                <a:lnTo>
                  <a:pt x="1422629" y="5677842"/>
                </a:lnTo>
                <a:lnTo>
                  <a:pt x="0" y="5677842"/>
                </a:lnTo>
                <a:close/>
              </a:path>
            </a:pathLst>
          </a:custGeom>
          <a:solidFill>
            <a:schemeClr val="accent1">
              <a:alpha val="25000"/>
            </a:schemeClr>
          </a:solidFill>
          <a:ln w="0" cap="flat">
            <a:noFill/>
            <a:prstDash val="solid"/>
            <a:miter/>
          </a:ln>
        </p:spPr>
        <p:txBody>
          <a:bodyPr rtlCol="0" anchor="ctr"/>
          <a:lstStyle/>
          <a:p>
            <a:endParaRPr lang="en-US"/>
          </a:p>
        </p:txBody>
      </p:sp>
      <p:sp>
        <p:nvSpPr>
          <p:cNvPr id="5" name="Title 1">
            <a:extLst>
              <a:ext uri="{FF2B5EF4-FFF2-40B4-BE49-F238E27FC236}">
                <a16:creationId xmlns:a16="http://schemas.microsoft.com/office/drawing/2014/main" id="{F22CA864-4C06-0E60-3B00-A1D84FC28322}"/>
              </a:ext>
            </a:extLst>
          </p:cNvPr>
          <p:cNvSpPr>
            <a:spLocks noGrp="1"/>
          </p:cNvSpPr>
          <p:nvPr>
            <p:ph type="title"/>
          </p:nvPr>
        </p:nvSpPr>
        <p:spPr>
          <a:xfrm>
            <a:off x="539751" y="4567237"/>
            <a:ext cx="5441950" cy="1165225"/>
          </a:xfrm>
          <a:prstGeom prst="rect">
            <a:avLst/>
          </a:prstGeom>
        </p:spPr>
        <p:txBody>
          <a:bodyPr anchor="b"/>
          <a:lstStyle>
            <a:lvl1pPr>
              <a:defRPr>
                <a:solidFill>
                  <a:schemeClr val="tx1"/>
                </a:solidFill>
              </a:defRPr>
            </a:lvl1pPr>
          </a:lstStyle>
          <a:p>
            <a:r>
              <a:rPr lang="en-US"/>
              <a:t>Click to edit Master title style</a:t>
            </a:r>
          </a:p>
        </p:txBody>
      </p:sp>
      <p:sp>
        <p:nvSpPr>
          <p:cNvPr id="6" name="Freeform 19">
            <a:extLst>
              <a:ext uri="{FF2B5EF4-FFF2-40B4-BE49-F238E27FC236}">
                <a16:creationId xmlns:a16="http://schemas.microsoft.com/office/drawing/2014/main" id="{3EF01857-B116-6C78-4866-FF4DDE73D961}"/>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p>
        </p:txBody>
      </p:sp>
      <p:sp>
        <p:nvSpPr>
          <p:cNvPr id="3" name="Text Placeholder 9">
            <a:extLst>
              <a:ext uri="{FF2B5EF4-FFF2-40B4-BE49-F238E27FC236}">
                <a16:creationId xmlns:a16="http://schemas.microsoft.com/office/drawing/2014/main" id="{2C4DFBF5-AF25-74B3-E64C-151E88405CCD}"/>
              </a:ext>
            </a:extLst>
          </p:cNvPr>
          <p:cNvSpPr>
            <a:spLocks noGrp="1"/>
          </p:cNvSpPr>
          <p:nvPr>
            <p:ph type="body" sz="quarter" idx="15" hasCustomPrompt="1"/>
          </p:nvPr>
        </p:nvSpPr>
        <p:spPr>
          <a:xfrm>
            <a:off x="10417175" y="6308725"/>
            <a:ext cx="1227138" cy="282575"/>
          </a:xfrm>
        </p:spPr>
        <p:txBody>
          <a:bodyPr anchor="b">
            <a:noAutofit/>
          </a:bodyPr>
          <a:lstStyle>
            <a:lvl1pPr marL="4763" indent="0" algn="r">
              <a:buFont typeface="Arial" panose="020B0604020202020204" pitchFamily="34" charset="0"/>
              <a:buNone/>
              <a:tabLst/>
              <a:defRPr sz="1000">
                <a:solidFill>
                  <a:schemeClr val="tx1"/>
                </a:solidFill>
              </a:defRPr>
            </a:lvl1pPr>
            <a:lvl2pPr marL="4763" indent="0" algn="r">
              <a:buNone/>
              <a:tabLst/>
              <a:defRPr sz="1000">
                <a:solidFill>
                  <a:schemeClr val="tx1"/>
                </a:solidFill>
              </a:defRPr>
            </a:lvl2pPr>
            <a:lvl3pPr marL="4763" indent="0" algn="r">
              <a:buNone/>
              <a:tabLst/>
              <a:defRPr sz="1000">
                <a:solidFill>
                  <a:schemeClr val="tx1"/>
                </a:solidFill>
              </a:defRPr>
            </a:lvl3pPr>
            <a:lvl4pPr marL="4763" indent="0" algn="r">
              <a:buNone/>
              <a:tabLst/>
              <a:defRPr sz="1000">
                <a:solidFill>
                  <a:schemeClr val="tx1"/>
                </a:solidFill>
              </a:defRPr>
            </a:lvl4pPr>
            <a:lvl5pPr marL="4763" indent="0" algn="r">
              <a:buNone/>
              <a:tabLst/>
              <a:defRPr sz="1000">
                <a:solidFill>
                  <a:schemeClr val="tx1"/>
                </a:solidFill>
              </a:defRPr>
            </a:lvl5pPr>
            <a:lvl6pPr marL="4763" indent="0" algn="r">
              <a:buNone/>
              <a:tabLst/>
              <a:defRPr sz="1000">
                <a:solidFill>
                  <a:schemeClr val="tx1"/>
                </a:solidFill>
              </a:defRPr>
            </a:lvl6pPr>
            <a:lvl7pPr marL="4763" indent="0" algn="r">
              <a:buNone/>
              <a:tabLst/>
              <a:defRPr sz="1000">
                <a:solidFill>
                  <a:schemeClr val="tx1"/>
                </a:solidFill>
              </a:defRPr>
            </a:lvl7pPr>
            <a:lvl8pPr marL="4763" indent="0" algn="r">
              <a:buNone/>
              <a:tabLst/>
              <a:defRPr sz="1000">
                <a:solidFill>
                  <a:schemeClr val="tx1"/>
                </a:solidFill>
              </a:defRPr>
            </a:lvl8pPr>
            <a:lvl9pPr marL="4763" indent="0" algn="r">
              <a:buNone/>
              <a:tabLst/>
              <a:defRPr sz="1000">
                <a:solidFill>
                  <a:schemeClr val="tx1"/>
                </a:solidFill>
              </a:defRPr>
            </a:lvl9pPr>
          </a:lstStyle>
          <a:p>
            <a:pPr lvl="0"/>
            <a:r>
              <a:rPr lang="en-US"/>
              <a:t>BX Number</a:t>
            </a:r>
          </a:p>
        </p:txBody>
      </p:sp>
    </p:spTree>
    <p:extLst>
      <p:ext uri="{BB962C8B-B14F-4D97-AF65-F5344CB8AC3E}">
        <p14:creationId xmlns:p14="http://schemas.microsoft.com/office/powerpoint/2010/main" val="1520070926"/>
      </p:ext>
    </p:extLst>
  </p:cSld>
  <p:clrMapOvr>
    <a:overrideClrMapping bg1="dk1" tx1="lt1" bg2="dk2" tx2="lt2" accent1="accent1" accent2="accent2" accent3="accent3" accent4="accent4" accent5="accent5" accent6="accent6" hlink="hlink" folHlink="folHlink"/>
  </p:clrMapOvr>
</p:sldLayout>
</file>

<file path=ppt/slideLayouts/slideLayout252.xml><?xml version="1.0" encoding="utf-8"?>
<p:sldLayout xmlns:a="http://schemas.openxmlformats.org/drawingml/2006/main" xmlns:r="http://schemas.openxmlformats.org/officeDocument/2006/relationships" xmlns:p="http://schemas.openxmlformats.org/presentationml/2006/main" preserve="1" userDrawn="1">
  <p:cSld name="Back Cover 4">
    <p:bg>
      <p:bgPr>
        <a:solidFill>
          <a:schemeClr val="bg2"/>
        </a:solidFill>
        <a:effectLst/>
      </p:bgPr>
    </p:bg>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F22CA864-4C06-0E60-3B00-A1D84FC28322}"/>
              </a:ext>
            </a:extLst>
          </p:cNvPr>
          <p:cNvSpPr>
            <a:spLocks noGrp="1"/>
          </p:cNvSpPr>
          <p:nvPr>
            <p:ph type="title"/>
          </p:nvPr>
        </p:nvSpPr>
        <p:spPr>
          <a:xfrm>
            <a:off x="539751" y="4567237"/>
            <a:ext cx="5441950" cy="1165225"/>
          </a:xfrm>
          <a:prstGeom prst="rect">
            <a:avLst/>
          </a:prstGeom>
        </p:spPr>
        <p:txBody>
          <a:bodyPr anchor="b"/>
          <a:lstStyle>
            <a:lvl1pPr>
              <a:defRPr>
                <a:solidFill>
                  <a:schemeClr val="tx1"/>
                </a:solidFill>
              </a:defRPr>
            </a:lvl1pPr>
          </a:lstStyle>
          <a:p>
            <a:r>
              <a:rPr lang="en-US"/>
              <a:t>Click to edit Master title style</a:t>
            </a:r>
          </a:p>
        </p:txBody>
      </p:sp>
      <p:sp>
        <p:nvSpPr>
          <p:cNvPr id="6" name="Freeform 19">
            <a:extLst>
              <a:ext uri="{FF2B5EF4-FFF2-40B4-BE49-F238E27FC236}">
                <a16:creationId xmlns:a16="http://schemas.microsoft.com/office/drawing/2014/main" id="{3EF01857-B116-6C78-4866-FF4DDE73D961}"/>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p>
        </p:txBody>
      </p:sp>
      <p:sp>
        <p:nvSpPr>
          <p:cNvPr id="2" name="Picture Placeholder 9">
            <a:extLst>
              <a:ext uri="{FF2B5EF4-FFF2-40B4-BE49-F238E27FC236}">
                <a16:creationId xmlns:a16="http://schemas.microsoft.com/office/drawing/2014/main" id="{65CBF573-59E2-9C93-0DC3-78AAB8C05C25}"/>
              </a:ext>
            </a:extLst>
          </p:cNvPr>
          <p:cNvSpPr>
            <a:spLocks noGrp="1"/>
          </p:cNvSpPr>
          <p:nvPr>
            <p:ph type="pic" sz="quarter" idx="13" hasCustomPrompt="1"/>
          </p:nvPr>
        </p:nvSpPr>
        <p:spPr>
          <a:xfrm>
            <a:off x="8142973" y="0"/>
            <a:ext cx="2029968" cy="6167438"/>
          </a:xfrm>
          <a:solidFill>
            <a:srgbClr val="A6A9AA"/>
          </a:solidFill>
        </p:spPr>
        <p:txBody>
          <a:bodyPr tIns="548640" anchor="ctr"/>
          <a:lstStyle>
            <a:lvl1pPr algn="ctr">
              <a:defRPr b="0">
                <a:solidFill>
                  <a:schemeClr val="tx2"/>
                </a:solidFill>
                <a:latin typeface="+mn-lt"/>
              </a:defRPr>
            </a:lvl1pPr>
          </a:lstStyle>
          <a:p>
            <a:r>
              <a:rPr lang="en-US"/>
              <a:t>Dynamic slice crop 1</a:t>
            </a:r>
          </a:p>
        </p:txBody>
      </p:sp>
      <p:sp>
        <p:nvSpPr>
          <p:cNvPr id="3" name="Picture Placeholder 9">
            <a:extLst>
              <a:ext uri="{FF2B5EF4-FFF2-40B4-BE49-F238E27FC236}">
                <a16:creationId xmlns:a16="http://schemas.microsoft.com/office/drawing/2014/main" id="{611BAA65-5556-8A7C-F1DA-A7D11150A35C}"/>
              </a:ext>
            </a:extLst>
          </p:cNvPr>
          <p:cNvSpPr>
            <a:spLocks noGrp="1"/>
          </p:cNvSpPr>
          <p:nvPr>
            <p:ph type="pic" sz="quarter" idx="14" hasCustomPrompt="1"/>
          </p:nvPr>
        </p:nvSpPr>
        <p:spPr>
          <a:xfrm>
            <a:off x="10162032" y="0"/>
            <a:ext cx="2029968" cy="3984625"/>
          </a:xfrm>
          <a:solidFill>
            <a:srgbClr val="A6A9AA"/>
          </a:solidFill>
        </p:spPr>
        <p:txBody>
          <a:bodyPr tIns="548640" anchor="ctr"/>
          <a:lstStyle>
            <a:lvl1pPr algn="ctr">
              <a:defRPr b="0">
                <a:solidFill>
                  <a:schemeClr val="tx2"/>
                </a:solidFill>
                <a:latin typeface="+mn-lt"/>
              </a:defRPr>
            </a:lvl1pPr>
          </a:lstStyle>
          <a:p>
            <a:pPr marL="0" marR="0" lvl="0" indent="0" algn="ctr" defTabSz="914400" rtl="0" eaLnBrk="1" fontAlgn="auto" latinLnBrk="0" hangingPunct="1">
              <a:lnSpc>
                <a:spcPct val="101000"/>
              </a:lnSpc>
              <a:spcBef>
                <a:spcPts val="0"/>
              </a:spcBef>
              <a:spcAft>
                <a:spcPts val="600"/>
              </a:spcAft>
              <a:buClrTx/>
              <a:buSzTx/>
              <a:buFont typeface="GT America Regular"/>
              <a:buNone/>
              <a:tabLst/>
              <a:defRPr/>
            </a:pPr>
            <a:r>
              <a:rPr lang="en-US"/>
              <a:t>Dynamic slice crop 2</a:t>
            </a:r>
          </a:p>
        </p:txBody>
      </p:sp>
      <p:sp>
        <p:nvSpPr>
          <p:cNvPr id="7" name="Text Placeholder 9">
            <a:extLst>
              <a:ext uri="{FF2B5EF4-FFF2-40B4-BE49-F238E27FC236}">
                <a16:creationId xmlns:a16="http://schemas.microsoft.com/office/drawing/2014/main" id="{E60D21F8-DDF8-0ABD-B77A-99A1823A2B21}"/>
              </a:ext>
            </a:extLst>
          </p:cNvPr>
          <p:cNvSpPr>
            <a:spLocks noGrp="1"/>
          </p:cNvSpPr>
          <p:nvPr>
            <p:ph type="body" sz="quarter" idx="15" hasCustomPrompt="1"/>
          </p:nvPr>
        </p:nvSpPr>
        <p:spPr>
          <a:xfrm>
            <a:off x="10417175" y="6308725"/>
            <a:ext cx="1227138" cy="282575"/>
          </a:xfrm>
        </p:spPr>
        <p:txBody>
          <a:bodyPr anchor="b">
            <a:noAutofit/>
          </a:bodyPr>
          <a:lstStyle>
            <a:lvl1pPr marL="4763" indent="0" algn="r">
              <a:buFont typeface="Arial" panose="020B0604020202020204" pitchFamily="34" charset="0"/>
              <a:buNone/>
              <a:tabLst/>
              <a:defRPr sz="1000">
                <a:solidFill>
                  <a:schemeClr val="tx1"/>
                </a:solidFill>
              </a:defRPr>
            </a:lvl1pPr>
            <a:lvl2pPr marL="4763" indent="0" algn="r">
              <a:buNone/>
              <a:tabLst/>
              <a:defRPr sz="1000">
                <a:solidFill>
                  <a:schemeClr val="tx1"/>
                </a:solidFill>
              </a:defRPr>
            </a:lvl2pPr>
            <a:lvl3pPr marL="4763" indent="0" algn="r">
              <a:buNone/>
              <a:tabLst/>
              <a:defRPr sz="1000">
                <a:solidFill>
                  <a:schemeClr val="tx1"/>
                </a:solidFill>
              </a:defRPr>
            </a:lvl3pPr>
            <a:lvl4pPr marL="4763" indent="0" algn="r">
              <a:buNone/>
              <a:tabLst/>
              <a:defRPr sz="1000">
                <a:solidFill>
                  <a:schemeClr val="tx1"/>
                </a:solidFill>
              </a:defRPr>
            </a:lvl4pPr>
            <a:lvl5pPr marL="4763" indent="0" algn="r">
              <a:buNone/>
              <a:tabLst/>
              <a:defRPr sz="1000">
                <a:solidFill>
                  <a:schemeClr val="tx1"/>
                </a:solidFill>
              </a:defRPr>
            </a:lvl5pPr>
            <a:lvl6pPr marL="4763" indent="0" algn="r">
              <a:buNone/>
              <a:tabLst/>
              <a:defRPr sz="1000">
                <a:solidFill>
                  <a:schemeClr val="tx1"/>
                </a:solidFill>
              </a:defRPr>
            </a:lvl6pPr>
            <a:lvl7pPr marL="4763" indent="0" algn="r">
              <a:buNone/>
              <a:tabLst/>
              <a:defRPr sz="1000">
                <a:solidFill>
                  <a:schemeClr val="tx1"/>
                </a:solidFill>
              </a:defRPr>
            </a:lvl7pPr>
            <a:lvl8pPr marL="4763" indent="0" algn="r">
              <a:buNone/>
              <a:tabLst/>
              <a:defRPr sz="1000">
                <a:solidFill>
                  <a:schemeClr val="tx1"/>
                </a:solidFill>
              </a:defRPr>
            </a:lvl8pPr>
            <a:lvl9pPr marL="4763" indent="0" algn="r">
              <a:buNone/>
              <a:tabLst/>
              <a:defRPr sz="1000">
                <a:solidFill>
                  <a:schemeClr val="tx1"/>
                </a:solidFill>
              </a:defRPr>
            </a:lvl9pPr>
          </a:lstStyle>
          <a:p>
            <a:pPr lvl="0"/>
            <a:r>
              <a:rPr lang="en-US"/>
              <a:t>BX Number</a:t>
            </a:r>
          </a:p>
        </p:txBody>
      </p:sp>
    </p:spTree>
    <p:extLst>
      <p:ext uri="{BB962C8B-B14F-4D97-AF65-F5344CB8AC3E}">
        <p14:creationId xmlns:p14="http://schemas.microsoft.com/office/powerpoint/2010/main" val="2699392291"/>
      </p:ext>
    </p:extLst>
  </p:cSld>
  <p:clrMapOvr>
    <a:overrideClrMapping bg1="dk1" tx1="lt1" bg2="dk2" tx2="lt2" accent1="accent1" accent2="accent2" accent3="accent3" accent4="accent4" accent5="accent5" accent6="accent6" hlink="hlink" folHlink="folHlink"/>
  </p:clrMapOvr>
</p:sldLayout>
</file>

<file path=ppt/slideLayouts/slideLayout253.xml><?xml version="1.0" encoding="utf-8"?>
<p:sldLayout xmlns:a="http://schemas.openxmlformats.org/drawingml/2006/main" xmlns:r="http://schemas.openxmlformats.org/officeDocument/2006/relationships" xmlns:p="http://schemas.openxmlformats.org/presentationml/2006/main" preserve="1" userDrawn="1">
  <p:cSld name="Back Cover 5">
    <p:bg>
      <p:bgPr>
        <a:solidFill>
          <a:schemeClr val="bg2"/>
        </a:solidFill>
        <a:effectLst/>
      </p:bgPr>
    </p:bg>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F22CA864-4C06-0E60-3B00-A1D84FC28322}"/>
              </a:ext>
            </a:extLst>
          </p:cNvPr>
          <p:cNvSpPr>
            <a:spLocks noGrp="1"/>
          </p:cNvSpPr>
          <p:nvPr>
            <p:ph type="title"/>
          </p:nvPr>
        </p:nvSpPr>
        <p:spPr>
          <a:xfrm>
            <a:off x="539751" y="4567237"/>
            <a:ext cx="5441950" cy="1165225"/>
          </a:xfrm>
          <a:prstGeom prst="rect">
            <a:avLst/>
          </a:prstGeom>
        </p:spPr>
        <p:txBody>
          <a:bodyPr anchor="b"/>
          <a:lstStyle>
            <a:lvl1pPr>
              <a:defRPr>
                <a:solidFill>
                  <a:schemeClr val="tx1"/>
                </a:solidFill>
              </a:defRPr>
            </a:lvl1pPr>
          </a:lstStyle>
          <a:p>
            <a:r>
              <a:rPr lang="en-US"/>
              <a:t>Click to edit Master title style</a:t>
            </a:r>
          </a:p>
        </p:txBody>
      </p:sp>
      <p:sp>
        <p:nvSpPr>
          <p:cNvPr id="6" name="Freeform 19">
            <a:extLst>
              <a:ext uri="{FF2B5EF4-FFF2-40B4-BE49-F238E27FC236}">
                <a16:creationId xmlns:a16="http://schemas.microsoft.com/office/drawing/2014/main" id="{3EF01857-B116-6C78-4866-FF4DDE73D961}"/>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p>
        </p:txBody>
      </p:sp>
      <p:sp>
        <p:nvSpPr>
          <p:cNvPr id="2" name="Picture Placeholder 9">
            <a:extLst>
              <a:ext uri="{FF2B5EF4-FFF2-40B4-BE49-F238E27FC236}">
                <a16:creationId xmlns:a16="http://schemas.microsoft.com/office/drawing/2014/main" id="{65CBF573-59E2-9C93-0DC3-78AAB8C05C25}"/>
              </a:ext>
            </a:extLst>
          </p:cNvPr>
          <p:cNvSpPr>
            <a:spLocks noGrp="1"/>
          </p:cNvSpPr>
          <p:nvPr>
            <p:ph type="pic" sz="quarter" idx="13" hasCustomPrompt="1"/>
          </p:nvPr>
        </p:nvSpPr>
        <p:spPr>
          <a:xfrm>
            <a:off x="6096000" y="2425700"/>
            <a:ext cx="2029968" cy="4432300"/>
          </a:xfrm>
          <a:solidFill>
            <a:srgbClr val="A6A9AA"/>
          </a:solidFill>
        </p:spPr>
        <p:txBody>
          <a:bodyPr tIns="548640" anchor="ctr"/>
          <a:lstStyle>
            <a:lvl1pPr algn="ctr">
              <a:defRPr b="0">
                <a:solidFill>
                  <a:schemeClr val="tx2"/>
                </a:solidFill>
                <a:latin typeface="+mn-lt"/>
              </a:defRPr>
            </a:lvl1pPr>
          </a:lstStyle>
          <a:p>
            <a:r>
              <a:rPr lang="en-US"/>
              <a:t>Dynamic slice crop 1</a:t>
            </a:r>
          </a:p>
        </p:txBody>
      </p:sp>
      <p:sp>
        <p:nvSpPr>
          <p:cNvPr id="3" name="Picture Placeholder 9">
            <a:extLst>
              <a:ext uri="{FF2B5EF4-FFF2-40B4-BE49-F238E27FC236}">
                <a16:creationId xmlns:a16="http://schemas.microsoft.com/office/drawing/2014/main" id="{611BAA65-5556-8A7C-F1DA-A7D11150A35C}"/>
              </a:ext>
            </a:extLst>
          </p:cNvPr>
          <p:cNvSpPr>
            <a:spLocks noGrp="1"/>
          </p:cNvSpPr>
          <p:nvPr>
            <p:ph type="pic" sz="quarter" idx="14" hasCustomPrompt="1"/>
          </p:nvPr>
        </p:nvSpPr>
        <p:spPr>
          <a:xfrm>
            <a:off x="8125968" y="0"/>
            <a:ext cx="4066032" cy="4567237"/>
          </a:xfrm>
          <a:solidFill>
            <a:srgbClr val="A6A9AA"/>
          </a:solidFill>
        </p:spPr>
        <p:txBody>
          <a:bodyPr tIns="548640" anchor="ctr"/>
          <a:lstStyle>
            <a:lvl1pPr algn="ctr">
              <a:defRPr b="0">
                <a:solidFill>
                  <a:schemeClr val="tx2"/>
                </a:solidFill>
                <a:latin typeface="+mn-lt"/>
              </a:defRPr>
            </a:lvl1pPr>
          </a:lstStyle>
          <a:p>
            <a:pPr marL="0" marR="0" lvl="0" indent="0" algn="ctr" defTabSz="914400" rtl="0" eaLnBrk="1" fontAlgn="auto" latinLnBrk="0" hangingPunct="1">
              <a:lnSpc>
                <a:spcPct val="101000"/>
              </a:lnSpc>
              <a:spcBef>
                <a:spcPts val="0"/>
              </a:spcBef>
              <a:spcAft>
                <a:spcPts val="600"/>
              </a:spcAft>
              <a:buClrTx/>
              <a:buSzTx/>
              <a:buFont typeface="GT America Regular"/>
              <a:buNone/>
              <a:tabLst/>
              <a:defRPr/>
            </a:pPr>
            <a:r>
              <a:rPr lang="en-US"/>
              <a:t>Dynamic slice crop 2</a:t>
            </a:r>
          </a:p>
        </p:txBody>
      </p:sp>
      <p:sp>
        <p:nvSpPr>
          <p:cNvPr id="4" name="Text Placeholder 9">
            <a:extLst>
              <a:ext uri="{FF2B5EF4-FFF2-40B4-BE49-F238E27FC236}">
                <a16:creationId xmlns:a16="http://schemas.microsoft.com/office/drawing/2014/main" id="{0A81BF85-E531-3686-907C-CABBA5BF2785}"/>
              </a:ext>
            </a:extLst>
          </p:cNvPr>
          <p:cNvSpPr>
            <a:spLocks noGrp="1"/>
          </p:cNvSpPr>
          <p:nvPr>
            <p:ph type="body" sz="quarter" idx="15" hasCustomPrompt="1"/>
          </p:nvPr>
        </p:nvSpPr>
        <p:spPr>
          <a:xfrm>
            <a:off x="10417175" y="6308725"/>
            <a:ext cx="1227138" cy="282575"/>
          </a:xfrm>
        </p:spPr>
        <p:txBody>
          <a:bodyPr anchor="b">
            <a:noAutofit/>
          </a:bodyPr>
          <a:lstStyle>
            <a:lvl1pPr marL="4763" indent="0" algn="r">
              <a:buFont typeface="Arial" panose="020B0604020202020204" pitchFamily="34" charset="0"/>
              <a:buNone/>
              <a:tabLst/>
              <a:defRPr sz="1000">
                <a:solidFill>
                  <a:schemeClr val="tx1"/>
                </a:solidFill>
              </a:defRPr>
            </a:lvl1pPr>
            <a:lvl2pPr marL="4763" indent="0" algn="r">
              <a:buNone/>
              <a:tabLst/>
              <a:defRPr sz="1000">
                <a:solidFill>
                  <a:schemeClr val="tx1"/>
                </a:solidFill>
              </a:defRPr>
            </a:lvl2pPr>
            <a:lvl3pPr marL="4763" indent="0" algn="r">
              <a:buNone/>
              <a:tabLst/>
              <a:defRPr sz="1000">
                <a:solidFill>
                  <a:schemeClr val="tx1"/>
                </a:solidFill>
              </a:defRPr>
            </a:lvl3pPr>
            <a:lvl4pPr marL="4763" indent="0" algn="r">
              <a:buNone/>
              <a:tabLst/>
              <a:defRPr sz="1000">
                <a:solidFill>
                  <a:schemeClr val="tx1"/>
                </a:solidFill>
              </a:defRPr>
            </a:lvl4pPr>
            <a:lvl5pPr marL="4763" indent="0" algn="r">
              <a:buNone/>
              <a:tabLst/>
              <a:defRPr sz="1000">
                <a:solidFill>
                  <a:schemeClr val="tx1"/>
                </a:solidFill>
              </a:defRPr>
            </a:lvl5pPr>
            <a:lvl6pPr marL="4763" indent="0" algn="r">
              <a:buNone/>
              <a:tabLst/>
              <a:defRPr sz="1000">
                <a:solidFill>
                  <a:schemeClr val="tx1"/>
                </a:solidFill>
              </a:defRPr>
            </a:lvl6pPr>
            <a:lvl7pPr marL="4763" indent="0" algn="r">
              <a:buNone/>
              <a:tabLst/>
              <a:defRPr sz="1000">
                <a:solidFill>
                  <a:schemeClr val="tx1"/>
                </a:solidFill>
              </a:defRPr>
            </a:lvl7pPr>
            <a:lvl8pPr marL="4763" indent="0" algn="r">
              <a:buNone/>
              <a:tabLst/>
              <a:defRPr sz="1000">
                <a:solidFill>
                  <a:schemeClr val="tx1"/>
                </a:solidFill>
              </a:defRPr>
            </a:lvl8pPr>
            <a:lvl9pPr marL="4763" indent="0" algn="r">
              <a:buNone/>
              <a:tabLst/>
              <a:defRPr sz="1000">
                <a:solidFill>
                  <a:schemeClr val="tx1"/>
                </a:solidFill>
              </a:defRPr>
            </a:lvl9pPr>
          </a:lstStyle>
          <a:p>
            <a:pPr lvl="0"/>
            <a:r>
              <a:rPr lang="en-US"/>
              <a:t>BX Number</a:t>
            </a:r>
          </a:p>
        </p:txBody>
      </p:sp>
    </p:spTree>
    <p:extLst>
      <p:ext uri="{BB962C8B-B14F-4D97-AF65-F5344CB8AC3E}">
        <p14:creationId xmlns:p14="http://schemas.microsoft.com/office/powerpoint/2010/main" val="942075890"/>
      </p:ext>
    </p:extLst>
  </p:cSld>
  <p:clrMapOvr>
    <a:overrideClrMapping bg1="dk1" tx1="lt1" bg2="dk2" tx2="lt2" accent1="accent1" accent2="accent2" accent3="accent3" accent4="accent4" accent5="accent5" accent6="accent6" hlink="hlink" folHlink="folHlink"/>
  </p:clrMapOvr>
</p:sldLayout>
</file>

<file path=ppt/slideLayouts/slideLayout254.xml><?xml version="1.0" encoding="utf-8"?>
<p:sldLayout xmlns:a="http://schemas.openxmlformats.org/drawingml/2006/main" xmlns:r="http://schemas.openxmlformats.org/officeDocument/2006/relationships" xmlns:p="http://schemas.openxmlformats.org/presentationml/2006/main" preserve="1" userDrawn="1">
  <p:cSld name="Disclaimer">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CE376998-4040-9761-674E-D9535BFB68B1}"/>
              </a:ext>
            </a:extLst>
          </p:cNvPr>
          <p:cNvSpPr>
            <a:spLocks noGrp="1"/>
          </p:cNvSpPr>
          <p:nvPr>
            <p:ph type="ftr" sz="quarter" idx="11"/>
          </p:nvPr>
        </p:nvSpPr>
        <p:spPr/>
        <p:txBody>
          <a:bodyPr/>
          <a:lstStyle/>
          <a:p>
            <a:r>
              <a:rPr lang="en-US"/>
              <a:t>User Group - October 2024</a:t>
            </a:r>
          </a:p>
        </p:txBody>
      </p:sp>
      <p:sp>
        <p:nvSpPr>
          <p:cNvPr id="5" name="Slide Number Placeholder 4">
            <a:extLst>
              <a:ext uri="{FF2B5EF4-FFF2-40B4-BE49-F238E27FC236}">
                <a16:creationId xmlns:a16="http://schemas.microsoft.com/office/drawing/2014/main" id="{BB98ADA5-8554-9765-F77A-EDEF8AC9DCA3}"/>
              </a:ext>
            </a:extLst>
          </p:cNvPr>
          <p:cNvSpPr>
            <a:spLocks noGrp="1"/>
          </p:cNvSpPr>
          <p:nvPr>
            <p:ph type="sldNum" sz="quarter" idx="12"/>
          </p:nvPr>
        </p:nvSpPr>
        <p:spPr/>
        <p:txBody>
          <a:bodyPr/>
          <a:lstStyle/>
          <a:p>
            <a:fld id="{862A5111-985B-C14D-9115-5787026182A8}" type="slidenum">
              <a:rPr lang="en-US" smtClean="0"/>
              <a:pPr/>
              <a:t>‹#›</a:t>
            </a:fld>
            <a:endParaRPr lang="en-US"/>
          </a:p>
        </p:txBody>
      </p:sp>
      <p:sp>
        <p:nvSpPr>
          <p:cNvPr id="12" name="TextBox 11">
            <a:extLst>
              <a:ext uri="{FF2B5EF4-FFF2-40B4-BE49-F238E27FC236}">
                <a16:creationId xmlns:a16="http://schemas.microsoft.com/office/drawing/2014/main" id="{3E8F0C73-A398-6456-DB05-CBC41E2EBB3E}"/>
              </a:ext>
            </a:extLst>
          </p:cNvPr>
          <p:cNvSpPr txBox="1"/>
          <p:nvPr userDrawn="1"/>
        </p:nvSpPr>
        <p:spPr>
          <a:xfrm>
            <a:off x="548639" y="269875"/>
            <a:ext cx="11089323" cy="5597525"/>
          </a:xfrm>
          <a:prstGeom prst="rect">
            <a:avLst/>
          </a:prstGeom>
          <a:noFill/>
        </p:spPr>
        <p:txBody>
          <a:bodyPr wrap="square" lIns="0" tIns="0" rIns="0" bIns="0" numCol="2">
            <a:noAutofit/>
          </a:bodyPr>
          <a:lstStyle/>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2024 Moody’s Corporation, Moody’s Investors Service, Inc., Moody’s Analytics, Inc. and/or their licensors and affiliates (collectively, “MOODY’S”). All rights reserved.</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a:t>
            </a:r>
          </a:p>
          <a:p>
            <a:pPr marL="0" marR="142240">
              <a:spcBef>
                <a:spcPts val="0"/>
              </a:spcBef>
              <a:spcAft>
                <a:spcPts val="0"/>
              </a:spcAft>
            </a:pPr>
            <a:r>
              <a:rPr lang="en-US" sz="700" u="none" strike="noStrike">
                <a:solidFill>
                  <a:schemeClr val="tx1"/>
                </a:solidFill>
                <a:effectLst/>
                <a:latin typeface="+mn-lt"/>
                <a:ea typeface="GT America Regular" pitchFamily="2" charset="77"/>
                <a:cs typeface="GT America Regular" pitchFamily="2" charset="77"/>
              </a:rPr>
              <a:t>CREDIT RATINGS ISSUED BY MOODY'S CREDIT RATINGS AFFILIATES ARE THEIR CURRENT OPINIONS OF THE RELATIVE FUTURE CREDIT RISK OF ENTITIES, CREDIT COMMITMENTS, OR DEBT OR DEBT-LIKE SECURITIES, AND MATERIALS, PRODUCTS, SERVICES AND INFORMATION PUBLISHED OR OTHERWISE MADE AVAILABLE BY MOODY’S (COLLECTIVELY, “MATERIALS”) MAY INCLUDE SUCH CURRENT OPINIONS. MOODY’S DEFINES CREDIT RISK AS THE RISK THAT AN ENTITY MAY NOT MEET ITS CONTRACTUAL FINANCIAL OBLIGATIONS AS THEY COME DUE AND ANY ESTIMATED FINANCIAL LOSS IN THE EVENT OF DEFAULT OR IMPAIRMENT. SEE APPLICABLE MOODY’S RATING SYMBOLS AND DEFINITIONS PUBLICATION FOR INFORMATION ON THE TYPES OF CONTRACTUAL FINANCIAL OBLIGATIONS ADDRESSED BY MOODY’S CREDIT RATINGS. CREDIT RATINGS DO NOT ADDRESS ANY OTHER RISK, INCLUDING BUT NOT LIMITED TO: LIQUIDITY RISK, MARKET VALUE RISK, OR PRICE VOLATILITY. CREDIT RATINGS, NON-CREDIT ASSESSMENTS (“ASSESSMENTS”), AND OTHER OPINIONS INCLUDED IN MOODY’S MATERIALS ARE NOT STATEMENTS OF CURRENT OR HISTORICAL FACT. MOODY’S MATERIALS MAY ALSO INCLUDE QUANTITATIVE MODEL-BASED ESTIMATES OF CREDIT RISK AND RELATED OPINIONS OR COMMENTARY PUBLISHED BY MOODY’S ANALYTICS, INC. AND/OR ITS AFFILIATES. MOODY’S CREDIT RATINGS, ASSESSMENTS, OTHER OPINIONS AND MATERIALS DO NOT CONSTITUTE OR PROVIDE INVESTMENT OR FINANCIAL ADVICE, AND MOODY’S CREDIT RATINGS, ASSESSMENTS, OTHER OPINIONS AND MATERIALS ARE NOT AND DO NOT PROVIDE RECOMMENDATIONS TO PURCHASE, SELL, OR HOLD PARTICULAR SECURITIES. MOODY’S CREDIT RATINGS, ASSESSMENTS, OTHER OPINIONS AND MATERIALS DO NOT COMMENT ON THE SUITABILITY OF AN INVESTMENT FOR ANY PARTICULAR INVESTOR. MOODY’S ISSUES ITS CREDIT RATINGS, ASSESSMENTS AND OTHER OPINIONS AND PUBLISHES OR OTHERWISE MAKES AVAILABLE ITS MATERIALS WITH THE EXPECTATION AND UNDERSTANDING THAT EACH INVESTOR WILL, WITH DUE CARE, MAKE ITS OWN STUDY AND EVALUATION OF EACH SECURITY THAT IS UNDER CONSIDERATION FOR PURCHASE, HOLDING, OR SALE. </a:t>
            </a:r>
            <a:endParaRPr lang="en-US" sz="700" u="sng">
              <a:solidFill>
                <a:schemeClr val="tx1"/>
              </a:solidFill>
              <a:effectLst/>
              <a:latin typeface="+mn-lt"/>
              <a:ea typeface="GT America Regular" pitchFamily="2" charset="77"/>
              <a:cs typeface="GT America Regular" pitchFamily="2" charset="77"/>
            </a:endParaRP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MOODY’S CREDIT RATINGS</a:t>
            </a:r>
            <a:r>
              <a:rPr lang="en-US" sz="700" b="1">
                <a:solidFill>
                  <a:schemeClr val="tx1"/>
                </a:solidFill>
                <a:effectLst/>
                <a:latin typeface="+mn-lt"/>
                <a:ea typeface="GT America Regular" pitchFamily="2" charset="77"/>
                <a:cs typeface="GT America Regular" pitchFamily="2" charset="77"/>
              </a:rPr>
              <a:t>, </a:t>
            </a:r>
            <a:r>
              <a:rPr lang="en-US" sz="700">
                <a:solidFill>
                  <a:schemeClr val="tx1"/>
                </a:solidFill>
                <a:effectLst/>
                <a:latin typeface="+mn-lt"/>
                <a:ea typeface="GT America Regular" pitchFamily="2" charset="77"/>
                <a:cs typeface="GT America Regular" pitchFamily="2" charset="77"/>
              </a:rPr>
              <a:t>ASSESSMENTS, OTHER OPINIONS, AND MATERIALS ARE NOT INTENDED FOR USE BY RETAIL INVESTORS AND IT WOULD BE RECKLESS AND INAPPROPRIATE FOR RETAIL INVESTORS TO USE MOODY’S CREDIT RATINGS, ASSESSMENTS, OTHER OPINIONS OR MATERIALS WHEN MAKING AN INVESTMENT DECISION. IF IN DOUBT YOU SHOULD CONTACT YOUR FINANCIAL OR OTHER PROFESSIONAL ADVISER.</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ALL INFORMATION CONTAINED HEREIN IS PROTECTED BY LAW, INCLUDING BUT NOT LIMITED TO, COPYRIGHT LAW, AND NONE OF SUCH INFORMATION MAY BE COPIED OR OTHERWISE REPRODUCED, REPACKAGED, FURTHER TRANSMITTED, TRANSFERRED, DISSEMINATED, REDISTRIBUTED OR RESOLD, OR STORED FOR SUBSEQUENT USE FOR ANY SUCH PURPOSE, IN WHOLE OR IN PART, IN ANY FORM OR MANNER OR BY ANY MEANS WHATSOEVER, BY ANY PERSON WITHOUT MOODY’S PRIOR WRITTEN CONSENT.  FOR CLARITY, NO INFORMATION CONTAINED HEREIN MAY BE USED TO DEVELOP, IMPROVE, TRAIN OR RETRAIN ANY SOFTWARE PROGRAM OR DATABASE, INCLUDING, BUT NOT LIMITED TO, FOR ANY ARTIFICIAL INTELLIGENCE, MACHINE LEARNING OR NATURAL LANGUAGE PROCESSING SOFTWARE, ALGORITHM, METHODOLOGY AND/OR MODEL.  </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MOODY’S CREDIT RATINGS</a:t>
            </a:r>
            <a:r>
              <a:rPr lang="en-US" sz="700" b="1">
                <a:solidFill>
                  <a:schemeClr val="tx1"/>
                </a:solidFill>
                <a:effectLst/>
                <a:latin typeface="+mn-lt"/>
                <a:ea typeface="GT America Regular" pitchFamily="2" charset="77"/>
                <a:cs typeface="GT America Regular" pitchFamily="2" charset="77"/>
              </a:rPr>
              <a:t>, </a:t>
            </a:r>
            <a:r>
              <a:rPr lang="en-US" sz="700">
                <a:solidFill>
                  <a:schemeClr val="tx1"/>
                </a:solidFill>
                <a:effectLst/>
                <a:latin typeface="+mn-lt"/>
                <a:ea typeface="GT America Regular" pitchFamily="2" charset="77"/>
                <a:cs typeface="GT America Regular" pitchFamily="2" charset="77"/>
              </a:rPr>
              <a:t>ASSESSMENTS, OTHER OPINIONS AND MATERIALS ARE NOT INTENDED FOR USE BY ANY PERSON AS A BENCHMARK AS THAT TERM IS DEFINED FOR REGULATORY PURPOSES AND MUST NOT BE USED IN ANY WAY THAT COULD RESULT IN THEM BEING CONSIDERED A BENCHMARK.</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All information contained herein is obtained by MOODY’S from sources believed by it to be accurate and reliable. Because of the possibility of human or mechanical error as well as other factors, however, all information contained herein is provided “AS IS” without warranty of any kind. MOODY'S adopts all necessary measures so that the information it uses in assigning a credit rating is of sufficient quality and from sources MOODY'S considers to be reliable including, when appropriate, independent third-party sources. However, MOODY’S is not an auditor and cannot in every instance independently verify or validate information received in the credit rating process or in preparing its Materials. </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To the extent permitted by law, MOODY’S and its directors, officers, employees, agents, representatives, licensors and suppliers disclaim liability to any person or entity for any indirect, special, consequential, or incidental losses or damages whatsoever arising from or in connection with the information contained herein or the use of or inability to use any such information, even if MOODY’S or any of its directors, officers, employees, agents, representatives, licensors or suppliers is advised in advance of the possibility of such losses or damages, including but not limited to: (a) any loss of present or prospective profits or (b) any loss or damage arising where the relevant financial instrument is not the subject of a particular credit rating assigned by MOODY’S.</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To the extent permitted by law, MOODY’S and its directors, officers, employees, agents, representatives, licensors and suppliers disclaim liability for any direct or compensatory losses or damages caused to any person or entity, including but not limited to by any negligence (but excluding fraud, willful misconduct or any other type of liability that, for the avoidance of doubt, by law cannot be excluded) on the part of, or any contingency within or beyond the control of, MOODY’S or any of its directors, officers, employees, agents, representatives, licensors or suppliers, arising from or in connection with the information contained herein or the use of or inability to use any such information.</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 </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NO WARRANTY, EXPRESS OR IMPLIED, AS TO THE ACCURACY, TIMELINESS, COMPLETENESS, MERCHANTABILITY OR FITNESS FOR ANY PARTICULAR PURPOSE OF ANY CREDIT RATING, ASSESSMENT, OTHER OPINION OR INFORMATION IS GIVEN OR MADE BY MOODY’S IN ANY FORM OR MANNER WHATSOEVER.</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 </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Moody’s Investors Service, Inc., a wholly-owned credit rating agency subsidiary of Moody’s Corporation (“MCO”), hereby discloses that most issuers of debt securities (including corporate and municipal bonds, debentures, notes and commercial paper) and preferred stock rated by Moody’s Investors Service, Inc. have, prior to assignment of any credit rating, agreed to pay to Moody’s Investors Service, Inc. for credit ratings opinions and services rendered by it. MCO and Moody’s Investors Service also maintain policies and procedures to address the independence of Moody’s Investors Service credit ratings and credit rating processes. Information regarding certain affiliations that may exist between directors of MCO and rated entities, and between entities who hold credit ratings from Moody’s Investors Service, Inc. and have also publicly reported to the SEC an ownership interest in MCO of more than 5%, is posted annually at </a:t>
            </a:r>
            <a:r>
              <a:rPr lang="en-US" sz="700" u="sng">
                <a:solidFill>
                  <a:schemeClr val="accent1"/>
                </a:solidFill>
                <a:effectLst/>
                <a:latin typeface="+mn-lt"/>
                <a:ea typeface="GT America Regular" pitchFamily="2" charset="77"/>
                <a:cs typeface="GT America Regular" pitchFamily="2" charset="77"/>
                <a:hlinkClick r:id="rId2">
                  <a:extLst>
                    <a:ext uri="{A12FA001-AC4F-418D-AE19-62706E023703}">
                      <ahyp:hlinkClr xmlns:ahyp="http://schemas.microsoft.com/office/drawing/2018/hyperlinkcolor" val="tx"/>
                    </a:ext>
                  </a:extLst>
                </a:hlinkClick>
              </a:rPr>
              <a:t>www.moodys.com</a:t>
            </a:r>
            <a:r>
              <a:rPr lang="en-US" sz="700">
                <a:solidFill>
                  <a:schemeClr val="accent1"/>
                </a:solidFill>
                <a:effectLst/>
                <a:latin typeface="+mn-lt"/>
                <a:ea typeface="GT America Regular" pitchFamily="2" charset="77"/>
                <a:cs typeface="GT America Regular" pitchFamily="2" charset="77"/>
              </a:rPr>
              <a:t> </a:t>
            </a:r>
            <a:r>
              <a:rPr lang="en-US" sz="700">
                <a:solidFill>
                  <a:schemeClr val="tx1"/>
                </a:solidFill>
                <a:effectLst/>
                <a:latin typeface="+mn-lt"/>
                <a:ea typeface="GT America Regular" pitchFamily="2" charset="77"/>
                <a:cs typeface="GT America Regular" pitchFamily="2" charset="77"/>
              </a:rPr>
              <a:t>under the heading “Investor Relations — Corporate Governance — Charter Documents - Director and Shareholder Affiliation Policy.”  </a:t>
            </a:r>
          </a:p>
          <a:p>
            <a:pPr marL="114300" marR="0" indent="0">
              <a:spcBef>
                <a:spcPts val="0"/>
              </a:spcBef>
              <a:spcAft>
                <a:spcPts val="0"/>
              </a:spcAft>
              <a:tabLst/>
            </a:pPr>
            <a:r>
              <a:rPr lang="en-US" sz="700" b="1" i="1">
                <a:solidFill>
                  <a:schemeClr val="tx1"/>
                </a:solidFill>
                <a:effectLst/>
                <a:latin typeface="+mn-lt"/>
                <a:ea typeface="GT America Regular" pitchFamily="2" charset="77"/>
                <a:cs typeface="GT America Regular" pitchFamily="2" charset="77"/>
              </a:rPr>
              <a:t> </a:t>
            </a:r>
            <a:endParaRPr lang="en-US" sz="700">
              <a:solidFill>
                <a:schemeClr val="tx1"/>
              </a:solidFill>
              <a:effectLst/>
              <a:latin typeface="+mn-lt"/>
              <a:ea typeface="GT America Regular" pitchFamily="2" charset="77"/>
              <a:cs typeface="GT America Regular" pitchFamily="2" charset="77"/>
            </a:endParaRPr>
          </a:p>
          <a:p>
            <a:pPr marL="114300" marR="0" indent="0">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Moody's SF Japan K.K., Moody's Local AR </a:t>
            </a:r>
            <a:r>
              <a:rPr lang="en-US" sz="700" err="1">
                <a:solidFill>
                  <a:schemeClr val="tx1"/>
                </a:solidFill>
                <a:effectLst/>
                <a:latin typeface="+mn-lt"/>
                <a:ea typeface="GT America Regular" pitchFamily="2" charset="77"/>
                <a:cs typeface="GT America Regular" pitchFamily="2" charset="77"/>
              </a:rPr>
              <a:t>Agente</a:t>
            </a:r>
            <a:r>
              <a:rPr lang="en-US" sz="700">
                <a:solidFill>
                  <a:schemeClr val="tx1"/>
                </a:solidFill>
                <a:effectLst/>
                <a:latin typeface="+mn-lt"/>
                <a:ea typeface="GT America Regular" pitchFamily="2" charset="77"/>
                <a:cs typeface="GT America Regular" pitchFamily="2" charset="77"/>
              </a:rPr>
              <a:t> de </a:t>
            </a:r>
            <a:r>
              <a:rPr lang="en-US" sz="700" err="1">
                <a:solidFill>
                  <a:schemeClr val="tx1"/>
                </a:solidFill>
                <a:effectLst/>
                <a:latin typeface="+mn-lt"/>
                <a:ea typeface="GT America Regular" pitchFamily="2" charset="77"/>
                <a:cs typeface="GT America Regular" pitchFamily="2" charset="77"/>
              </a:rPr>
              <a:t>Calificación</a:t>
            </a:r>
            <a:r>
              <a:rPr lang="en-US" sz="700">
                <a:solidFill>
                  <a:schemeClr val="tx1"/>
                </a:solidFill>
                <a:effectLst/>
                <a:latin typeface="+mn-lt"/>
                <a:ea typeface="GT America Regular" pitchFamily="2" charset="77"/>
                <a:cs typeface="GT America Regular" pitchFamily="2" charset="77"/>
              </a:rPr>
              <a:t> de </a:t>
            </a:r>
            <a:r>
              <a:rPr lang="en-US" sz="700" err="1">
                <a:solidFill>
                  <a:schemeClr val="tx1"/>
                </a:solidFill>
                <a:effectLst/>
                <a:latin typeface="+mn-lt"/>
                <a:ea typeface="GT America Regular" pitchFamily="2" charset="77"/>
                <a:cs typeface="GT America Regular" pitchFamily="2" charset="77"/>
              </a:rPr>
              <a:t>Riesgo</a:t>
            </a:r>
            <a:r>
              <a:rPr lang="en-US" sz="700">
                <a:solidFill>
                  <a:schemeClr val="tx1"/>
                </a:solidFill>
                <a:effectLst/>
                <a:latin typeface="+mn-lt"/>
                <a:ea typeface="GT America Regular" pitchFamily="2" charset="77"/>
                <a:cs typeface="GT America Regular" pitchFamily="2" charset="77"/>
              </a:rPr>
              <a:t> S.A., Moody’s Local BR </a:t>
            </a:r>
            <a:r>
              <a:rPr lang="en-US" sz="700" err="1">
                <a:solidFill>
                  <a:schemeClr val="tx1"/>
                </a:solidFill>
                <a:effectLst/>
                <a:latin typeface="+mn-lt"/>
                <a:ea typeface="GT America Regular" pitchFamily="2" charset="77"/>
                <a:cs typeface="GT America Regular" pitchFamily="2" charset="77"/>
              </a:rPr>
              <a:t>Agência</a:t>
            </a:r>
            <a:r>
              <a:rPr lang="en-US" sz="700">
                <a:solidFill>
                  <a:schemeClr val="tx1"/>
                </a:solidFill>
                <a:effectLst/>
                <a:latin typeface="+mn-lt"/>
                <a:ea typeface="GT America Regular" pitchFamily="2" charset="77"/>
                <a:cs typeface="GT America Regular" pitchFamily="2" charset="77"/>
              </a:rPr>
              <a:t> de </a:t>
            </a:r>
            <a:r>
              <a:rPr lang="en-US" sz="700" err="1">
                <a:solidFill>
                  <a:schemeClr val="tx1"/>
                </a:solidFill>
                <a:effectLst/>
                <a:latin typeface="+mn-lt"/>
                <a:ea typeface="GT America Regular" pitchFamily="2" charset="77"/>
                <a:cs typeface="GT America Regular" pitchFamily="2" charset="77"/>
              </a:rPr>
              <a:t>Classificação</a:t>
            </a:r>
            <a:r>
              <a:rPr lang="en-US" sz="700">
                <a:solidFill>
                  <a:schemeClr val="tx1"/>
                </a:solidFill>
                <a:effectLst/>
                <a:latin typeface="+mn-lt"/>
                <a:ea typeface="GT America Regular" pitchFamily="2" charset="77"/>
                <a:cs typeface="GT America Regular" pitchFamily="2" charset="77"/>
              </a:rPr>
              <a:t> de </a:t>
            </a:r>
            <a:r>
              <a:rPr lang="en-US" sz="700" err="1">
                <a:solidFill>
                  <a:schemeClr val="tx1"/>
                </a:solidFill>
                <a:effectLst/>
                <a:latin typeface="+mn-lt"/>
                <a:ea typeface="GT America Regular" pitchFamily="2" charset="77"/>
                <a:cs typeface="GT America Regular" pitchFamily="2" charset="77"/>
              </a:rPr>
              <a:t>Risco</a:t>
            </a:r>
            <a:r>
              <a:rPr lang="en-US" sz="700">
                <a:solidFill>
                  <a:schemeClr val="tx1"/>
                </a:solidFill>
                <a:effectLst/>
                <a:latin typeface="+mn-lt"/>
                <a:ea typeface="GT America Regular" pitchFamily="2" charset="77"/>
                <a:cs typeface="GT America Regular" pitchFamily="2" charset="77"/>
              </a:rPr>
              <a:t> LTDA, Moody’s Local MX S.A. de C.V, I.C.V., Moody's Local PE </a:t>
            </a:r>
            <a:r>
              <a:rPr lang="en-US" sz="700" err="1">
                <a:solidFill>
                  <a:schemeClr val="tx1"/>
                </a:solidFill>
                <a:effectLst/>
                <a:latin typeface="+mn-lt"/>
                <a:ea typeface="GT America Regular" pitchFamily="2" charset="77"/>
                <a:cs typeface="GT America Regular" pitchFamily="2" charset="77"/>
              </a:rPr>
              <a:t>Clasificadora</a:t>
            </a:r>
            <a:r>
              <a:rPr lang="en-US" sz="700">
                <a:solidFill>
                  <a:schemeClr val="tx1"/>
                </a:solidFill>
                <a:effectLst/>
                <a:latin typeface="+mn-lt"/>
                <a:ea typeface="GT America Regular" pitchFamily="2" charset="77"/>
                <a:cs typeface="GT America Regular" pitchFamily="2" charset="77"/>
              </a:rPr>
              <a:t> de </a:t>
            </a:r>
            <a:r>
              <a:rPr lang="en-US" sz="700" err="1">
                <a:solidFill>
                  <a:schemeClr val="tx1"/>
                </a:solidFill>
                <a:effectLst/>
                <a:latin typeface="+mn-lt"/>
                <a:ea typeface="GT America Regular" pitchFamily="2" charset="77"/>
                <a:cs typeface="GT America Regular" pitchFamily="2" charset="77"/>
              </a:rPr>
              <a:t>Riesgo</a:t>
            </a:r>
            <a:r>
              <a:rPr lang="en-US" sz="700">
                <a:solidFill>
                  <a:schemeClr val="tx1"/>
                </a:solidFill>
                <a:effectLst/>
                <a:latin typeface="+mn-lt"/>
                <a:ea typeface="GT America Regular" pitchFamily="2" charset="77"/>
                <a:cs typeface="GT America Regular" pitchFamily="2" charset="77"/>
              </a:rPr>
              <a:t> S.A., and Moody's Local PA </a:t>
            </a:r>
            <a:r>
              <a:rPr lang="en-US" sz="700" err="1">
                <a:solidFill>
                  <a:schemeClr val="tx1"/>
                </a:solidFill>
                <a:effectLst/>
                <a:latin typeface="+mn-lt"/>
                <a:ea typeface="GT America Regular" pitchFamily="2" charset="77"/>
                <a:cs typeface="GT America Regular" pitchFamily="2" charset="77"/>
              </a:rPr>
              <a:t>Calificadora</a:t>
            </a:r>
            <a:r>
              <a:rPr lang="en-US" sz="700">
                <a:solidFill>
                  <a:schemeClr val="tx1"/>
                </a:solidFill>
                <a:effectLst/>
                <a:latin typeface="+mn-lt"/>
                <a:ea typeface="GT America Regular" pitchFamily="2" charset="77"/>
                <a:cs typeface="GT America Regular" pitchFamily="2" charset="77"/>
              </a:rPr>
              <a:t> de </a:t>
            </a:r>
            <a:r>
              <a:rPr lang="en-US" sz="700" err="1">
                <a:solidFill>
                  <a:schemeClr val="tx1"/>
                </a:solidFill>
                <a:effectLst/>
                <a:latin typeface="+mn-lt"/>
                <a:ea typeface="GT America Regular" pitchFamily="2" charset="77"/>
                <a:cs typeface="GT America Regular" pitchFamily="2" charset="77"/>
              </a:rPr>
              <a:t>Riesgo</a:t>
            </a:r>
            <a:r>
              <a:rPr lang="en-US" sz="700">
                <a:solidFill>
                  <a:schemeClr val="tx1"/>
                </a:solidFill>
                <a:effectLst/>
                <a:latin typeface="+mn-lt"/>
                <a:ea typeface="GT America Regular" pitchFamily="2" charset="77"/>
                <a:cs typeface="GT America Regular" pitchFamily="2" charset="77"/>
              </a:rPr>
              <a:t> S.A. (collectively, the “Moody’s Non-NRSRO CRAs”) are all indirectly wholly-owned credit rating agency subsidiaries of MCO. None of the Moody’s Non-NRSRO CRAs is a Nationally Recognized Statistical Rating Organization.</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 </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Additional terms for Australia only: Any publication into Australia of this document is pursuant to the Australian Financial Services License of MOODY’S affiliate, Moody’s Investors Service Pty Limited ABN 61 003 399 657AFSL 336969 and/or Moody’s Analytics Australia Pty Ltd ABN 94 105 136 972 AFSL 383569 (as applicable). This document is intended to be provided only to “wholesale clients” within the meaning of section 761G of the Corporations Act 2001. By continuing to access this document from within Australia, you represent to MOODY’S that you are, or are accessing the document as a representative of, a “wholesale client” and that neither you nor the entity you represent will directly or indirectly disseminate this document or its contents to “retail clients” within the meaning of section 761G of the Corporations Act 2001. MOODY’S credit rating is an opinion as to the creditworthiness of a debt obligation of the issuer, not on the equity securities of the issuer or any form of security that is available to retail investors.</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 </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Additional terms for India only:  Moody’s credit ratings, Assessments, other opinions and Materials are not intended to be and shall not be relied upon or used by any users located in India in relation to securities listed or proposed to be listed on Indian stock exchanges. </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 </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Additional terms with respect to Second Party Opinions (as defined in Moody’s Investors Service Rating Symbols and Definitions): Please note that a Second Party Opinion (“SPO”) is not a “credit rating”. The issuance of SPOs is not a regulated activity in many jurisdictions, including Singapore. JAPAN: In Japan, development and provision of SPOs fall under the category of “Ancillary Businesses”, not “Credit Rating Business”, and are not subject to the regulations applicable to “Credit Rating Business” under the Financial Instruments and Exchange Act of Japan and its relevant regulation. PRC: Any SPO: (1) does not constitute a PRC Green Bond Assessment as defined under any relevant PRC laws or regulations; (2) cannot be included in any registration statement, offering circular, prospectus or any other documents submitted to the PRC regulatory authorities or otherwise used to satisfy any PRC regulatory disclosure requirement; and (3) cannot be used within the PRC for any regulatory purpose or for any other purpose which is not permitted under relevant PRC laws or regulations.  For the purposes of this disclaimer, “PRC” refers to the mainland of the People’s Republic of China, excluding Hong Kong, Macau and Taiwan.</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 </a:t>
            </a:r>
          </a:p>
        </p:txBody>
      </p:sp>
      <p:sp>
        <p:nvSpPr>
          <p:cNvPr id="2" name="Freeform 5">
            <a:extLst>
              <a:ext uri="{FF2B5EF4-FFF2-40B4-BE49-F238E27FC236}">
                <a16:creationId xmlns:a16="http://schemas.microsoft.com/office/drawing/2014/main" id="{EAE22505-FA70-8D9E-D41B-D2C783AC430B}"/>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Tree>
    <p:extLst>
      <p:ext uri="{BB962C8B-B14F-4D97-AF65-F5344CB8AC3E}">
        <p14:creationId xmlns:p14="http://schemas.microsoft.com/office/powerpoint/2010/main" val="527592230"/>
      </p:ext>
    </p:extLst>
  </p:cSld>
  <p:clrMapOvr>
    <a:masterClrMapping/>
  </p:clrMapOvr>
</p:sldLayout>
</file>

<file path=ppt/slideLayouts/slideLayout255.xml><?xml version="1.0" encoding="utf-8"?>
<p:sldLayout xmlns:a="http://schemas.openxmlformats.org/drawingml/2006/main" xmlns:r="http://schemas.openxmlformats.org/officeDocument/2006/relationships" xmlns:p="http://schemas.openxmlformats.org/presentationml/2006/main">
  <p:cSld name="Title and Table">
    <p:spTree>
      <p:nvGrpSpPr>
        <p:cNvPr id="1" name=""/>
        <p:cNvGrpSpPr/>
        <p:nvPr/>
      </p:nvGrpSpPr>
      <p:grpSpPr>
        <a:xfrm>
          <a:off x="0" y="0"/>
          <a:ext cx="0" cy="0"/>
          <a:chOff x="0" y="0"/>
          <a:chExt cx="0" cy="0"/>
        </a:xfrm>
      </p:grpSpPr>
      <p:sp>
        <p:nvSpPr>
          <p:cNvPr id="8" name="Table Placeholder 7"/>
          <p:cNvSpPr>
            <a:spLocks noGrp="1"/>
          </p:cNvSpPr>
          <p:nvPr>
            <p:ph type="tbl" sz="quarter" idx="11"/>
          </p:nvPr>
        </p:nvSpPr>
        <p:spPr>
          <a:xfrm>
            <a:off x="609601" y="1783080"/>
            <a:ext cx="10974916" cy="4167188"/>
          </a:xfrm>
        </p:spPr>
        <p:txBody>
          <a:bodyPr/>
          <a:lstStyle/>
          <a:p>
            <a:r>
              <a:rPr lang="en-US"/>
              <a:t>Click icon to add table</a:t>
            </a:r>
          </a:p>
        </p:txBody>
      </p:sp>
      <p:sp>
        <p:nvSpPr>
          <p:cNvPr id="4" name="Rectangle 2"/>
          <p:cNvSpPr>
            <a:spLocks noGrp="1" noChangeArrowheads="1"/>
          </p:cNvSpPr>
          <p:nvPr>
            <p:ph type="title"/>
          </p:nvPr>
        </p:nvSpPr>
        <p:spPr bwMode="auto">
          <a:xfrm>
            <a:off x="472440" y="320040"/>
            <a:ext cx="10972800" cy="615600"/>
          </a:xfrm>
          <a:prstGeom prst="rect">
            <a:avLst/>
          </a:prstGeom>
          <a:noFill/>
          <a:ln w="9525">
            <a:noFill/>
            <a:miter lim="800000"/>
            <a:headEnd/>
            <a:tailEnd/>
          </a:ln>
          <a:effectLst/>
        </p:spPr>
        <p:txBody>
          <a:bodyPr vert="horz" wrap="square" lIns="0" tIns="0" rIns="0" bIns="0" numCol="1" anchor="t" anchorCtr="0" compatLnSpc="1">
            <a:prstTxWarp prst="textNoShape">
              <a:avLst/>
            </a:prstTxWarp>
            <a:spAutoFit/>
          </a:bodyPr>
          <a:lstStyle/>
          <a:p>
            <a:pPr lvl="0"/>
            <a:r>
              <a:rPr lang="en-US"/>
              <a:t>Click to edit Master title style</a:t>
            </a:r>
          </a:p>
        </p:txBody>
      </p:sp>
      <p:sp>
        <p:nvSpPr>
          <p:cNvPr id="2" name="Footer Placeholder 7">
            <a:extLst>
              <a:ext uri="{FF2B5EF4-FFF2-40B4-BE49-F238E27FC236}">
                <a16:creationId xmlns:a16="http://schemas.microsoft.com/office/drawing/2014/main" id="{BA89B79F-E7FB-6CEC-AF7B-F4596D884FE9}"/>
              </a:ext>
            </a:extLst>
          </p:cNvPr>
          <p:cNvSpPr>
            <a:spLocks noGrp="1"/>
          </p:cNvSpPr>
          <p:nvPr>
            <p:ph type="ftr" sz="quarter" idx="12"/>
          </p:nvPr>
        </p:nvSpPr>
        <p:spPr>
          <a:xfrm>
            <a:off x="4781550" y="6311900"/>
            <a:ext cx="5448300" cy="269875"/>
          </a:xfrm>
        </p:spPr>
        <p:txBody>
          <a:bodyPr/>
          <a:lstStyle>
            <a:lvl1pPr>
              <a:defRPr>
                <a:solidFill>
                  <a:schemeClr val="tx1"/>
                </a:solidFill>
              </a:defRPr>
            </a:lvl1pPr>
          </a:lstStyle>
          <a:p>
            <a:r>
              <a:rPr lang="en-US"/>
              <a:t>User Group - October 2024</a:t>
            </a:r>
          </a:p>
        </p:txBody>
      </p:sp>
      <p:sp>
        <p:nvSpPr>
          <p:cNvPr id="3" name="Freeform 5">
            <a:extLst>
              <a:ext uri="{FF2B5EF4-FFF2-40B4-BE49-F238E27FC236}">
                <a16:creationId xmlns:a16="http://schemas.microsoft.com/office/drawing/2014/main" id="{548982D1-4BA9-BF68-CDED-D5804D495CC0}"/>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6" name="Slide Number Placeholder 8">
            <a:extLst>
              <a:ext uri="{FF2B5EF4-FFF2-40B4-BE49-F238E27FC236}">
                <a16:creationId xmlns:a16="http://schemas.microsoft.com/office/drawing/2014/main" id="{1FF48B40-A160-4A8A-E494-CC4D59D82CD5}"/>
              </a:ext>
            </a:extLst>
          </p:cNvPr>
          <p:cNvSpPr>
            <a:spLocks noGrp="1"/>
          </p:cNvSpPr>
          <p:nvPr>
            <p:ph type="sldNum" sz="quarter" idx="13"/>
          </p:nvPr>
        </p:nvSpPr>
        <p:spPr>
          <a:xfrm>
            <a:off x="10428288" y="6311900"/>
            <a:ext cx="1209674" cy="269875"/>
          </a:xfrm>
        </p:spPr>
        <p:txBody>
          <a:bodyPr/>
          <a:lstStyle>
            <a:lvl1pPr>
              <a:defRPr>
                <a:solidFill>
                  <a:schemeClr val="tx1"/>
                </a:solidFill>
              </a:defRPr>
            </a:lvl1pPr>
          </a:lstStyle>
          <a:p>
            <a:fld id="{862A5111-985B-C14D-9115-5787026182A8}" type="slidenum">
              <a:rPr lang="en-US" smtClean="0"/>
              <a:pPr/>
              <a:t>‹#›</a:t>
            </a:fld>
            <a:endParaRPr lang="en-US"/>
          </a:p>
        </p:txBody>
      </p:sp>
    </p:spTree>
    <p:extLst>
      <p:ext uri="{BB962C8B-B14F-4D97-AF65-F5344CB8AC3E}">
        <p14:creationId xmlns:p14="http://schemas.microsoft.com/office/powerpoint/2010/main" val="3983595687"/>
      </p:ext>
    </p:extLst>
  </p:cSld>
  <p:clrMapOvr>
    <a:masterClrMapping/>
  </p:clrMapOvr>
</p:sldLayout>
</file>

<file path=ppt/slideLayouts/slideLayout256.xml><?xml version="1.0" encoding="utf-8"?>
<p:sldLayout xmlns:a="http://schemas.openxmlformats.org/drawingml/2006/main" xmlns:r="http://schemas.openxmlformats.org/officeDocument/2006/relationships" xmlns:p="http://schemas.openxmlformats.org/presentationml/2006/main" userDrawn="1">
  <p:cSld name="Title &amp; Content (ONE COL)">
    <p:spTree>
      <p:nvGrpSpPr>
        <p:cNvPr id="1" name=""/>
        <p:cNvGrpSpPr/>
        <p:nvPr/>
      </p:nvGrpSpPr>
      <p:grpSpPr>
        <a:xfrm>
          <a:off x="0" y="0"/>
          <a:ext cx="0" cy="0"/>
          <a:chOff x="0" y="0"/>
          <a:chExt cx="0" cy="0"/>
        </a:xfrm>
      </p:grpSpPr>
      <p:sp>
        <p:nvSpPr>
          <p:cNvPr id="3" name="Content Placeholder 2"/>
          <p:cNvSpPr>
            <a:spLocks noGrp="1"/>
          </p:cNvSpPr>
          <p:nvPr>
            <p:ph idx="1"/>
          </p:nvPr>
        </p:nvSpPr>
        <p:spPr>
          <a:xfrm>
            <a:off x="479424" y="1828801"/>
            <a:ext cx="11268075" cy="4114800"/>
          </a:xfrm>
        </p:spPr>
        <p:txBody>
          <a:bodyPr numCol="1">
            <a:noAutofit/>
          </a:bodyPr>
          <a:lstStyle>
            <a:lvl1pPr marL="0" marR="0" indent="0" algn="l" defTabSz="914400" rtl="0" eaLnBrk="1" fontAlgn="auto" latinLnBrk="0" hangingPunct="1">
              <a:lnSpc>
                <a:spcPct val="100000"/>
              </a:lnSpc>
              <a:spcBef>
                <a:spcPts val="1800"/>
              </a:spcBef>
              <a:spcAft>
                <a:spcPts val="0"/>
              </a:spcAft>
              <a:buClr>
                <a:srgbClr val="0028A0"/>
              </a:buClr>
              <a:buSzTx/>
              <a:buFont typeface="Arial" panose="020B0604020202020204" pitchFamily="34" charset="0"/>
              <a:buNone/>
              <a:tabLst/>
              <a:defRPr/>
            </a:lvl1pPr>
            <a:lvl2pPr marL="288925" marR="0" indent="-288925" algn="l" defTabSz="914400" rtl="0" eaLnBrk="1" fontAlgn="auto" latinLnBrk="0" hangingPunct="1">
              <a:lnSpc>
                <a:spcPct val="100000"/>
              </a:lnSpc>
              <a:spcBef>
                <a:spcPts val="1200"/>
              </a:spcBef>
              <a:spcAft>
                <a:spcPts val="0"/>
              </a:spcAft>
              <a:buClr>
                <a:srgbClr val="009FDF"/>
              </a:buClr>
              <a:buSzTx/>
              <a:buFont typeface="Arial" panose="020B0604020202020204" pitchFamily="34" charset="0"/>
              <a:buChar char="»"/>
              <a:tabLst/>
              <a:defRPr/>
            </a:lvl2pPr>
            <a:lvl3pPr marL="517525" marR="0" indent="-284163" algn="l" defTabSz="914400" rtl="0" eaLnBrk="1" fontAlgn="auto" latinLnBrk="0" hangingPunct="1">
              <a:lnSpc>
                <a:spcPct val="100000"/>
              </a:lnSpc>
              <a:spcBef>
                <a:spcPts val="1200"/>
              </a:spcBef>
              <a:spcAft>
                <a:spcPts val="0"/>
              </a:spcAft>
              <a:buClr>
                <a:srgbClr val="009FDF"/>
              </a:buClr>
              <a:buSzTx/>
              <a:buFont typeface="Arial" panose="020B0604020202020204" pitchFamily="34" charset="0"/>
              <a:buChar char="–"/>
              <a:tabLst/>
              <a:defRPr/>
            </a:lvl3pPr>
            <a:lvl4pPr marL="746125" marR="0" indent="-290513" algn="l" defTabSz="914400" rtl="0" eaLnBrk="1" fontAlgn="auto" latinLnBrk="0" hangingPunct="1">
              <a:lnSpc>
                <a:spcPct val="100000"/>
              </a:lnSpc>
              <a:spcBef>
                <a:spcPts val="1200"/>
              </a:spcBef>
              <a:spcAft>
                <a:spcPts val="0"/>
              </a:spcAft>
              <a:buClr>
                <a:srgbClr val="009FDF"/>
              </a:buClr>
              <a:buSzTx/>
              <a:buFont typeface="Arial" panose="020B0604020202020204" pitchFamily="34" charset="0"/>
              <a:buChar char="›"/>
              <a:tabLst/>
              <a:defRPr/>
            </a:lvl4pPr>
            <a:lvl5pPr marL="974725" marR="0" indent="-288925" algn="l" defTabSz="914400" rtl="0" eaLnBrk="1" fontAlgn="auto" latinLnBrk="0" hangingPunct="1">
              <a:lnSpc>
                <a:spcPct val="100000"/>
              </a:lnSpc>
              <a:spcBef>
                <a:spcPts val="1200"/>
              </a:spcBef>
              <a:spcAft>
                <a:spcPts val="0"/>
              </a:spcAft>
              <a:buClr>
                <a:srgbClr val="009FDF"/>
              </a:buClr>
              <a:buSzTx/>
              <a:buFont typeface="Arial" panose="020B0604020202020204" pitchFamily="34" charset="0"/>
              <a:buChar char="-"/>
              <a:tabLst/>
              <a:defRPr/>
            </a:lvl5pPr>
          </a:lstStyle>
          <a:p>
            <a:pPr marL="0" marR="0" lvl="0" indent="0" algn="l" defTabSz="914400" rtl="0" eaLnBrk="1" fontAlgn="auto" latinLnBrk="0" hangingPunct="1">
              <a:lnSpc>
                <a:spcPct val="100000"/>
              </a:lnSpc>
              <a:spcBef>
                <a:spcPts val="1200"/>
              </a:spcBef>
              <a:spcAft>
                <a:spcPts val="0"/>
              </a:spcAft>
              <a:buClr>
                <a:srgbClr val="0028A0"/>
              </a:buClr>
              <a:buSzTx/>
              <a:buFont typeface="Arial" panose="020B0604020202020204" pitchFamily="34" charset="0"/>
              <a:buNone/>
              <a:tabLst/>
              <a:defRPr/>
            </a:pPr>
            <a:r>
              <a:rPr kumimoji="0" lang="en-US" sz="28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0" marR="0" lvl="1" indent="0" algn="l" defTabSz="914400" rtl="0" eaLnBrk="1" fontAlgn="auto" latinLnBrk="0" hangingPunct="1">
              <a:lnSpc>
                <a:spcPct val="100000"/>
              </a:lnSpc>
              <a:spcBef>
                <a:spcPts val="1200"/>
              </a:spcBef>
              <a:spcAft>
                <a:spcPts val="0"/>
              </a:spcAft>
              <a:buClr>
                <a:srgbClr val="0028A0"/>
              </a:buClr>
              <a:buSzTx/>
              <a:buFont typeface="Arial" panose="020B0604020202020204" pitchFamily="34" charset="0"/>
              <a:buNone/>
              <a:tabLst/>
              <a:defRPr/>
            </a:pPr>
            <a:r>
              <a:rPr kumimoji="0" lang="en-US" sz="2800" b="0" i="0" u="none" strike="noStrike" kern="1200" cap="none" spc="0" normalizeH="0" baseline="0" noProof="0">
                <a:ln>
                  <a:noFill/>
                </a:ln>
                <a:solidFill>
                  <a:srgbClr val="000000"/>
                </a:solidFill>
                <a:effectLst/>
                <a:uLnTx/>
                <a:uFillTx/>
                <a:latin typeface="+mn-lt"/>
                <a:ea typeface="+mn-ea"/>
                <a:cs typeface="+mn-cs"/>
              </a:rPr>
              <a:t>Second level</a:t>
            </a:r>
          </a:p>
          <a:p>
            <a:pPr marL="0" marR="0" lvl="2" indent="0" algn="l" defTabSz="914400" rtl="0" eaLnBrk="1" fontAlgn="auto" latinLnBrk="0" hangingPunct="1">
              <a:lnSpc>
                <a:spcPct val="100000"/>
              </a:lnSpc>
              <a:spcBef>
                <a:spcPts val="1200"/>
              </a:spcBef>
              <a:spcAft>
                <a:spcPts val="0"/>
              </a:spcAft>
              <a:buClr>
                <a:srgbClr val="0028A0"/>
              </a:buClr>
              <a:buSzTx/>
              <a:buFont typeface="Arial" panose="020B0604020202020204" pitchFamily="34" charset="0"/>
              <a:buNone/>
              <a:tabLst/>
              <a:defRPr/>
            </a:pPr>
            <a:r>
              <a:rPr kumimoji="0" lang="en-US" sz="2800" b="0" i="0" u="none" strike="noStrike" kern="1200" cap="none" spc="0" normalizeH="0" baseline="0" noProof="0">
                <a:ln>
                  <a:noFill/>
                </a:ln>
                <a:solidFill>
                  <a:srgbClr val="000000"/>
                </a:solidFill>
                <a:effectLst/>
                <a:uLnTx/>
                <a:uFillTx/>
                <a:latin typeface="+mn-lt"/>
                <a:ea typeface="+mn-ea"/>
                <a:cs typeface="+mn-cs"/>
              </a:rPr>
              <a:t>Third level</a:t>
            </a:r>
          </a:p>
          <a:p>
            <a:pPr marL="0" marR="0" lvl="3" indent="0" algn="l" defTabSz="914400" rtl="0" eaLnBrk="1" fontAlgn="auto" latinLnBrk="0" hangingPunct="1">
              <a:lnSpc>
                <a:spcPct val="100000"/>
              </a:lnSpc>
              <a:spcBef>
                <a:spcPts val="1200"/>
              </a:spcBef>
              <a:spcAft>
                <a:spcPts val="0"/>
              </a:spcAft>
              <a:buClr>
                <a:srgbClr val="0028A0"/>
              </a:buClr>
              <a:buSzTx/>
              <a:buFont typeface="Arial" panose="020B0604020202020204" pitchFamily="34" charset="0"/>
              <a:buNone/>
              <a:tabLst/>
              <a:defRPr/>
            </a:pPr>
            <a:r>
              <a:rPr kumimoji="0" lang="en-US" sz="2800" b="0" i="0" u="none" strike="noStrike" kern="1200" cap="none" spc="0" normalizeH="0" baseline="0" noProof="0">
                <a:ln>
                  <a:noFill/>
                </a:ln>
                <a:solidFill>
                  <a:srgbClr val="000000"/>
                </a:solidFill>
                <a:effectLst/>
                <a:uLnTx/>
                <a:uFillTx/>
                <a:latin typeface="+mn-lt"/>
                <a:ea typeface="+mn-ea"/>
                <a:cs typeface="+mn-cs"/>
              </a:rPr>
              <a:t>Fourth level</a:t>
            </a:r>
          </a:p>
          <a:p>
            <a:pPr marL="0" marR="0" lvl="4" indent="0" algn="l" defTabSz="914400" rtl="0" eaLnBrk="1" fontAlgn="auto" latinLnBrk="0" hangingPunct="1">
              <a:lnSpc>
                <a:spcPct val="100000"/>
              </a:lnSpc>
              <a:spcBef>
                <a:spcPts val="1200"/>
              </a:spcBef>
              <a:spcAft>
                <a:spcPts val="0"/>
              </a:spcAft>
              <a:buClr>
                <a:srgbClr val="0028A0"/>
              </a:buClr>
              <a:buSzTx/>
              <a:buFont typeface="Arial" panose="020B0604020202020204" pitchFamily="34" charset="0"/>
              <a:buNone/>
              <a:tabLst/>
              <a:defRPr/>
            </a:pPr>
            <a:r>
              <a:rPr kumimoji="0" lang="en-US" sz="2800" b="0" i="0" u="none" strike="noStrike" kern="1200" cap="none" spc="0" normalizeH="0" baseline="0" noProof="0">
                <a:ln>
                  <a:noFill/>
                </a:ln>
                <a:solidFill>
                  <a:srgbClr val="000000"/>
                </a:solidFill>
                <a:effectLst/>
                <a:uLnTx/>
                <a:uFillTx/>
                <a:latin typeface="+mn-lt"/>
                <a:ea typeface="+mn-ea"/>
                <a:cs typeface="+mn-cs"/>
              </a:rPr>
              <a:t>Fifth level</a:t>
            </a:r>
            <a:endParaRPr kumimoji="0" lang="en-US" sz="2000" b="0" i="0" u="none" strike="noStrike" kern="1200" cap="none" spc="0" normalizeH="0" baseline="0" noProof="0">
              <a:ln>
                <a:noFill/>
              </a:ln>
              <a:solidFill>
                <a:srgbClr val="000000"/>
              </a:solidFill>
              <a:effectLst/>
              <a:uLnTx/>
              <a:uFillTx/>
              <a:latin typeface="+mn-lt"/>
              <a:ea typeface="+mn-ea"/>
              <a:cs typeface="+mn-cs"/>
            </a:endParaRPr>
          </a:p>
        </p:txBody>
      </p:sp>
      <p:sp>
        <p:nvSpPr>
          <p:cNvPr id="4" name="Text Placeholder 3"/>
          <p:cNvSpPr>
            <a:spLocks noGrp="1"/>
          </p:cNvSpPr>
          <p:nvPr>
            <p:ph type="body" sz="quarter" idx="10"/>
          </p:nvPr>
        </p:nvSpPr>
        <p:spPr>
          <a:xfrm>
            <a:off x="479425" y="956548"/>
            <a:ext cx="11268074" cy="369332"/>
          </a:xfrm>
        </p:spPr>
        <p:txBody>
          <a:bodyPr wrap="square" numCol="1">
            <a:spAutoFit/>
          </a:bodyPr>
          <a:lstStyle>
            <a:lvl1pPr>
              <a:lnSpc>
                <a:spcPct val="100000"/>
              </a:lnSpc>
              <a:spcBef>
                <a:spcPts val="0"/>
              </a:spcBef>
              <a:defRPr sz="2400">
                <a:solidFill>
                  <a:schemeClr val="bg2">
                    <a:lumMod val="65000"/>
                    <a:lumOff val="35000"/>
                  </a:schemeClr>
                </a:solidFill>
              </a:defRPr>
            </a:lvl1pPr>
            <a:lvl2pPr>
              <a:defRPr sz="2400"/>
            </a:lvl2pPr>
            <a:lvl3pPr>
              <a:defRPr sz="2400"/>
            </a:lvl3pPr>
            <a:lvl4pPr>
              <a:defRPr sz="2400"/>
            </a:lvl4pPr>
            <a:lvl5pPr>
              <a:defRPr sz="2400"/>
            </a:lvl5pPr>
          </a:lstStyle>
          <a:p>
            <a:pPr lvl="0"/>
            <a:r>
              <a:rPr lang="en-US"/>
              <a:t>Click to edit Master text styles</a:t>
            </a:r>
          </a:p>
        </p:txBody>
      </p:sp>
      <p:sp>
        <p:nvSpPr>
          <p:cNvPr id="2" name="Title 1"/>
          <p:cNvSpPr>
            <a:spLocks noGrp="1"/>
          </p:cNvSpPr>
          <p:nvPr>
            <p:ph type="title"/>
          </p:nvPr>
        </p:nvSpPr>
        <p:spPr>
          <a:xfrm>
            <a:off x="479424" y="457200"/>
            <a:ext cx="11268075" cy="615553"/>
          </a:xfrm>
        </p:spPr>
        <p:txBody>
          <a:bodyPr/>
          <a:lstStyle/>
          <a:p>
            <a:r>
              <a:rPr lang="en-US"/>
              <a:t>Click to edit Master title style</a:t>
            </a:r>
          </a:p>
        </p:txBody>
      </p:sp>
      <p:sp>
        <p:nvSpPr>
          <p:cNvPr id="5" name="Footer Placeholder 7">
            <a:extLst>
              <a:ext uri="{FF2B5EF4-FFF2-40B4-BE49-F238E27FC236}">
                <a16:creationId xmlns:a16="http://schemas.microsoft.com/office/drawing/2014/main" id="{A78CAA1A-8A79-4F83-53DE-0E9A87252E16}"/>
              </a:ext>
            </a:extLst>
          </p:cNvPr>
          <p:cNvSpPr>
            <a:spLocks noGrp="1"/>
          </p:cNvSpPr>
          <p:nvPr>
            <p:ph type="ftr" sz="quarter" idx="11"/>
          </p:nvPr>
        </p:nvSpPr>
        <p:spPr>
          <a:xfrm>
            <a:off x="4781550" y="6311900"/>
            <a:ext cx="5448300" cy="269875"/>
          </a:xfrm>
        </p:spPr>
        <p:txBody>
          <a:bodyPr/>
          <a:lstStyle>
            <a:lvl1pPr>
              <a:defRPr>
                <a:solidFill>
                  <a:schemeClr val="tx1"/>
                </a:solidFill>
              </a:defRPr>
            </a:lvl1pPr>
          </a:lstStyle>
          <a:p>
            <a:r>
              <a:rPr lang="en-US"/>
              <a:t>User Group - October 2024</a:t>
            </a:r>
          </a:p>
        </p:txBody>
      </p:sp>
      <p:sp>
        <p:nvSpPr>
          <p:cNvPr id="6" name="Freeform 5">
            <a:extLst>
              <a:ext uri="{FF2B5EF4-FFF2-40B4-BE49-F238E27FC236}">
                <a16:creationId xmlns:a16="http://schemas.microsoft.com/office/drawing/2014/main" id="{F8BF49AF-2ED0-911A-7A63-37BE39FAC02D}"/>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7" name="Slide Number Placeholder 8">
            <a:extLst>
              <a:ext uri="{FF2B5EF4-FFF2-40B4-BE49-F238E27FC236}">
                <a16:creationId xmlns:a16="http://schemas.microsoft.com/office/drawing/2014/main" id="{58F4AF7D-7EF6-6D24-08C5-B87FDA689D4B}"/>
              </a:ext>
            </a:extLst>
          </p:cNvPr>
          <p:cNvSpPr>
            <a:spLocks noGrp="1"/>
          </p:cNvSpPr>
          <p:nvPr>
            <p:ph type="sldNum" sz="quarter" idx="12"/>
          </p:nvPr>
        </p:nvSpPr>
        <p:spPr>
          <a:xfrm>
            <a:off x="10428288" y="6311900"/>
            <a:ext cx="1209674" cy="269875"/>
          </a:xfrm>
        </p:spPr>
        <p:txBody>
          <a:bodyPr/>
          <a:lstStyle>
            <a:lvl1pPr>
              <a:defRPr>
                <a:solidFill>
                  <a:schemeClr val="tx1"/>
                </a:solidFill>
              </a:defRPr>
            </a:lvl1pPr>
          </a:lstStyle>
          <a:p>
            <a:fld id="{862A5111-985B-C14D-9115-5787026182A8}" type="slidenum">
              <a:rPr lang="en-US" smtClean="0"/>
              <a:pPr/>
              <a:t>‹#›</a:t>
            </a:fld>
            <a:endParaRPr lang="en-US"/>
          </a:p>
        </p:txBody>
      </p:sp>
    </p:spTree>
    <p:extLst>
      <p:ext uri="{BB962C8B-B14F-4D97-AF65-F5344CB8AC3E}">
        <p14:creationId xmlns:p14="http://schemas.microsoft.com/office/powerpoint/2010/main" val="2348865765"/>
      </p:ext>
    </p:extLst>
  </p:cSld>
  <p:clrMapOvr>
    <a:masterClrMapping/>
  </p:clrMapOvr>
</p:sldLayout>
</file>

<file path=ppt/slideLayouts/slideLayout257.xml><?xml version="1.0" encoding="utf-8"?>
<p:sldLayout xmlns:a="http://schemas.openxmlformats.org/drawingml/2006/main" xmlns:r="http://schemas.openxmlformats.org/officeDocument/2006/relationships" xmlns:p="http://schemas.openxmlformats.org/presentationml/2006/main" userDrawn="1">
  <p:cSld name="Title &amp; Content (TWO COL)">
    <p:spTree>
      <p:nvGrpSpPr>
        <p:cNvPr id="1" name=""/>
        <p:cNvGrpSpPr/>
        <p:nvPr/>
      </p:nvGrpSpPr>
      <p:grpSpPr>
        <a:xfrm>
          <a:off x="0" y="0"/>
          <a:ext cx="0" cy="0"/>
          <a:chOff x="0" y="0"/>
          <a:chExt cx="0" cy="0"/>
        </a:xfrm>
      </p:grpSpPr>
      <p:sp>
        <p:nvSpPr>
          <p:cNvPr id="3" name="Content Placeholder 2"/>
          <p:cNvSpPr>
            <a:spLocks noGrp="1"/>
          </p:cNvSpPr>
          <p:nvPr>
            <p:ph idx="1"/>
          </p:nvPr>
        </p:nvSpPr>
        <p:spPr>
          <a:xfrm>
            <a:off x="479425" y="1828801"/>
            <a:ext cx="5480050" cy="4114800"/>
          </a:xfrm>
        </p:spPr>
        <p:txBody>
          <a:bodyPr numCol="1">
            <a:noAutofit/>
          </a:bodyPr>
          <a:lstStyle>
            <a:lvl1pPr marL="0" marR="0" indent="0" algn="l" defTabSz="914400" rtl="0" eaLnBrk="1" fontAlgn="auto" latinLnBrk="0" hangingPunct="1">
              <a:lnSpc>
                <a:spcPct val="100000"/>
              </a:lnSpc>
              <a:spcBef>
                <a:spcPts val="1200"/>
              </a:spcBef>
              <a:spcAft>
                <a:spcPts val="0"/>
              </a:spcAft>
              <a:buClr>
                <a:srgbClr val="0028A0"/>
              </a:buClr>
              <a:buSzTx/>
              <a:buFont typeface="Arial" panose="020B0604020202020204" pitchFamily="34" charset="0"/>
              <a:buNone/>
              <a:tabLst/>
              <a:defRPr sz="2400"/>
            </a:lvl1pPr>
            <a:lvl2pPr marL="288925" marR="0" indent="-288925" algn="l" defTabSz="914400" rtl="0" eaLnBrk="1" fontAlgn="auto" latinLnBrk="0" hangingPunct="1">
              <a:lnSpc>
                <a:spcPct val="100000"/>
              </a:lnSpc>
              <a:spcBef>
                <a:spcPts val="600"/>
              </a:spcBef>
              <a:spcAft>
                <a:spcPts val="0"/>
              </a:spcAft>
              <a:buClr>
                <a:srgbClr val="009FDF"/>
              </a:buClr>
              <a:buSzTx/>
              <a:buFont typeface="Arial" panose="020B0604020202020204" pitchFamily="34" charset="0"/>
              <a:buChar char="»"/>
              <a:tabLst/>
              <a:defRPr sz="2000"/>
            </a:lvl2pPr>
            <a:lvl3pPr marL="517525" marR="0" indent="-284163" algn="l" defTabSz="914400" rtl="0" eaLnBrk="1" fontAlgn="auto" latinLnBrk="0" hangingPunct="1">
              <a:lnSpc>
                <a:spcPct val="100000"/>
              </a:lnSpc>
              <a:spcBef>
                <a:spcPts val="600"/>
              </a:spcBef>
              <a:spcAft>
                <a:spcPts val="0"/>
              </a:spcAft>
              <a:buClr>
                <a:srgbClr val="009FDF"/>
              </a:buClr>
              <a:buSzTx/>
              <a:buFont typeface="Arial" panose="020B0604020202020204" pitchFamily="34" charset="0"/>
              <a:buChar char="–"/>
              <a:tabLst/>
              <a:defRPr sz="2000"/>
            </a:lvl3pPr>
            <a:lvl4pPr marL="746125" marR="0" indent="-290513" algn="l" defTabSz="914400" rtl="0" eaLnBrk="1" fontAlgn="auto" latinLnBrk="0" hangingPunct="1">
              <a:lnSpc>
                <a:spcPct val="100000"/>
              </a:lnSpc>
              <a:spcBef>
                <a:spcPts val="600"/>
              </a:spcBef>
              <a:spcAft>
                <a:spcPts val="0"/>
              </a:spcAft>
              <a:buClr>
                <a:srgbClr val="009FDF"/>
              </a:buClr>
              <a:buSzTx/>
              <a:buFont typeface="Arial" panose="020B0604020202020204" pitchFamily="34" charset="0"/>
              <a:buChar char="›"/>
              <a:tabLst/>
              <a:defRPr sz="1800"/>
            </a:lvl4pPr>
            <a:lvl5pPr marL="974725" marR="0" indent="-288925" algn="l" defTabSz="914400" rtl="0" eaLnBrk="1" fontAlgn="auto" latinLnBrk="0" hangingPunct="1">
              <a:lnSpc>
                <a:spcPct val="100000"/>
              </a:lnSpc>
              <a:spcBef>
                <a:spcPts val="600"/>
              </a:spcBef>
              <a:spcAft>
                <a:spcPts val="0"/>
              </a:spcAft>
              <a:buClr>
                <a:srgbClr val="009FDF"/>
              </a:buClr>
              <a:buSzTx/>
              <a:buFont typeface="Arial" panose="020B0604020202020204" pitchFamily="34" charset="0"/>
              <a:buChar char="-"/>
              <a:tabLst/>
              <a:defRPr sz="1800"/>
            </a:lvl5pPr>
          </a:lstStyle>
          <a:p>
            <a:pPr lvl="0"/>
            <a:r>
              <a:rPr lang="en-US"/>
              <a:t>Click to edit Master text styles</a:t>
            </a:r>
          </a:p>
          <a:p>
            <a:pPr lvl="1"/>
            <a:r>
              <a:rPr lang="en-US"/>
              <a:t>Second level </a:t>
            </a:r>
          </a:p>
          <a:p>
            <a:pPr lvl="2"/>
            <a:r>
              <a:rPr lang="en-US"/>
              <a:t>Third level</a:t>
            </a:r>
          </a:p>
          <a:p>
            <a:pPr lvl="3"/>
            <a:r>
              <a:rPr lang="en-US"/>
              <a:t>Fourth level</a:t>
            </a:r>
          </a:p>
          <a:p>
            <a:pPr lvl="4"/>
            <a:r>
              <a:rPr lang="en-US"/>
              <a:t>Fifth level</a:t>
            </a:r>
          </a:p>
        </p:txBody>
      </p:sp>
      <p:sp>
        <p:nvSpPr>
          <p:cNvPr id="7" name="Title 6"/>
          <p:cNvSpPr>
            <a:spLocks noGrp="1"/>
          </p:cNvSpPr>
          <p:nvPr>
            <p:ph type="title"/>
          </p:nvPr>
        </p:nvSpPr>
        <p:spPr>
          <a:xfrm>
            <a:off x="479425" y="320040"/>
            <a:ext cx="11268075" cy="615553"/>
          </a:xfrm>
        </p:spPr>
        <p:txBody>
          <a:bodyPr/>
          <a:lstStyle/>
          <a:p>
            <a:r>
              <a:rPr lang="en-US"/>
              <a:t>Click to edit Master title style</a:t>
            </a:r>
          </a:p>
        </p:txBody>
      </p:sp>
      <p:sp>
        <p:nvSpPr>
          <p:cNvPr id="4" name="Text Placeholder 3"/>
          <p:cNvSpPr>
            <a:spLocks noGrp="1"/>
          </p:cNvSpPr>
          <p:nvPr>
            <p:ph type="body" sz="quarter" idx="10"/>
          </p:nvPr>
        </p:nvSpPr>
        <p:spPr>
          <a:xfrm>
            <a:off x="479425" y="1077238"/>
            <a:ext cx="11268075" cy="430887"/>
          </a:xfrm>
        </p:spPr>
        <p:txBody>
          <a:bodyPr wrap="square" numCol="1">
            <a:spAutoFit/>
          </a:bodyPr>
          <a:lstStyle>
            <a:lvl1pPr>
              <a:lnSpc>
                <a:spcPct val="100000"/>
              </a:lnSpc>
              <a:spcBef>
                <a:spcPts val="0"/>
              </a:spcBef>
              <a:defRPr sz="2800">
                <a:solidFill>
                  <a:schemeClr val="bg2">
                    <a:lumMod val="65000"/>
                    <a:lumOff val="35000"/>
                  </a:schemeClr>
                </a:solidFill>
              </a:defRPr>
            </a:lvl1pPr>
            <a:lvl2pPr>
              <a:defRPr sz="2400"/>
            </a:lvl2pPr>
            <a:lvl3pPr>
              <a:defRPr sz="2400"/>
            </a:lvl3pPr>
            <a:lvl4pPr>
              <a:defRPr sz="2400"/>
            </a:lvl4pPr>
            <a:lvl5pPr>
              <a:defRPr sz="2400"/>
            </a:lvl5pPr>
          </a:lstStyle>
          <a:p>
            <a:pPr lvl="0"/>
            <a:r>
              <a:rPr lang="en-US"/>
              <a:t>Click to edit Master text styles</a:t>
            </a:r>
          </a:p>
        </p:txBody>
      </p:sp>
      <p:sp>
        <p:nvSpPr>
          <p:cNvPr id="5" name="Content Placeholder 2"/>
          <p:cNvSpPr>
            <a:spLocks noGrp="1"/>
          </p:cNvSpPr>
          <p:nvPr>
            <p:ph idx="11"/>
          </p:nvPr>
        </p:nvSpPr>
        <p:spPr>
          <a:xfrm>
            <a:off x="6232526" y="1828801"/>
            <a:ext cx="5514974" cy="4114800"/>
          </a:xfrm>
        </p:spPr>
        <p:txBody>
          <a:bodyPr numCol="1">
            <a:noAutofit/>
          </a:bodyPr>
          <a:lstStyle>
            <a:lvl1pPr marL="0" marR="0" indent="0" algn="l" defTabSz="914400" rtl="0" eaLnBrk="1" fontAlgn="auto" latinLnBrk="0" hangingPunct="1">
              <a:lnSpc>
                <a:spcPct val="100000"/>
              </a:lnSpc>
              <a:spcBef>
                <a:spcPts val="1200"/>
              </a:spcBef>
              <a:spcAft>
                <a:spcPts val="0"/>
              </a:spcAft>
              <a:buClr>
                <a:srgbClr val="0028A0"/>
              </a:buClr>
              <a:buSzTx/>
              <a:buFont typeface="Arial" panose="020B0604020202020204" pitchFamily="34" charset="0"/>
              <a:buNone/>
              <a:tabLst/>
              <a:defRPr sz="2400"/>
            </a:lvl1pPr>
            <a:lvl2pPr marL="288925" marR="0" indent="-288925" algn="l" defTabSz="914400" rtl="0" eaLnBrk="1" fontAlgn="auto" latinLnBrk="0" hangingPunct="1">
              <a:lnSpc>
                <a:spcPct val="100000"/>
              </a:lnSpc>
              <a:spcBef>
                <a:spcPts val="600"/>
              </a:spcBef>
              <a:spcAft>
                <a:spcPts val="0"/>
              </a:spcAft>
              <a:buClr>
                <a:srgbClr val="009FDF"/>
              </a:buClr>
              <a:buSzTx/>
              <a:buFont typeface="Arial" panose="020B0604020202020204" pitchFamily="34" charset="0"/>
              <a:buChar char="»"/>
              <a:tabLst/>
              <a:defRPr sz="2000"/>
            </a:lvl2pPr>
            <a:lvl3pPr marL="517525" marR="0" indent="-284163" algn="l" defTabSz="914400" rtl="0" eaLnBrk="1" fontAlgn="auto" latinLnBrk="0" hangingPunct="1">
              <a:lnSpc>
                <a:spcPct val="100000"/>
              </a:lnSpc>
              <a:spcBef>
                <a:spcPts val="600"/>
              </a:spcBef>
              <a:spcAft>
                <a:spcPts val="0"/>
              </a:spcAft>
              <a:buClr>
                <a:srgbClr val="009FDF"/>
              </a:buClr>
              <a:buSzTx/>
              <a:buFont typeface="Arial" panose="020B0604020202020204" pitchFamily="34" charset="0"/>
              <a:buChar char="–"/>
              <a:tabLst/>
              <a:defRPr sz="2000"/>
            </a:lvl3pPr>
            <a:lvl4pPr marL="746125" marR="0" indent="-290513" algn="l" defTabSz="914400" rtl="0" eaLnBrk="1" fontAlgn="auto" latinLnBrk="0" hangingPunct="1">
              <a:lnSpc>
                <a:spcPct val="100000"/>
              </a:lnSpc>
              <a:spcBef>
                <a:spcPts val="600"/>
              </a:spcBef>
              <a:spcAft>
                <a:spcPts val="0"/>
              </a:spcAft>
              <a:buClr>
                <a:srgbClr val="009FDF"/>
              </a:buClr>
              <a:buSzTx/>
              <a:buFont typeface="Arial" panose="020B0604020202020204" pitchFamily="34" charset="0"/>
              <a:buChar char="›"/>
              <a:tabLst/>
              <a:defRPr sz="1800"/>
            </a:lvl4pPr>
            <a:lvl5pPr marL="974725" marR="0" indent="-288925" algn="l" defTabSz="914400" rtl="0" eaLnBrk="1" fontAlgn="auto" latinLnBrk="0" hangingPunct="1">
              <a:lnSpc>
                <a:spcPct val="100000"/>
              </a:lnSpc>
              <a:spcBef>
                <a:spcPts val="600"/>
              </a:spcBef>
              <a:spcAft>
                <a:spcPts val="0"/>
              </a:spcAft>
              <a:buClr>
                <a:srgbClr val="009FDF"/>
              </a:buClr>
              <a:buSzTx/>
              <a:buFont typeface="Arial" panose="020B0604020202020204" pitchFamily="34" charset="0"/>
              <a:buChar char="-"/>
              <a:tabLst/>
              <a:defRPr sz="1800"/>
            </a:lvl5pPr>
          </a:lstStyle>
          <a:p>
            <a:pPr lvl="0"/>
            <a:r>
              <a:rPr lang="en-US"/>
              <a:t>Click to edit Master text styles</a:t>
            </a:r>
          </a:p>
          <a:p>
            <a:pPr lvl="1"/>
            <a:r>
              <a:rPr lang="en-US"/>
              <a:t>Second level </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177796890"/>
      </p:ext>
    </p:extLst>
  </p:cSld>
  <p:clrMapOvr>
    <a:masterClrMapping/>
  </p:clrMapOvr>
</p:sldLayout>
</file>

<file path=ppt/slideLayouts/slideLayout258.xml><?xml version="1.0" encoding="utf-8"?>
<p:sldLayout xmlns:a="http://schemas.openxmlformats.org/drawingml/2006/main" xmlns:r="http://schemas.openxmlformats.org/officeDocument/2006/relationships" xmlns:p="http://schemas.openxmlformats.org/presentationml/2006/main" userDrawn="1">
  <p:cSld name="1_Title Only">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F5D45E11-31A5-E3FC-391B-2853581FD0C8}"/>
              </a:ext>
            </a:extLst>
          </p:cNvPr>
          <p:cNvSpPr>
            <a:spLocks noGrp="1"/>
          </p:cNvSpPr>
          <p:nvPr>
            <p:ph type="ftr" sz="quarter" idx="11"/>
          </p:nvPr>
        </p:nvSpPr>
        <p:spPr/>
        <p:txBody>
          <a:bodyPr/>
          <a:lstStyle/>
          <a:p>
            <a:r>
              <a:rPr lang="en-US"/>
              <a:t>User Group - October 2024</a:t>
            </a:r>
          </a:p>
        </p:txBody>
      </p:sp>
      <p:sp>
        <p:nvSpPr>
          <p:cNvPr id="5" name="Slide Number Placeholder 4">
            <a:extLst>
              <a:ext uri="{FF2B5EF4-FFF2-40B4-BE49-F238E27FC236}">
                <a16:creationId xmlns:a16="http://schemas.microsoft.com/office/drawing/2014/main" id="{3601F7DF-30E1-D713-9FFA-757E3563DACB}"/>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9" name="Title 8">
            <a:extLst>
              <a:ext uri="{FF2B5EF4-FFF2-40B4-BE49-F238E27FC236}">
                <a16:creationId xmlns:a16="http://schemas.microsoft.com/office/drawing/2014/main" id="{32664483-5AC8-0F16-9C46-37836889B6E9}"/>
              </a:ext>
            </a:extLst>
          </p:cNvPr>
          <p:cNvSpPr>
            <a:spLocks noGrp="1"/>
          </p:cNvSpPr>
          <p:nvPr>
            <p:ph type="title"/>
          </p:nvPr>
        </p:nvSpPr>
        <p:spPr/>
        <p:txBody>
          <a:bodyPr/>
          <a:lstStyle/>
          <a:p>
            <a:r>
              <a:rPr lang="en-US"/>
              <a:t>Click to edit Master title style</a:t>
            </a:r>
          </a:p>
        </p:txBody>
      </p:sp>
      <p:sp>
        <p:nvSpPr>
          <p:cNvPr id="3" name="Freeform 5">
            <a:extLst>
              <a:ext uri="{FF2B5EF4-FFF2-40B4-BE49-F238E27FC236}">
                <a16:creationId xmlns:a16="http://schemas.microsoft.com/office/drawing/2014/main" id="{7FE8C2D7-70E3-CC7C-8803-9B39088A71F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4" name="Text Placeholder 10">
            <a:extLst>
              <a:ext uri="{FF2B5EF4-FFF2-40B4-BE49-F238E27FC236}">
                <a16:creationId xmlns:a16="http://schemas.microsoft.com/office/drawing/2014/main" id="{8D27C407-E192-03E9-638A-6586423552D1}"/>
              </a:ext>
            </a:extLst>
          </p:cNvPr>
          <p:cNvSpPr>
            <a:spLocks noGrp="1"/>
          </p:cNvSpPr>
          <p:nvPr>
            <p:ph type="body" sz="quarter" idx="45"/>
          </p:nvPr>
        </p:nvSpPr>
        <p:spPr>
          <a:xfrm>
            <a:off x="548640" y="1127125"/>
            <a:ext cx="1108932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488F4C1E-EEF8-6EBB-B99F-638ABA80A673}"/>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4AF1B88C-5EA5-DE1B-264B-0CBB1C954966}"/>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F2ED701C-C3DB-E652-6313-4A9D94E155A7}"/>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8" name="Rectangle 7">
              <a:extLst>
                <a:ext uri="{FF2B5EF4-FFF2-40B4-BE49-F238E27FC236}">
                  <a16:creationId xmlns:a16="http://schemas.microsoft.com/office/drawing/2014/main" id="{932F0FF5-888C-5F6B-D895-0B95B12D1C4B}"/>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EA284331-3A7E-34C5-3E2D-7B440B57017D}"/>
                </a:ext>
              </a:extLst>
            </p:cNvPr>
            <p:cNvGrpSpPr/>
            <p:nvPr userDrawn="1"/>
          </p:nvGrpSpPr>
          <p:grpSpPr>
            <a:xfrm>
              <a:off x="12442019" y="3791214"/>
              <a:ext cx="382660" cy="2882942"/>
              <a:chOff x="14001569" y="3716048"/>
              <a:chExt cx="316248" cy="3171236"/>
            </a:xfrm>
          </p:grpSpPr>
          <p:sp>
            <p:nvSpPr>
              <p:cNvPr id="25" name="Rectangle 24">
                <a:extLst>
                  <a:ext uri="{FF2B5EF4-FFF2-40B4-BE49-F238E27FC236}">
                    <a16:creationId xmlns:a16="http://schemas.microsoft.com/office/drawing/2014/main" id="{717C6CCA-A968-B5D6-D450-1FF466F14057}"/>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9E06CAC0-5E25-6D3B-EF85-6479B03F3B0B}"/>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5F0A76BB-F3D0-B2A3-C028-C6497F01DE2F}"/>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3973CA84-10ED-AF43-CF87-AEC4BBAA8B30}"/>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FBFB2055-4A6A-2A0F-3E21-575CF6612D9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633E06CA-B0E4-4267-CDB7-7DD61A5B5502}"/>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5B070902-E792-A365-C132-3C7362EF28A0}"/>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1548D0DA-64D8-7824-A6DF-70B56C7A7E1F}"/>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BDED0BE2-E44A-541E-75AA-C65C6EBA72FF}"/>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ABC18FB1-1E55-1C7F-B9C8-7DE9DE5FAAC5}"/>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0DAD8C2A-7C83-D7D9-67AF-529DDABD099E}"/>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1C487340-52ED-1CA9-A8E3-DBE8D06C9ABD}"/>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06F8DF90-5339-E1BE-9375-82A7C04BD488}"/>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FD745128-DB6F-55A2-499A-3D0F613F75D5}"/>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AA41559B-7E6F-0A59-DBEE-574F1AE9ABE2}"/>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6445F0B2-B018-7F8C-1494-349C3938CF3D}"/>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0912EF18-CD9A-2BF8-6948-7440E3EAEF85}"/>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18ABAE42-A95A-F7FA-31F1-067BF74971A1}"/>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4CA93A4D-71FC-F091-EB29-A9654E7296CC}"/>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E1D2C5B5-6D72-087A-58AE-DC6533E51E85}"/>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C7CA6DF9-0EE8-14AC-5A12-9078EB61C5BD}"/>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587E006B-773A-E17E-96BB-D0F75984A33A}"/>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5" name="TextBox 34">
            <a:extLst>
              <a:ext uri="{FF2B5EF4-FFF2-40B4-BE49-F238E27FC236}">
                <a16:creationId xmlns:a16="http://schemas.microsoft.com/office/drawing/2014/main" id="{F522FB07-F6D4-3AC6-5C51-8524B4216C24}"/>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36" name="Text Placeholder 15">
            <a:extLst>
              <a:ext uri="{FF2B5EF4-FFF2-40B4-BE49-F238E27FC236}">
                <a16:creationId xmlns:a16="http://schemas.microsoft.com/office/drawing/2014/main" id="{DD24CA07-6540-4056-2FEC-3447DCD38B6B}"/>
              </a:ext>
            </a:extLst>
          </p:cNvPr>
          <p:cNvSpPr>
            <a:spLocks noGrp="1"/>
          </p:cNvSpPr>
          <p:nvPr>
            <p:ph type="body" sz="quarter" idx="22"/>
          </p:nvPr>
        </p:nvSpPr>
        <p:spPr>
          <a:xfrm>
            <a:off x="546099" y="6019800"/>
            <a:ext cx="5459094"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4170296025"/>
      </p:ext>
    </p:extLst>
  </p:cSld>
  <p:clrMapOvr>
    <a:masterClrMapping/>
  </p:clrMapOvr>
</p:sldLayout>
</file>

<file path=ppt/slideLayouts/slideLayout259.xml><?xml version="1.0" encoding="utf-8"?>
<p:sldLayout xmlns:a="http://schemas.openxmlformats.org/drawingml/2006/main" xmlns:r="http://schemas.openxmlformats.org/officeDocument/2006/relationships" xmlns:p="http://schemas.openxmlformats.org/presentationml/2006/main" userDrawn="1">
  <p:cSld name="2 Lines Title Only">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F5D45E11-31A5-E3FC-391B-2853581FD0C8}"/>
              </a:ext>
            </a:extLst>
          </p:cNvPr>
          <p:cNvSpPr>
            <a:spLocks noGrp="1"/>
          </p:cNvSpPr>
          <p:nvPr>
            <p:ph type="ftr" sz="quarter" idx="11"/>
          </p:nvPr>
        </p:nvSpPr>
        <p:spPr/>
        <p:txBody>
          <a:bodyPr/>
          <a:lstStyle/>
          <a:p>
            <a:r>
              <a:rPr lang="en-US"/>
              <a:t>PowerPoint Toolkit - March 2024</a:t>
            </a:r>
          </a:p>
        </p:txBody>
      </p:sp>
      <p:sp>
        <p:nvSpPr>
          <p:cNvPr id="5" name="Slide Number Placeholder 4">
            <a:extLst>
              <a:ext uri="{FF2B5EF4-FFF2-40B4-BE49-F238E27FC236}">
                <a16:creationId xmlns:a16="http://schemas.microsoft.com/office/drawing/2014/main" id="{3601F7DF-30E1-D713-9FFA-757E3563DACB}"/>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9" name="Title 8">
            <a:extLst>
              <a:ext uri="{FF2B5EF4-FFF2-40B4-BE49-F238E27FC236}">
                <a16:creationId xmlns:a16="http://schemas.microsoft.com/office/drawing/2014/main" id="{32664483-5AC8-0F16-9C46-37836889B6E9}"/>
              </a:ext>
            </a:extLst>
          </p:cNvPr>
          <p:cNvSpPr>
            <a:spLocks noGrp="1"/>
          </p:cNvSpPr>
          <p:nvPr>
            <p:ph type="title" hasCustomPrompt="1"/>
          </p:nvPr>
        </p:nvSpPr>
        <p:spPr>
          <a:xfrm>
            <a:off x="546100" y="552450"/>
            <a:ext cx="11091861" cy="928909"/>
          </a:xfrm>
        </p:spPr>
        <p:txBody>
          <a:bodyPr>
            <a:spAutoFit/>
          </a:bodyPr>
          <a:lstStyle/>
          <a:p>
            <a:r>
              <a:rPr lang="en-US"/>
              <a:t>2 lines title</a:t>
            </a:r>
            <a:br>
              <a:rPr lang="en-US"/>
            </a:br>
            <a:r>
              <a:rPr lang="en-US"/>
              <a:t>Click to edit Master title style</a:t>
            </a:r>
          </a:p>
        </p:txBody>
      </p:sp>
      <p:sp>
        <p:nvSpPr>
          <p:cNvPr id="3" name="Freeform 5">
            <a:extLst>
              <a:ext uri="{FF2B5EF4-FFF2-40B4-BE49-F238E27FC236}">
                <a16:creationId xmlns:a16="http://schemas.microsoft.com/office/drawing/2014/main" id="{7FE8C2D7-70E3-CC7C-8803-9B39088A71F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grpSp>
        <p:nvGrpSpPr>
          <p:cNvPr id="2" name="Group 1">
            <a:extLst>
              <a:ext uri="{FF2B5EF4-FFF2-40B4-BE49-F238E27FC236}">
                <a16:creationId xmlns:a16="http://schemas.microsoft.com/office/drawing/2014/main" id="{914F311F-8B5B-9308-3872-3B70A1DC6C77}"/>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367F3E64-01F8-D677-39D6-7552D98DE1FD}"/>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D65930DF-3A54-04A5-D580-BA7718C1DD19}"/>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8" name="Rectangle 7">
              <a:extLst>
                <a:ext uri="{FF2B5EF4-FFF2-40B4-BE49-F238E27FC236}">
                  <a16:creationId xmlns:a16="http://schemas.microsoft.com/office/drawing/2014/main" id="{6884EB78-A3F2-A6E6-AE0D-B1FB29385B55}"/>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16A03966-A646-A77E-1CA7-329B5EF46F43}"/>
                </a:ext>
              </a:extLst>
            </p:cNvPr>
            <p:cNvGrpSpPr/>
            <p:nvPr userDrawn="1"/>
          </p:nvGrpSpPr>
          <p:grpSpPr>
            <a:xfrm>
              <a:off x="12442019" y="3791214"/>
              <a:ext cx="382660" cy="2882942"/>
              <a:chOff x="14001569" y="3716048"/>
              <a:chExt cx="316248" cy="3171236"/>
            </a:xfrm>
          </p:grpSpPr>
          <p:sp>
            <p:nvSpPr>
              <p:cNvPr id="24" name="Rectangle 23">
                <a:extLst>
                  <a:ext uri="{FF2B5EF4-FFF2-40B4-BE49-F238E27FC236}">
                    <a16:creationId xmlns:a16="http://schemas.microsoft.com/office/drawing/2014/main" id="{B7F75D30-646A-C4E9-6636-B14815E43DB7}"/>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50AF0799-435A-CEBE-6AB4-BA443F619029}"/>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2B8E9D51-A803-489B-7D2A-0D57F5549F1E}"/>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726E0299-6CEA-6C4A-BFFC-CB77688C1FA2}"/>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B39C01AE-36C7-E7FE-01C5-3F3A218F208A}"/>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520DECB9-9A98-DFE8-FBEF-ABF4D9C26BEF}"/>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736A4652-425F-DF7A-737A-1F5F6D19152E}"/>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5BC5FE45-94CD-F17F-BDEF-DE0FC7F44F7A}"/>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01EA4BF9-D25D-BB0D-F83F-84CD15157ECD}"/>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F5591592-F679-150B-49B1-9A79D5BB6E49}"/>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BC35FBFB-ECD0-D280-C927-907C702A5895}"/>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89FB7D6C-347C-DDB8-C311-68E59AFE45D0}"/>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4" name="Rectangle 13">
                <a:extLst>
                  <a:ext uri="{FF2B5EF4-FFF2-40B4-BE49-F238E27FC236}">
                    <a16:creationId xmlns:a16="http://schemas.microsoft.com/office/drawing/2014/main" id="{082B1418-9271-8DFB-09A5-CBA690A74141}"/>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862AB1AA-8C89-423E-E5F2-8EC34342CBFA}"/>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82296C51-3999-26F4-CCE0-2DF37CA08E7D}"/>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A813F1F2-8168-3ED1-A889-828D7BB0C297}"/>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BD21750E-35D0-0AF6-29D1-0E6F0D1817D9}"/>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8668A05D-2210-3C17-281A-050030F578C3}"/>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A6D90BAD-48C1-4B2A-314D-4268EDF05194}"/>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C88B3006-B517-C4C1-6BAE-1F1B11395E83}"/>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134746A2-551A-102B-FCB6-00BF9015B338}"/>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6C145B59-C740-13B8-1485-9E27733EFC3E}"/>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4" name="TextBox 33">
            <a:extLst>
              <a:ext uri="{FF2B5EF4-FFF2-40B4-BE49-F238E27FC236}">
                <a16:creationId xmlns:a16="http://schemas.microsoft.com/office/drawing/2014/main" id="{F4E3D3DF-D89A-454F-78D8-7365597652EF}"/>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35" name="Text Placeholder 15">
            <a:extLst>
              <a:ext uri="{FF2B5EF4-FFF2-40B4-BE49-F238E27FC236}">
                <a16:creationId xmlns:a16="http://schemas.microsoft.com/office/drawing/2014/main" id="{102B71E9-6CB1-B1F5-9788-3AE5ACCBB58B}"/>
              </a:ext>
            </a:extLst>
          </p:cNvPr>
          <p:cNvSpPr>
            <a:spLocks noGrp="1"/>
          </p:cNvSpPr>
          <p:nvPr>
            <p:ph type="body" sz="quarter" idx="22"/>
          </p:nvPr>
        </p:nvSpPr>
        <p:spPr>
          <a:xfrm>
            <a:off x="546099" y="6019800"/>
            <a:ext cx="5459094"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2940374884"/>
      </p:ext>
    </p:extLst>
  </p:cSld>
  <p:clrMapOvr>
    <a:masterClrMapping/>
  </p:clrMapOvr>
</p:sldLayout>
</file>

<file path=ppt/slideLayouts/slideLayout260.xml><?xml version="1.0" encoding="utf-8"?>
<p:sldLayout xmlns:a="http://schemas.openxmlformats.org/drawingml/2006/main" xmlns:r="http://schemas.openxmlformats.org/officeDocument/2006/relationships" xmlns:p="http://schemas.openxmlformats.org/presentationml/2006/main" preserve="1" userDrawn="1">
  <p:cSld name="Cover 1">
    <p:bg>
      <p:bgPr>
        <a:solidFill>
          <a:schemeClr val="bg2"/>
        </a:solidFill>
        <a:effectLst/>
      </p:bgPr>
    </p:bg>
    <p:spTree>
      <p:nvGrpSpPr>
        <p:cNvPr id="1" name=""/>
        <p:cNvGrpSpPr/>
        <p:nvPr/>
      </p:nvGrpSpPr>
      <p:grpSpPr>
        <a:xfrm>
          <a:off x="0" y="0"/>
          <a:ext cx="0" cy="0"/>
          <a:chOff x="0" y="0"/>
          <a:chExt cx="0" cy="0"/>
        </a:xfrm>
      </p:grpSpPr>
      <p:pic>
        <p:nvPicPr>
          <p:cNvPr id="7" name="Picture 6" descr="A blue and black background&#10;&#10;Description automatically generated">
            <a:extLst>
              <a:ext uri="{FF2B5EF4-FFF2-40B4-BE49-F238E27FC236}">
                <a16:creationId xmlns:a16="http://schemas.microsoft.com/office/drawing/2014/main" id="{78834B98-F94F-BBE0-213C-85AFCDC4764F}"/>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hidden">
          <a:xfrm>
            <a:off x="0" y="-1"/>
            <a:ext cx="12192000" cy="6858000"/>
          </a:xfrm>
          <a:prstGeom prst="rect">
            <a:avLst/>
          </a:prstGeom>
        </p:spPr>
      </p:pic>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46099" y="3552825"/>
            <a:ext cx="5445125" cy="2179638"/>
          </a:xfrm>
          <a:prstGeom prst="rect">
            <a:avLst/>
          </a:prstGeom>
        </p:spPr>
        <p:txBody>
          <a:bodyPr anchor="b"/>
          <a:lstStyle>
            <a:lvl1pPr>
              <a:defRPr b="0" i="0">
                <a:solidFill>
                  <a:schemeClr val="tx1"/>
                </a:solidFill>
              </a:defRPr>
            </a:lvl1pPr>
          </a:lstStyle>
          <a:p>
            <a:r>
              <a:rPr lang="en-US"/>
              <a:t>Click to edit Master title style</a:t>
            </a:r>
          </a:p>
        </p:txBody>
      </p:sp>
      <p:sp>
        <p:nvSpPr>
          <p:cNvPr id="10" name="Freeform 5">
            <a:extLst>
              <a:ext uri="{FF2B5EF4-FFF2-40B4-BE49-F238E27FC236}">
                <a16:creationId xmlns:a16="http://schemas.microsoft.com/office/drawing/2014/main" id="{D38E589A-C29C-8E0A-54D9-0FD61209638A}"/>
              </a:ext>
            </a:extLst>
          </p:cNvPr>
          <p:cNvSpPr/>
          <p:nvPr userDrawn="1"/>
        </p:nvSpPr>
        <p:spPr bwMode="black">
          <a:xfrm>
            <a:off x="539749" y="502825"/>
            <a:ext cx="11098213" cy="1839149"/>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solidFill>
                <a:schemeClr val="tx1"/>
              </a:solidFill>
            </a:endParaRPr>
          </a:p>
        </p:txBody>
      </p:sp>
      <p:sp>
        <p:nvSpPr>
          <p:cNvPr id="12" name="Text Placeholder 11">
            <a:extLst>
              <a:ext uri="{FF2B5EF4-FFF2-40B4-BE49-F238E27FC236}">
                <a16:creationId xmlns:a16="http://schemas.microsoft.com/office/drawing/2014/main" id="{E72AFBB8-BCA9-94F3-D205-3A4D41E4862E}"/>
              </a:ext>
            </a:extLst>
          </p:cNvPr>
          <p:cNvSpPr>
            <a:spLocks noGrp="1"/>
          </p:cNvSpPr>
          <p:nvPr>
            <p:ph type="body" sz="quarter" idx="11" hasCustomPrompt="1"/>
          </p:nvPr>
        </p:nvSpPr>
        <p:spPr>
          <a:xfrm>
            <a:off x="3367089" y="6311900"/>
            <a:ext cx="5445126" cy="269875"/>
          </a:xfrm>
        </p:spPr>
        <p:txBody>
          <a:bodyPr anchor="b">
            <a:normAutofit/>
          </a:bodyPr>
          <a:lstStyle>
            <a:lvl1pPr marL="0" algn="l" defTabSz="914400" rtl="0" eaLnBrk="1" latinLnBrk="0" hangingPunct="1">
              <a:defRPr lang="en-US" sz="1000" b="0" i="0" kern="1200" dirty="0" smtClean="0">
                <a:solidFill>
                  <a:schemeClr val="tx1"/>
                </a:solidFill>
                <a:latin typeface="+mn-lt"/>
                <a:ea typeface="GT America Regular" pitchFamily="2" charset="77"/>
                <a:cs typeface="GT America Regular" pitchFamily="2" charset="77"/>
              </a:defRPr>
            </a:lvl1pPr>
            <a:lvl2pPr>
              <a:defRPr sz="1000"/>
            </a:lvl2pPr>
            <a:lvl3pPr marL="0" indent="0">
              <a:buNone/>
              <a:defRPr sz="1000"/>
            </a:lvl3pPr>
            <a:lvl4pPr marL="0" indent="0">
              <a:defRPr sz="1000"/>
            </a:lvl4pPr>
            <a:lvl5pPr marL="0" indent="0">
              <a:buNone/>
              <a:defRPr sz="1000"/>
            </a:lvl5pPr>
            <a:lvl6pPr marL="0" indent="0">
              <a:defRPr sz="1000"/>
            </a:lvl6pPr>
            <a:lvl7pPr marL="0" indent="0">
              <a:buNone/>
              <a:defRPr sz="1000"/>
            </a:lvl7pPr>
            <a:lvl8pPr marL="0" indent="0">
              <a:defRPr sz="1000"/>
            </a:lvl8pPr>
            <a:lvl9pPr marL="0" indent="0">
              <a:buNone/>
              <a:defRPr sz="1000"/>
            </a:lvl9pPr>
          </a:lstStyle>
          <a:p>
            <a:pPr lvl="0"/>
            <a:r>
              <a:rPr lang="en-US"/>
              <a:t>Title Department</a:t>
            </a:r>
          </a:p>
        </p:txBody>
      </p:sp>
      <p:sp>
        <p:nvSpPr>
          <p:cNvPr id="3" name="Date Placeholder 3">
            <a:extLst>
              <a:ext uri="{FF2B5EF4-FFF2-40B4-BE49-F238E27FC236}">
                <a16:creationId xmlns:a16="http://schemas.microsoft.com/office/drawing/2014/main" id="{7A00869A-4EEC-6377-9755-BE0859C5FBE0}"/>
              </a:ext>
            </a:extLst>
          </p:cNvPr>
          <p:cNvSpPr>
            <a:spLocks noGrp="1"/>
          </p:cNvSpPr>
          <p:nvPr>
            <p:ph type="dt" sz="half" idx="2"/>
          </p:nvPr>
        </p:nvSpPr>
        <p:spPr>
          <a:xfrm>
            <a:off x="9013829" y="6311900"/>
            <a:ext cx="2619375" cy="269875"/>
          </a:xfrm>
          <a:prstGeom prst="rect">
            <a:avLst/>
          </a:prstGeom>
        </p:spPr>
        <p:txBody>
          <a:bodyPr vert="horz" lIns="0" tIns="0" rIns="0" bIns="0" rtlCol="0" anchor="b" anchorCtr="0"/>
          <a:lstStyle>
            <a:lvl1pPr algn="r">
              <a:defRPr sz="1000">
                <a:solidFill>
                  <a:schemeClr val="tx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
        <p:nvSpPr>
          <p:cNvPr id="13" name="Text Placeholder 12">
            <a:extLst>
              <a:ext uri="{FF2B5EF4-FFF2-40B4-BE49-F238E27FC236}">
                <a16:creationId xmlns:a16="http://schemas.microsoft.com/office/drawing/2014/main" id="{C423DB64-C228-437F-B60D-1E1BE27A7AAF}"/>
              </a:ext>
            </a:extLst>
          </p:cNvPr>
          <p:cNvSpPr>
            <a:spLocks noGrp="1"/>
          </p:cNvSpPr>
          <p:nvPr>
            <p:ph type="body" sz="quarter" idx="99" hasCustomPrompt="1"/>
          </p:nvPr>
        </p:nvSpPr>
        <p:spPr>
          <a:xfrm>
            <a:off x="539750" y="6311900"/>
            <a:ext cx="2619375" cy="269875"/>
          </a:xfrm>
        </p:spPr>
        <p:txBody>
          <a:bodyPr anchor="b">
            <a:noAutofit/>
          </a:bodyPr>
          <a:lstStyle>
            <a:lvl1pPr>
              <a:defRPr sz="1000" b="0"/>
            </a:lvl1pPr>
            <a:lvl2pP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Single presenter</a:t>
            </a:r>
          </a:p>
        </p:txBody>
      </p:sp>
      <p:sp>
        <p:nvSpPr>
          <p:cNvPr id="16" name="Text Placeholder 15">
            <a:extLst>
              <a:ext uri="{FF2B5EF4-FFF2-40B4-BE49-F238E27FC236}">
                <a16:creationId xmlns:a16="http://schemas.microsoft.com/office/drawing/2014/main" id="{98C70801-2682-CDF2-4AEE-21379A10EAB6}"/>
              </a:ext>
            </a:extLst>
          </p:cNvPr>
          <p:cNvSpPr>
            <a:spLocks noGrp="1"/>
          </p:cNvSpPr>
          <p:nvPr>
            <p:ph type="body" sz="quarter" idx="100" hasCustomPrompt="1"/>
          </p:nvPr>
        </p:nvSpPr>
        <p:spPr>
          <a:xfrm>
            <a:off x="546099" y="3014450"/>
            <a:ext cx="2615184" cy="281478"/>
          </a:xfrm>
        </p:spPr>
        <p:txBody>
          <a:bodyPr>
            <a:noAutofit/>
          </a:bodyPr>
          <a:lstStyle>
            <a:lvl1pPr>
              <a:defRPr sz="1000"/>
            </a:lvl1pPr>
            <a:lvl2pPr marL="285750" indent="-285750">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1</a:t>
            </a:r>
          </a:p>
        </p:txBody>
      </p:sp>
      <p:sp>
        <p:nvSpPr>
          <p:cNvPr id="18" name="Text Placeholder 17">
            <a:extLst>
              <a:ext uri="{FF2B5EF4-FFF2-40B4-BE49-F238E27FC236}">
                <a16:creationId xmlns:a16="http://schemas.microsoft.com/office/drawing/2014/main" id="{94B37353-6985-FCA6-CD38-4B2A083EC280}"/>
              </a:ext>
            </a:extLst>
          </p:cNvPr>
          <p:cNvSpPr>
            <a:spLocks noGrp="1"/>
          </p:cNvSpPr>
          <p:nvPr>
            <p:ph type="body" sz="quarter" idx="101" hasCustomPrompt="1"/>
          </p:nvPr>
        </p:nvSpPr>
        <p:spPr>
          <a:xfrm>
            <a:off x="3386138" y="3009900"/>
            <a:ext cx="2615184" cy="286028"/>
          </a:xfrm>
        </p:spPr>
        <p:txBody>
          <a:bodyPr>
            <a:noAutofit/>
          </a:bodyPr>
          <a:lstStyle>
            <a:lvl1pPr>
              <a:defRPr sz="1000"/>
            </a:lvl1pPr>
            <a:lvl2pPr marL="284163" indent="-284163">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2</a:t>
            </a:r>
          </a:p>
        </p:txBody>
      </p:sp>
      <p:sp>
        <p:nvSpPr>
          <p:cNvPr id="20" name="Text Placeholder 19">
            <a:extLst>
              <a:ext uri="{FF2B5EF4-FFF2-40B4-BE49-F238E27FC236}">
                <a16:creationId xmlns:a16="http://schemas.microsoft.com/office/drawing/2014/main" id="{6BA32A09-37DC-FCBC-7D07-E937258863A2}"/>
              </a:ext>
            </a:extLst>
          </p:cNvPr>
          <p:cNvSpPr>
            <a:spLocks noGrp="1"/>
          </p:cNvSpPr>
          <p:nvPr>
            <p:ph type="body" sz="quarter" idx="102" hasCustomPrompt="1"/>
          </p:nvPr>
        </p:nvSpPr>
        <p:spPr>
          <a:xfrm>
            <a:off x="6194425" y="3009900"/>
            <a:ext cx="2615184" cy="286028"/>
          </a:xfrm>
        </p:spPr>
        <p:txBody>
          <a:bodyPr>
            <a:normAutofit/>
          </a:bodyPr>
          <a:lstStyle>
            <a:lvl1pPr>
              <a:defRPr sz="1000"/>
            </a:lvl1pPr>
            <a:lvl2pPr marL="284163" indent="-284163">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3</a:t>
            </a:r>
          </a:p>
        </p:txBody>
      </p:sp>
    </p:spTree>
    <p:extLst>
      <p:ext uri="{BB962C8B-B14F-4D97-AF65-F5344CB8AC3E}">
        <p14:creationId xmlns:p14="http://schemas.microsoft.com/office/powerpoint/2010/main" val="2810340595"/>
      </p:ext>
    </p:extLst>
  </p:cSld>
  <p:clrMapOvr>
    <a:overrideClrMapping bg1="dk1" tx1="lt1" bg2="dk2" tx2="lt2" accent1="accent1" accent2="accent2" accent3="accent3" accent4="accent4" accent5="accent5" accent6="accent6" hlink="hlink" folHlink="folHlink"/>
  </p:clrMapOvr>
</p:sldLayout>
</file>

<file path=ppt/slideLayouts/slideLayout261.xml><?xml version="1.0" encoding="utf-8"?>
<p:sldLayout xmlns:a="http://schemas.openxmlformats.org/drawingml/2006/main" xmlns:r="http://schemas.openxmlformats.org/officeDocument/2006/relationships" xmlns:p="http://schemas.openxmlformats.org/presentationml/2006/main" preserve="1" userDrawn="1">
  <p:cSld name="Cover 2">
    <p:bg>
      <p:bgPr>
        <a:solidFill>
          <a:schemeClr val="bg2"/>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78834B98-F94F-BBE0-213C-85AFCDC4764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t="8922" b="11853"/>
          <a:stretch/>
        </p:blipFill>
        <p:spPr bwMode="hidden">
          <a:xfrm>
            <a:off x="0" y="0"/>
            <a:ext cx="12188952" cy="6858000"/>
          </a:xfrm>
          <a:prstGeom prst="rect">
            <a:avLst/>
          </a:prstGeom>
        </p:spPr>
      </p:pic>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3552825"/>
            <a:ext cx="5441950" cy="2179638"/>
          </a:xfrm>
          <a:prstGeom prst="rect">
            <a:avLst/>
          </a:prstGeom>
        </p:spPr>
        <p:txBody>
          <a:bodyPr anchor="b"/>
          <a:lstStyle>
            <a:lvl1pPr>
              <a:defRPr>
                <a:solidFill>
                  <a:schemeClr val="tx1"/>
                </a:solidFill>
              </a:defRPr>
            </a:lvl1pPr>
          </a:lstStyle>
          <a:p>
            <a:r>
              <a:rPr lang="en-US"/>
              <a:t>Click to edit Master title style</a:t>
            </a:r>
          </a:p>
        </p:txBody>
      </p:sp>
      <p:sp>
        <p:nvSpPr>
          <p:cNvPr id="10" name="Freeform 5">
            <a:extLst>
              <a:ext uri="{FF2B5EF4-FFF2-40B4-BE49-F238E27FC236}">
                <a16:creationId xmlns:a16="http://schemas.microsoft.com/office/drawing/2014/main" id="{D38E589A-C29C-8E0A-54D9-0FD61209638A}"/>
              </a:ext>
            </a:extLst>
          </p:cNvPr>
          <p:cNvSpPr/>
          <p:nvPr userDrawn="1"/>
        </p:nvSpPr>
        <p:spPr bwMode="black">
          <a:xfrm>
            <a:off x="539749" y="502825"/>
            <a:ext cx="11098213" cy="1839149"/>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solidFill>
                <a:schemeClr val="tx1"/>
              </a:solidFill>
            </a:endParaRPr>
          </a:p>
        </p:txBody>
      </p:sp>
      <p:sp>
        <p:nvSpPr>
          <p:cNvPr id="4" name="Text Placeholder 11">
            <a:extLst>
              <a:ext uri="{FF2B5EF4-FFF2-40B4-BE49-F238E27FC236}">
                <a16:creationId xmlns:a16="http://schemas.microsoft.com/office/drawing/2014/main" id="{15C7BCFF-949E-6B1A-9E84-4E640E43A099}"/>
              </a:ext>
            </a:extLst>
          </p:cNvPr>
          <p:cNvSpPr>
            <a:spLocks noGrp="1"/>
          </p:cNvSpPr>
          <p:nvPr>
            <p:ph type="body" sz="quarter" idx="11" hasCustomPrompt="1"/>
          </p:nvPr>
        </p:nvSpPr>
        <p:spPr>
          <a:xfrm>
            <a:off x="3367089" y="6311900"/>
            <a:ext cx="5445126" cy="269875"/>
          </a:xfrm>
        </p:spPr>
        <p:txBody>
          <a:bodyPr anchor="b">
            <a:normAutofit/>
          </a:bodyPr>
          <a:lstStyle>
            <a:lvl1pPr marL="0" algn="l" defTabSz="914400" rtl="0" eaLnBrk="1" latinLnBrk="0" hangingPunct="1">
              <a:defRPr lang="en-US" sz="1000" b="0" i="0" kern="1200" dirty="0" smtClean="0">
                <a:solidFill>
                  <a:schemeClr val="tx1"/>
                </a:solidFill>
                <a:latin typeface="+mn-lt"/>
                <a:ea typeface="GT America Regular" pitchFamily="2" charset="77"/>
                <a:cs typeface="GT America Regular" pitchFamily="2" charset="77"/>
              </a:defRPr>
            </a:lvl1pPr>
            <a:lvl2pPr>
              <a:defRPr sz="1000"/>
            </a:lvl2pPr>
            <a:lvl3pPr marL="0" indent="0">
              <a:buNone/>
              <a:defRPr sz="1000"/>
            </a:lvl3pPr>
            <a:lvl4pPr marL="0" indent="0">
              <a:defRPr sz="1000"/>
            </a:lvl4pPr>
            <a:lvl5pPr marL="0" indent="0">
              <a:buNone/>
              <a:defRPr sz="1000"/>
            </a:lvl5pPr>
            <a:lvl6pPr marL="0" indent="0">
              <a:defRPr sz="1000"/>
            </a:lvl6pPr>
            <a:lvl7pPr marL="0" indent="0">
              <a:buNone/>
              <a:defRPr sz="1000"/>
            </a:lvl7pPr>
            <a:lvl8pPr marL="0" indent="0">
              <a:defRPr sz="1000"/>
            </a:lvl8pPr>
            <a:lvl9pPr marL="0" indent="0">
              <a:buNone/>
              <a:defRPr sz="1000"/>
            </a:lvl9pPr>
          </a:lstStyle>
          <a:p>
            <a:pPr lvl="0"/>
            <a:r>
              <a:rPr lang="en-US"/>
              <a:t>Title Department</a:t>
            </a:r>
          </a:p>
        </p:txBody>
      </p:sp>
      <p:sp>
        <p:nvSpPr>
          <p:cNvPr id="3" name="Date Placeholder 3">
            <a:extLst>
              <a:ext uri="{FF2B5EF4-FFF2-40B4-BE49-F238E27FC236}">
                <a16:creationId xmlns:a16="http://schemas.microsoft.com/office/drawing/2014/main" id="{8535D649-E56D-F236-C1A7-0EB194B6CA32}"/>
              </a:ext>
            </a:extLst>
          </p:cNvPr>
          <p:cNvSpPr>
            <a:spLocks noGrp="1"/>
          </p:cNvSpPr>
          <p:nvPr>
            <p:ph type="dt" sz="half" idx="2"/>
          </p:nvPr>
        </p:nvSpPr>
        <p:spPr>
          <a:xfrm>
            <a:off x="9013829" y="6311900"/>
            <a:ext cx="2619375" cy="269875"/>
          </a:xfrm>
          <a:prstGeom prst="rect">
            <a:avLst/>
          </a:prstGeom>
        </p:spPr>
        <p:txBody>
          <a:bodyPr vert="horz" lIns="0" tIns="0" rIns="0" bIns="0" rtlCol="0" anchor="b" anchorCtr="0"/>
          <a:lstStyle>
            <a:lvl1pPr algn="r">
              <a:defRPr sz="1000">
                <a:solidFill>
                  <a:schemeClr val="tx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
        <p:nvSpPr>
          <p:cNvPr id="11" name="Text Placeholder 12">
            <a:extLst>
              <a:ext uri="{FF2B5EF4-FFF2-40B4-BE49-F238E27FC236}">
                <a16:creationId xmlns:a16="http://schemas.microsoft.com/office/drawing/2014/main" id="{47CB2CEE-A03C-EC89-5AB0-73F5282BA36C}"/>
              </a:ext>
            </a:extLst>
          </p:cNvPr>
          <p:cNvSpPr>
            <a:spLocks noGrp="1"/>
          </p:cNvSpPr>
          <p:nvPr>
            <p:ph type="body" sz="quarter" idx="99" hasCustomPrompt="1"/>
          </p:nvPr>
        </p:nvSpPr>
        <p:spPr>
          <a:xfrm>
            <a:off x="539750" y="6311900"/>
            <a:ext cx="2619375" cy="269875"/>
          </a:xfrm>
        </p:spPr>
        <p:txBody>
          <a:bodyPr anchor="b">
            <a:noAutofit/>
          </a:bodyPr>
          <a:lstStyle>
            <a:lvl1pPr>
              <a:defRPr sz="1000" b="0"/>
            </a:lvl1pPr>
            <a:lvl2pP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Single presenter</a:t>
            </a:r>
          </a:p>
        </p:txBody>
      </p:sp>
      <p:sp>
        <p:nvSpPr>
          <p:cNvPr id="12" name="Text Placeholder 15">
            <a:extLst>
              <a:ext uri="{FF2B5EF4-FFF2-40B4-BE49-F238E27FC236}">
                <a16:creationId xmlns:a16="http://schemas.microsoft.com/office/drawing/2014/main" id="{0376D71A-71A9-510A-D341-C8B568EA210C}"/>
              </a:ext>
            </a:extLst>
          </p:cNvPr>
          <p:cNvSpPr>
            <a:spLocks noGrp="1"/>
          </p:cNvSpPr>
          <p:nvPr>
            <p:ph type="body" sz="quarter" idx="100" hasCustomPrompt="1"/>
          </p:nvPr>
        </p:nvSpPr>
        <p:spPr>
          <a:xfrm>
            <a:off x="546099" y="3014450"/>
            <a:ext cx="2615184" cy="281478"/>
          </a:xfrm>
        </p:spPr>
        <p:txBody>
          <a:bodyPr>
            <a:noAutofit/>
          </a:bodyPr>
          <a:lstStyle>
            <a:lvl1pPr>
              <a:defRPr sz="1000"/>
            </a:lvl1pPr>
            <a:lvl2pPr marL="285750" indent="-285750">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1</a:t>
            </a:r>
          </a:p>
        </p:txBody>
      </p:sp>
      <p:sp>
        <p:nvSpPr>
          <p:cNvPr id="13" name="Text Placeholder 17">
            <a:extLst>
              <a:ext uri="{FF2B5EF4-FFF2-40B4-BE49-F238E27FC236}">
                <a16:creationId xmlns:a16="http://schemas.microsoft.com/office/drawing/2014/main" id="{1C83BB37-A25F-C543-4845-494814497A5A}"/>
              </a:ext>
            </a:extLst>
          </p:cNvPr>
          <p:cNvSpPr>
            <a:spLocks noGrp="1"/>
          </p:cNvSpPr>
          <p:nvPr>
            <p:ph type="body" sz="quarter" idx="101" hasCustomPrompt="1"/>
          </p:nvPr>
        </p:nvSpPr>
        <p:spPr>
          <a:xfrm>
            <a:off x="3386138" y="3009900"/>
            <a:ext cx="2615184" cy="286028"/>
          </a:xfrm>
        </p:spPr>
        <p:txBody>
          <a:bodyPr>
            <a:noAutofit/>
          </a:bodyPr>
          <a:lstStyle>
            <a:lvl1pPr>
              <a:defRPr sz="1000"/>
            </a:lvl1pPr>
            <a:lvl2pPr marL="284163" indent="-284163">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2</a:t>
            </a:r>
          </a:p>
        </p:txBody>
      </p:sp>
      <p:sp>
        <p:nvSpPr>
          <p:cNvPr id="14" name="Text Placeholder 19">
            <a:extLst>
              <a:ext uri="{FF2B5EF4-FFF2-40B4-BE49-F238E27FC236}">
                <a16:creationId xmlns:a16="http://schemas.microsoft.com/office/drawing/2014/main" id="{52E7508F-569C-0E55-9BA1-A12C84FB7A5D}"/>
              </a:ext>
            </a:extLst>
          </p:cNvPr>
          <p:cNvSpPr>
            <a:spLocks noGrp="1"/>
          </p:cNvSpPr>
          <p:nvPr>
            <p:ph type="body" sz="quarter" idx="102" hasCustomPrompt="1"/>
          </p:nvPr>
        </p:nvSpPr>
        <p:spPr>
          <a:xfrm>
            <a:off x="6194425" y="3009900"/>
            <a:ext cx="2615184" cy="286028"/>
          </a:xfrm>
        </p:spPr>
        <p:txBody>
          <a:bodyPr>
            <a:normAutofit/>
          </a:bodyPr>
          <a:lstStyle>
            <a:lvl1pPr>
              <a:defRPr sz="1000"/>
            </a:lvl1pPr>
            <a:lvl2pPr marL="284163" indent="-284163">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3</a:t>
            </a:r>
          </a:p>
        </p:txBody>
      </p:sp>
    </p:spTree>
    <p:extLst>
      <p:ext uri="{BB962C8B-B14F-4D97-AF65-F5344CB8AC3E}">
        <p14:creationId xmlns:p14="http://schemas.microsoft.com/office/powerpoint/2010/main" val="2476090451"/>
      </p:ext>
    </p:extLst>
  </p:cSld>
  <p:clrMapOvr>
    <a:overrideClrMapping bg1="dk1" tx1="lt1" bg2="dk2" tx2="lt2" accent1="accent1" accent2="accent2" accent3="accent3" accent4="accent4" accent5="accent5" accent6="accent6" hlink="hlink" folHlink="folHlink"/>
  </p:clrMapOvr>
</p:sldLayout>
</file>

<file path=ppt/slideLayouts/slideLayout262.xml><?xml version="1.0" encoding="utf-8"?>
<p:sldLayout xmlns:a="http://schemas.openxmlformats.org/drawingml/2006/main" xmlns:r="http://schemas.openxmlformats.org/officeDocument/2006/relationships" xmlns:p="http://schemas.openxmlformats.org/presentationml/2006/main" preserve="1" userDrawn="1">
  <p:cSld name="Cover 3">
    <p:bg>
      <p:bgPr>
        <a:solidFill>
          <a:schemeClr val="bg2"/>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78834B98-F94F-BBE0-213C-85AFCDC4764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t="8922" b="11853"/>
          <a:stretch/>
        </p:blipFill>
        <p:spPr bwMode="hidden">
          <a:xfrm>
            <a:off x="-5621" y="0"/>
            <a:ext cx="12188952" cy="6858000"/>
          </a:xfrm>
          <a:prstGeom prst="rect">
            <a:avLst/>
          </a:prstGeom>
        </p:spPr>
      </p:pic>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3552825"/>
            <a:ext cx="5441950" cy="2179638"/>
          </a:xfrm>
          <a:prstGeom prst="rect">
            <a:avLst/>
          </a:prstGeom>
        </p:spPr>
        <p:txBody>
          <a:bodyPr anchor="b"/>
          <a:lstStyle>
            <a:lvl1pPr>
              <a:defRPr>
                <a:solidFill>
                  <a:schemeClr val="tx1"/>
                </a:solidFill>
              </a:defRPr>
            </a:lvl1pPr>
          </a:lstStyle>
          <a:p>
            <a:r>
              <a:rPr lang="en-US"/>
              <a:t>Click to edit Master title style</a:t>
            </a:r>
          </a:p>
        </p:txBody>
      </p:sp>
      <p:sp>
        <p:nvSpPr>
          <p:cNvPr id="6" name="Freeform 5">
            <a:extLst>
              <a:ext uri="{FF2B5EF4-FFF2-40B4-BE49-F238E27FC236}">
                <a16:creationId xmlns:a16="http://schemas.microsoft.com/office/drawing/2014/main" id="{EBC8BAC9-2F39-70BA-C3AC-DE7DA1042A5B}"/>
              </a:ext>
            </a:extLst>
          </p:cNvPr>
          <p:cNvSpPr/>
          <p:nvPr userDrawn="1"/>
        </p:nvSpPr>
        <p:spPr bwMode="black">
          <a:xfrm>
            <a:off x="539750" y="545106"/>
            <a:ext cx="2635250" cy="436702"/>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solidFill>
                <a:schemeClr val="tx1"/>
              </a:solidFill>
            </a:endParaRPr>
          </a:p>
        </p:txBody>
      </p:sp>
      <p:sp>
        <p:nvSpPr>
          <p:cNvPr id="4" name="Text Placeholder 11">
            <a:extLst>
              <a:ext uri="{FF2B5EF4-FFF2-40B4-BE49-F238E27FC236}">
                <a16:creationId xmlns:a16="http://schemas.microsoft.com/office/drawing/2014/main" id="{6FA1FE30-4DE2-0D36-81F6-894372591DE3}"/>
              </a:ext>
            </a:extLst>
          </p:cNvPr>
          <p:cNvSpPr>
            <a:spLocks noGrp="1"/>
          </p:cNvSpPr>
          <p:nvPr>
            <p:ph type="body" sz="quarter" idx="11" hasCustomPrompt="1"/>
          </p:nvPr>
        </p:nvSpPr>
        <p:spPr>
          <a:xfrm>
            <a:off x="3367089" y="6311900"/>
            <a:ext cx="5445126" cy="269875"/>
          </a:xfrm>
        </p:spPr>
        <p:txBody>
          <a:bodyPr anchor="b">
            <a:normAutofit/>
          </a:bodyPr>
          <a:lstStyle>
            <a:lvl1pPr marL="0" algn="l" defTabSz="914400" rtl="0" eaLnBrk="1" latinLnBrk="0" hangingPunct="1">
              <a:defRPr lang="en-US" sz="1000" b="0" i="0" kern="1200" dirty="0" smtClean="0">
                <a:solidFill>
                  <a:schemeClr val="tx1"/>
                </a:solidFill>
                <a:latin typeface="+mn-lt"/>
                <a:ea typeface="GT America Regular" pitchFamily="2" charset="77"/>
                <a:cs typeface="GT America Regular" pitchFamily="2" charset="77"/>
              </a:defRPr>
            </a:lvl1pPr>
            <a:lvl2pPr>
              <a:defRPr sz="1000"/>
            </a:lvl2pPr>
            <a:lvl3pPr marL="0" indent="0">
              <a:buNone/>
              <a:defRPr sz="1000"/>
            </a:lvl3pPr>
            <a:lvl4pPr marL="0" indent="0">
              <a:defRPr sz="1000"/>
            </a:lvl4pPr>
            <a:lvl5pPr marL="0" indent="0">
              <a:buNone/>
              <a:defRPr sz="1000"/>
            </a:lvl5pPr>
            <a:lvl6pPr marL="0" indent="0">
              <a:defRPr sz="1000"/>
            </a:lvl6pPr>
            <a:lvl7pPr marL="0" indent="0">
              <a:buNone/>
              <a:defRPr sz="1000"/>
            </a:lvl7pPr>
            <a:lvl8pPr marL="0" indent="0">
              <a:defRPr sz="1000"/>
            </a:lvl8pPr>
            <a:lvl9pPr marL="0" indent="0">
              <a:buNone/>
              <a:defRPr sz="1000"/>
            </a:lvl9pPr>
          </a:lstStyle>
          <a:p>
            <a:pPr lvl="0"/>
            <a:r>
              <a:rPr lang="en-US"/>
              <a:t>Title Department</a:t>
            </a:r>
          </a:p>
        </p:txBody>
      </p:sp>
      <p:sp>
        <p:nvSpPr>
          <p:cNvPr id="3" name="Date Placeholder 3">
            <a:extLst>
              <a:ext uri="{FF2B5EF4-FFF2-40B4-BE49-F238E27FC236}">
                <a16:creationId xmlns:a16="http://schemas.microsoft.com/office/drawing/2014/main" id="{553F6D28-3FA3-C8DD-333F-25AAC7FDE379}"/>
              </a:ext>
            </a:extLst>
          </p:cNvPr>
          <p:cNvSpPr>
            <a:spLocks noGrp="1"/>
          </p:cNvSpPr>
          <p:nvPr>
            <p:ph type="dt" sz="half" idx="2"/>
          </p:nvPr>
        </p:nvSpPr>
        <p:spPr>
          <a:xfrm>
            <a:off x="9013829" y="6311900"/>
            <a:ext cx="2619375" cy="269875"/>
          </a:xfrm>
          <a:prstGeom prst="rect">
            <a:avLst/>
          </a:prstGeom>
        </p:spPr>
        <p:txBody>
          <a:bodyPr vert="horz" lIns="0" tIns="0" rIns="0" bIns="0" rtlCol="0" anchor="b" anchorCtr="0"/>
          <a:lstStyle>
            <a:lvl1pPr algn="r">
              <a:defRPr sz="1000">
                <a:solidFill>
                  <a:schemeClr val="tx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
        <p:nvSpPr>
          <p:cNvPr id="9" name="Text Placeholder 8">
            <a:extLst>
              <a:ext uri="{FF2B5EF4-FFF2-40B4-BE49-F238E27FC236}">
                <a16:creationId xmlns:a16="http://schemas.microsoft.com/office/drawing/2014/main" id="{BB5660BA-32D8-A7E6-5696-BC9C94DC43BE}"/>
              </a:ext>
            </a:extLst>
          </p:cNvPr>
          <p:cNvSpPr>
            <a:spLocks noGrp="1"/>
          </p:cNvSpPr>
          <p:nvPr>
            <p:ph type="body" sz="quarter" idx="13" hasCustomPrompt="1"/>
          </p:nvPr>
        </p:nvSpPr>
        <p:spPr>
          <a:xfrm>
            <a:off x="6194424" y="696913"/>
            <a:ext cx="5438779" cy="430212"/>
          </a:xfrm>
        </p:spPr>
        <p:txBody>
          <a:bodyPr tIns="91440">
            <a:noAutofit/>
          </a:bodyPr>
          <a:lstStyle>
            <a:lvl1pPr marL="0" indent="0" algn="r">
              <a:buFont typeface="Arial" panose="020B0604020202020204" pitchFamily="34" charset="0"/>
              <a:buNone/>
              <a:defRPr sz="1600" b="1">
                <a:solidFill>
                  <a:schemeClr val="tx1"/>
                </a:solidFill>
              </a:defRPr>
            </a:lvl1pPr>
            <a:lvl2pPr marL="0" indent="0" algn="r">
              <a:buNone/>
              <a:defRPr sz="1600" b="1">
                <a:solidFill>
                  <a:schemeClr val="tx1"/>
                </a:solidFill>
              </a:defRPr>
            </a:lvl2pPr>
            <a:lvl3pPr marL="0" indent="0" algn="r">
              <a:buNone/>
              <a:defRPr sz="1600" b="1">
                <a:solidFill>
                  <a:schemeClr val="tx1"/>
                </a:solidFill>
              </a:defRPr>
            </a:lvl3pPr>
            <a:lvl4pPr marL="0" indent="0" algn="r">
              <a:buNone/>
              <a:defRPr sz="1600" b="1">
                <a:solidFill>
                  <a:schemeClr val="tx1"/>
                </a:solidFill>
              </a:defRPr>
            </a:lvl4pPr>
            <a:lvl5pPr marL="0" indent="0" algn="r">
              <a:buFont typeface="Arial" panose="020B0604020202020204" pitchFamily="34" charset="0"/>
              <a:buNone/>
              <a:defRPr sz="1600" b="1">
                <a:solidFill>
                  <a:schemeClr val="tx1"/>
                </a:solidFill>
              </a:defRPr>
            </a:lvl5pPr>
            <a:lvl6pPr marL="0" indent="0" algn="r">
              <a:buNone/>
              <a:defRPr sz="1600" b="1">
                <a:solidFill>
                  <a:schemeClr val="tx1"/>
                </a:solidFill>
              </a:defRPr>
            </a:lvl6pPr>
            <a:lvl7pPr marL="0" indent="0" algn="r">
              <a:buNone/>
              <a:defRPr sz="1600" b="1">
                <a:solidFill>
                  <a:schemeClr val="tx1"/>
                </a:solidFill>
              </a:defRPr>
            </a:lvl7pPr>
            <a:lvl8pPr marL="0" indent="0" algn="r">
              <a:buNone/>
              <a:defRPr sz="1600" b="1">
                <a:solidFill>
                  <a:schemeClr val="tx1"/>
                </a:solidFill>
              </a:defRPr>
            </a:lvl8pPr>
            <a:lvl9pPr marL="0" indent="0" algn="r">
              <a:buNone/>
              <a:defRPr sz="1600" b="1">
                <a:solidFill>
                  <a:schemeClr val="tx1"/>
                </a:solidFill>
              </a:defRPr>
            </a:lvl9pPr>
          </a:lstStyle>
          <a:p>
            <a:pPr lvl="0"/>
            <a:r>
              <a:rPr lang="en-US"/>
              <a:t>Division / Geography</a:t>
            </a:r>
          </a:p>
        </p:txBody>
      </p:sp>
      <p:sp>
        <p:nvSpPr>
          <p:cNvPr id="20" name="Text Placeholder 12">
            <a:extLst>
              <a:ext uri="{FF2B5EF4-FFF2-40B4-BE49-F238E27FC236}">
                <a16:creationId xmlns:a16="http://schemas.microsoft.com/office/drawing/2014/main" id="{FBA29B2B-670B-AAB2-BC37-FE5A168EDEA0}"/>
              </a:ext>
            </a:extLst>
          </p:cNvPr>
          <p:cNvSpPr>
            <a:spLocks noGrp="1"/>
          </p:cNvSpPr>
          <p:nvPr>
            <p:ph type="body" sz="quarter" idx="99" hasCustomPrompt="1"/>
          </p:nvPr>
        </p:nvSpPr>
        <p:spPr>
          <a:xfrm>
            <a:off x="539750" y="6311900"/>
            <a:ext cx="2619375" cy="269875"/>
          </a:xfrm>
        </p:spPr>
        <p:txBody>
          <a:bodyPr anchor="b">
            <a:noAutofit/>
          </a:bodyPr>
          <a:lstStyle>
            <a:lvl1pPr>
              <a:defRPr sz="1000" b="0"/>
            </a:lvl1pPr>
            <a:lvl2pP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Single presenter</a:t>
            </a:r>
          </a:p>
        </p:txBody>
      </p:sp>
      <p:sp>
        <p:nvSpPr>
          <p:cNvPr id="21" name="Text Placeholder 15">
            <a:extLst>
              <a:ext uri="{FF2B5EF4-FFF2-40B4-BE49-F238E27FC236}">
                <a16:creationId xmlns:a16="http://schemas.microsoft.com/office/drawing/2014/main" id="{835110E4-502F-E652-7077-A2CE77DA8B44}"/>
              </a:ext>
            </a:extLst>
          </p:cNvPr>
          <p:cNvSpPr>
            <a:spLocks noGrp="1"/>
          </p:cNvSpPr>
          <p:nvPr>
            <p:ph type="body" sz="quarter" idx="100" hasCustomPrompt="1"/>
          </p:nvPr>
        </p:nvSpPr>
        <p:spPr>
          <a:xfrm>
            <a:off x="546099" y="3014450"/>
            <a:ext cx="2615184" cy="281478"/>
          </a:xfrm>
        </p:spPr>
        <p:txBody>
          <a:bodyPr>
            <a:noAutofit/>
          </a:bodyPr>
          <a:lstStyle>
            <a:lvl1pPr>
              <a:defRPr sz="1000"/>
            </a:lvl1pPr>
            <a:lvl2pPr marL="285750" indent="-285750">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1</a:t>
            </a:r>
          </a:p>
        </p:txBody>
      </p:sp>
      <p:sp>
        <p:nvSpPr>
          <p:cNvPr id="22" name="Text Placeholder 17">
            <a:extLst>
              <a:ext uri="{FF2B5EF4-FFF2-40B4-BE49-F238E27FC236}">
                <a16:creationId xmlns:a16="http://schemas.microsoft.com/office/drawing/2014/main" id="{163AD2E7-BE7D-20B6-8408-18EA20DC4C5D}"/>
              </a:ext>
            </a:extLst>
          </p:cNvPr>
          <p:cNvSpPr>
            <a:spLocks noGrp="1"/>
          </p:cNvSpPr>
          <p:nvPr>
            <p:ph type="body" sz="quarter" idx="101" hasCustomPrompt="1"/>
          </p:nvPr>
        </p:nvSpPr>
        <p:spPr>
          <a:xfrm>
            <a:off x="3386138" y="3009900"/>
            <a:ext cx="2615184" cy="286028"/>
          </a:xfrm>
        </p:spPr>
        <p:txBody>
          <a:bodyPr>
            <a:noAutofit/>
          </a:bodyPr>
          <a:lstStyle>
            <a:lvl1pPr>
              <a:defRPr sz="1000"/>
            </a:lvl1pPr>
            <a:lvl2pPr marL="284163" indent="-284163">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2</a:t>
            </a:r>
          </a:p>
        </p:txBody>
      </p:sp>
      <p:sp>
        <p:nvSpPr>
          <p:cNvPr id="23" name="Text Placeholder 19">
            <a:extLst>
              <a:ext uri="{FF2B5EF4-FFF2-40B4-BE49-F238E27FC236}">
                <a16:creationId xmlns:a16="http://schemas.microsoft.com/office/drawing/2014/main" id="{358AEE93-EEF8-93F7-7F9A-409CBCB372CF}"/>
              </a:ext>
            </a:extLst>
          </p:cNvPr>
          <p:cNvSpPr>
            <a:spLocks noGrp="1"/>
          </p:cNvSpPr>
          <p:nvPr>
            <p:ph type="body" sz="quarter" idx="102" hasCustomPrompt="1"/>
          </p:nvPr>
        </p:nvSpPr>
        <p:spPr>
          <a:xfrm>
            <a:off x="6194425" y="3009900"/>
            <a:ext cx="2615184" cy="286028"/>
          </a:xfrm>
        </p:spPr>
        <p:txBody>
          <a:bodyPr>
            <a:normAutofit/>
          </a:bodyPr>
          <a:lstStyle>
            <a:lvl1pPr>
              <a:defRPr sz="1000"/>
            </a:lvl1pPr>
            <a:lvl2pPr marL="284163" indent="-284163">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3</a:t>
            </a:r>
          </a:p>
        </p:txBody>
      </p:sp>
    </p:spTree>
    <p:extLst>
      <p:ext uri="{BB962C8B-B14F-4D97-AF65-F5344CB8AC3E}">
        <p14:creationId xmlns:p14="http://schemas.microsoft.com/office/powerpoint/2010/main" val="2965533109"/>
      </p:ext>
    </p:extLst>
  </p:cSld>
  <p:clrMapOvr>
    <a:overrideClrMapping bg1="dk1" tx1="lt1" bg2="dk2" tx2="lt2" accent1="accent1" accent2="accent2" accent3="accent3" accent4="accent4" accent5="accent5" accent6="accent6" hlink="hlink" folHlink="folHlink"/>
  </p:clrMapOvr>
</p:sldLayout>
</file>

<file path=ppt/slideLayouts/slideLayout263.xml><?xml version="1.0" encoding="utf-8"?>
<p:sldLayout xmlns:a="http://schemas.openxmlformats.org/drawingml/2006/main" xmlns:r="http://schemas.openxmlformats.org/officeDocument/2006/relationships" xmlns:p="http://schemas.openxmlformats.org/presentationml/2006/main" preserve="1" userDrawn="1">
  <p:cSld name="Cover 4 - Dark Photo">
    <p:bg>
      <p:bgPr>
        <a:solidFill>
          <a:schemeClr val="tx1"/>
        </a:solidFill>
        <a:effectLst/>
      </p:bgPr>
    </p:bg>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5C77B404-B686-66A0-1A20-E42FD89A9DE9}"/>
              </a:ext>
            </a:extLst>
          </p:cNvPr>
          <p:cNvSpPr>
            <a:spLocks noGrp="1"/>
          </p:cNvSpPr>
          <p:nvPr>
            <p:ph type="pic" sz="quarter" idx="13"/>
          </p:nvPr>
        </p:nvSpPr>
        <p:spPr>
          <a:xfrm>
            <a:off x="0" y="0"/>
            <a:ext cx="12192000" cy="6857999"/>
          </a:xfrm>
          <a:custGeom>
            <a:avLst/>
            <a:gdLst>
              <a:gd name="connsiteX0" fmla="*/ 2041649 w 12192000"/>
              <a:gd name="connsiteY0" fmla="*/ 647043 h 6857999"/>
              <a:gd name="connsiteX1" fmla="*/ 2097141 w 12192000"/>
              <a:gd name="connsiteY1" fmla="*/ 647043 h 6857999"/>
              <a:gd name="connsiteX2" fmla="*/ 2185808 w 12192000"/>
              <a:gd name="connsiteY2" fmla="*/ 735711 h 6857999"/>
              <a:gd name="connsiteX3" fmla="*/ 2185808 w 12192000"/>
              <a:gd name="connsiteY3" fmla="*/ 791202 h 6857999"/>
              <a:gd name="connsiteX4" fmla="*/ 2097141 w 12192000"/>
              <a:gd name="connsiteY4" fmla="*/ 879871 h 6857999"/>
              <a:gd name="connsiteX5" fmla="*/ 2041649 w 12192000"/>
              <a:gd name="connsiteY5" fmla="*/ 879871 h 6857999"/>
              <a:gd name="connsiteX6" fmla="*/ 1685779 w 12192000"/>
              <a:gd name="connsiteY6" fmla="*/ 638600 h 6857999"/>
              <a:gd name="connsiteX7" fmla="*/ 1768415 w 12192000"/>
              <a:gd name="connsiteY7" fmla="*/ 715201 h 6857999"/>
              <a:gd name="connsiteX8" fmla="*/ 1768415 w 12192000"/>
              <a:gd name="connsiteY8" fmla="*/ 811711 h 6857999"/>
              <a:gd name="connsiteX9" fmla="*/ 1685779 w 12192000"/>
              <a:gd name="connsiteY9" fmla="*/ 888315 h 6857999"/>
              <a:gd name="connsiteX10" fmla="*/ 1603145 w 12192000"/>
              <a:gd name="connsiteY10" fmla="*/ 811711 h 6857999"/>
              <a:gd name="connsiteX11" fmla="*/ 1603145 w 12192000"/>
              <a:gd name="connsiteY11" fmla="*/ 715201 h 6857999"/>
              <a:gd name="connsiteX12" fmla="*/ 1685779 w 12192000"/>
              <a:gd name="connsiteY12" fmla="*/ 638600 h 6857999"/>
              <a:gd name="connsiteX13" fmla="*/ 1248481 w 12192000"/>
              <a:gd name="connsiteY13" fmla="*/ 638600 h 6857999"/>
              <a:gd name="connsiteX14" fmla="*/ 1331117 w 12192000"/>
              <a:gd name="connsiteY14" fmla="*/ 715201 h 6857999"/>
              <a:gd name="connsiteX15" fmla="*/ 1331117 w 12192000"/>
              <a:gd name="connsiteY15" fmla="*/ 811711 h 6857999"/>
              <a:gd name="connsiteX16" fmla="*/ 1248481 w 12192000"/>
              <a:gd name="connsiteY16" fmla="*/ 888315 h 6857999"/>
              <a:gd name="connsiteX17" fmla="*/ 1165846 w 12192000"/>
              <a:gd name="connsiteY17" fmla="*/ 811711 h 6857999"/>
              <a:gd name="connsiteX18" fmla="*/ 1165846 w 12192000"/>
              <a:gd name="connsiteY18" fmla="*/ 715201 h 6857999"/>
              <a:gd name="connsiteX19" fmla="*/ 1248481 w 12192000"/>
              <a:gd name="connsiteY19" fmla="*/ 638600 h 6857999"/>
              <a:gd name="connsiteX20" fmla="*/ 1927044 w 12192000"/>
              <a:gd name="connsiteY20" fmla="*/ 552346 h 6857999"/>
              <a:gd name="connsiteX21" fmla="*/ 1927044 w 12192000"/>
              <a:gd name="connsiteY21" fmla="*/ 974570 h 6857999"/>
              <a:gd name="connsiteX22" fmla="*/ 2097141 w 12192000"/>
              <a:gd name="connsiteY22" fmla="*/ 974570 h 6857999"/>
              <a:gd name="connsiteX23" fmla="*/ 2301618 w 12192000"/>
              <a:gd name="connsiteY23" fmla="*/ 789394 h 6857999"/>
              <a:gd name="connsiteX24" fmla="*/ 2301618 w 12192000"/>
              <a:gd name="connsiteY24" fmla="*/ 737520 h 6857999"/>
              <a:gd name="connsiteX25" fmla="*/ 2097141 w 12192000"/>
              <a:gd name="connsiteY25" fmla="*/ 552346 h 6857999"/>
              <a:gd name="connsiteX26" fmla="*/ 2266624 w 12192000"/>
              <a:gd name="connsiteY26" fmla="*/ 552345 h 6857999"/>
              <a:gd name="connsiteX27" fmla="*/ 2420435 w 12192000"/>
              <a:gd name="connsiteY27" fmla="*/ 788790 h 6857999"/>
              <a:gd name="connsiteX28" fmla="*/ 2420435 w 12192000"/>
              <a:gd name="connsiteY28" fmla="*/ 974569 h 6857999"/>
              <a:gd name="connsiteX29" fmla="*/ 2529007 w 12192000"/>
              <a:gd name="connsiteY29" fmla="*/ 974569 h 6857999"/>
              <a:gd name="connsiteX30" fmla="*/ 2529007 w 12192000"/>
              <a:gd name="connsiteY30" fmla="*/ 788790 h 6857999"/>
              <a:gd name="connsiteX31" fmla="*/ 2682817 w 12192000"/>
              <a:gd name="connsiteY31" fmla="*/ 552345 h 6857999"/>
              <a:gd name="connsiteX32" fmla="*/ 2558564 w 12192000"/>
              <a:gd name="connsiteY32" fmla="*/ 552345 h 6857999"/>
              <a:gd name="connsiteX33" fmla="*/ 2477738 w 12192000"/>
              <a:gd name="connsiteY33" fmla="*/ 685042 h 6857999"/>
              <a:gd name="connsiteX34" fmla="*/ 2396307 w 12192000"/>
              <a:gd name="connsiteY34" fmla="*/ 552345 h 6857999"/>
              <a:gd name="connsiteX35" fmla="*/ 2694276 w 12192000"/>
              <a:gd name="connsiteY35" fmla="*/ 552345 h 6857999"/>
              <a:gd name="connsiteX36" fmla="*/ 2694276 w 12192000"/>
              <a:gd name="connsiteY36" fmla="*/ 666947 h 6857999"/>
              <a:gd name="connsiteX37" fmla="*/ 2743134 w 12192000"/>
              <a:gd name="connsiteY37" fmla="*/ 666947 h 6857999"/>
              <a:gd name="connsiteX38" fmla="*/ 2710563 w 12192000"/>
              <a:gd name="connsiteY38" fmla="*/ 756821 h 6857999"/>
              <a:gd name="connsiteX39" fmla="*/ 2735293 w 12192000"/>
              <a:gd name="connsiteY39" fmla="*/ 756821 h 6857999"/>
              <a:gd name="connsiteX40" fmla="*/ 2808881 w 12192000"/>
              <a:gd name="connsiteY40" fmla="*/ 657901 h 6857999"/>
              <a:gd name="connsiteX41" fmla="*/ 2808881 w 12192000"/>
              <a:gd name="connsiteY41" fmla="*/ 552345 h 6857999"/>
              <a:gd name="connsiteX42" fmla="*/ 539750 w 12192000"/>
              <a:gd name="connsiteY42" fmla="*/ 552345 h 6857999"/>
              <a:gd name="connsiteX43" fmla="*/ 539750 w 12192000"/>
              <a:gd name="connsiteY43" fmla="*/ 974568 h 6857999"/>
              <a:gd name="connsiteX44" fmla="*/ 645307 w 12192000"/>
              <a:gd name="connsiteY44" fmla="*/ 974568 h 6857999"/>
              <a:gd name="connsiteX45" fmla="*/ 645307 w 12192000"/>
              <a:gd name="connsiteY45" fmla="*/ 700726 h 6857999"/>
              <a:gd name="connsiteX46" fmla="*/ 660385 w 12192000"/>
              <a:gd name="connsiteY46" fmla="*/ 763457 h 6857999"/>
              <a:gd name="connsiteX47" fmla="*/ 716483 w 12192000"/>
              <a:gd name="connsiteY47" fmla="*/ 974568 h 6857999"/>
              <a:gd name="connsiteX48" fmla="*/ 827466 w 12192000"/>
              <a:gd name="connsiteY48" fmla="*/ 974568 h 6857999"/>
              <a:gd name="connsiteX49" fmla="*/ 883562 w 12192000"/>
              <a:gd name="connsiteY49" fmla="*/ 763457 h 6857999"/>
              <a:gd name="connsiteX50" fmla="*/ 898643 w 12192000"/>
              <a:gd name="connsiteY50" fmla="*/ 700726 h 6857999"/>
              <a:gd name="connsiteX51" fmla="*/ 898643 w 12192000"/>
              <a:gd name="connsiteY51" fmla="*/ 974568 h 6857999"/>
              <a:gd name="connsiteX52" fmla="*/ 1006610 w 12192000"/>
              <a:gd name="connsiteY52" fmla="*/ 974568 h 6857999"/>
              <a:gd name="connsiteX53" fmla="*/ 1006610 w 12192000"/>
              <a:gd name="connsiteY53" fmla="*/ 552345 h 6857999"/>
              <a:gd name="connsiteX54" fmla="*/ 838323 w 12192000"/>
              <a:gd name="connsiteY54" fmla="*/ 552345 h 6857999"/>
              <a:gd name="connsiteX55" fmla="*/ 785847 w 12192000"/>
              <a:gd name="connsiteY55" fmla="*/ 769489 h 6857999"/>
              <a:gd name="connsiteX56" fmla="*/ 773181 w 12192000"/>
              <a:gd name="connsiteY56" fmla="*/ 829806 h 6857999"/>
              <a:gd name="connsiteX57" fmla="*/ 760513 w 12192000"/>
              <a:gd name="connsiteY57" fmla="*/ 769489 h 6857999"/>
              <a:gd name="connsiteX58" fmla="*/ 708037 w 12192000"/>
              <a:gd name="connsiteY58" fmla="*/ 552345 h 6857999"/>
              <a:gd name="connsiteX59" fmla="*/ 1685779 w 12192000"/>
              <a:gd name="connsiteY59" fmla="*/ 545106 h 6857999"/>
              <a:gd name="connsiteX60" fmla="*/ 1487334 w 12192000"/>
              <a:gd name="connsiteY60" fmla="*/ 725456 h 6857999"/>
              <a:gd name="connsiteX61" fmla="*/ 1487334 w 12192000"/>
              <a:gd name="connsiteY61" fmla="*/ 801457 h 6857999"/>
              <a:gd name="connsiteX62" fmla="*/ 1685779 w 12192000"/>
              <a:gd name="connsiteY62" fmla="*/ 981806 h 6857999"/>
              <a:gd name="connsiteX63" fmla="*/ 1884225 w 12192000"/>
              <a:gd name="connsiteY63" fmla="*/ 801457 h 6857999"/>
              <a:gd name="connsiteX64" fmla="*/ 1884225 w 12192000"/>
              <a:gd name="connsiteY64" fmla="*/ 725456 h 6857999"/>
              <a:gd name="connsiteX65" fmla="*/ 1685779 w 12192000"/>
              <a:gd name="connsiteY65" fmla="*/ 545106 h 6857999"/>
              <a:gd name="connsiteX66" fmla="*/ 1248481 w 12192000"/>
              <a:gd name="connsiteY66" fmla="*/ 545106 h 6857999"/>
              <a:gd name="connsiteX67" fmla="*/ 1050036 w 12192000"/>
              <a:gd name="connsiteY67" fmla="*/ 725456 h 6857999"/>
              <a:gd name="connsiteX68" fmla="*/ 1050036 w 12192000"/>
              <a:gd name="connsiteY68" fmla="*/ 801457 h 6857999"/>
              <a:gd name="connsiteX69" fmla="*/ 1248481 w 12192000"/>
              <a:gd name="connsiteY69" fmla="*/ 981806 h 6857999"/>
              <a:gd name="connsiteX70" fmla="*/ 1446927 w 12192000"/>
              <a:gd name="connsiteY70" fmla="*/ 801457 h 6857999"/>
              <a:gd name="connsiteX71" fmla="*/ 1446927 w 12192000"/>
              <a:gd name="connsiteY71" fmla="*/ 725456 h 6857999"/>
              <a:gd name="connsiteX72" fmla="*/ 1248481 w 12192000"/>
              <a:gd name="connsiteY72" fmla="*/ 545106 h 6857999"/>
              <a:gd name="connsiteX73" fmla="*/ 3000079 w 12192000"/>
              <a:gd name="connsiteY73" fmla="*/ 545106 h 6857999"/>
              <a:gd name="connsiteX74" fmla="*/ 2828172 w 12192000"/>
              <a:gd name="connsiteY74" fmla="*/ 682630 h 6857999"/>
              <a:gd name="connsiteX75" fmla="*/ 2942175 w 12192000"/>
              <a:gd name="connsiteY75" fmla="*/ 806281 h 6857999"/>
              <a:gd name="connsiteX76" fmla="*/ 3018174 w 12192000"/>
              <a:gd name="connsiteY76" fmla="*/ 817743 h 6857999"/>
              <a:gd name="connsiteX77" fmla="*/ 3061604 w 12192000"/>
              <a:gd name="connsiteY77" fmla="*/ 852728 h 6857999"/>
              <a:gd name="connsiteX78" fmla="*/ 3000079 w 12192000"/>
              <a:gd name="connsiteY78" fmla="*/ 887712 h 6857999"/>
              <a:gd name="connsiteX79" fmla="*/ 2937348 w 12192000"/>
              <a:gd name="connsiteY79" fmla="*/ 845489 h 6857999"/>
              <a:gd name="connsiteX80" fmla="*/ 2937348 w 12192000"/>
              <a:gd name="connsiteY80" fmla="*/ 829203 h 6857999"/>
              <a:gd name="connsiteX81" fmla="*/ 2825761 w 12192000"/>
              <a:gd name="connsiteY81" fmla="*/ 829203 h 6857999"/>
              <a:gd name="connsiteX82" fmla="*/ 2825761 w 12192000"/>
              <a:gd name="connsiteY82" fmla="*/ 847901 h 6857999"/>
              <a:gd name="connsiteX83" fmla="*/ 3000079 w 12192000"/>
              <a:gd name="connsiteY83" fmla="*/ 981808 h 6857999"/>
              <a:gd name="connsiteX84" fmla="*/ 3172012 w 12192000"/>
              <a:gd name="connsiteY84" fmla="*/ 874148 h 6857999"/>
              <a:gd name="connsiteX85" fmla="*/ 3175000 w 12192000"/>
              <a:gd name="connsiteY85" fmla="*/ 843076 h 6857999"/>
              <a:gd name="connsiteX86" fmla="*/ 3172125 w 12192000"/>
              <a:gd name="connsiteY86" fmla="*/ 811710 h 6857999"/>
              <a:gd name="connsiteX87" fmla="*/ 3057985 w 12192000"/>
              <a:gd name="connsiteY87" fmla="*/ 718220 h 6857999"/>
              <a:gd name="connsiteX88" fmla="*/ 2982586 w 12192000"/>
              <a:gd name="connsiteY88" fmla="*/ 706758 h 6857999"/>
              <a:gd name="connsiteX89" fmla="*/ 2941572 w 12192000"/>
              <a:gd name="connsiteY89" fmla="*/ 672981 h 6857999"/>
              <a:gd name="connsiteX90" fmla="*/ 3000079 w 12192000"/>
              <a:gd name="connsiteY90" fmla="*/ 639203 h 6857999"/>
              <a:gd name="connsiteX91" fmla="*/ 3058587 w 12192000"/>
              <a:gd name="connsiteY91" fmla="*/ 680219 h 6857999"/>
              <a:gd name="connsiteX92" fmla="*/ 3058587 w 12192000"/>
              <a:gd name="connsiteY92" fmla="*/ 694092 h 6857999"/>
              <a:gd name="connsiteX93" fmla="*/ 3170176 w 12192000"/>
              <a:gd name="connsiteY93" fmla="*/ 694092 h 6857999"/>
              <a:gd name="connsiteX94" fmla="*/ 3170176 w 12192000"/>
              <a:gd name="connsiteY94" fmla="*/ 677806 h 6857999"/>
              <a:gd name="connsiteX95" fmla="*/ 3000079 w 12192000"/>
              <a:gd name="connsiteY95" fmla="*/ 545106 h 6857999"/>
              <a:gd name="connsiteX96" fmla="*/ 0 w 12192000"/>
              <a:gd name="connsiteY96" fmla="*/ 0 h 6857999"/>
              <a:gd name="connsiteX97" fmla="*/ 12192000 w 12192000"/>
              <a:gd name="connsiteY97" fmla="*/ 0 h 6857999"/>
              <a:gd name="connsiteX98" fmla="*/ 12192000 w 12192000"/>
              <a:gd name="connsiteY98" fmla="*/ 6857999 h 6857999"/>
              <a:gd name="connsiteX99" fmla="*/ 0 w 12192000"/>
              <a:gd name="connsiteY99" fmla="*/ 6857999 h 68579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Lst>
            <a:rect l="l" t="t" r="r" b="b"/>
            <a:pathLst>
              <a:path w="12192000" h="6857999">
                <a:moveTo>
                  <a:pt x="2041649" y="647043"/>
                </a:moveTo>
                <a:lnTo>
                  <a:pt x="2097141" y="647043"/>
                </a:lnTo>
                <a:cubicBezTo>
                  <a:pt x="2156253" y="647043"/>
                  <a:pt x="2185808" y="676600"/>
                  <a:pt x="2185808" y="735711"/>
                </a:cubicBezTo>
                <a:lnTo>
                  <a:pt x="2185808" y="791202"/>
                </a:lnTo>
                <a:cubicBezTo>
                  <a:pt x="2185808" y="849711"/>
                  <a:pt x="2156253" y="879871"/>
                  <a:pt x="2097141" y="879871"/>
                </a:cubicBezTo>
                <a:lnTo>
                  <a:pt x="2041649" y="879871"/>
                </a:lnTo>
                <a:close/>
                <a:moveTo>
                  <a:pt x="1685779" y="638600"/>
                </a:moveTo>
                <a:cubicBezTo>
                  <a:pt x="1737050" y="638600"/>
                  <a:pt x="1768415" y="667552"/>
                  <a:pt x="1768415" y="715201"/>
                </a:cubicBezTo>
                <a:lnTo>
                  <a:pt x="1768415" y="811711"/>
                </a:lnTo>
                <a:cubicBezTo>
                  <a:pt x="1768415" y="858758"/>
                  <a:pt x="1737048" y="888315"/>
                  <a:pt x="1685779" y="888315"/>
                </a:cubicBezTo>
                <a:cubicBezTo>
                  <a:pt x="1634510" y="888315"/>
                  <a:pt x="1603145" y="858758"/>
                  <a:pt x="1603145" y="811711"/>
                </a:cubicBezTo>
                <a:lnTo>
                  <a:pt x="1603145" y="715201"/>
                </a:lnTo>
                <a:cubicBezTo>
                  <a:pt x="1603145" y="667552"/>
                  <a:pt x="1634510" y="638600"/>
                  <a:pt x="1685779" y="638600"/>
                </a:cubicBezTo>
                <a:close/>
                <a:moveTo>
                  <a:pt x="1248481" y="638600"/>
                </a:moveTo>
                <a:cubicBezTo>
                  <a:pt x="1299752" y="638600"/>
                  <a:pt x="1331117" y="667552"/>
                  <a:pt x="1331117" y="715201"/>
                </a:cubicBezTo>
                <a:lnTo>
                  <a:pt x="1331117" y="811711"/>
                </a:lnTo>
                <a:cubicBezTo>
                  <a:pt x="1331117" y="858758"/>
                  <a:pt x="1299749" y="888315"/>
                  <a:pt x="1248481" y="888315"/>
                </a:cubicBezTo>
                <a:cubicBezTo>
                  <a:pt x="1197212" y="888315"/>
                  <a:pt x="1165846" y="858758"/>
                  <a:pt x="1165846" y="811711"/>
                </a:cubicBezTo>
                <a:lnTo>
                  <a:pt x="1165846" y="715201"/>
                </a:lnTo>
                <a:cubicBezTo>
                  <a:pt x="1165846" y="667552"/>
                  <a:pt x="1197212" y="638600"/>
                  <a:pt x="1248481" y="638600"/>
                </a:cubicBezTo>
                <a:close/>
                <a:moveTo>
                  <a:pt x="1927044" y="552346"/>
                </a:moveTo>
                <a:lnTo>
                  <a:pt x="1927044" y="974570"/>
                </a:lnTo>
                <a:lnTo>
                  <a:pt x="2097141" y="974570"/>
                </a:lnTo>
                <a:cubicBezTo>
                  <a:pt x="2226825" y="974570"/>
                  <a:pt x="2301618" y="906409"/>
                  <a:pt x="2301618" y="789394"/>
                </a:cubicBezTo>
                <a:lnTo>
                  <a:pt x="2301618" y="737520"/>
                </a:lnTo>
                <a:cubicBezTo>
                  <a:pt x="2301618" y="620504"/>
                  <a:pt x="2226825" y="552346"/>
                  <a:pt x="2097141" y="552346"/>
                </a:cubicBezTo>
                <a:close/>
                <a:moveTo>
                  <a:pt x="2266624" y="552345"/>
                </a:moveTo>
                <a:lnTo>
                  <a:pt x="2420435" y="788790"/>
                </a:lnTo>
                <a:lnTo>
                  <a:pt x="2420435" y="974569"/>
                </a:lnTo>
                <a:lnTo>
                  <a:pt x="2529007" y="974569"/>
                </a:lnTo>
                <a:lnTo>
                  <a:pt x="2529007" y="788790"/>
                </a:lnTo>
                <a:lnTo>
                  <a:pt x="2682817" y="552345"/>
                </a:lnTo>
                <a:lnTo>
                  <a:pt x="2558564" y="552345"/>
                </a:lnTo>
                <a:lnTo>
                  <a:pt x="2477738" y="685042"/>
                </a:lnTo>
                <a:lnTo>
                  <a:pt x="2396307" y="552345"/>
                </a:lnTo>
                <a:close/>
                <a:moveTo>
                  <a:pt x="2694276" y="552345"/>
                </a:moveTo>
                <a:lnTo>
                  <a:pt x="2694276" y="666947"/>
                </a:lnTo>
                <a:lnTo>
                  <a:pt x="2743134" y="666947"/>
                </a:lnTo>
                <a:lnTo>
                  <a:pt x="2710563" y="756821"/>
                </a:lnTo>
                <a:lnTo>
                  <a:pt x="2735293" y="756821"/>
                </a:lnTo>
                <a:lnTo>
                  <a:pt x="2808881" y="657901"/>
                </a:lnTo>
                <a:lnTo>
                  <a:pt x="2808881" y="552345"/>
                </a:lnTo>
                <a:close/>
                <a:moveTo>
                  <a:pt x="539750" y="552345"/>
                </a:moveTo>
                <a:lnTo>
                  <a:pt x="539750" y="974568"/>
                </a:lnTo>
                <a:lnTo>
                  <a:pt x="645307" y="974568"/>
                </a:lnTo>
                <a:lnTo>
                  <a:pt x="645307" y="700726"/>
                </a:lnTo>
                <a:lnTo>
                  <a:pt x="660385" y="763457"/>
                </a:lnTo>
                <a:lnTo>
                  <a:pt x="716483" y="974568"/>
                </a:lnTo>
                <a:lnTo>
                  <a:pt x="827466" y="974568"/>
                </a:lnTo>
                <a:lnTo>
                  <a:pt x="883562" y="763457"/>
                </a:lnTo>
                <a:lnTo>
                  <a:pt x="898643" y="700726"/>
                </a:lnTo>
                <a:lnTo>
                  <a:pt x="898643" y="974568"/>
                </a:lnTo>
                <a:lnTo>
                  <a:pt x="1006610" y="974568"/>
                </a:lnTo>
                <a:lnTo>
                  <a:pt x="1006610" y="552345"/>
                </a:lnTo>
                <a:lnTo>
                  <a:pt x="838323" y="552345"/>
                </a:lnTo>
                <a:lnTo>
                  <a:pt x="785847" y="769489"/>
                </a:lnTo>
                <a:lnTo>
                  <a:pt x="773181" y="829806"/>
                </a:lnTo>
                <a:lnTo>
                  <a:pt x="760513" y="769489"/>
                </a:lnTo>
                <a:lnTo>
                  <a:pt x="708037" y="552345"/>
                </a:lnTo>
                <a:close/>
                <a:moveTo>
                  <a:pt x="1685779" y="545106"/>
                </a:moveTo>
                <a:cubicBezTo>
                  <a:pt x="1561525" y="545106"/>
                  <a:pt x="1487334" y="612662"/>
                  <a:pt x="1487334" y="725456"/>
                </a:cubicBezTo>
                <a:lnTo>
                  <a:pt x="1487334" y="801457"/>
                </a:lnTo>
                <a:cubicBezTo>
                  <a:pt x="1487334" y="914854"/>
                  <a:pt x="1560922" y="981806"/>
                  <a:pt x="1685779" y="981806"/>
                </a:cubicBezTo>
                <a:cubicBezTo>
                  <a:pt x="1810035" y="981806"/>
                  <a:pt x="1884225" y="914251"/>
                  <a:pt x="1884225" y="801457"/>
                </a:cubicBezTo>
                <a:lnTo>
                  <a:pt x="1884225" y="725456"/>
                </a:lnTo>
                <a:cubicBezTo>
                  <a:pt x="1884225" y="612059"/>
                  <a:pt x="1810637" y="545106"/>
                  <a:pt x="1685779" y="545106"/>
                </a:cubicBezTo>
                <a:close/>
                <a:moveTo>
                  <a:pt x="1248481" y="545106"/>
                </a:moveTo>
                <a:cubicBezTo>
                  <a:pt x="1124227" y="545106"/>
                  <a:pt x="1050036" y="612662"/>
                  <a:pt x="1050036" y="725456"/>
                </a:cubicBezTo>
                <a:lnTo>
                  <a:pt x="1050036" y="801457"/>
                </a:lnTo>
                <a:cubicBezTo>
                  <a:pt x="1050036" y="914854"/>
                  <a:pt x="1123624" y="981806"/>
                  <a:pt x="1248481" y="981806"/>
                </a:cubicBezTo>
                <a:cubicBezTo>
                  <a:pt x="1372737" y="981806"/>
                  <a:pt x="1446927" y="914251"/>
                  <a:pt x="1446927" y="801457"/>
                </a:cubicBezTo>
                <a:lnTo>
                  <a:pt x="1446927" y="725456"/>
                </a:lnTo>
                <a:cubicBezTo>
                  <a:pt x="1446927" y="612059"/>
                  <a:pt x="1373339" y="545106"/>
                  <a:pt x="1248481" y="545106"/>
                </a:cubicBezTo>
                <a:close/>
                <a:moveTo>
                  <a:pt x="3000079" y="545106"/>
                </a:moveTo>
                <a:cubicBezTo>
                  <a:pt x="2891506" y="545106"/>
                  <a:pt x="2828172" y="595774"/>
                  <a:pt x="2828172" y="682630"/>
                </a:cubicBezTo>
                <a:cubicBezTo>
                  <a:pt x="2828172" y="773710"/>
                  <a:pt x="2892714" y="799045"/>
                  <a:pt x="2942175" y="806281"/>
                </a:cubicBezTo>
                <a:lnTo>
                  <a:pt x="3018174" y="817743"/>
                </a:lnTo>
                <a:cubicBezTo>
                  <a:pt x="3044112" y="821362"/>
                  <a:pt x="3061604" y="826790"/>
                  <a:pt x="3061604" y="852728"/>
                </a:cubicBezTo>
                <a:cubicBezTo>
                  <a:pt x="3061604" y="875647"/>
                  <a:pt x="3040492" y="887712"/>
                  <a:pt x="3000079" y="887712"/>
                </a:cubicBezTo>
                <a:cubicBezTo>
                  <a:pt x="2956048" y="887712"/>
                  <a:pt x="2937348" y="875044"/>
                  <a:pt x="2937348" y="845489"/>
                </a:cubicBezTo>
                <a:lnTo>
                  <a:pt x="2937348" y="829203"/>
                </a:lnTo>
                <a:lnTo>
                  <a:pt x="2825761" y="829203"/>
                </a:lnTo>
                <a:lnTo>
                  <a:pt x="2825761" y="847901"/>
                </a:lnTo>
                <a:cubicBezTo>
                  <a:pt x="2825761" y="931743"/>
                  <a:pt x="2890301" y="981808"/>
                  <a:pt x="3000079" y="981808"/>
                </a:cubicBezTo>
                <a:cubicBezTo>
                  <a:pt x="3096664" y="981808"/>
                  <a:pt x="3158149" y="942554"/>
                  <a:pt x="3172012" y="874148"/>
                </a:cubicBezTo>
                <a:lnTo>
                  <a:pt x="3175000" y="843076"/>
                </a:lnTo>
                <a:lnTo>
                  <a:pt x="3172125" y="811710"/>
                </a:lnTo>
                <a:cubicBezTo>
                  <a:pt x="3159054" y="745334"/>
                  <a:pt x="3103902" y="725081"/>
                  <a:pt x="3057985" y="718220"/>
                </a:cubicBezTo>
                <a:lnTo>
                  <a:pt x="2982586" y="706758"/>
                </a:lnTo>
                <a:cubicBezTo>
                  <a:pt x="2958461" y="703139"/>
                  <a:pt x="2941572" y="697711"/>
                  <a:pt x="2941572" y="672981"/>
                </a:cubicBezTo>
                <a:cubicBezTo>
                  <a:pt x="2941572" y="650662"/>
                  <a:pt x="2961475" y="639203"/>
                  <a:pt x="3000079" y="639203"/>
                </a:cubicBezTo>
                <a:cubicBezTo>
                  <a:pt x="3041095" y="639203"/>
                  <a:pt x="3058587" y="651265"/>
                  <a:pt x="3058587" y="680219"/>
                </a:cubicBezTo>
                <a:lnTo>
                  <a:pt x="3058587" y="694092"/>
                </a:lnTo>
                <a:lnTo>
                  <a:pt x="3170176" y="694092"/>
                </a:lnTo>
                <a:lnTo>
                  <a:pt x="3170176" y="677806"/>
                </a:lnTo>
                <a:cubicBezTo>
                  <a:pt x="3170176" y="594567"/>
                  <a:pt x="3106842" y="545106"/>
                  <a:pt x="3000079" y="545106"/>
                </a:cubicBezTo>
                <a:close/>
                <a:moveTo>
                  <a:pt x="0" y="0"/>
                </a:moveTo>
                <a:lnTo>
                  <a:pt x="12192000" y="0"/>
                </a:lnTo>
                <a:lnTo>
                  <a:pt x="12192000" y="6857999"/>
                </a:lnTo>
                <a:lnTo>
                  <a:pt x="0" y="6857999"/>
                </a:lnTo>
                <a:close/>
              </a:path>
            </a:pathLst>
          </a:custGeom>
          <a:solidFill>
            <a:srgbClr val="A6A9AA"/>
          </a:solidFill>
        </p:spPr>
        <p:txBody>
          <a:bodyPr wrap="square" rIns="548640" anchor="ctr">
            <a:noAutofit/>
          </a:bodyPr>
          <a:lstStyle>
            <a:lvl1pPr algn="r">
              <a:defRPr>
                <a:solidFill>
                  <a:schemeClr val="tx1"/>
                </a:solidFill>
              </a:defRPr>
            </a:lvl1pPr>
          </a:lstStyle>
          <a:p>
            <a:r>
              <a:rPr lang="en-US"/>
              <a:t>Click icon to add picture</a:t>
            </a:r>
          </a:p>
        </p:txBody>
      </p:sp>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3552825"/>
            <a:ext cx="5441950" cy="2179638"/>
          </a:xfrm>
          <a:prstGeom prst="rect">
            <a:avLst/>
          </a:prstGeom>
        </p:spPr>
        <p:txBody>
          <a:bodyPr anchor="b"/>
          <a:lstStyle>
            <a:lvl1pPr>
              <a:defRPr>
                <a:solidFill>
                  <a:schemeClr val="tx1"/>
                </a:solidFill>
              </a:defRPr>
            </a:lvl1pPr>
          </a:lstStyle>
          <a:p>
            <a:r>
              <a:rPr lang="en-US"/>
              <a:t>Click to edit Master title style</a:t>
            </a:r>
          </a:p>
        </p:txBody>
      </p:sp>
      <p:sp>
        <p:nvSpPr>
          <p:cNvPr id="4" name="Text Placeholder 11">
            <a:extLst>
              <a:ext uri="{FF2B5EF4-FFF2-40B4-BE49-F238E27FC236}">
                <a16:creationId xmlns:a16="http://schemas.microsoft.com/office/drawing/2014/main" id="{6FA1FE30-4DE2-0D36-81F6-894372591DE3}"/>
              </a:ext>
            </a:extLst>
          </p:cNvPr>
          <p:cNvSpPr>
            <a:spLocks noGrp="1"/>
          </p:cNvSpPr>
          <p:nvPr>
            <p:ph type="body" sz="quarter" idx="11" hasCustomPrompt="1"/>
          </p:nvPr>
        </p:nvSpPr>
        <p:spPr>
          <a:xfrm>
            <a:off x="3367089" y="6311900"/>
            <a:ext cx="5445126" cy="269875"/>
          </a:xfrm>
        </p:spPr>
        <p:txBody>
          <a:bodyPr anchor="b">
            <a:normAutofit/>
          </a:bodyPr>
          <a:lstStyle>
            <a:lvl1pPr marL="0" algn="l" defTabSz="914400" rtl="0" eaLnBrk="1" latinLnBrk="0" hangingPunct="1">
              <a:defRPr lang="en-US" sz="1000" b="0" i="0" kern="1200" dirty="0" smtClean="0">
                <a:solidFill>
                  <a:schemeClr val="tx1"/>
                </a:solidFill>
                <a:latin typeface="+mn-lt"/>
                <a:ea typeface="GT America Regular" pitchFamily="2" charset="77"/>
                <a:cs typeface="GT America Regular" pitchFamily="2" charset="77"/>
              </a:defRPr>
            </a:lvl1pPr>
            <a:lvl2pPr>
              <a:defRPr sz="1000"/>
            </a:lvl2pPr>
            <a:lvl3pPr marL="0" indent="0">
              <a:buNone/>
              <a:defRPr sz="1000"/>
            </a:lvl3pPr>
            <a:lvl4pPr marL="0" indent="0">
              <a:defRPr sz="1000"/>
            </a:lvl4pPr>
            <a:lvl5pPr marL="0" indent="0">
              <a:buNone/>
              <a:defRPr sz="1000"/>
            </a:lvl5pPr>
            <a:lvl6pPr marL="0" indent="0">
              <a:defRPr sz="1000"/>
            </a:lvl6pPr>
            <a:lvl7pPr marL="0" indent="0">
              <a:buNone/>
              <a:defRPr sz="1000"/>
            </a:lvl7pPr>
            <a:lvl8pPr marL="0" indent="0">
              <a:defRPr sz="1000"/>
            </a:lvl8pPr>
            <a:lvl9pPr marL="0" indent="0">
              <a:buNone/>
              <a:defRPr sz="1000"/>
            </a:lvl9pPr>
          </a:lstStyle>
          <a:p>
            <a:pPr lvl="0"/>
            <a:r>
              <a:rPr lang="en-US"/>
              <a:t>Title Department</a:t>
            </a:r>
          </a:p>
        </p:txBody>
      </p:sp>
      <p:sp>
        <p:nvSpPr>
          <p:cNvPr id="3" name="Date Placeholder 3">
            <a:extLst>
              <a:ext uri="{FF2B5EF4-FFF2-40B4-BE49-F238E27FC236}">
                <a16:creationId xmlns:a16="http://schemas.microsoft.com/office/drawing/2014/main" id="{6DC47A95-CCFB-A6E7-23DB-287FFF642D6A}"/>
              </a:ext>
            </a:extLst>
          </p:cNvPr>
          <p:cNvSpPr>
            <a:spLocks noGrp="1"/>
          </p:cNvSpPr>
          <p:nvPr>
            <p:ph type="dt" sz="half" idx="2"/>
          </p:nvPr>
        </p:nvSpPr>
        <p:spPr>
          <a:xfrm>
            <a:off x="9013829" y="6311900"/>
            <a:ext cx="2619375" cy="269875"/>
          </a:xfrm>
          <a:prstGeom prst="rect">
            <a:avLst/>
          </a:prstGeom>
        </p:spPr>
        <p:txBody>
          <a:bodyPr vert="horz" lIns="0" tIns="0" rIns="0" bIns="0" rtlCol="0" anchor="b" anchorCtr="0"/>
          <a:lstStyle>
            <a:lvl1pPr algn="r">
              <a:defRPr sz="1000">
                <a:solidFill>
                  <a:schemeClr val="tx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
        <p:nvSpPr>
          <p:cNvPr id="6" name="Text Placeholder 8">
            <a:extLst>
              <a:ext uri="{FF2B5EF4-FFF2-40B4-BE49-F238E27FC236}">
                <a16:creationId xmlns:a16="http://schemas.microsoft.com/office/drawing/2014/main" id="{A16C230C-5691-F970-ED78-91F42403D1D0}"/>
              </a:ext>
            </a:extLst>
          </p:cNvPr>
          <p:cNvSpPr>
            <a:spLocks noGrp="1"/>
          </p:cNvSpPr>
          <p:nvPr>
            <p:ph type="body" sz="quarter" idx="14" hasCustomPrompt="1"/>
          </p:nvPr>
        </p:nvSpPr>
        <p:spPr>
          <a:xfrm>
            <a:off x="6194424" y="696913"/>
            <a:ext cx="5438779" cy="430212"/>
          </a:xfrm>
        </p:spPr>
        <p:txBody>
          <a:bodyPr tIns="91440">
            <a:noAutofit/>
          </a:bodyPr>
          <a:lstStyle>
            <a:lvl1pPr marL="0" indent="0" algn="r">
              <a:buFont typeface="Arial" panose="020B0604020202020204" pitchFamily="34" charset="0"/>
              <a:buNone/>
              <a:defRPr sz="1600" b="1">
                <a:solidFill>
                  <a:schemeClr val="tx1"/>
                </a:solidFill>
              </a:defRPr>
            </a:lvl1pPr>
            <a:lvl2pPr marL="0" indent="0" algn="r">
              <a:buNone/>
              <a:defRPr sz="1600" b="1">
                <a:solidFill>
                  <a:schemeClr val="tx1"/>
                </a:solidFill>
              </a:defRPr>
            </a:lvl2pPr>
            <a:lvl3pPr marL="0" indent="0" algn="r">
              <a:buNone/>
              <a:defRPr sz="1600" b="1">
                <a:solidFill>
                  <a:schemeClr val="tx1"/>
                </a:solidFill>
              </a:defRPr>
            </a:lvl3pPr>
            <a:lvl4pPr marL="0" indent="0" algn="r">
              <a:buNone/>
              <a:defRPr sz="1600" b="1">
                <a:solidFill>
                  <a:schemeClr val="tx1"/>
                </a:solidFill>
              </a:defRPr>
            </a:lvl4pPr>
            <a:lvl5pPr marL="0" indent="0" algn="r">
              <a:buFont typeface="Arial" panose="020B0604020202020204" pitchFamily="34" charset="0"/>
              <a:buNone/>
              <a:defRPr sz="1600" b="1">
                <a:solidFill>
                  <a:schemeClr val="tx1"/>
                </a:solidFill>
              </a:defRPr>
            </a:lvl5pPr>
            <a:lvl6pPr marL="0" indent="0" algn="r">
              <a:buNone/>
              <a:defRPr sz="1600" b="1">
                <a:solidFill>
                  <a:schemeClr val="tx1"/>
                </a:solidFill>
              </a:defRPr>
            </a:lvl6pPr>
            <a:lvl7pPr marL="0" indent="0" algn="r">
              <a:buNone/>
              <a:defRPr sz="1600" b="1">
                <a:solidFill>
                  <a:schemeClr val="tx1"/>
                </a:solidFill>
              </a:defRPr>
            </a:lvl7pPr>
            <a:lvl8pPr marL="0" indent="0" algn="r">
              <a:buNone/>
              <a:defRPr sz="1600" b="1">
                <a:solidFill>
                  <a:schemeClr val="tx1"/>
                </a:solidFill>
              </a:defRPr>
            </a:lvl8pPr>
            <a:lvl9pPr marL="0" indent="0" algn="r">
              <a:buNone/>
              <a:defRPr sz="1600" b="1">
                <a:solidFill>
                  <a:schemeClr val="tx1"/>
                </a:solidFill>
              </a:defRPr>
            </a:lvl9pPr>
          </a:lstStyle>
          <a:p>
            <a:pPr lvl="0"/>
            <a:r>
              <a:rPr lang="en-US"/>
              <a:t>Division / Geography</a:t>
            </a:r>
          </a:p>
        </p:txBody>
      </p:sp>
      <p:sp>
        <p:nvSpPr>
          <p:cNvPr id="11" name="Text Placeholder 12">
            <a:extLst>
              <a:ext uri="{FF2B5EF4-FFF2-40B4-BE49-F238E27FC236}">
                <a16:creationId xmlns:a16="http://schemas.microsoft.com/office/drawing/2014/main" id="{3C21ED02-4A33-6EFD-6724-30A8642C13A3}"/>
              </a:ext>
            </a:extLst>
          </p:cNvPr>
          <p:cNvSpPr>
            <a:spLocks noGrp="1"/>
          </p:cNvSpPr>
          <p:nvPr>
            <p:ph type="body" sz="quarter" idx="99" hasCustomPrompt="1"/>
          </p:nvPr>
        </p:nvSpPr>
        <p:spPr>
          <a:xfrm>
            <a:off x="539750" y="6311900"/>
            <a:ext cx="2619375" cy="269875"/>
          </a:xfrm>
        </p:spPr>
        <p:txBody>
          <a:bodyPr anchor="b">
            <a:noAutofit/>
          </a:bodyPr>
          <a:lstStyle>
            <a:lvl1pPr>
              <a:defRPr sz="1000" b="0"/>
            </a:lvl1pPr>
            <a:lvl2pP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Single presenter</a:t>
            </a:r>
          </a:p>
        </p:txBody>
      </p:sp>
      <p:sp>
        <p:nvSpPr>
          <p:cNvPr id="12" name="Text Placeholder 15">
            <a:extLst>
              <a:ext uri="{FF2B5EF4-FFF2-40B4-BE49-F238E27FC236}">
                <a16:creationId xmlns:a16="http://schemas.microsoft.com/office/drawing/2014/main" id="{DDFCCCE6-1080-7167-2C83-D3BE43A6E107}"/>
              </a:ext>
            </a:extLst>
          </p:cNvPr>
          <p:cNvSpPr>
            <a:spLocks noGrp="1"/>
          </p:cNvSpPr>
          <p:nvPr>
            <p:ph type="body" sz="quarter" idx="100" hasCustomPrompt="1"/>
          </p:nvPr>
        </p:nvSpPr>
        <p:spPr>
          <a:xfrm>
            <a:off x="546099" y="3014450"/>
            <a:ext cx="2615184" cy="281478"/>
          </a:xfrm>
        </p:spPr>
        <p:txBody>
          <a:bodyPr>
            <a:noAutofit/>
          </a:bodyPr>
          <a:lstStyle>
            <a:lvl1pPr>
              <a:defRPr sz="1000"/>
            </a:lvl1pPr>
            <a:lvl2pPr marL="285750" indent="-285750">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1</a:t>
            </a:r>
          </a:p>
        </p:txBody>
      </p:sp>
      <p:sp>
        <p:nvSpPr>
          <p:cNvPr id="13" name="Text Placeholder 17">
            <a:extLst>
              <a:ext uri="{FF2B5EF4-FFF2-40B4-BE49-F238E27FC236}">
                <a16:creationId xmlns:a16="http://schemas.microsoft.com/office/drawing/2014/main" id="{4E920023-5558-3759-D0F7-D4E02260898A}"/>
              </a:ext>
            </a:extLst>
          </p:cNvPr>
          <p:cNvSpPr>
            <a:spLocks noGrp="1"/>
          </p:cNvSpPr>
          <p:nvPr>
            <p:ph type="body" sz="quarter" idx="101" hasCustomPrompt="1"/>
          </p:nvPr>
        </p:nvSpPr>
        <p:spPr>
          <a:xfrm>
            <a:off x="3386138" y="3009900"/>
            <a:ext cx="2615184" cy="286028"/>
          </a:xfrm>
        </p:spPr>
        <p:txBody>
          <a:bodyPr>
            <a:noAutofit/>
          </a:bodyPr>
          <a:lstStyle>
            <a:lvl1pPr>
              <a:defRPr sz="1000"/>
            </a:lvl1pPr>
            <a:lvl2pPr marL="284163" indent="-284163">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2</a:t>
            </a:r>
          </a:p>
        </p:txBody>
      </p:sp>
      <p:sp>
        <p:nvSpPr>
          <p:cNvPr id="14" name="Text Placeholder 19">
            <a:extLst>
              <a:ext uri="{FF2B5EF4-FFF2-40B4-BE49-F238E27FC236}">
                <a16:creationId xmlns:a16="http://schemas.microsoft.com/office/drawing/2014/main" id="{6463DDA5-4241-B62D-0CE3-D5CF7DDC78DE}"/>
              </a:ext>
            </a:extLst>
          </p:cNvPr>
          <p:cNvSpPr>
            <a:spLocks noGrp="1"/>
          </p:cNvSpPr>
          <p:nvPr>
            <p:ph type="body" sz="quarter" idx="102" hasCustomPrompt="1"/>
          </p:nvPr>
        </p:nvSpPr>
        <p:spPr>
          <a:xfrm>
            <a:off x="6194425" y="3009900"/>
            <a:ext cx="2615184" cy="286028"/>
          </a:xfrm>
        </p:spPr>
        <p:txBody>
          <a:bodyPr>
            <a:normAutofit/>
          </a:bodyPr>
          <a:lstStyle>
            <a:lvl1pPr>
              <a:defRPr sz="1000"/>
            </a:lvl1pPr>
            <a:lvl2pPr marL="284163" indent="-284163">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3</a:t>
            </a:r>
          </a:p>
        </p:txBody>
      </p:sp>
    </p:spTree>
    <p:extLst>
      <p:ext uri="{BB962C8B-B14F-4D97-AF65-F5344CB8AC3E}">
        <p14:creationId xmlns:p14="http://schemas.microsoft.com/office/powerpoint/2010/main" val="3625451189"/>
      </p:ext>
    </p:extLst>
  </p:cSld>
  <p:clrMapOvr>
    <a:overrideClrMapping bg1="dk1" tx1="lt1" bg2="dk2" tx2="lt2" accent1="accent1" accent2="accent2" accent3="accent3" accent4="accent4" accent5="accent5" accent6="accent6" hlink="hlink" folHlink="folHlink"/>
  </p:clrMapOvr>
</p:sldLayout>
</file>

<file path=ppt/slideLayouts/slideLayout264.xml><?xml version="1.0" encoding="utf-8"?>
<p:sldLayout xmlns:a="http://schemas.openxmlformats.org/drawingml/2006/main" xmlns:r="http://schemas.openxmlformats.org/officeDocument/2006/relationships" xmlns:p="http://schemas.openxmlformats.org/presentationml/2006/main" preserve="1" userDrawn="1">
  <p:cSld name="Cover 5 - Light Photo">
    <p:bg>
      <p:bgPr>
        <a:solidFill>
          <a:schemeClr val="tx1"/>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E6E69FF6-3FAE-6184-8074-A3CDDC7C9ABD}"/>
              </a:ext>
            </a:extLst>
          </p:cNvPr>
          <p:cNvSpPr/>
          <p:nvPr userDrawn="1"/>
        </p:nvSpPr>
        <p:spPr>
          <a:xfrm>
            <a:off x="0" y="0"/>
            <a:ext cx="12188952" cy="685800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Picture Placeholder 9">
            <a:extLst>
              <a:ext uri="{FF2B5EF4-FFF2-40B4-BE49-F238E27FC236}">
                <a16:creationId xmlns:a16="http://schemas.microsoft.com/office/drawing/2014/main" id="{5C77B404-B686-66A0-1A20-E42FD89A9DE9}"/>
              </a:ext>
            </a:extLst>
          </p:cNvPr>
          <p:cNvSpPr>
            <a:spLocks noGrp="1"/>
          </p:cNvSpPr>
          <p:nvPr>
            <p:ph type="pic" sz="quarter" idx="13"/>
          </p:nvPr>
        </p:nvSpPr>
        <p:spPr>
          <a:xfrm>
            <a:off x="0" y="0"/>
            <a:ext cx="12192000" cy="6857999"/>
          </a:xfrm>
          <a:custGeom>
            <a:avLst/>
            <a:gdLst>
              <a:gd name="connsiteX0" fmla="*/ 2041649 w 12192000"/>
              <a:gd name="connsiteY0" fmla="*/ 647043 h 6857999"/>
              <a:gd name="connsiteX1" fmla="*/ 2097141 w 12192000"/>
              <a:gd name="connsiteY1" fmla="*/ 647043 h 6857999"/>
              <a:gd name="connsiteX2" fmla="*/ 2185808 w 12192000"/>
              <a:gd name="connsiteY2" fmla="*/ 735711 h 6857999"/>
              <a:gd name="connsiteX3" fmla="*/ 2185808 w 12192000"/>
              <a:gd name="connsiteY3" fmla="*/ 791202 h 6857999"/>
              <a:gd name="connsiteX4" fmla="*/ 2097141 w 12192000"/>
              <a:gd name="connsiteY4" fmla="*/ 879871 h 6857999"/>
              <a:gd name="connsiteX5" fmla="*/ 2041649 w 12192000"/>
              <a:gd name="connsiteY5" fmla="*/ 879871 h 6857999"/>
              <a:gd name="connsiteX6" fmla="*/ 1685779 w 12192000"/>
              <a:gd name="connsiteY6" fmla="*/ 638600 h 6857999"/>
              <a:gd name="connsiteX7" fmla="*/ 1768415 w 12192000"/>
              <a:gd name="connsiteY7" fmla="*/ 715201 h 6857999"/>
              <a:gd name="connsiteX8" fmla="*/ 1768415 w 12192000"/>
              <a:gd name="connsiteY8" fmla="*/ 811711 h 6857999"/>
              <a:gd name="connsiteX9" fmla="*/ 1685779 w 12192000"/>
              <a:gd name="connsiteY9" fmla="*/ 888315 h 6857999"/>
              <a:gd name="connsiteX10" fmla="*/ 1603145 w 12192000"/>
              <a:gd name="connsiteY10" fmla="*/ 811711 h 6857999"/>
              <a:gd name="connsiteX11" fmla="*/ 1603145 w 12192000"/>
              <a:gd name="connsiteY11" fmla="*/ 715201 h 6857999"/>
              <a:gd name="connsiteX12" fmla="*/ 1685779 w 12192000"/>
              <a:gd name="connsiteY12" fmla="*/ 638600 h 6857999"/>
              <a:gd name="connsiteX13" fmla="*/ 1248481 w 12192000"/>
              <a:gd name="connsiteY13" fmla="*/ 638600 h 6857999"/>
              <a:gd name="connsiteX14" fmla="*/ 1331117 w 12192000"/>
              <a:gd name="connsiteY14" fmla="*/ 715201 h 6857999"/>
              <a:gd name="connsiteX15" fmla="*/ 1331117 w 12192000"/>
              <a:gd name="connsiteY15" fmla="*/ 811711 h 6857999"/>
              <a:gd name="connsiteX16" fmla="*/ 1248481 w 12192000"/>
              <a:gd name="connsiteY16" fmla="*/ 888315 h 6857999"/>
              <a:gd name="connsiteX17" fmla="*/ 1165846 w 12192000"/>
              <a:gd name="connsiteY17" fmla="*/ 811711 h 6857999"/>
              <a:gd name="connsiteX18" fmla="*/ 1165846 w 12192000"/>
              <a:gd name="connsiteY18" fmla="*/ 715201 h 6857999"/>
              <a:gd name="connsiteX19" fmla="*/ 1248481 w 12192000"/>
              <a:gd name="connsiteY19" fmla="*/ 638600 h 6857999"/>
              <a:gd name="connsiteX20" fmla="*/ 1927044 w 12192000"/>
              <a:gd name="connsiteY20" fmla="*/ 552346 h 6857999"/>
              <a:gd name="connsiteX21" fmla="*/ 1927044 w 12192000"/>
              <a:gd name="connsiteY21" fmla="*/ 974570 h 6857999"/>
              <a:gd name="connsiteX22" fmla="*/ 2097141 w 12192000"/>
              <a:gd name="connsiteY22" fmla="*/ 974570 h 6857999"/>
              <a:gd name="connsiteX23" fmla="*/ 2301618 w 12192000"/>
              <a:gd name="connsiteY23" fmla="*/ 789394 h 6857999"/>
              <a:gd name="connsiteX24" fmla="*/ 2301618 w 12192000"/>
              <a:gd name="connsiteY24" fmla="*/ 737520 h 6857999"/>
              <a:gd name="connsiteX25" fmla="*/ 2097141 w 12192000"/>
              <a:gd name="connsiteY25" fmla="*/ 552346 h 6857999"/>
              <a:gd name="connsiteX26" fmla="*/ 2266624 w 12192000"/>
              <a:gd name="connsiteY26" fmla="*/ 552345 h 6857999"/>
              <a:gd name="connsiteX27" fmla="*/ 2420435 w 12192000"/>
              <a:gd name="connsiteY27" fmla="*/ 788790 h 6857999"/>
              <a:gd name="connsiteX28" fmla="*/ 2420435 w 12192000"/>
              <a:gd name="connsiteY28" fmla="*/ 974569 h 6857999"/>
              <a:gd name="connsiteX29" fmla="*/ 2529007 w 12192000"/>
              <a:gd name="connsiteY29" fmla="*/ 974569 h 6857999"/>
              <a:gd name="connsiteX30" fmla="*/ 2529007 w 12192000"/>
              <a:gd name="connsiteY30" fmla="*/ 788790 h 6857999"/>
              <a:gd name="connsiteX31" fmla="*/ 2682817 w 12192000"/>
              <a:gd name="connsiteY31" fmla="*/ 552345 h 6857999"/>
              <a:gd name="connsiteX32" fmla="*/ 2558564 w 12192000"/>
              <a:gd name="connsiteY32" fmla="*/ 552345 h 6857999"/>
              <a:gd name="connsiteX33" fmla="*/ 2477738 w 12192000"/>
              <a:gd name="connsiteY33" fmla="*/ 685042 h 6857999"/>
              <a:gd name="connsiteX34" fmla="*/ 2396307 w 12192000"/>
              <a:gd name="connsiteY34" fmla="*/ 552345 h 6857999"/>
              <a:gd name="connsiteX35" fmla="*/ 2694276 w 12192000"/>
              <a:gd name="connsiteY35" fmla="*/ 552345 h 6857999"/>
              <a:gd name="connsiteX36" fmla="*/ 2694276 w 12192000"/>
              <a:gd name="connsiteY36" fmla="*/ 666947 h 6857999"/>
              <a:gd name="connsiteX37" fmla="*/ 2743134 w 12192000"/>
              <a:gd name="connsiteY37" fmla="*/ 666947 h 6857999"/>
              <a:gd name="connsiteX38" fmla="*/ 2710563 w 12192000"/>
              <a:gd name="connsiteY38" fmla="*/ 756821 h 6857999"/>
              <a:gd name="connsiteX39" fmla="*/ 2735293 w 12192000"/>
              <a:gd name="connsiteY39" fmla="*/ 756821 h 6857999"/>
              <a:gd name="connsiteX40" fmla="*/ 2808881 w 12192000"/>
              <a:gd name="connsiteY40" fmla="*/ 657901 h 6857999"/>
              <a:gd name="connsiteX41" fmla="*/ 2808881 w 12192000"/>
              <a:gd name="connsiteY41" fmla="*/ 552345 h 6857999"/>
              <a:gd name="connsiteX42" fmla="*/ 539750 w 12192000"/>
              <a:gd name="connsiteY42" fmla="*/ 552345 h 6857999"/>
              <a:gd name="connsiteX43" fmla="*/ 539750 w 12192000"/>
              <a:gd name="connsiteY43" fmla="*/ 974568 h 6857999"/>
              <a:gd name="connsiteX44" fmla="*/ 645307 w 12192000"/>
              <a:gd name="connsiteY44" fmla="*/ 974568 h 6857999"/>
              <a:gd name="connsiteX45" fmla="*/ 645307 w 12192000"/>
              <a:gd name="connsiteY45" fmla="*/ 700726 h 6857999"/>
              <a:gd name="connsiteX46" fmla="*/ 660385 w 12192000"/>
              <a:gd name="connsiteY46" fmla="*/ 763457 h 6857999"/>
              <a:gd name="connsiteX47" fmla="*/ 716483 w 12192000"/>
              <a:gd name="connsiteY47" fmla="*/ 974568 h 6857999"/>
              <a:gd name="connsiteX48" fmla="*/ 827466 w 12192000"/>
              <a:gd name="connsiteY48" fmla="*/ 974568 h 6857999"/>
              <a:gd name="connsiteX49" fmla="*/ 883562 w 12192000"/>
              <a:gd name="connsiteY49" fmla="*/ 763457 h 6857999"/>
              <a:gd name="connsiteX50" fmla="*/ 898643 w 12192000"/>
              <a:gd name="connsiteY50" fmla="*/ 700726 h 6857999"/>
              <a:gd name="connsiteX51" fmla="*/ 898643 w 12192000"/>
              <a:gd name="connsiteY51" fmla="*/ 974568 h 6857999"/>
              <a:gd name="connsiteX52" fmla="*/ 1006610 w 12192000"/>
              <a:gd name="connsiteY52" fmla="*/ 974568 h 6857999"/>
              <a:gd name="connsiteX53" fmla="*/ 1006610 w 12192000"/>
              <a:gd name="connsiteY53" fmla="*/ 552345 h 6857999"/>
              <a:gd name="connsiteX54" fmla="*/ 838323 w 12192000"/>
              <a:gd name="connsiteY54" fmla="*/ 552345 h 6857999"/>
              <a:gd name="connsiteX55" fmla="*/ 785847 w 12192000"/>
              <a:gd name="connsiteY55" fmla="*/ 769489 h 6857999"/>
              <a:gd name="connsiteX56" fmla="*/ 773181 w 12192000"/>
              <a:gd name="connsiteY56" fmla="*/ 829806 h 6857999"/>
              <a:gd name="connsiteX57" fmla="*/ 760513 w 12192000"/>
              <a:gd name="connsiteY57" fmla="*/ 769489 h 6857999"/>
              <a:gd name="connsiteX58" fmla="*/ 708037 w 12192000"/>
              <a:gd name="connsiteY58" fmla="*/ 552345 h 6857999"/>
              <a:gd name="connsiteX59" fmla="*/ 1685779 w 12192000"/>
              <a:gd name="connsiteY59" fmla="*/ 545106 h 6857999"/>
              <a:gd name="connsiteX60" fmla="*/ 1487334 w 12192000"/>
              <a:gd name="connsiteY60" fmla="*/ 725456 h 6857999"/>
              <a:gd name="connsiteX61" fmla="*/ 1487334 w 12192000"/>
              <a:gd name="connsiteY61" fmla="*/ 801457 h 6857999"/>
              <a:gd name="connsiteX62" fmla="*/ 1685779 w 12192000"/>
              <a:gd name="connsiteY62" fmla="*/ 981806 h 6857999"/>
              <a:gd name="connsiteX63" fmla="*/ 1884225 w 12192000"/>
              <a:gd name="connsiteY63" fmla="*/ 801457 h 6857999"/>
              <a:gd name="connsiteX64" fmla="*/ 1884225 w 12192000"/>
              <a:gd name="connsiteY64" fmla="*/ 725456 h 6857999"/>
              <a:gd name="connsiteX65" fmla="*/ 1685779 w 12192000"/>
              <a:gd name="connsiteY65" fmla="*/ 545106 h 6857999"/>
              <a:gd name="connsiteX66" fmla="*/ 1248481 w 12192000"/>
              <a:gd name="connsiteY66" fmla="*/ 545106 h 6857999"/>
              <a:gd name="connsiteX67" fmla="*/ 1050036 w 12192000"/>
              <a:gd name="connsiteY67" fmla="*/ 725456 h 6857999"/>
              <a:gd name="connsiteX68" fmla="*/ 1050036 w 12192000"/>
              <a:gd name="connsiteY68" fmla="*/ 801457 h 6857999"/>
              <a:gd name="connsiteX69" fmla="*/ 1248481 w 12192000"/>
              <a:gd name="connsiteY69" fmla="*/ 981806 h 6857999"/>
              <a:gd name="connsiteX70" fmla="*/ 1446927 w 12192000"/>
              <a:gd name="connsiteY70" fmla="*/ 801457 h 6857999"/>
              <a:gd name="connsiteX71" fmla="*/ 1446927 w 12192000"/>
              <a:gd name="connsiteY71" fmla="*/ 725456 h 6857999"/>
              <a:gd name="connsiteX72" fmla="*/ 1248481 w 12192000"/>
              <a:gd name="connsiteY72" fmla="*/ 545106 h 6857999"/>
              <a:gd name="connsiteX73" fmla="*/ 3000079 w 12192000"/>
              <a:gd name="connsiteY73" fmla="*/ 545106 h 6857999"/>
              <a:gd name="connsiteX74" fmla="*/ 2828172 w 12192000"/>
              <a:gd name="connsiteY74" fmla="*/ 682630 h 6857999"/>
              <a:gd name="connsiteX75" fmla="*/ 2942175 w 12192000"/>
              <a:gd name="connsiteY75" fmla="*/ 806281 h 6857999"/>
              <a:gd name="connsiteX76" fmla="*/ 3018174 w 12192000"/>
              <a:gd name="connsiteY76" fmla="*/ 817743 h 6857999"/>
              <a:gd name="connsiteX77" fmla="*/ 3061604 w 12192000"/>
              <a:gd name="connsiteY77" fmla="*/ 852728 h 6857999"/>
              <a:gd name="connsiteX78" fmla="*/ 3000079 w 12192000"/>
              <a:gd name="connsiteY78" fmla="*/ 887712 h 6857999"/>
              <a:gd name="connsiteX79" fmla="*/ 2937348 w 12192000"/>
              <a:gd name="connsiteY79" fmla="*/ 845489 h 6857999"/>
              <a:gd name="connsiteX80" fmla="*/ 2937348 w 12192000"/>
              <a:gd name="connsiteY80" fmla="*/ 829203 h 6857999"/>
              <a:gd name="connsiteX81" fmla="*/ 2825761 w 12192000"/>
              <a:gd name="connsiteY81" fmla="*/ 829203 h 6857999"/>
              <a:gd name="connsiteX82" fmla="*/ 2825761 w 12192000"/>
              <a:gd name="connsiteY82" fmla="*/ 847901 h 6857999"/>
              <a:gd name="connsiteX83" fmla="*/ 3000079 w 12192000"/>
              <a:gd name="connsiteY83" fmla="*/ 981808 h 6857999"/>
              <a:gd name="connsiteX84" fmla="*/ 3172012 w 12192000"/>
              <a:gd name="connsiteY84" fmla="*/ 874148 h 6857999"/>
              <a:gd name="connsiteX85" fmla="*/ 3175000 w 12192000"/>
              <a:gd name="connsiteY85" fmla="*/ 843076 h 6857999"/>
              <a:gd name="connsiteX86" fmla="*/ 3172125 w 12192000"/>
              <a:gd name="connsiteY86" fmla="*/ 811710 h 6857999"/>
              <a:gd name="connsiteX87" fmla="*/ 3057985 w 12192000"/>
              <a:gd name="connsiteY87" fmla="*/ 718220 h 6857999"/>
              <a:gd name="connsiteX88" fmla="*/ 2982586 w 12192000"/>
              <a:gd name="connsiteY88" fmla="*/ 706758 h 6857999"/>
              <a:gd name="connsiteX89" fmla="*/ 2941572 w 12192000"/>
              <a:gd name="connsiteY89" fmla="*/ 672981 h 6857999"/>
              <a:gd name="connsiteX90" fmla="*/ 3000079 w 12192000"/>
              <a:gd name="connsiteY90" fmla="*/ 639203 h 6857999"/>
              <a:gd name="connsiteX91" fmla="*/ 3058587 w 12192000"/>
              <a:gd name="connsiteY91" fmla="*/ 680219 h 6857999"/>
              <a:gd name="connsiteX92" fmla="*/ 3058587 w 12192000"/>
              <a:gd name="connsiteY92" fmla="*/ 694092 h 6857999"/>
              <a:gd name="connsiteX93" fmla="*/ 3170176 w 12192000"/>
              <a:gd name="connsiteY93" fmla="*/ 694092 h 6857999"/>
              <a:gd name="connsiteX94" fmla="*/ 3170176 w 12192000"/>
              <a:gd name="connsiteY94" fmla="*/ 677806 h 6857999"/>
              <a:gd name="connsiteX95" fmla="*/ 3000079 w 12192000"/>
              <a:gd name="connsiteY95" fmla="*/ 545106 h 6857999"/>
              <a:gd name="connsiteX96" fmla="*/ 0 w 12192000"/>
              <a:gd name="connsiteY96" fmla="*/ 0 h 6857999"/>
              <a:gd name="connsiteX97" fmla="*/ 12192000 w 12192000"/>
              <a:gd name="connsiteY97" fmla="*/ 0 h 6857999"/>
              <a:gd name="connsiteX98" fmla="*/ 12192000 w 12192000"/>
              <a:gd name="connsiteY98" fmla="*/ 6857999 h 6857999"/>
              <a:gd name="connsiteX99" fmla="*/ 0 w 12192000"/>
              <a:gd name="connsiteY99" fmla="*/ 6857999 h 68579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Lst>
            <a:rect l="l" t="t" r="r" b="b"/>
            <a:pathLst>
              <a:path w="12192000" h="6857999">
                <a:moveTo>
                  <a:pt x="2041649" y="647043"/>
                </a:moveTo>
                <a:lnTo>
                  <a:pt x="2097141" y="647043"/>
                </a:lnTo>
                <a:cubicBezTo>
                  <a:pt x="2156253" y="647043"/>
                  <a:pt x="2185808" y="676600"/>
                  <a:pt x="2185808" y="735711"/>
                </a:cubicBezTo>
                <a:lnTo>
                  <a:pt x="2185808" y="791202"/>
                </a:lnTo>
                <a:cubicBezTo>
                  <a:pt x="2185808" y="849711"/>
                  <a:pt x="2156253" y="879871"/>
                  <a:pt x="2097141" y="879871"/>
                </a:cubicBezTo>
                <a:lnTo>
                  <a:pt x="2041649" y="879871"/>
                </a:lnTo>
                <a:close/>
                <a:moveTo>
                  <a:pt x="1685779" y="638600"/>
                </a:moveTo>
                <a:cubicBezTo>
                  <a:pt x="1737050" y="638600"/>
                  <a:pt x="1768415" y="667552"/>
                  <a:pt x="1768415" y="715201"/>
                </a:cubicBezTo>
                <a:lnTo>
                  <a:pt x="1768415" y="811711"/>
                </a:lnTo>
                <a:cubicBezTo>
                  <a:pt x="1768415" y="858758"/>
                  <a:pt x="1737048" y="888315"/>
                  <a:pt x="1685779" y="888315"/>
                </a:cubicBezTo>
                <a:cubicBezTo>
                  <a:pt x="1634510" y="888315"/>
                  <a:pt x="1603145" y="858758"/>
                  <a:pt x="1603145" y="811711"/>
                </a:cubicBezTo>
                <a:lnTo>
                  <a:pt x="1603145" y="715201"/>
                </a:lnTo>
                <a:cubicBezTo>
                  <a:pt x="1603145" y="667552"/>
                  <a:pt x="1634510" y="638600"/>
                  <a:pt x="1685779" y="638600"/>
                </a:cubicBezTo>
                <a:close/>
                <a:moveTo>
                  <a:pt x="1248481" y="638600"/>
                </a:moveTo>
                <a:cubicBezTo>
                  <a:pt x="1299752" y="638600"/>
                  <a:pt x="1331117" y="667552"/>
                  <a:pt x="1331117" y="715201"/>
                </a:cubicBezTo>
                <a:lnTo>
                  <a:pt x="1331117" y="811711"/>
                </a:lnTo>
                <a:cubicBezTo>
                  <a:pt x="1331117" y="858758"/>
                  <a:pt x="1299749" y="888315"/>
                  <a:pt x="1248481" y="888315"/>
                </a:cubicBezTo>
                <a:cubicBezTo>
                  <a:pt x="1197212" y="888315"/>
                  <a:pt x="1165846" y="858758"/>
                  <a:pt x="1165846" y="811711"/>
                </a:cubicBezTo>
                <a:lnTo>
                  <a:pt x="1165846" y="715201"/>
                </a:lnTo>
                <a:cubicBezTo>
                  <a:pt x="1165846" y="667552"/>
                  <a:pt x="1197212" y="638600"/>
                  <a:pt x="1248481" y="638600"/>
                </a:cubicBezTo>
                <a:close/>
                <a:moveTo>
                  <a:pt x="1927044" y="552346"/>
                </a:moveTo>
                <a:lnTo>
                  <a:pt x="1927044" y="974570"/>
                </a:lnTo>
                <a:lnTo>
                  <a:pt x="2097141" y="974570"/>
                </a:lnTo>
                <a:cubicBezTo>
                  <a:pt x="2226825" y="974570"/>
                  <a:pt x="2301618" y="906409"/>
                  <a:pt x="2301618" y="789394"/>
                </a:cubicBezTo>
                <a:lnTo>
                  <a:pt x="2301618" y="737520"/>
                </a:lnTo>
                <a:cubicBezTo>
                  <a:pt x="2301618" y="620504"/>
                  <a:pt x="2226825" y="552346"/>
                  <a:pt x="2097141" y="552346"/>
                </a:cubicBezTo>
                <a:close/>
                <a:moveTo>
                  <a:pt x="2266624" y="552345"/>
                </a:moveTo>
                <a:lnTo>
                  <a:pt x="2420435" y="788790"/>
                </a:lnTo>
                <a:lnTo>
                  <a:pt x="2420435" y="974569"/>
                </a:lnTo>
                <a:lnTo>
                  <a:pt x="2529007" y="974569"/>
                </a:lnTo>
                <a:lnTo>
                  <a:pt x="2529007" y="788790"/>
                </a:lnTo>
                <a:lnTo>
                  <a:pt x="2682817" y="552345"/>
                </a:lnTo>
                <a:lnTo>
                  <a:pt x="2558564" y="552345"/>
                </a:lnTo>
                <a:lnTo>
                  <a:pt x="2477738" y="685042"/>
                </a:lnTo>
                <a:lnTo>
                  <a:pt x="2396307" y="552345"/>
                </a:lnTo>
                <a:close/>
                <a:moveTo>
                  <a:pt x="2694276" y="552345"/>
                </a:moveTo>
                <a:lnTo>
                  <a:pt x="2694276" y="666947"/>
                </a:lnTo>
                <a:lnTo>
                  <a:pt x="2743134" y="666947"/>
                </a:lnTo>
                <a:lnTo>
                  <a:pt x="2710563" y="756821"/>
                </a:lnTo>
                <a:lnTo>
                  <a:pt x="2735293" y="756821"/>
                </a:lnTo>
                <a:lnTo>
                  <a:pt x="2808881" y="657901"/>
                </a:lnTo>
                <a:lnTo>
                  <a:pt x="2808881" y="552345"/>
                </a:lnTo>
                <a:close/>
                <a:moveTo>
                  <a:pt x="539750" y="552345"/>
                </a:moveTo>
                <a:lnTo>
                  <a:pt x="539750" y="974568"/>
                </a:lnTo>
                <a:lnTo>
                  <a:pt x="645307" y="974568"/>
                </a:lnTo>
                <a:lnTo>
                  <a:pt x="645307" y="700726"/>
                </a:lnTo>
                <a:lnTo>
                  <a:pt x="660385" y="763457"/>
                </a:lnTo>
                <a:lnTo>
                  <a:pt x="716483" y="974568"/>
                </a:lnTo>
                <a:lnTo>
                  <a:pt x="827466" y="974568"/>
                </a:lnTo>
                <a:lnTo>
                  <a:pt x="883562" y="763457"/>
                </a:lnTo>
                <a:lnTo>
                  <a:pt x="898643" y="700726"/>
                </a:lnTo>
                <a:lnTo>
                  <a:pt x="898643" y="974568"/>
                </a:lnTo>
                <a:lnTo>
                  <a:pt x="1006610" y="974568"/>
                </a:lnTo>
                <a:lnTo>
                  <a:pt x="1006610" y="552345"/>
                </a:lnTo>
                <a:lnTo>
                  <a:pt x="838323" y="552345"/>
                </a:lnTo>
                <a:lnTo>
                  <a:pt x="785847" y="769489"/>
                </a:lnTo>
                <a:lnTo>
                  <a:pt x="773181" y="829806"/>
                </a:lnTo>
                <a:lnTo>
                  <a:pt x="760513" y="769489"/>
                </a:lnTo>
                <a:lnTo>
                  <a:pt x="708037" y="552345"/>
                </a:lnTo>
                <a:close/>
                <a:moveTo>
                  <a:pt x="1685779" y="545106"/>
                </a:moveTo>
                <a:cubicBezTo>
                  <a:pt x="1561525" y="545106"/>
                  <a:pt x="1487334" y="612662"/>
                  <a:pt x="1487334" y="725456"/>
                </a:cubicBezTo>
                <a:lnTo>
                  <a:pt x="1487334" y="801457"/>
                </a:lnTo>
                <a:cubicBezTo>
                  <a:pt x="1487334" y="914854"/>
                  <a:pt x="1560922" y="981806"/>
                  <a:pt x="1685779" y="981806"/>
                </a:cubicBezTo>
                <a:cubicBezTo>
                  <a:pt x="1810035" y="981806"/>
                  <a:pt x="1884225" y="914251"/>
                  <a:pt x="1884225" y="801457"/>
                </a:cubicBezTo>
                <a:lnTo>
                  <a:pt x="1884225" y="725456"/>
                </a:lnTo>
                <a:cubicBezTo>
                  <a:pt x="1884225" y="612059"/>
                  <a:pt x="1810637" y="545106"/>
                  <a:pt x="1685779" y="545106"/>
                </a:cubicBezTo>
                <a:close/>
                <a:moveTo>
                  <a:pt x="1248481" y="545106"/>
                </a:moveTo>
                <a:cubicBezTo>
                  <a:pt x="1124227" y="545106"/>
                  <a:pt x="1050036" y="612662"/>
                  <a:pt x="1050036" y="725456"/>
                </a:cubicBezTo>
                <a:lnTo>
                  <a:pt x="1050036" y="801457"/>
                </a:lnTo>
                <a:cubicBezTo>
                  <a:pt x="1050036" y="914854"/>
                  <a:pt x="1123624" y="981806"/>
                  <a:pt x="1248481" y="981806"/>
                </a:cubicBezTo>
                <a:cubicBezTo>
                  <a:pt x="1372737" y="981806"/>
                  <a:pt x="1446927" y="914251"/>
                  <a:pt x="1446927" y="801457"/>
                </a:cubicBezTo>
                <a:lnTo>
                  <a:pt x="1446927" y="725456"/>
                </a:lnTo>
                <a:cubicBezTo>
                  <a:pt x="1446927" y="612059"/>
                  <a:pt x="1373339" y="545106"/>
                  <a:pt x="1248481" y="545106"/>
                </a:cubicBezTo>
                <a:close/>
                <a:moveTo>
                  <a:pt x="3000079" y="545106"/>
                </a:moveTo>
                <a:cubicBezTo>
                  <a:pt x="2891506" y="545106"/>
                  <a:pt x="2828172" y="595774"/>
                  <a:pt x="2828172" y="682630"/>
                </a:cubicBezTo>
                <a:cubicBezTo>
                  <a:pt x="2828172" y="773710"/>
                  <a:pt x="2892714" y="799045"/>
                  <a:pt x="2942175" y="806281"/>
                </a:cubicBezTo>
                <a:lnTo>
                  <a:pt x="3018174" y="817743"/>
                </a:lnTo>
                <a:cubicBezTo>
                  <a:pt x="3044112" y="821362"/>
                  <a:pt x="3061604" y="826790"/>
                  <a:pt x="3061604" y="852728"/>
                </a:cubicBezTo>
                <a:cubicBezTo>
                  <a:pt x="3061604" y="875647"/>
                  <a:pt x="3040492" y="887712"/>
                  <a:pt x="3000079" y="887712"/>
                </a:cubicBezTo>
                <a:cubicBezTo>
                  <a:pt x="2956048" y="887712"/>
                  <a:pt x="2937348" y="875044"/>
                  <a:pt x="2937348" y="845489"/>
                </a:cubicBezTo>
                <a:lnTo>
                  <a:pt x="2937348" y="829203"/>
                </a:lnTo>
                <a:lnTo>
                  <a:pt x="2825761" y="829203"/>
                </a:lnTo>
                <a:lnTo>
                  <a:pt x="2825761" y="847901"/>
                </a:lnTo>
                <a:cubicBezTo>
                  <a:pt x="2825761" y="931743"/>
                  <a:pt x="2890301" y="981808"/>
                  <a:pt x="3000079" y="981808"/>
                </a:cubicBezTo>
                <a:cubicBezTo>
                  <a:pt x="3096664" y="981808"/>
                  <a:pt x="3158149" y="942554"/>
                  <a:pt x="3172012" y="874148"/>
                </a:cubicBezTo>
                <a:lnTo>
                  <a:pt x="3175000" y="843076"/>
                </a:lnTo>
                <a:lnTo>
                  <a:pt x="3172125" y="811710"/>
                </a:lnTo>
                <a:cubicBezTo>
                  <a:pt x="3159054" y="745334"/>
                  <a:pt x="3103902" y="725081"/>
                  <a:pt x="3057985" y="718220"/>
                </a:cubicBezTo>
                <a:lnTo>
                  <a:pt x="2982586" y="706758"/>
                </a:lnTo>
                <a:cubicBezTo>
                  <a:pt x="2958461" y="703139"/>
                  <a:pt x="2941572" y="697711"/>
                  <a:pt x="2941572" y="672981"/>
                </a:cubicBezTo>
                <a:cubicBezTo>
                  <a:pt x="2941572" y="650662"/>
                  <a:pt x="2961475" y="639203"/>
                  <a:pt x="3000079" y="639203"/>
                </a:cubicBezTo>
                <a:cubicBezTo>
                  <a:pt x="3041095" y="639203"/>
                  <a:pt x="3058587" y="651265"/>
                  <a:pt x="3058587" y="680219"/>
                </a:cubicBezTo>
                <a:lnTo>
                  <a:pt x="3058587" y="694092"/>
                </a:lnTo>
                <a:lnTo>
                  <a:pt x="3170176" y="694092"/>
                </a:lnTo>
                <a:lnTo>
                  <a:pt x="3170176" y="677806"/>
                </a:lnTo>
                <a:cubicBezTo>
                  <a:pt x="3170176" y="594567"/>
                  <a:pt x="3106842" y="545106"/>
                  <a:pt x="3000079" y="545106"/>
                </a:cubicBezTo>
                <a:close/>
                <a:moveTo>
                  <a:pt x="0" y="0"/>
                </a:moveTo>
                <a:lnTo>
                  <a:pt x="12192000" y="0"/>
                </a:lnTo>
                <a:lnTo>
                  <a:pt x="12192000" y="6857999"/>
                </a:lnTo>
                <a:lnTo>
                  <a:pt x="0" y="6857999"/>
                </a:lnTo>
                <a:close/>
              </a:path>
            </a:pathLst>
          </a:custGeom>
          <a:solidFill>
            <a:srgbClr val="F0F0F1"/>
          </a:solidFill>
        </p:spPr>
        <p:txBody>
          <a:bodyPr wrap="square" rIns="548640" anchor="ctr">
            <a:noAutofit/>
          </a:bodyPr>
          <a:lstStyle>
            <a:lvl1pPr algn="r">
              <a:defRPr>
                <a:solidFill>
                  <a:schemeClr val="bg1"/>
                </a:solidFill>
              </a:defRPr>
            </a:lvl1pPr>
          </a:lstStyle>
          <a:p>
            <a:r>
              <a:rPr lang="en-US"/>
              <a:t>Click icon to add picture</a:t>
            </a:r>
          </a:p>
        </p:txBody>
      </p:sp>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3552825"/>
            <a:ext cx="5441950" cy="2179638"/>
          </a:xfrm>
          <a:prstGeom prst="rect">
            <a:avLst/>
          </a:prstGeom>
        </p:spPr>
        <p:txBody>
          <a:bodyPr anchor="b"/>
          <a:lstStyle>
            <a:lvl1pPr>
              <a:defRPr>
                <a:solidFill>
                  <a:schemeClr val="bg1"/>
                </a:solidFill>
              </a:defRPr>
            </a:lvl1pPr>
          </a:lstStyle>
          <a:p>
            <a:r>
              <a:rPr lang="en-US"/>
              <a:t>Click to edit Master title style</a:t>
            </a:r>
          </a:p>
        </p:txBody>
      </p:sp>
      <p:sp>
        <p:nvSpPr>
          <p:cNvPr id="4" name="Text Placeholder 11">
            <a:extLst>
              <a:ext uri="{FF2B5EF4-FFF2-40B4-BE49-F238E27FC236}">
                <a16:creationId xmlns:a16="http://schemas.microsoft.com/office/drawing/2014/main" id="{6FA1FE30-4DE2-0D36-81F6-894372591DE3}"/>
              </a:ext>
            </a:extLst>
          </p:cNvPr>
          <p:cNvSpPr>
            <a:spLocks noGrp="1"/>
          </p:cNvSpPr>
          <p:nvPr>
            <p:ph type="body" sz="quarter" idx="11" hasCustomPrompt="1"/>
          </p:nvPr>
        </p:nvSpPr>
        <p:spPr>
          <a:xfrm>
            <a:off x="3367089" y="6311900"/>
            <a:ext cx="5445126" cy="269875"/>
          </a:xfrm>
        </p:spPr>
        <p:txBody>
          <a:bodyPr anchor="b">
            <a:normAutofit/>
          </a:bodyPr>
          <a:lstStyle>
            <a:lvl1pPr marL="0" algn="l" defTabSz="914400" rtl="0" eaLnBrk="1" latinLnBrk="0" hangingPunct="1">
              <a:defRPr lang="en-US" sz="1000" b="0" i="0" kern="1200" dirty="0" smtClean="0">
                <a:solidFill>
                  <a:schemeClr val="bg1"/>
                </a:solidFill>
                <a:latin typeface="+mn-lt"/>
                <a:ea typeface="GT America Regular" pitchFamily="2" charset="77"/>
                <a:cs typeface="GT America Regular" pitchFamily="2" charset="77"/>
              </a:defRPr>
            </a:lvl1pPr>
            <a:lvl2pPr>
              <a:defRPr sz="1000"/>
            </a:lvl2pPr>
            <a:lvl3pPr marL="0" indent="0">
              <a:buNone/>
              <a:defRPr sz="1000"/>
            </a:lvl3pPr>
            <a:lvl4pPr marL="0" indent="0">
              <a:defRPr sz="1000"/>
            </a:lvl4pPr>
            <a:lvl5pPr marL="0" indent="0">
              <a:buNone/>
              <a:defRPr sz="1000"/>
            </a:lvl5pPr>
            <a:lvl6pPr marL="0" indent="0">
              <a:defRPr sz="1000"/>
            </a:lvl6pPr>
            <a:lvl7pPr marL="0" indent="0">
              <a:buNone/>
              <a:defRPr sz="1000"/>
            </a:lvl7pPr>
            <a:lvl8pPr marL="0" indent="0">
              <a:defRPr sz="1000"/>
            </a:lvl8pPr>
            <a:lvl9pPr marL="0" indent="0">
              <a:buNone/>
              <a:defRPr sz="1000"/>
            </a:lvl9pPr>
          </a:lstStyle>
          <a:p>
            <a:pPr lvl="0"/>
            <a:r>
              <a:rPr lang="en-US"/>
              <a:t>Title Department</a:t>
            </a:r>
          </a:p>
        </p:txBody>
      </p:sp>
      <p:sp>
        <p:nvSpPr>
          <p:cNvPr id="3" name="Date Placeholder 3">
            <a:extLst>
              <a:ext uri="{FF2B5EF4-FFF2-40B4-BE49-F238E27FC236}">
                <a16:creationId xmlns:a16="http://schemas.microsoft.com/office/drawing/2014/main" id="{6DC47A95-CCFB-A6E7-23DB-287FFF642D6A}"/>
              </a:ext>
            </a:extLst>
          </p:cNvPr>
          <p:cNvSpPr>
            <a:spLocks noGrp="1"/>
          </p:cNvSpPr>
          <p:nvPr>
            <p:ph type="dt" sz="half" idx="2"/>
          </p:nvPr>
        </p:nvSpPr>
        <p:spPr>
          <a:xfrm>
            <a:off x="9013829" y="6311900"/>
            <a:ext cx="2619375" cy="269875"/>
          </a:xfrm>
          <a:prstGeom prst="rect">
            <a:avLst/>
          </a:prstGeom>
        </p:spPr>
        <p:txBody>
          <a:bodyPr vert="horz" lIns="0" tIns="0" rIns="0" bIns="0" rtlCol="0" anchor="b" anchorCtr="0"/>
          <a:lstStyle>
            <a:lvl1pPr algn="r">
              <a:defRPr sz="1000">
                <a:solidFill>
                  <a:schemeClr val="bg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
        <p:nvSpPr>
          <p:cNvPr id="6" name="Text Placeholder 8">
            <a:extLst>
              <a:ext uri="{FF2B5EF4-FFF2-40B4-BE49-F238E27FC236}">
                <a16:creationId xmlns:a16="http://schemas.microsoft.com/office/drawing/2014/main" id="{A16C230C-5691-F970-ED78-91F42403D1D0}"/>
              </a:ext>
            </a:extLst>
          </p:cNvPr>
          <p:cNvSpPr>
            <a:spLocks noGrp="1"/>
          </p:cNvSpPr>
          <p:nvPr>
            <p:ph type="body" sz="quarter" idx="14" hasCustomPrompt="1"/>
          </p:nvPr>
        </p:nvSpPr>
        <p:spPr>
          <a:xfrm>
            <a:off x="6194424" y="696913"/>
            <a:ext cx="5438779" cy="430212"/>
          </a:xfrm>
        </p:spPr>
        <p:txBody>
          <a:bodyPr tIns="91440">
            <a:noAutofit/>
          </a:bodyPr>
          <a:lstStyle>
            <a:lvl1pPr marL="0" indent="0" algn="r">
              <a:buFont typeface="Arial" panose="020B0604020202020204" pitchFamily="34" charset="0"/>
              <a:buNone/>
              <a:defRPr sz="1600" b="1">
                <a:solidFill>
                  <a:schemeClr val="bg1"/>
                </a:solidFill>
              </a:defRPr>
            </a:lvl1pPr>
            <a:lvl2pPr marL="0" indent="0" algn="r">
              <a:buNone/>
              <a:defRPr sz="1600" b="1">
                <a:solidFill>
                  <a:schemeClr val="tx1"/>
                </a:solidFill>
              </a:defRPr>
            </a:lvl2pPr>
            <a:lvl3pPr marL="0" indent="0" algn="r">
              <a:buNone/>
              <a:defRPr sz="1600" b="1">
                <a:solidFill>
                  <a:schemeClr val="tx1"/>
                </a:solidFill>
              </a:defRPr>
            </a:lvl3pPr>
            <a:lvl4pPr marL="0" indent="0" algn="r">
              <a:buNone/>
              <a:defRPr sz="1600" b="1">
                <a:solidFill>
                  <a:schemeClr val="tx1"/>
                </a:solidFill>
              </a:defRPr>
            </a:lvl4pPr>
            <a:lvl5pPr marL="0" indent="0" algn="r">
              <a:buFont typeface="Arial" panose="020B0604020202020204" pitchFamily="34" charset="0"/>
              <a:buNone/>
              <a:defRPr sz="1600" b="1">
                <a:solidFill>
                  <a:schemeClr val="tx1"/>
                </a:solidFill>
              </a:defRPr>
            </a:lvl5pPr>
            <a:lvl6pPr marL="0" indent="0" algn="r">
              <a:buNone/>
              <a:defRPr sz="1600" b="1">
                <a:solidFill>
                  <a:schemeClr val="tx1"/>
                </a:solidFill>
              </a:defRPr>
            </a:lvl6pPr>
            <a:lvl7pPr marL="0" indent="0" algn="r">
              <a:buNone/>
              <a:defRPr sz="1600" b="1">
                <a:solidFill>
                  <a:schemeClr val="tx1"/>
                </a:solidFill>
              </a:defRPr>
            </a:lvl7pPr>
            <a:lvl8pPr marL="0" indent="0" algn="r">
              <a:buNone/>
              <a:defRPr sz="1600" b="1">
                <a:solidFill>
                  <a:schemeClr val="tx1"/>
                </a:solidFill>
              </a:defRPr>
            </a:lvl8pPr>
            <a:lvl9pPr marL="0" indent="0" algn="r">
              <a:buNone/>
              <a:defRPr sz="1600" b="1">
                <a:solidFill>
                  <a:schemeClr val="tx1"/>
                </a:solidFill>
              </a:defRPr>
            </a:lvl9pPr>
          </a:lstStyle>
          <a:p>
            <a:pPr lvl="0"/>
            <a:r>
              <a:rPr lang="en-US"/>
              <a:t>Division / Geography</a:t>
            </a:r>
          </a:p>
        </p:txBody>
      </p:sp>
      <p:sp>
        <p:nvSpPr>
          <p:cNvPr id="11" name="Text Placeholder 12">
            <a:extLst>
              <a:ext uri="{FF2B5EF4-FFF2-40B4-BE49-F238E27FC236}">
                <a16:creationId xmlns:a16="http://schemas.microsoft.com/office/drawing/2014/main" id="{3C21ED02-4A33-6EFD-6724-30A8642C13A3}"/>
              </a:ext>
            </a:extLst>
          </p:cNvPr>
          <p:cNvSpPr>
            <a:spLocks noGrp="1"/>
          </p:cNvSpPr>
          <p:nvPr>
            <p:ph type="body" sz="quarter" idx="99" hasCustomPrompt="1"/>
          </p:nvPr>
        </p:nvSpPr>
        <p:spPr>
          <a:xfrm>
            <a:off x="539750" y="6311900"/>
            <a:ext cx="2619375" cy="269875"/>
          </a:xfrm>
        </p:spPr>
        <p:txBody>
          <a:bodyPr anchor="b">
            <a:noAutofit/>
          </a:bodyPr>
          <a:lstStyle>
            <a:lvl1pPr>
              <a:defRPr sz="1000" b="0">
                <a:solidFill>
                  <a:schemeClr val="bg1"/>
                </a:solidFill>
              </a:defRPr>
            </a:lvl1pPr>
            <a:lvl2pP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Single presenter</a:t>
            </a:r>
          </a:p>
        </p:txBody>
      </p:sp>
      <p:sp>
        <p:nvSpPr>
          <p:cNvPr id="12" name="Text Placeholder 15">
            <a:extLst>
              <a:ext uri="{FF2B5EF4-FFF2-40B4-BE49-F238E27FC236}">
                <a16:creationId xmlns:a16="http://schemas.microsoft.com/office/drawing/2014/main" id="{DDFCCCE6-1080-7167-2C83-D3BE43A6E107}"/>
              </a:ext>
            </a:extLst>
          </p:cNvPr>
          <p:cNvSpPr>
            <a:spLocks noGrp="1"/>
          </p:cNvSpPr>
          <p:nvPr>
            <p:ph type="body" sz="quarter" idx="100" hasCustomPrompt="1"/>
          </p:nvPr>
        </p:nvSpPr>
        <p:spPr>
          <a:xfrm>
            <a:off x="546099" y="3014450"/>
            <a:ext cx="2615184" cy="281478"/>
          </a:xfrm>
        </p:spPr>
        <p:txBody>
          <a:bodyPr>
            <a:noAutofit/>
          </a:bodyPr>
          <a:lstStyle>
            <a:lvl1pPr>
              <a:defRPr sz="1000">
                <a:solidFill>
                  <a:schemeClr val="bg1"/>
                </a:solidFill>
              </a:defRPr>
            </a:lvl1pPr>
            <a:lvl2pPr marL="285750" indent="-285750">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1</a:t>
            </a:r>
          </a:p>
        </p:txBody>
      </p:sp>
      <p:sp>
        <p:nvSpPr>
          <p:cNvPr id="13" name="Text Placeholder 17">
            <a:extLst>
              <a:ext uri="{FF2B5EF4-FFF2-40B4-BE49-F238E27FC236}">
                <a16:creationId xmlns:a16="http://schemas.microsoft.com/office/drawing/2014/main" id="{4E920023-5558-3759-D0F7-D4E02260898A}"/>
              </a:ext>
            </a:extLst>
          </p:cNvPr>
          <p:cNvSpPr>
            <a:spLocks noGrp="1"/>
          </p:cNvSpPr>
          <p:nvPr>
            <p:ph type="body" sz="quarter" idx="101" hasCustomPrompt="1"/>
          </p:nvPr>
        </p:nvSpPr>
        <p:spPr>
          <a:xfrm>
            <a:off x="3386138" y="3009900"/>
            <a:ext cx="2615184" cy="286028"/>
          </a:xfrm>
        </p:spPr>
        <p:txBody>
          <a:bodyPr>
            <a:noAutofit/>
          </a:bodyPr>
          <a:lstStyle>
            <a:lvl1pPr>
              <a:defRPr sz="1000">
                <a:solidFill>
                  <a:schemeClr val="bg1"/>
                </a:solidFill>
              </a:defRPr>
            </a:lvl1pPr>
            <a:lvl2pPr marL="284163" indent="-284163">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2</a:t>
            </a:r>
          </a:p>
        </p:txBody>
      </p:sp>
      <p:sp>
        <p:nvSpPr>
          <p:cNvPr id="14" name="Text Placeholder 19">
            <a:extLst>
              <a:ext uri="{FF2B5EF4-FFF2-40B4-BE49-F238E27FC236}">
                <a16:creationId xmlns:a16="http://schemas.microsoft.com/office/drawing/2014/main" id="{6463DDA5-4241-B62D-0CE3-D5CF7DDC78DE}"/>
              </a:ext>
            </a:extLst>
          </p:cNvPr>
          <p:cNvSpPr>
            <a:spLocks noGrp="1"/>
          </p:cNvSpPr>
          <p:nvPr>
            <p:ph type="body" sz="quarter" idx="102" hasCustomPrompt="1"/>
          </p:nvPr>
        </p:nvSpPr>
        <p:spPr>
          <a:xfrm>
            <a:off x="6194425" y="3009900"/>
            <a:ext cx="2615184" cy="286028"/>
          </a:xfrm>
        </p:spPr>
        <p:txBody>
          <a:bodyPr>
            <a:normAutofit/>
          </a:bodyPr>
          <a:lstStyle>
            <a:lvl1pPr>
              <a:defRPr sz="1000">
                <a:solidFill>
                  <a:schemeClr val="bg1"/>
                </a:solidFill>
              </a:defRPr>
            </a:lvl1pPr>
            <a:lvl2pPr marL="284163" indent="-284163">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3</a:t>
            </a:r>
          </a:p>
        </p:txBody>
      </p:sp>
    </p:spTree>
    <p:extLst>
      <p:ext uri="{BB962C8B-B14F-4D97-AF65-F5344CB8AC3E}">
        <p14:creationId xmlns:p14="http://schemas.microsoft.com/office/powerpoint/2010/main" val="1293324381"/>
      </p:ext>
    </p:extLst>
  </p:cSld>
  <p:clrMapOvr>
    <a:overrideClrMapping bg1="dk1" tx1="lt1" bg2="dk2" tx2="lt2" accent1="accent1" accent2="accent2" accent3="accent3" accent4="accent4" accent5="accent5" accent6="accent6" hlink="hlink" folHlink="folHlink"/>
  </p:clrMapOvr>
</p:sldLayout>
</file>

<file path=ppt/slideLayouts/slideLayout265.xml><?xml version="1.0" encoding="utf-8"?>
<p:sldLayout xmlns:a="http://schemas.openxmlformats.org/drawingml/2006/main" xmlns:r="http://schemas.openxmlformats.org/officeDocument/2006/relationships" xmlns:p="http://schemas.openxmlformats.org/presentationml/2006/main" preserve="1" userDrawn="1">
  <p:cSld name="Cover 6">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3552825"/>
            <a:ext cx="5441950" cy="2179638"/>
          </a:xfrm>
          <a:prstGeom prst="rect">
            <a:avLst/>
          </a:prstGeom>
        </p:spPr>
        <p:txBody>
          <a:bodyPr anchor="b"/>
          <a:lstStyle>
            <a:lvl1pPr>
              <a:defRPr>
                <a:solidFill>
                  <a:schemeClr val="tx1"/>
                </a:solidFill>
              </a:defRPr>
            </a:lvl1pPr>
          </a:lstStyle>
          <a:p>
            <a:r>
              <a:rPr lang="en-US"/>
              <a:t>Click to edit Master title style</a:t>
            </a:r>
          </a:p>
        </p:txBody>
      </p:sp>
      <p:sp>
        <p:nvSpPr>
          <p:cNvPr id="6" name="Freeform 5">
            <a:extLst>
              <a:ext uri="{FF2B5EF4-FFF2-40B4-BE49-F238E27FC236}">
                <a16:creationId xmlns:a16="http://schemas.microsoft.com/office/drawing/2014/main" id="{EBC8BAC9-2F39-70BA-C3AC-DE7DA1042A5B}"/>
              </a:ext>
            </a:extLst>
          </p:cNvPr>
          <p:cNvSpPr/>
          <p:nvPr userDrawn="1"/>
        </p:nvSpPr>
        <p:spPr bwMode="black">
          <a:xfrm>
            <a:off x="539750" y="545106"/>
            <a:ext cx="2635250" cy="436702"/>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solidFill>
                <a:schemeClr val="tx1"/>
              </a:solidFill>
            </a:endParaRPr>
          </a:p>
        </p:txBody>
      </p:sp>
      <p:sp>
        <p:nvSpPr>
          <p:cNvPr id="9" name="Picture Placeholder 8">
            <a:extLst>
              <a:ext uri="{FF2B5EF4-FFF2-40B4-BE49-F238E27FC236}">
                <a16:creationId xmlns:a16="http://schemas.microsoft.com/office/drawing/2014/main" id="{7AC15287-0630-B8DA-C579-8B9B7FB3569E}"/>
              </a:ext>
            </a:extLst>
          </p:cNvPr>
          <p:cNvSpPr>
            <a:spLocks noGrp="1"/>
          </p:cNvSpPr>
          <p:nvPr>
            <p:ph type="pic" sz="quarter" idx="13" hasCustomPrompt="1"/>
          </p:nvPr>
        </p:nvSpPr>
        <p:spPr bwMode="auto">
          <a:xfrm>
            <a:off x="6096000" y="0"/>
            <a:ext cx="2029968" cy="5868988"/>
          </a:xfrm>
          <a:solidFill>
            <a:srgbClr val="A6A9AA"/>
          </a:solidFill>
        </p:spPr>
        <p:txBody>
          <a:bodyPr tIns="731520" anchor="ctr"/>
          <a:lstStyle>
            <a:lvl1pPr algn="ctr">
              <a:defRPr b="0">
                <a:solidFill>
                  <a:schemeClr val="bg1"/>
                </a:solidFill>
                <a:latin typeface="+mn-lt"/>
              </a:defRPr>
            </a:lvl1pPr>
          </a:lstStyle>
          <a:p>
            <a:r>
              <a:rPr lang="en-US"/>
              <a:t>Dynamic slice crop 1</a:t>
            </a:r>
          </a:p>
        </p:txBody>
      </p:sp>
      <p:sp>
        <p:nvSpPr>
          <p:cNvPr id="13" name="Picture Placeholder 8">
            <a:extLst>
              <a:ext uri="{FF2B5EF4-FFF2-40B4-BE49-F238E27FC236}">
                <a16:creationId xmlns:a16="http://schemas.microsoft.com/office/drawing/2014/main" id="{88B0AA94-1619-F4BF-E5D2-311BE603DDAC}"/>
              </a:ext>
            </a:extLst>
          </p:cNvPr>
          <p:cNvSpPr>
            <a:spLocks noGrp="1"/>
          </p:cNvSpPr>
          <p:nvPr>
            <p:ph type="pic" sz="quarter" idx="14" hasCustomPrompt="1"/>
          </p:nvPr>
        </p:nvSpPr>
        <p:spPr bwMode="auto">
          <a:xfrm>
            <a:off x="8125968" y="1422400"/>
            <a:ext cx="2029968" cy="5434765"/>
          </a:xfrm>
          <a:solidFill>
            <a:srgbClr val="A6A9AA"/>
          </a:solidFill>
        </p:spPr>
        <p:txBody>
          <a:bodyPr tIns="731520" anchor="ctr"/>
          <a:lstStyle>
            <a:lvl1pPr algn="ctr">
              <a:defRPr b="0">
                <a:solidFill>
                  <a:schemeClr val="bg1"/>
                </a:solidFill>
                <a:latin typeface="+mn-lt"/>
              </a:defRPr>
            </a:lvl1pPr>
          </a:lstStyle>
          <a:p>
            <a:r>
              <a:rPr lang="en-US"/>
              <a:t>Dynamic slice crop 2</a:t>
            </a:r>
          </a:p>
        </p:txBody>
      </p:sp>
      <p:sp>
        <p:nvSpPr>
          <p:cNvPr id="15" name="Picture Placeholder 8">
            <a:extLst>
              <a:ext uri="{FF2B5EF4-FFF2-40B4-BE49-F238E27FC236}">
                <a16:creationId xmlns:a16="http://schemas.microsoft.com/office/drawing/2014/main" id="{D814C211-DBD2-6DA0-0A9F-8BF774A63EE4}"/>
              </a:ext>
            </a:extLst>
          </p:cNvPr>
          <p:cNvSpPr>
            <a:spLocks noGrp="1"/>
          </p:cNvSpPr>
          <p:nvPr>
            <p:ph type="pic" sz="quarter" idx="15" hasCustomPrompt="1"/>
          </p:nvPr>
        </p:nvSpPr>
        <p:spPr bwMode="auto">
          <a:xfrm>
            <a:off x="10155936" y="1"/>
            <a:ext cx="2036063" cy="4419599"/>
          </a:xfrm>
          <a:solidFill>
            <a:srgbClr val="A6A9AA"/>
          </a:solidFill>
        </p:spPr>
        <p:txBody>
          <a:bodyPr tIns="731520" anchor="ctr"/>
          <a:lstStyle>
            <a:lvl1pPr algn="ctr">
              <a:defRPr b="0">
                <a:solidFill>
                  <a:schemeClr val="bg1"/>
                </a:solidFill>
                <a:latin typeface="+mn-lt"/>
              </a:defRPr>
            </a:lvl1pPr>
          </a:lstStyle>
          <a:p>
            <a:r>
              <a:rPr lang="en-US"/>
              <a:t>Dynamic slice crop 3</a:t>
            </a:r>
          </a:p>
        </p:txBody>
      </p:sp>
      <p:sp>
        <p:nvSpPr>
          <p:cNvPr id="4" name="Text Placeholder 11">
            <a:extLst>
              <a:ext uri="{FF2B5EF4-FFF2-40B4-BE49-F238E27FC236}">
                <a16:creationId xmlns:a16="http://schemas.microsoft.com/office/drawing/2014/main" id="{662F28CC-4FDC-6231-81B1-808636A2AFE1}"/>
              </a:ext>
            </a:extLst>
          </p:cNvPr>
          <p:cNvSpPr>
            <a:spLocks noGrp="1"/>
          </p:cNvSpPr>
          <p:nvPr>
            <p:ph type="body" sz="quarter" idx="11" hasCustomPrompt="1"/>
          </p:nvPr>
        </p:nvSpPr>
        <p:spPr>
          <a:xfrm>
            <a:off x="3367089" y="6311900"/>
            <a:ext cx="5445126" cy="269875"/>
          </a:xfrm>
        </p:spPr>
        <p:txBody>
          <a:bodyPr anchor="b">
            <a:normAutofit/>
          </a:bodyPr>
          <a:lstStyle>
            <a:lvl1pPr marL="0" algn="l" defTabSz="914400" rtl="0" eaLnBrk="1" latinLnBrk="0" hangingPunct="1">
              <a:defRPr lang="en-US" sz="1000" b="0" i="0" kern="1200" dirty="0" smtClean="0">
                <a:solidFill>
                  <a:schemeClr val="tx1"/>
                </a:solidFill>
                <a:latin typeface="+mn-lt"/>
                <a:ea typeface="GT America Regular" pitchFamily="2" charset="77"/>
                <a:cs typeface="GT America Regular" pitchFamily="2" charset="77"/>
              </a:defRPr>
            </a:lvl1pPr>
            <a:lvl2pPr>
              <a:defRPr sz="1000"/>
            </a:lvl2pPr>
            <a:lvl3pPr marL="0" indent="0">
              <a:buNone/>
              <a:defRPr sz="1000"/>
            </a:lvl3pPr>
            <a:lvl4pPr marL="0" indent="0">
              <a:defRPr sz="1000"/>
            </a:lvl4pPr>
            <a:lvl5pPr marL="0" indent="0">
              <a:buNone/>
              <a:defRPr sz="1000"/>
            </a:lvl5pPr>
            <a:lvl6pPr marL="0" indent="0">
              <a:defRPr sz="1000"/>
            </a:lvl6pPr>
            <a:lvl7pPr marL="0" indent="0">
              <a:buNone/>
              <a:defRPr sz="1000"/>
            </a:lvl7pPr>
            <a:lvl8pPr marL="0" indent="0">
              <a:defRPr sz="1000"/>
            </a:lvl8pPr>
            <a:lvl9pPr marL="0" indent="0">
              <a:buNone/>
              <a:defRPr sz="1000"/>
            </a:lvl9pPr>
          </a:lstStyle>
          <a:p>
            <a:pPr lvl="0"/>
            <a:r>
              <a:rPr lang="en-US"/>
              <a:t>Title Department</a:t>
            </a:r>
          </a:p>
        </p:txBody>
      </p:sp>
      <p:sp>
        <p:nvSpPr>
          <p:cNvPr id="3" name="Date Placeholder 3">
            <a:extLst>
              <a:ext uri="{FF2B5EF4-FFF2-40B4-BE49-F238E27FC236}">
                <a16:creationId xmlns:a16="http://schemas.microsoft.com/office/drawing/2014/main" id="{4E4E5E40-9936-2B1A-A957-B3832110D191}"/>
              </a:ext>
            </a:extLst>
          </p:cNvPr>
          <p:cNvSpPr>
            <a:spLocks noGrp="1"/>
          </p:cNvSpPr>
          <p:nvPr>
            <p:ph type="dt" sz="half" idx="2"/>
          </p:nvPr>
        </p:nvSpPr>
        <p:spPr>
          <a:xfrm>
            <a:off x="9013829" y="6311900"/>
            <a:ext cx="2619375" cy="269875"/>
          </a:xfrm>
          <a:prstGeom prst="rect">
            <a:avLst/>
          </a:prstGeom>
        </p:spPr>
        <p:txBody>
          <a:bodyPr vert="horz" lIns="0" tIns="0" rIns="0" bIns="0" rtlCol="0" anchor="b" anchorCtr="0"/>
          <a:lstStyle>
            <a:lvl1pPr algn="r">
              <a:defRPr sz="1000">
                <a:solidFill>
                  <a:schemeClr val="tx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
        <p:nvSpPr>
          <p:cNvPr id="11" name="Text Placeholder 12">
            <a:extLst>
              <a:ext uri="{FF2B5EF4-FFF2-40B4-BE49-F238E27FC236}">
                <a16:creationId xmlns:a16="http://schemas.microsoft.com/office/drawing/2014/main" id="{2831160B-5FF4-1736-F0D0-4A4677891D9D}"/>
              </a:ext>
            </a:extLst>
          </p:cNvPr>
          <p:cNvSpPr>
            <a:spLocks noGrp="1"/>
          </p:cNvSpPr>
          <p:nvPr>
            <p:ph type="body" sz="quarter" idx="99" hasCustomPrompt="1"/>
          </p:nvPr>
        </p:nvSpPr>
        <p:spPr>
          <a:xfrm>
            <a:off x="539750" y="6311900"/>
            <a:ext cx="2619375" cy="269875"/>
          </a:xfrm>
        </p:spPr>
        <p:txBody>
          <a:bodyPr anchor="b">
            <a:noAutofit/>
          </a:bodyPr>
          <a:lstStyle>
            <a:lvl1pPr>
              <a:defRPr sz="1000" b="0"/>
            </a:lvl1pPr>
            <a:lvl2pP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Single presenter</a:t>
            </a:r>
          </a:p>
        </p:txBody>
      </p:sp>
      <p:sp>
        <p:nvSpPr>
          <p:cNvPr id="12" name="Text Placeholder 15">
            <a:extLst>
              <a:ext uri="{FF2B5EF4-FFF2-40B4-BE49-F238E27FC236}">
                <a16:creationId xmlns:a16="http://schemas.microsoft.com/office/drawing/2014/main" id="{CF96A1AB-78C0-6521-B97B-BDB3F01285A2}"/>
              </a:ext>
            </a:extLst>
          </p:cNvPr>
          <p:cNvSpPr>
            <a:spLocks noGrp="1"/>
          </p:cNvSpPr>
          <p:nvPr>
            <p:ph type="body" sz="quarter" idx="100" hasCustomPrompt="1"/>
          </p:nvPr>
        </p:nvSpPr>
        <p:spPr>
          <a:xfrm>
            <a:off x="559816" y="1717185"/>
            <a:ext cx="2615184" cy="281478"/>
          </a:xfrm>
        </p:spPr>
        <p:txBody>
          <a:bodyPr>
            <a:noAutofit/>
          </a:bodyPr>
          <a:lstStyle>
            <a:lvl1pPr>
              <a:defRPr sz="1000"/>
            </a:lvl1pPr>
            <a:lvl2pPr marL="285750" indent="-285750">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1</a:t>
            </a:r>
          </a:p>
        </p:txBody>
      </p:sp>
      <p:sp>
        <p:nvSpPr>
          <p:cNvPr id="14" name="Text Placeholder 17">
            <a:extLst>
              <a:ext uri="{FF2B5EF4-FFF2-40B4-BE49-F238E27FC236}">
                <a16:creationId xmlns:a16="http://schemas.microsoft.com/office/drawing/2014/main" id="{E8D27B1D-88E9-5CC5-DDCC-40CEA313B46B}"/>
              </a:ext>
            </a:extLst>
          </p:cNvPr>
          <p:cNvSpPr>
            <a:spLocks noGrp="1"/>
          </p:cNvSpPr>
          <p:nvPr>
            <p:ph type="body" sz="quarter" idx="101" hasCustomPrompt="1"/>
          </p:nvPr>
        </p:nvSpPr>
        <p:spPr>
          <a:xfrm>
            <a:off x="559816" y="2284135"/>
            <a:ext cx="2615184" cy="286028"/>
          </a:xfrm>
        </p:spPr>
        <p:txBody>
          <a:bodyPr>
            <a:noAutofit/>
          </a:bodyPr>
          <a:lstStyle>
            <a:lvl1pPr>
              <a:defRPr sz="1000"/>
            </a:lvl1pPr>
            <a:lvl2pPr marL="284163" indent="-284163">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2</a:t>
            </a:r>
          </a:p>
        </p:txBody>
      </p:sp>
      <p:sp>
        <p:nvSpPr>
          <p:cNvPr id="16" name="Text Placeholder 19">
            <a:extLst>
              <a:ext uri="{FF2B5EF4-FFF2-40B4-BE49-F238E27FC236}">
                <a16:creationId xmlns:a16="http://schemas.microsoft.com/office/drawing/2014/main" id="{B7AFFEB9-D67F-9298-FCF9-0054A5CB24FB}"/>
              </a:ext>
            </a:extLst>
          </p:cNvPr>
          <p:cNvSpPr>
            <a:spLocks noGrp="1"/>
          </p:cNvSpPr>
          <p:nvPr>
            <p:ph type="body" sz="quarter" idx="102" hasCustomPrompt="1"/>
          </p:nvPr>
        </p:nvSpPr>
        <p:spPr>
          <a:xfrm>
            <a:off x="559816" y="2857474"/>
            <a:ext cx="2615184" cy="286028"/>
          </a:xfrm>
        </p:spPr>
        <p:txBody>
          <a:bodyPr>
            <a:normAutofit/>
          </a:bodyPr>
          <a:lstStyle>
            <a:lvl1pPr>
              <a:defRPr sz="1000"/>
            </a:lvl1pPr>
            <a:lvl2pPr marL="284163" indent="-284163">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3</a:t>
            </a:r>
          </a:p>
        </p:txBody>
      </p:sp>
    </p:spTree>
    <p:extLst>
      <p:ext uri="{BB962C8B-B14F-4D97-AF65-F5344CB8AC3E}">
        <p14:creationId xmlns:p14="http://schemas.microsoft.com/office/powerpoint/2010/main" val="1961830088"/>
      </p:ext>
    </p:extLst>
  </p:cSld>
  <p:clrMapOvr>
    <a:overrideClrMapping bg1="dk1" tx1="lt1" bg2="dk2" tx2="lt2" accent1="accent1" accent2="accent2" accent3="accent3" accent4="accent4" accent5="accent5" accent6="accent6" hlink="hlink" folHlink="folHlink"/>
  </p:clrMapOvr>
</p:sldLayout>
</file>

<file path=ppt/slideLayouts/slideLayout266.xml><?xml version="1.0" encoding="utf-8"?>
<p:sldLayout xmlns:a="http://schemas.openxmlformats.org/drawingml/2006/main" xmlns:r="http://schemas.openxmlformats.org/officeDocument/2006/relationships" xmlns:p="http://schemas.openxmlformats.org/presentationml/2006/main" preserve="1" userDrawn="1">
  <p:cSld name="Cover 7">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3552825"/>
            <a:ext cx="5441950" cy="2179638"/>
          </a:xfrm>
          <a:prstGeom prst="rect">
            <a:avLst/>
          </a:prstGeom>
        </p:spPr>
        <p:txBody>
          <a:bodyPr anchor="b"/>
          <a:lstStyle>
            <a:lvl1pPr>
              <a:defRPr>
                <a:solidFill>
                  <a:schemeClr val="tx1"/>
                </a:solidFill>
              </a:defRPr>
            </a:lvl1pPr>
          </a:lstStyle>
          <a:p>
            <a:r>
              <a:rPr lang="en-US"/>
              <a:t>Click to edit Master title style</a:t>
            </a:r>
          </a:p>
        </p:txBody>
      </p:sp>
      <p:sp>
        <p:nvSpPr>
          <p:cNvPr id="6" name="Freeform 5">
            <a:extLst>
              <a:ext uri="{FF2B5EF4-FFF2-40B4-BE49-F238E27FC236}">
                <a16:creationId xmlns:a16="http://schemas.microsoft.com/office/drawing/2014/main" id="{EBC8BAC9-2F39-70BA-C3AC-DE7DA1042A5B}"/>
              </a:ext>
            </a:extLst>
          </p:cNvPr>
          <p:cNvSpPr/>
          <p:nvPr userDrawn="1"/>
        </p:nvSpPr>
        <p:spPr bwMode="black">
          <a:xfrm>
            <a:off x="539750" y="545106"/>
            <a:ext cx="2635250" cy="436702"/>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solidFill>
                <a:schemeClr val="tx1"/>
              </a:solidFill>
            </a:endParaRPr>
          </a:p>
        </p:txBody>
      </p:sp>
      <p:sp>
        <p:nvSpPr>
          <p:cNvPr id="4" name="Text Placeholder 11">
            <a:extLst>
              <a:ext uri="{FF2B5EF4-FFF2-40B4-BE49-F238E27FC236}">
                <a16:creationId xmlns:a16="http://schemas.microsoft.com/office/drawing/2014/main" id="{6FA1FE30-4DE2-0D36-81F6-894372591DE3}"/>
              </a:ext>
            </a:extLst>
          </p:cNvPr>
          <p:cNvSpPr>
            <a:spLocks noGrp="1"/>
          </p:cNvSpPr>
          <p:nvPr>
            <p:ph type="body" sz="quarter" idx="11" hasCustomPrompt="1"/>
          </p:nvPr>
        </p:nvSpPr>
        <p:spPr>
          <a:xfrm>
            <a:off x="3367089" y="6311900"/>
            <a:ext cx="2624136" cy="269875"/>
          </a:xfrm>
        </p:spPr>
        <p:txBody>
          <a:bodyPr anchor="b">
            <a:normAutofit/>
          </a:bodyPr>
          <a:lstStyle>
            <a:lvl1pPr marL="0" algn="l" defTabSz="914400" rtl="0" eaLnBrk="1" latinLnBrk="0" hangingPunct="1">
              <a:defRPr lang="en-US" sz="1000" b="0" i="0" kern="1200" dirty="0" smtClean="0">
                <a:solidFill>
                  <a:schemeClr val="tx1"/>
                </a:solidFill>
                <a:latin typeface="+mn-lt"/>
                <a:ea typeface="GT America Regular" pitchFamily="2" charset="77"/>
                <a:cs typeface="GT America Regular" pitchFamily="2" charset="77"/>
              </a:defRPr>
            </a:lvl1pPr>
            <a:lvl2pPr>
              <a:defRPr sz="1000"/>
            </a:lvl2pPr>
            <a:lvl3pPr marL="0" indent="0">
              <a:buNone/>
              <a:defRPr sz="1000"/>
            </a:lvl3pPr>
            <a:lvl4pPr marL="0" indent="0">
              <a:defRPr sz="1000"/>
            </a:lvl4pPr>
            <a:lvl5pPr marL="0" indent="0">
              <a:buNone/>
              <a:defRPr sz="1000"/>
            </a:lvl5pPr>
            <a:lvl6pPr marL="0" indent="0">
              <a:defRPr sz="1000"/>
            </a:lvl6pPr>
            <a:lvl7pPr marL="0" indent="0">
              <a:buNone/>
              <a:defRPr sz="1000"/>
            </a:lvl7pPr>
            <a:lvl8pPr marL="0" indent="0">
              <a:defRPr sz="1000"/>
            </a:lvl8pPr>
            <a:lvl9pPr marL="0" indent="0">
              <a:buNone/>
              <a:defRPr sz="1000"/>
            </a:lvl9pPr>
          </a:lstStyle>
          <a:p>
            <a:pPr lvl="0"/>
            <a:r>
              <a:rPr lang="en-US"/>
              <a:t>Title Department</a:t>
            </a:r>
          </a:p>
        </p:txBody>
      </p:sp>
      <p:sp>
        <p:nvSpPr>
          <p:cNvPr id="8" name="Picture Placeholder 9">
            <a:extLst>
              <a:ext uri="{FF2B5EF4-FFF2-40B4-BE49-F238E27FC236}">
                <a16:creationId xmlns:a16="http://schemas.microsoft.com/office/drawing/2014/main" id="{4DFF5D06-761A-8209-6035-68AC3551CA5A}"/>
              </a:ext>
            </a:extLst>
          </p:cNvPr>
          <p:cNvSpPr>
            <a:spLocks noGrp="1"/>
          </p:cNvSpPr>
          <p:nvPr>
            <p:ph type="pic" sz="quarter" idx="13" hasCustomPrompt="1"/>
          </p:nvPr>
        </p:nvSpPr>
        <p:spPr>
          <a:xfrm>
            <a:off x="6096000" y="2425700"/>
            <a:ext cx="2029968" cy="4432300"/>
          </a:xfrm>
          <a:solidFill>
            <a:srgbClr val="A6A9AA"/>
          </a:solidFill>
        </p:spPr>
        <p:txBody>
          <a:bodyPr tIns="548640" anchor="ctr"/>
          <a:lstStyle>
            <a:lvl1pPr algn="ctr">
              <a:defRPr b="0">
                <a:solidFill>
                  <a:schemeClr val="tx2"/>
                </a:solidFill>
                <a:latin typeface="+mn-lt"/>
              </a:defRPr>
            </a:lvl1pPr>
          </a:lstStyle>
          <a:p>
            <a:r>
              <a:rPr lang="en-US"/>
              <a:t>Dynamic slice crop 1</a:t>
            </a:r>
          </a:p>
        </p:txBody>
      </p:sp>
      <p:sp>
        <p:nvSpPr>
          <p:cNvPr id="9" name="Picture Placeholder 9">
            <a:extLst>
              <a:ext uri="{FF2B5EF4-FFF2-40B4-BE49-F238E27FC236}">
                <a16:creationId xmlns:a16="http://schemas.microsoft.com/office/drawing/2014/main" id="{A06D238C-D66D-D54D-25CD-678D0ECC7E53}"/>
              </a:ext>
            </a:extLst>
          </p:cNvPr>
          <p:cNvSpPr>
            <a:spLocks noGrp="1"/>
          </p:cNvSpPr>
          <p:nvPr>
            <p:ph type="pic" sz="quarter" idx="14" hasCustomPrompt="1"/>
          </p:nvPr>
        </p:nvSpPr>
        <p:spPr>
          <a:xfrm>
            <a:off x="8125968" y="0"/>
            <a:ext cx="4066032" cy="4567237"/>
          </a:xfrm>
          <a:solidFill>
            <a:srgbClr val="A6A9AA"/>
          </a:solidFill>
        </p:spPr>
        <p:txBody>
          <a:bodyPr tIns="548640" anchor="ctr"/>
          <a:lstStyle>
            <a:lvl1pPr algn="ctr">
              <a:defRPr b="0">
                <a:solidFill>
                  <a:schemeClr val="tx2"/>
                </a:solidFill>
                <a:latin typeface="+mn-lt"/>
              </a:defRPr>
            </a:lvl1pPr>
          </a:lstStyle>
          <a:p>
            <a:pPr marL="0" marR="0" lvl="0" indent="0" algn="ctr" defTabSz="914400" rtl="0" eaLnBrk="1" fontAlgn="auto" latinLnBrk="0" hangingPunct="1">
              <a:lnSpc>
                <a:spcPct val="101000"/>
              </a:lnSpc>
              <a:spcBef>
                <a:spcPts val="0"/>
              </a:spcBef>
              <a:spcAft>
                <a:spcPts val="600"/>
              </a:spcAft>
              <a:buClrTx/>
              <a:buSzTx/>
              <a:buFont typeface="GT America Regular"/>
              <a:buNone/>
              <a:tabLst/>
              <a:defRPr/>
            </a:pPr>
            <a:r>
              <a:rPr lang="en-US"/>
              <a:t>Dynamic slice crop 2</a:t>
            </a:r>
          </a:p>
        </p:txBody>
      </p:sp>
      <p:sp>
        <p:nvSpPr>
          <p:cNvPr id="3" name="Date Placeholder 3">
            <a:extLst>
              <a:ext uri="{FF2B5EF4-FFF2-40B4-BE49-F238E27FC236}">
                <a16:creationId xmlns:a16="http://schemas.microsoft.com/office/drawing/2014/main" id="{0C3AF8AB-703B-6EF3-1025-97479D9CF493}"/>
              </a:ext>
            </a:extLst>
          </p:cNvPr>
          <p:cNvSpPr>
            <a:spLocks noGrp="1"/>
          </p:cNvSpPr>
          <p:nvPr>
            <p:ph type="dt" sz="half" idx="2"/>
          </p:nvPr>
        </p:nvSpPr>
        <p:spPr>
          <a:xfrm>
            <a:off x="9013829" y="6311900"/>
            <a:ext cx="2619375" cy="269875"/>
          </a:xfrm>
          <a:prstGeom prst="rect">
            <a:avLst/>
          </a:prstGeom>
        </p:spPr>
        <p:txBody>
          <a:bodyPr vert="horz" lIns="0" tIns="0" rIns="0" bIns="0" rtlCol="0" anchor="b" anchorCtr="0"/>
          <a:lstStyle>
            <a:lvl1pPr algn="r">
              <a:defRPr sz="1000">
                <a:solidFill>
                  <a:schemeClr val="tx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
        <p:nvSpPr>
          <p:cNvPr id="12" name="Text Placeholder 12">
            <a:extLst>
              <a:ext uri="{FF2B5EF4-FFF2-40B4-BE49-F238E27FC236}">
                <a16:creationId xmlns:a16="http://schemas.microsoft.com/office/drawing/2014/main" id="{EDF60DF2-B8E2-23E1-0952-91B36AE41896}"/>
              </a:ext>
            </a:extLst>
          </p:cNvPr>
          <p:cNvSpPr>
            <a:spLocks noGrp="1"/>
          </p:cNvSpPr>
          <p:nvPr>
            <p:ph type="body" sz="quarter" idx="99" hasCustomPrompt="1"/>
          </p:nvPr>
        </p:nvSpPr>
        <p:spPr>
          <a:xfrm>
            <a:off x="539750" y="6311900"/>
            <a:ext cx="2619375" cy="269875"/>
          </a:xfrm>
        </p:spPr>
        <p:txBody>
          <a:bodyPr anchor="b">
            <a:noAutofit/>
          </a:bodyPr>
          <a:lstStyle>
            <a:lvl1pPr>
              <a:defRPr sz="1000" b="0"/>
            </a:lvl1pPr>
            <a:lvl2pP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Single presenter</a:t>
            </a:r>
          </a:p>
        </p:txBody>
      </p:sp>
      <p:sp>
        <p:nvSpPr>
          <p:cNvPr id="13" name="Text Placeholder 15">
            <a:extLst>
              <a:ext uri="{FF2B5EF4-FFF2-40B4-BE49-F238E27FC236}">
                <a16:creationId xmlns:a16="http://schemas.microsoft.com/office/drawing/2014/main" id="{83A399C3-4B34-EF9D-F98F-879132EB60BE}"/>
              </a:ext>
            </a:extLst>
          </p:cNvPr>
          <p:cNvSpPr>
            <a:spLocks noGrp="1"/>
          </p:cNvSpPr>
          <p:nvPr>
            <p:ph type="body" sz="quarter" idx="100" hasCustomPrompt="1"/>
          </p:nvPr>
        </p:nvSpPr>
        <p:spPr>
          <a:xfrm>
            <a:off x="559816" y="1717185"/>
            <a:ext cx="2615184" cy="281478"/>
          </a:xfrm>
        </p:spPr>
        <p:txBody>
          <a:bodyPr>
            <a:noAutofit/>
          </a:bodyPr>
          <a:lstStyle>
            <a:lvl1pPr>
              <a:defRPr sz="1000"/>
            </a:lvl1pPr>
            <a:lvl2pPr marL="285750" indent="-285750">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1</a:t>
            </a:r>
          </a:p>
        </p:txBody>
      </p:sp>
      <p:sp>
        <p:nvSpPr>
          <p:cNvPr id="14" name="Text Placeholder 17">
            <a:extLst>
              <a:ext uri="{FF2B5EF4-FFF2-40B4-BE49-F238E27FC236}">
                <a16:creationId xmlns:a16="http://schemas.microsoft.com/office/drawing/2014/main" id="{04311926-1FA1-54E9-A566-1E93D701E606}"/>
              </a:ext>
            </a:extLst>
          </p:cNvPr>
          <p:cNvSpPr>
            <a:spLocks noGrp="1"/>
          </p:cNvSpPr>
          <p:nvPr>
            <p:ph type="body" sz="quarter" idx="101" hasCustomPrompt="1"/>
          </p:nvPr>
        </p:nvSpPr>
        <p:spPr>
          <a:xfrm>
            <a:off x="559816" y="2284135"/>
            <a:ext cx="2615184" cy="286028"/>
          </a:xfrm>
        </p:spPr>
        <p:txBody>
          <a:bodyPr>
            <a:noAutofit/>
          </a:bodyPr>
          <a:lstStyle>
            <a:lvl1pPr>
              <a:defRPr sz="1000"/>
            </a:lvl1pPr>
            <a:lvl2pPr marL="284163" indent="-284163">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2</a:t>
            </a:r>
          </a:p>
        </p:txBody>
      </p:sp>
      <p:sp>
        <p:nvSpPr>
          <p:cNvPr id="15" name="Text Placeholder 19">
            <a:extLst>
              <a:ext uri="{FF2B5EF4-FFF2-40B4-BE49-F238E27FC236}">
                <a16:creationId xmlns:a16="http://schemas.microsoft.com/office/drawing/2014/main" id="{C7A7ABC1-D1E0-552E-EE6B-7B417C789504}"/>
              </a:ext>
            </a:extLst>
          </p:cNvPr>
          <p:cNvSpPr>
            <a:spLocks noGrp="1"/>
          </p:cNvSpPr>
          <p:nvPr>
            <p:ph type="body" sz="quarter" idx="102" hasCustomPrompt="1"/>
          </p:nvPr>
        </p:nvSpPr>
        <p:spPr>
          <a:xfrm>
            <a:off x="559816" y="2857474"/>
            <a:ext cx="2615184" cy="286028"/>
          </a:xfrm>
        </p:spPr>
        <p:txBody>
          <a:bodyPr>
            <a:normAutofit/>
          </a:bodyPr>
          <a:lstStyle>
            <a:lvl1pPr>
              <a:defRPr sz="1000"/>
            </a:lvl1pPr>
            <a:lvl2pPr marL="284163" indent="-284163">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3</a:t>
            </a:r>
          </a:p>
        </p:txBody>
      </p:sp>
    </p:spTree>
    <p:extLst>
      <p:ext uri="{BB962C8B-B14F-4D97-AF65-F5344CB8AC3E}">
        <p14:creationId xmlns:p14="http://schemas.microsoft.com/office/powerpoint/2010/main" val="3657620363"/>
      </p:ext>
    </p:extLst>
  </p:cSld>
  <p:clrMapOvr>
    <a:overrideClrMapping bg1="dk1" tx1="lt1" bg2="dk2" tx2="lt2" accent1="accent1" accent2="accent2" accent3="accent3" accent4="accent4" accent5="accent5" accent6="accent6" hlink="hlink" folHlink="folHlink"/>
  </p:clrMapOvr>
</p:sldLayout>
</file>

<file path=ppt/slideLayouts/slideLayout267.xml><?xml version="1.0" encoding="utf-8"?>
<p:sldLayout xmlns:a="http://schemas.openxmlformats.org/drawingml/2006/main" xmlns:r="http://schemas.openxmlformats.org/officeDocument/2006/relationships" xmlns:p="http://schemas.openxmlformats.org/presentationml/2006/main" preserve="1" userDrawn="1">
  <p:cSld name="Agenda 1">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55127C53-C848-5C29-009F-006AB168562E}"/>
              </a:ext>
            </a:extLst>
          </p:cNvPr>
          <p:cNvSpPr/>
          <p:nvPr/>
        </p:nvSpPr>
        <p:spPr bwMode="hidden">
          <a:xfrm>
            <a:off x="0" y="0"/>
            <a:ext cx="6096000"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 name="Picture 9" descr="A blue and black background&#10;&#10;Description automatically generated">
            <a:extLst>
              <a:ext uri="{FF2B5EF4-FFF2-40B4-BE49-F238E27FC236}">
                <a16:creationId xmlns:a16="http://schemas.microsoft.com/office/drawing/2014/main" id="{CFF49F27-390A-B9BC-E6E4-8A08407B6C31}"/>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hidden">
          <a:xfrm>
            <a:off x="0" y="0"/>
            <a:ext cx="6095999" cy="6845300"/>
          </a:xfrm>
          <a:prstGeom prst="rect">
            <a:avLst/>
          </a:prstGeom>
        </p:spPr>
      </p:pic>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a:xfrm>
            <a:off x="6210302" y="6311900"/>
            <a:ext cx="4008435" cy="269875"/>
          </a:xfrm>
        </p:spPr>
        <p:txBody>
          <a:bodyPr/>
          <a:lstStyle/>
          <a:p>
            <a:r>
              <a:rPr lang="en-US"/>
              <a:t>See slide 12 for instructions on how to update footer</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6" name="Freeform 5">
            <a:extLst>
              <a:ext uri="{FF2B5EF4-FFF2-40B4-BE49-F238E27FC236}">
                <a16:creationId xmlns:a16="http://schemas.microsoft.com/office/drawing/2014/main" id="{5BCC6303-B8A8-E0F3-1B26-45B29EE4DC62}"/>
              </a:ext>
            </a:extLst>
          </p:cNvPr>
          <p:cNvSpPr/>
          <p:nvPr/>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4" name="Table Placeholder 13">
            <a:extLst>
              <a:ext uri="{FF2B5EF4-FFF2-40B4-BE49-F238E27FC236}">
                <a16:creationId xmlns:a16="http://schemas.microsoft.com/office/drawing/2014/main" id="{5002590A-F907-AAD8-7A39-3B1BC429EBA8}"/>
              </a:ext>
            </a:extLst>
          </p:cNvPr>
          <p:cNvSpPr>
            <a:spLocks noGrp="1"/>
          </p:cNvSpPr>
          <p:nvPr>
            <p:ph type="tbl" sz="quarter" idx="13"/>
          </p:nvPr>
        </p:nvSpPr>
        <p:spPr>
          <a:xfrm>
            <a:off x="6194426" y="552450"/>
            <a:ext cx="5443536" cy="5467349"/>
          </a:xfrm>
        </p:spPr>
        <p:txBody>
          <a:bodyPr/>
          <a:lstStyle/>
          <a:p>
            <a:r>
              <a:rPr lang="en-US"/>
              <a:t>Click icon to add table</a:t>
            </a:r>
          </a:p>
        </p:txBody>
      </p:sp>
      <p:sp>
        <p:nvSpPr>
          <p:cNvPr id="2" name="Title 1">
            <a:extLst>
              <a:ext uri="{FF2B5EF4-FFF2-40B4-BE49-F238E27FC236}">
                <a16:creationId xmlns:a16="http://schemas.microsoft.com/office/drawing/2014/main" id="{F6F0AFB7-EC79-4E82-2106-075F8224E949}"/>
              </a:ext>
            </a:extLst>
          </p:cNvPr>
          <p:cNvSpPr>
            <a:spLocks noGrp="1"/>
          </p:cNvSpPr>
          <p:nvPr>
            <p:ph type="title" hasCustomPrompt="1"/>
          </p:nvPr>
        </p:nvSpPr>
        <p:spPr>
          <a:xfrm>
            <a:off x="0" y="548640"/>
            <a:ext cx="1958975" cy="5037773"/>
          </a:xfrm>
        </p:spPr>
        <p:txBody>
          <a:bodyPr vert="vert270" anchor="ctr"/>
          <a:lstStyle>
            <a:lvl1pPr algn="r">
              <a:lnSpc>
                <a:spcPct val="100000"/>
              </a:lnSpc>
              <a:defRPr sz="9600">
                <a:solidFill>
                  <a:schemeClr val="bg1"/>
                </a:solidFill>
              </a:defRPr>
            </a:lvl1pPr>
          </a:lstStyle>
          <a:p>
            <a:r>
              <a:rPr lang="en-US"/>
              <a:t>Edit title</a:t>
            </a:r>
          </a:p>
        </p:txBody>
      </p:sp>
    </p:spTree>
    <p:extLst>
      <p:ext uri="{BB962C8B-B14F-4D97-AF65-F5344CB8AC3E}">
        <p14:creationId xmlns:p14="http://schemas.microsoft.com/office/powerpoint/2010/main" val="594523653"/>
      </p:ext>
    </p:extLst>
  </p:cSld>
  <p:clrMapOvr>
    <a:masterClrMapping/>
  </p:clrMapOvr>
</p:sldLayout>
</file>

<file path=ppt/slideLayouts/slideLayout268.xml><?xml version="1.0" encoding="utf-8"?>
<p:sldLayout xmlns:a="http://schemas.openxmlformats.org/drawingml/2006/main" xmlns:r="http://schemas.openxmlformats.org/officeDocument/2006/relationships" xmlns:p="http://schemas.openxmlformats.org/presentationml/2006/main" preserve="1" userDrawn="1">
  <p:cSld name="Agenda 2">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90433748-ED34-E7AE-787B-D4DA9BB7C4F8}"/>
              </a:ext>
            </a:extLst>
          </p:cNvPr>
          <p:cNvSpPr/>
          <p:nvPr/>
        </p:nvSpPr>
        <p:spPr bwMode="hidden">
          <a:xfrm>
            <a:off x="0" y="0"/>
            <a:ext cx="4051300"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Picture 12" descr="A blue lines on a black background&#10;&#10;Description automatically generated">
            <a:extLst>
              <a:ext uri="{FF2B5EF4-FFF2-40B4-BE49-F238E27FC236}">
                <a16:creationId xmlns:a16="http://schemas.microsoft.com/office/drawing/2014/main" id="{A1C86A7D-867C-38DB-B865-B67E5D7B6F99}"/>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hidden">
          <a:xfrm>
            <a:off x="0" y="0"/>
            <a:ext cx="4051300" cy="6861175"/>
          </a:xfrm>
          <a:prstGeom prst="rect">
            <a:avLst/>
          </a:prstGeom>
        </p:spPr>
      </p:pic>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See slide 12 for instructions on how to update footer</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9" name="Freeform 5">
            <a:extLst>
              <a:ext uri="{FF2B5EF4-FFF2-40B4-BE49-F238E27FC236}">
                <a16:creationId xmlns:a16="http://schemas.microsoft.com/office/drawing/2014/main" id="{9CD8C04C-1D78-487C-A015-9D171A470544}"/>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2" name="Table Placeholder 13">
            <a:extLst>
              <a:ext uri="{FF2B5EF4-FFF2-40B4-BE49-F238E27FC236}">
                <a16:creationId xmlns:a16="http://schemas.microsoft.com/office/drawing/2014/main" id="{A0797360-089A-16D7-DE4B-F780195CD85D}"/>
              </a:ext>
            </a:extLst>
          </p:cNvPr>
          <p:cNvSpPr>
            <a:spLocks noGrp="1"/>
          </p:cNvSpPr>
          <p:nvPr>
            <p:ph type="tbl" sz="quarter" idx="13"/>
          </p:nvPr>
        </p:nvSpPr>
        <p:spPr>
          <a:xfrm>
            <a:off x="4781550" y="552450"/>
            <a:ext cx="6856412" cy="5467349"/>
          </a:xfrm>
        </p:spPr>
        <p:txBody>
          <a:bodyPr/>
          <a:lstStyle/>
          <a:p>
            <a:r>
              <a:rPr lang="en-US"/>
              <a:t>Click icon to add table</a:t>
            </a:r>
          </a:p>
        </p:txBody>
      </p:sp>
      <p:sp>
        <p:nvSpPr>
          <p:cNvPr id="6" name="Title 1">
            <a:extLst>
              <a:ext uri="{FF2B5EF4-FFF2-40B4-BE49-F238E27FC236}">
                <a16:creationId xmlns:a16="http://schemas.microsoft.com/office/drawing/2014/main" id="{A9DA804E-D6C2-07DA-96B0-1CCBFDAC97E1}"/>
              </a:ext>
            </a:extLst>
          </p:cNvPr>
          <p:cNvSpPr>
            <a:spLocks noGrp="1"/>
          </p:cNvSpPr>
          <p:nvPr>
            <p:ph type="title" hasCustomPrompt="1"/>
          </p:nvPr>
        </p:nvSpPr>
        <p:spPr>
          <a:xfrm>
            <a:off x="0" y="548640"/>
            <a:ext cx="1958975" cy="5037773"/>
          </a:xfrm>
        </p:spPr>
        <p:txBody>
          <a:bodyPr vert="vert270" anchor="ctr"/>
          <a:lstStyle>
            <a:lvl1pPr algn="r">
              <a:lnSpc>
                <a:spcPct val="100000"/>
              </a:lnSpc>
              <a:defRPr sz="9600">
                <a:solidFill>
                  <a:schemeClr val="bg1"/>
                </a:solidFill>
              </a:defRPr>
            </a:lvl1pPr>
          </a:lstStyle>
          <a:p>
            <a:r>
              <a:rPr lang="en-US"/>
              <a:t>Edit title</a:t>
            </a:r>
          </a:p>
        </p:txBody>
      </p:sp>
    </p:spTree>
    <p:extLst>
      <p:ext uri="{BB962C8B-B14F-4D97-AF65-F5344CB8AC3E}">
        <p14:creationId xmlns:p14="http://schemas.microsoft.com/office/powerpoint/2010/main" val="389366565"/>
      </p:ext>
    </p:extLst>
  </p:cSld>
  <p:clrMapOvr>
    <a:masterClrMapping/>
  </p:clrMapOvr>
</p:sldLayout>
</file>

<file path=ppt/slideLayouts/slideLayout269.xml><?xml version="1.0" encoding="utf-8"?>
<p:sldLayout xmlns:a="http://schemas.openxmlformats.org/drawingml/2006/main" xmlns:r="http://schemas.openxmlformats.org/officeDocument/2006/relationships" xmlns:p="http://schemas.openxmlformats.org/presentationml/2006/main" preserve="1" userDrawn="1">
  <p:cSld name="Agenda 3">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90433748-ED34-E7AE-787B-D4DA9BB7C4F8}"/>
              </a:ext>
            </a:extLst>
          </p:cNvPr>
          <p:cNvSpPr/>
          <p:nvPr/>
        </p:nvSpPr>
        <p:spPr bwMode="hidden">
          <a:xfrm>
            <a:off x="0" y="0"/>
            <a:ext cx="4051300"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Picture 12" descr="A blue lines on a black background&#10;&#10;Description automatically generated">
            <a:extLst>
              <a:ext uri="{FF2B5EF4-FFF2-40B4-BE49-F238E27FC236}">
                <a16:creationId xmlns:a16="http://schemas.microsoft.com/office/drawing/2014/main" id="{A1C86A7D-867C-38DB-B865-B67E5D7B6F99}"/>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hidden">
          <a:xfrm>
            <a:off x="0" y="0"/>
            <a:ext cx="4051300" cy="6851650"/>
          </a:xfrm>
          <a:prstGeom prst="rect">
            <a:avLst/>
          </a:prstGeom>
        </p:spPr>
      </p:pic>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See slide 12 for instructions on how to update footer</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9" name="Freeform 5">
            <a:extLst>
              <a:ext uri="{FF2B5EF4-FFF2-40B4-BE49-F238E27FC236}">
                <a16:creationId xmlns:a16="http://schemas.microsoft.com/office/drawing/2014/main" id="{9CD8C04C-1D78-487C-A015-9D171A470544}"/>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2" name="Text Placeholder 9">
            <a:extLst>
              <a:ext uri="{FF2B5EF4-FFF2-40B4-BE49-F238E27FC236}">
                <a16:creationId xmlns:a16="http://schemas.microsoft.com/office/drawing/2014/main" id="{2A355254-E2E2-A829-C676-82454D270840}"/>
              </a:ext>
            </a:extLst>
          </p:cNvPr>
          <p:cNvSpPr>
            <a:spLocks noGrp="1"/>
          </p:cNvSpPr>
          <p:nvPr>
            <p:ph type="body" sz="quarter" idx="14"/>
          </p:nvPr>
        </p:nvSpPr>
        <p:spPr>
          <a:xfrm>
            <a:off x="8423565" y="1127123"/>
            <a:ext cx="3214397" cy="5040313"/>
          </a:xfrm>
        </p:spPr>
        <p:txBody>
          <a:bodyPr lIns="0">
            <a:normAutofit/>
          </a:bodyPr>
          <a:lstStyle>
            <a:lvl1pPr>
              <a:spcBef>
                <a:spcPts val="2400"/>
              </a:spcBef>
              <a:defRPr b="1"/>
            </a:lvl1pPr>
            <a:lvl2pPr marL="285750" indent="-285750">
              <a:buFont typeface="GT America Regular" pitchFamily="2" charset="77"/>
              <a:buChar char="→"/>
              <a:defRPr/>
            </a:lvl2pPr>
            <a:lvl3pPr marL="0" indent="0">
              <a:buNone/>
              <a:defRPr/>
            </a:lvl3pPr>
            <a:lvl4pPr marL="283464" indent="0">
              <a:buFont typeface="Arial" panose="020B0604020202020204" pitchFamily="34" charset="0"/>
              <a:buNone/>
              <a:defRPr/>
            </a:lvl4pPr>
            <a:lvl5pPr marL="283464" indent="0">
              <a:buNone/>
              <a:defRPr sz="1400"/>
            </a:lvl5pPr>
            <a:lvl6pPr marL="283464" indent="0">
              <a:buFont typeface="Arial" panose="020B0604020202020204" pitchFamily="34" charset="0"/>
              <a:buNone/>
              <a:defRPr sz="1400"/>
            </a:lvl6pPr>
            <a:lvl7pPr marL="283464" indent="0">
              <a:buNone/>
              <a:defRPr/>
            </a:lvl7pPr>
            <a:lvl8pPr marL="283464" indent="0">
              <a:buFont typeface="Arial" panose="020B0604020202020204" pitchFamily="34" charset="0"/>
              <a:buNone/>
              <a:defRPr/>
            </a:lvl8pPr>
            <a:lvl9pPr marL="283464" indent="0">
              <a:buNone/>
              <a:defRPr/>
            </a:lvl9pPr>
          </a:lstStyle>
          <a:p>
            <a:pPr lvl="0"/>
            <a:r>
              <a:rPr lang="en-US"/>
              <a:t>Click to edit Master text styles</a:t>
            </a:r>
          </a:p>
          <a:p>
            <a:pPr lvl="1"/>
            <a:r>
              <a:rPr lang="en-US"/>
              <a:t>Second level</a:t>
            </a:r>
          </a:p>
        </p:txBody>
      </p:sp>
      <p:sp>
        <p:nvSpPr>
          <p:cNvPr id="6" name="Text Placeholder 9">
            <a:extLst>
              <a:ext uri="{FF2B5EF4-FFF2-40B4-BE49-F238E27FC236}">
                <a16:creationId xmlns:a16="http://schemas.microsoft.com/office/drawing/2014/main" id="{C7A8DCC2-F1AD-A798-22A8-7C3AD433BF61}"/>
              </a:ext>
            </a:extLst>
          </p:cNvPr>
          <p:cNvSpPr>
            <a:spLocks noGrp="1"/>
          </p:cNvSpPr>
          <p:nvPr>
            <p:ph type="body" sz="quarter" idx="13"/>
          </p:nvPr>
        </p:nvSpPr>
        <p:spPr>
          <a:xfrm>
            <a:off x="4781550" y="1127124"/>
            <a:ext cx="3434664" cy="5040313"/>
          </a:xfrm>
        </p:spPr>
        <p:txBody>
          <a:bodyPr lIns="0">
            <a:normAutofit/>
          </a:bodyPr>
          <a:lstStyle>
            <a:lvl1pPr>
              <a:spcBef>
                <a:spcPts val="2400"/>
              </a:spcBef>
              <a:defRPr b="1"/>
            </a:lvl1pPr>
            <a:lvl2pPr marL="285750" indent="-285750">
              <a:buFont typeface="GT America Regular" pitchFamily="2" charset="77"/>
              <a:buChar char="→"/>
              <a:defRPr/>
            </a:lvl2pPr>
            <a:lvl3pPr marL="0" indent="0">
              <a:buNone/>
              <a:defRPr/>
            </a:lvl3pPr>
            <a:lvl4pPr marL="283464" indent="0">
              <a:buFont typeface="Arial" panose="020B0604020202020204" pitchFamily="34" charset="0"/>
              <a:buNone/>
              <a:defRPr sz="1400"/>
            </a:lvl4pPr>
            <a:lvl5pPr marL="283464" indent="0">
              <a:buNone/>
              <a:defRPr sz="1400"/>
            </a:lvl5pPr>
            <a:lvl6pPr marL="283464" indent="0">
              <a:buFont typeface="Arial" panose="020B0604020202020204" pitchFamily="34" charset="0"/>
              <a:buNone/>
              <a:defRPr/>
            </a:lvl6pPr>
            <a:lvl7pPr marL="283464" indent="0">
              <a:buNone/>
              <a:defRPr sz="1400"/>
            </a:lvl7pPr>
            <a:lvl8pPr marL="283464" indent="0">
              <a:buFont typeface="Arial" panose="020B0604020202020204" pitchFamily="34" charset="0"/>
              <a:buNone/>
              <a:defRPr/>
            </a:lvl8pPr>
            <a:lvl9pPr marL="283464" indent="0">
              <a:buNone/>
              <a:defRPr/>
            </a:lvl9pPr>
          </a:lstStyle>
          <a:p>
            <a:pPr lvl="0"/>
            <a:r>
              <a:rPr lang="en-US"/>
              <a:t>Click to edit Master text styles</a:t>
            </a:r>
          </a:p>
          <a:p>
            <a:pPr lvl="1"/>
            <a:r>
              <a:rPr lang="en-US"/>
              <a:t>Second level</a:t>
            </a:r>
          </a:p>
        </p:txBody>
      </p:sp>
      <p:sp>
        <p:nvSpPr>
          <p:cNvPr id="7" name="Title 1">
            <a:extLst>
              <a:ext uri="{FF2B5EF4-FFF2-40B4-BE49-F238E27FC236}">
                <a16:creationId xmlns:a16="http://schemas.microsoft.com/office/drawing/2014/main" id="{40A69DCB-C443-D923-77AF-F7A45CB4F043}"/>
              </a:ext>
            </a:extLst>
          </p:cNvPr>
          <p:cNvSpPr>
            <a:spLocks noGrp="1"/>
          </p:cNvSpPr>
          <p:nvPr>
            <p:ph type="title" hasCustomPrompt="1"/>
          </p:nvPr>
        </p:nvSpPr>
        <p:spPr>
          <a:xfrm>
            <a:off x="0" y="548640"/>
            <a:ext cx="1958975" cy="5037773"/>
          </a:xfrm>
        </p:spPr>
        <p:txBody>
          <a:bodyPr vert="vert270" anchor="ctr"/>
          <a:lstStyle>
            <a:lvl1pPr algn="r">
              <a:lnSpc>
                <a:spcPct val="100000"/>
              </a:lnSpc>
              <a:defRPr sz="9600">
                <a:solidFill>
                  <a:schemeClr val="bg1"/>
                </a:solidFill>
              </a:defRPr>
            </a:lvl1pPr>
          </a:lstStyle>
          <a:p>
            <a:r>
              <a:rPr lang="en-US"/>
              <a:t>Edit title</a:t>
            </a:r>
          </a:p>
        </p:txBody>
      </p:sp>
    </p:spTree>
    <p:extLst>
      <p:ext uri="{BB962C8B-B14F-4D97-AF65-F5344CB8AC3E}">
        <p14:creationId xmlns:p14="http://schemas.microsoft.com/office/powerpoint/2010/main" val="831263208"/>
      </p:ext>
    </p:extLst>
  </p:cSld>
  <p:clrMapOvr>
    <a:masterClrMapping/>
  </p:clrMapOvr>
</p:sldLayout>
</file>

<file path=ppt/slideLayouts/slideLayout270.xml><?xml version="1.0" encoding="utf-8"?>
<p:sldLayout xmlns:a="http://schemas.openxmlformats.org/drawingml/2006/main" xmlns:r="http://schemas.openxmlformats.org/officeDocument/2006/relationships" xmlns:p="http://schemas.openxmlformats.org/presentationml/2006/main" preserve="1" userDrawn="1">
  <p:cSld name="Agenda 4">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DE63420-A2BC-EC7A-3A8C-CA23AF97535A}"/>
              </a:ext>
            </a:extLst>
          </p:cNvPr>
          <p:cNvSpPr/>
          <p:nvPr userDrawn="1"/>
        </p:nvSpPr>
        <p:spPr bwMode="hidden">
          <a:xfrm>
            <a:off x="0" y="-1"/>
            <a:ext cx="2023265"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5" name="Picture 14" descr="A blue lines on a black background&#10;&#10;Description automatically generated">
            <a:extLst>
              <a:ext uri="{FF2B5EF4-FFF2-40B4-BE49-F238E27FC236}">
                <a16:creationId xmlns:a16="http://schemas.microsoft.com/office/drawing/2014/main" id="{43506656-89E5-4D3B-4C51-0386CED5F1B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r="35901"/>
          <a:stretch/>
        </p:blipFill>
        <p:spPr bwMode="hidden">
          <a:xfrm>
            <a:off x="0" y="-3175"/>
            <a:ext cx="2023265" cy="6861175"/>
          </a:xfrm>
          <a:prstGeom prst="rect">
            <a:avLst/>
          </a:prstGeom>
        </p:spPr>
      </p:pic>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See slide 12 for instructions on how to update footer</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6" name="Freeform 5">
            <a:extLst>
              <a:ext uri="{FF2B5EF4-FFF2-40B4-BE49-F238E27FC236}">
                <a16:creationId xmlns:a16="http://schemas.microsoft.com/office/drawing/2014/main" id="{5BCC6303-B8A8-E0F3-1B26-45B29EE4DC62}"/>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2" name="Freeform 5">
            <a:extLst>
              <a:ext uri="{FF2B5EF4-FFF2-40B4-BE49-F238E27FC236}">
                <a16:creationId xmlns:a16="http://schemas.microsoft.com/office/drawing/2014/main" id="{B2BF897B-C4FE-7F0C-FE2C-6956C830B315}"/>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2" name="Text Placeholder 9">
            <a:extLst>
              <a:ext uri="{FF2B5EF4-FFF2-40B4-BE49-F238E27FC236}">
                <a16:creationId xmlns:a16="http://schemas.microsoft.com/office/drawing/2014/main" id="{97A60806-2005-3279-1B3F-393FF318E435}"/>
              </a:ext>
            </a:extLst>
          </p:cNvPr>
          <p:cNvSpPr>
            <a:spLocks noGrp="1"/>
          </p:cNvSpPr>
          <p:nvPr>
            <p:ph type="body" sz="quarter" idx="14"/>
          </p:nvPr>
        </p:nvSpPr>
        <p:spPr>
          <a:xfrm>
            <a:off x="9018956" y="1127124"/>
            <a:ext cx="2619006" cy="5040313"/>
          </a:xfrm>
        </p:spPr>
        <p:txBody>
          <a:bodyPr/>
          <a:lstStyle>
            <a:lvl1pPr>
              <a:spcBef>
                <a:spcPts val="2400"/>
              </a:spcBef>
              <a:defRPr b="1"/>
            </a:lvl1pPr>
            <a:lvl2pPr marL="285750" indent="-285750">
              <a:buFont typeface="GT America Regular" pitchFamily="2" charset="77"/>
              <a:buChar char="→"/>
              <a:defRPr/>
            </a:lvl2pPr>
            <a:lvl3pPr marL="0" indent="0">
              <a:buNone/>
              <a:defRPr/>
            </a:lvl3pPr>
            <a:lvl4pPr marL="283464" indent="0">
              <a:buFont typeface="Arial" panose="020B0604020202020204" pitchFamily="34" charset="0"/>
              <a:buNone/>
              <a:defRPr/>
            </a:lvl4pPr>
            <a:lvl5pPr marL="283464" indent="0">
              <a:buNone/>
              <a:defRPr/>
            </a:lvl5pPr>
            <a:lvl6pPr marL="283464" indent="0">
              <a:buFont typeface="Arial" panose="020B0604020202020204" pitchFamily="34" charset="0"/>
              <a:buNone/>
              <a:defRPr/>
            </a:lvl6pPr>
            <a:lvl7pPr marL="283464" indent="0">
              <a:buNone/>
              <a:defRPr/>
            </a:lvl7pPr>
            <a:lvl8pPr marL="283464" indent="0">
              <a:buFont typeface="Arial" panose="020B0604020202020204" pitchFamily="34" charset="0"/>
              <a:buNone/>
              <a:defRPr/>
            </a:lvl8pPr>
            <a:lvl9pPr marL="283464" indent="0">
              <a:buNone/>
              <a:defRPr/>
            </a:lvl9pPr>
          </a:lstStyle>
          <a:p>
            <a:pPr lvl="0"/>
            <a:r>
              <a:rPr lang="en-US"/>
              <a:t>Click to edit Master text styles</a:t>
            </a:r>
          </a:p>
          <a:p>
            <a:pPr lvl="1"/>
            <a:r>
              <a:rPr lang="en-US"/>
              <a:t>Second level</a:t>
            </a:r>
          </a:p>
        </p:txBody>
      </p:sp>
      <p:sp>
        <p:nvSpPr>
          <p:cNvPr id="5" name="Text Placeholder 9">
            <a:extLst>
              <a:ext uri="{FF2B5EF4-FFF2-40B4-BE49-F238E27FC236}">
                <a16:creationId xmlns:a16="http://schemas.microsoft.com/office/drawing/2014/main" id="{A96DBD7A-DCEA-7B49-148D-857A5FC1B863}"/>
              </a:ext>
            </a:extLst>
          </p:cNvPr>
          <p:cNvSpPr>
            <a:spLocks noGrp="1"/>
          </p:cNvSpPr>
          <p:nvPr>
            <p:ph type="body" sz="quarter" idx="13"/>
          </p:nvPr>
        </p:nvSpPr>
        <p:spPr>
          <a:xfrm>
            <a:off x="6186855" y="1127124"/>
            <a:ext cx="2626946" cy="5040313"/>
          </a:xfrm>
        </p:spPr>
        <p:txBody>
          <a:bodyPr>
            <a:normAutofit/>
          </a:bodyPr>
          <a:lstStyle>
            <a:lvl1pPr>
              <a:spcBef>
                <a:spcPts val="2400"/>
              </a:spcBef>
              <a:defRPr b="1"/>
            </a:lvl1pPr>
            <a:lvl2pPr marL="285750" indent="-285750">
              <a:buFont typeface="GT America Regular" pitchFamily="2" charset="77"/>
              <a:buChar char="→"/>
              <a:defRPr/>
            </a:lvl2pPr>
            <a:lvl3pPr marL="0" indent="0">
              <a:buNone/>
              <a:defRPr/>
            </a:lvl3pPr>
            <a:lvl4pPr marL="283464" indent="0">
              <a:buFont typeface="Arial" panose="020B0604020202020204" pitchFamily="34" charset="0"/>
              <a:buNone/>
              <a:defRPr/>
            </a:lvl4pPr>
            <a:lvl5pPr marL="283464" indent="0">
              <a:buNone/>
              <a:defRPr sz="1400"/>
            </a:lvl5pPr>
            <a:lvl6pPr marL="283464" indent="0">
              <a:buFont typeface="Arial" panose="020B0604020202020204" pitchFamily="34" charset="0"/>
              <a:buNone/>
              <a:defRPr sz="1400"/>
            </a:lvl6pPr>
            <a:lvl7pPr marL="283464" indent="0">
              <a:buNone/>
              <a:defRPr/>
            </a:lvl7pPr>
            <a:lvl8pPr marL="283464" indent="0">
              <a:buFont typeface="Arial" panose="020B0604020202020204" pitchFamily="34" charset="0"/>
              <a:buNone/>
              <a:defRPr/>
            </a:lvl8pPr>
            <a:lvl9pPr marL="283464" indent="0">
              <a:buNone/>
              <a:defRPr/>
            </a:lvl9pPr>
          </a:lstStyle>
          <a:p>
            <a:pPr lvl="0"/>
            <a:r>
              <a:rPr lang="en-US"/>
              <a:t>Click to edit Master text styles</a:t>
            </a:r>
          </a:p>
          <a:p>
            <a:pPr lvl="1"/>
            <a:r>
              <a:rPr lang="en-US"/>
              <a:t>Second level</a:t>
            </a:r>
          </a:p>
        </p:txBody>
      </p:sp>
      <p:sp>
        <p:nvSpPr>
          <p:cNvPr id="13" name="Text Placeholder 9">
            <a:extLst>
              <a:ext uri="{FF2B5EF4-FFF2-40B4-BE49-F238E27FC236}">
                <a16:creationId xmlns:a16="http://schemas.microsoft.com/office/drawing/2014/main" id="{8972C75E-D802-D589-98E6-318B1F0530CB}"/>
              </a:ext>
            </a:extLst>
          </p:cNvPr>
          <p:cNvSpPr>
            <a:spLocks noGrp="1"/>
          </p:cNvSpPr>
          <p:nvPr>
            <p:ph type="body" sz="quarter" idx="15"/>
          </p:nvPr>
        </p:nvSpPr>
        <p:spPr>
          <a:xfrm>
            <a:off x="3367088" y="1127124"/>
            <a:ext cx="2614612" cy="5040313"/>
          </a:xfrm>
        </p:spPr>
        <p:txBody>
          <a:bodyPr>
            <a:normAutofit/>
          </a:bodyPr>
          <a:lstStyle>
            <a:lvl1pPr>
              <a:spcBef>
                <a:spcPts val="2400"/>
              </a:spcBef>
              <a:defRPr b="1"/>
            </a:lvl1pPr>
            <a:lvl2pPr marL="285750" indent="-285750">
              <a:buFont typeface="GT America Regular" pitchFamily="2" charset="77"/>
              <a:buChar char="→"/>
              <a:defRPr/>
            </a:lvl2pPr>
            <a:lvl3pPr marL="0" indent="0">
              <a:buNone/>
              <a:defRPr/>
            </a:lvl3pPr>
            <a:lvl4pPr marL="283464" indent="0">
              <a:buFont typeface="Arial" panose="020B0604020202020204" pitchFamily="34" charset="0"/>
              <a:buNone/>
              <a:defRPr sz="1400"/>
            </a:lvl4pPr>
            <a:lvl5pPr marL="283464" indent="0">
              <a:buNone/>
              <a:defRPr sz="1400"/>
            </a:lvl5pPr>
            <a:lvl6pPr marL="283464" indent="0">
              <a:buFont typeface="Arial" panose="020B0604020202020204" pitchFamily="34" charset="0"/>
              <a:buNone/>
              <a:defRPr/>
            </a:lvl6pPr>
            <a:lvl7pPr marL="283464" indent="0">
              <a:buNone/>
              <a:defRPr/>
            </a:lvl7pPr>
            <a:lvl8pPr marL="283464" indent="0">
              <a:buFont typeface="Arial" panose="020B0604020202020204" pitchFamily="34" charset="0"/>
              <a:buNone/>
              <a:defRPr/>
            </a:lvl8pPr>
            <a:lvl9pPr marL="283464" indent="0">
              <a:buNone/>
              <a:defRPr/>
            </a:lvl9pPr>
          </a:lstStyle>
          <a:p>
            <a:pPr lvl="0"/>
            <a:r>
              <a:rPr lang="en-US"/>
              <a:t>Click to edit Master text styles</a:t>
            </a:r>
          </a:p>
          <a:p>
            <a:pPr lvl="1"/>
            <a:r>
              <a:rPr lang="en-US"/>
              <a:t>Second level</a:t>
            </a:r>
          </a:p>
        </p:txBody>
      </p:sp>
      <p:sp>
        <p:nvSpPr>
          <p:cNvPr id="7" name="Title 1">
            <a:extLst>
              <a:ext uri="{FF2B5EF4-FFF2-40B4-BE49-F238E27FC236}">
                <a16:creationId xmlns:a16="http://schemas.microsoft.com/office/drawing/2014/main" id="{87B5BA7B-A36C-1FF6-B321-EDC408BE67B2}"/>
              </a:ext>
            </a:extLst>
          </p:cNvPr>
          <p:cNvSpPr>
            <a:spLocks noGrp="1"/>
          </p:cNvSpPr>
          <p:nvPr>
            <p:ph type="title" hasCustomPrompt="1"/>
          </p:nvPr>
        </p:nvSpPr>
        <p:spPr>
          <a:xfrm>
            <a:off x="0" y="548640"/>
            <a:ext cx="1958975" cy="5037773"/>
          </a:xfrm>
        </p:spPr>
        <p:txBody>
          <a:bodyPr vert="vert270" anchor="ctr"/>
          <a:lstStyle>
            <a:lvl1pPr algn="r">
              <a:lnSpc>
                <a:spcPct val="100000"/>
              </a:lnSpc>
              <a:defRPr sz="9600">
                <a:solidFill>
                  <a:schemeClr val="bg1"/>
                </a:solidFill>
              </a:defRPr>
            </a:lvl1pPr>
          </a:lstStyle>
          <a:p>
            <a:r>
              <a:rPr lang="en-US"/>
              <a:t>Edit title</a:t>
            </a:r>
          </a:p>
        </p:txBody>
      </p:sp>
    </p:spTree>
    <p:extLst>
      <p:ext uri="{BB962C8B-B14F-4D97-AF65-F5344CB8AC3E}">
        <p14:creationId xmlns:p14="http://schemas.microsoft.com/office/powerpoint/2010/main" val="2054021443"/>
      </p:ext>
    </p:extLst>
  </p:cSld>
  <p:clrMapOvr>
    <a:masterClrMapping/>
  </p:clrMapOvr>
</p:sldLayout>
</file>

<file path=ppt/slideLayouts/slideLayout271.xml><?xml version="1.0" encoding="utf-8"?>
<p:sldLayout xmlns:a="http://schemas.openxmlformats.org/drawingml/2006/main" xmlns:r="http://schemas.openxmlformats.org/officeDocument/2006/relationships" xmlns:p="http://schemas.openxmlformats.org/presentationml/2006/main" preserve="1" userDrawn="1">
  <p:cSld name="Divider 1 - Short title">
    <p:bg>
      <p:bgPr>
        <a:solidFill>
          <a:schemeClr val="bg2"/>
        </a:solidFill>
        <a:effectLst/>
      </p:bgPr>
    </p:bg>
    <p:spTree>
      <p:nvGrpSpPr>
        <p:cNvPr id="1" name=""/>
        <p:cNvGrpSpPr/>
        <p:nvPr/>
      </p:nvGrpSpPr>
      <p:grpSpPr>
        <a:xfrm>
          <a:off x="0" y="0"/>
          <a:ext cx="0" cy="0"/>
          <a:chOff x="0" y="0"/>
          <a:chExt cx="0" cy="0"/>
        </a:xfrm>
      </p:grpSpPr>
      <p:sp>
        <p:nvSpPr>
          <p:cNvPr id="20" name="Freeform 19">
            <a:extLst>
              <a:ext uri="{FF2B5EF4-FFF2-40B4-BE49-F238E27FC236}">
                <a16:creationId xmlns:a16="http://schemas.microsoft.com/office/drawing/2014/main" id="{6732315D-1057-6521-C359-22C1DAF4964C}"/>
              </a:ext>
            </a:extLst>
          </p:cNvPr>
          <p:cNvSpPr/>
          <p:nvPr/>
        </p:nvSpPr>
        <p:spPr>
          <a:xfrm>
            <a:off x="3367088" y="552449"/>
            <a:ext cx="8267463" cy="5677842"/>
          </a:xfrm>
          <a:custGeom>
            <a:avLst/>
            <a:gdLst>
              <a:gd name="connsiteX0" fmla="*/ 6722902 w 8267463"/>
              <a:gd name="connsiteY0" fmla="*/ 0 h 5677842"/>
              <a:gd name="connsiteX1" fmla="*/ 8267463 w 8267463"/>
              <a:gd name="connsiteY1" fmla="*/ 0 h 5677842"/>
              <a:gd name="connsiteX2" fmla="*/ 8267463 w 8267463"/>
              <a:gd name="connsiteY2" fmla="*/ 1419448 h 5677842"/>
              <a:gd name="connsiteX3" fmla="*/ 7275694 w 8267463"/>
              <a:gd name="connsiteY3" fmla="*/ 2749701 h 5677842"/>
              <a:gd name="connsiteX4" fmla="*/ 6942385 w 8267463"/>
              <a:gd name="connsiteY4" fmla="*/ 2749701 h 5677842"/>
              <a:gd name="connsiteX5" fmla="*/ 7381363 w 8267463"/>
              <a:gd name="connsiteY5" fmla="*/ 1541121 h 5677842"/>
              <a:gd name="connsiteX6" fmla="*/ 6722902 w 8267463"/>
              <a:gd name="connsiteY6" fmla="*/ 1541121 h 5677842"/>
              <a:gd name="connsiteX7" fmla="*/ 0 w 8267463"/>
              <a:gd name="connsiteY7" fmla="*/ 0 h 5677842"/>
              <a:gd name="connsiteX8" fmla="*/ 2268085 w 8267463"/>
              <a:gd name="connsiteY8" fmla="*/ 0 h 5677842"/>
              <a:gd name="connsiteX9" fmla="*/ 2975321 w 8267463"/>
              <a:gd name="connsiteY9" fmla="*/ 2920028 h 5677842"/>
              <a:gd name="connsiteX10" fmla="*/ 3146041 w 8267463"/>
              <a:gd name="connsiteY10" fmla="*/ 3731148 h 5677842"/>
              <a:gd name="connsiteX11" fmla="*/ 3316761 w 8267463"/>
              <a:gd name="connsiteY11" fmla="*/ 2920028 h 5677842"/>
              <a:gd name="connsiteX12" fmla="*/ 4024010 w 8267463"/>
              <a:gd name="connsiteY12" fmla="*/ 0 h 5677842"/>
              <a:gd name="connsiteX13" fmla="*/ 6292082 w 8267463"/>
              <a:gd name="connsiteY13" fmla="*/ 0 h 5677842"/>
              <a:gd name="connsiteX14" fmla="*/ 6292082 w 8267463"/>
              <a:gd name="connsiteY14" fmla="*/ 5677842 h 5677842"/>
              <a:gd name="connsiteX15" fmla="*/ 4836940 w 8267463"/>
              <a:gd name="connsiteY15" fmla="*/ 5677842 h 5677842"/>
              <a:gd name="connsiteX16" fmla="*/ 4836940 w 8267463"/>
              <a:gd name="connsiteY16" fmla="*/ 1995360 h 5677842"/>
              <a:gd name="connsiteX17" fmla="*/ 4633708 w 8267463"/>
              <a:gd name="connsiteY17" fmla="*/ 2838921 h 5677842"/>
              <a:gd name="connsiteX18" fmla="*/ 3877684 w 8267463"/>
              <a:gd name="connsiteY18" fmla="*/ 5677842 h 5677842"/>
              <a:gd name="connsiteX19" fmla="*/ 2381886 w 8267463"/>
              <a:gd name="connsiteY19" fmla="*/ 5677842 h 5677842"/>
              <a:gd name="connsiteX20" fmla="*/ 1625861 w 8267463"/>
              <a:gd name="connsiteY20" fmla="*/ 2838921 h 5677842"/>
              <a:gd name="connsiteX21" fmla="*/ 1422629 w 8267463"/>
              <a:gd name="connsiteY21" fmla="*/ 1995360 h 5677842"/>
              <a:gd name="connsiteX22" fmla="*/ 1422629 w 8267463"/>
              <a:gd name="connsiteY22" fmla="*/ 5677842 h 5677842"/>
              <a:gd name="connsiteX23" fmla="*/ 0 w 8267463"/>
              <a:gd name="connsiteY23" fmla="*/ 5677842 h 56778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8267463" h="5677842">
                <a:moveTo>
                  <a:pt x="6722902" y="0"/>
                </a:moveTo>
                <a:lnTo>
                  <a:pt x="8267463" y="0"/>
                </a:lnTo>
                <a:lnTo>
                  <a:pt x="8267463" y="1419448"/>
                </a:lnTo>
                <a:lnTo>
                  <a:pt x="7275694" y="2749701"/>
                </a:lnTo>
                <a:lnTo>
                  <a:pt x="6942385" y="2749701"/>
                </a:lnTo>
                <a:lnTo>
                  <a:pt x="7381363" y="1541121"/>
                </a:lnTo>
                <a:lnTo>
                  <a:pt x="6722902" y="1541121"/>
                </a:lnTo>
                <a:close/>
                <a:moveTo>
                  <a:pt x="0" y="0"/>
                </a:moveTo>
                <a:lnTo>
                  <a:pt x="2268085" y="0"/>
                </a:lnTo>
                <a:lnTo>
                  <a:pt x="2975321" y="2920028"/>
                </a:lnTo>
                <a:lnTo>
                  <a:pt x="3146041" y="3731148"/>
                </a:lnTo>
                <a:lnTo>
                  <a:pt x="3316761" y="2920028"/>
                </a:lnTo>
                <a:lnTo>
                  <a:pt x="4024010" y="0"/>
                </a:lnTo>
                <a:lnTo>
                  <a:pt x="6292082" y="0"/>
                </a:lnTo>
                <a:lnTo>
                  <a:pt x="6292082" y="5677842"/>
                </a:lnTo>
                <a:lnTo>
                  <a:pt x="4836940" y="5677842"/>
                </a:lnTo>
                <a:lnTo>
                  <a:pt x="4836940" y="1995360"/>
                </a:lnTo>
                <a:lnTo>
                  <a:pt x="4633708" y="2838921"/>
                </a:lnTo>
                <a:lnTo>
                  <a:pt x="3877684" y="5677842"/>
                </a:lnTo>
                <a:lnTo>
                  <a:pt x="2381886" y="5677842"/>
                </a:lnTo>
                <a:lnTo>
                  <a:pt x="1625861" y="2838921"/>
                </a:lnTo>
                <a:lnTo>
                  <a:pt x="1422629" y="1995360"/>
                </a:lnTo>
                <a:lnTo>
                  <a:pt x="1422629" y="5677842"/>
                </a:lnTo>
                <a:lnTo>
                  <a:pt x="0" y="5677842"/>
                </a:lnTo>
                <a:close/>
              </a:path>
            </a:pathLst>
          </a:custGeom>
          <a:solidFill>
            <a:schemeClr val="accent1">
              <a:alpha val="25000"/>
            </a:schemeClr>
          </a:solidFill>
          <a:ln w="0" cap="flat">
            <a:noFill/>
            <a:prstDash val="solid"/>
            <a:miter/>
          </a:ln>
        </p:spPr>
        <p:txBody>
          <a:bodyPr rtlCol="0" anchor="ctr"/>
          <a:lstStyle/>
          <a:p>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See slide 12 for instructions on how to update footer</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8" name="Title 17">
            <a:extLst>
              <a:ext uri="{FF2B5EF4-FFF2-40B4-BE49-F238E27FC236}">
                <a16:creationId xmlns:a16="http://schemas.microsoft.com/office/drawing/2014/main" id="{98D5B202-316D-9EDE-D8FC-C6D094C650D6}"/>
              </a:ext>
            </a:extLst>
          </p:cNvPr>
          <p:cNvSpPr>
            <a:spLocks noGrp="1"/>
          </p:cNvSpPr>
          <p:nvPr>
            <p:ph type="title" hasCustomPrompt="1"/>
          </p:nvPr>
        </p:nvSpPr>
        <p:spPr>
          <a:xfrm>
            <a:off x="546100" y="3295650"/>
            <a:ext cx="8267700" cy="1997075"/>
          </a:xfrm>
          <a:prstGeom prst="rect">
            <a:avLst/>
          </a:prstGeom>
        </p:spPr>
        <p:txBody>
          <a:bodyPr anchor="b"/>
          <a:lstStyle>
            <a:lvl1pPr marL="514350" indent="-514350" algn="l">
              <a:lnSpc>
                <a:spcPct val="100000"/>
              </a:lnSpc>
              <a:tabLst/>
              <a:defRPr sz="4800">
                <a:solidFill>
                  <a:schemeClr val="tx1"/>
                </a:solidFill>
              </a:defRPr>
            </a:lvl1pPr>
          </a:lstStyle>
          <a:p>
            <a:r>
              <a:rPr lang="en-US"/>
              <a:t>Use this divider only if your headline is short</a:t>
            </a:r>
          </a:p>
        </p:txBody>
      </p:sp>
    </p:spTree>
    <p:extLst>
      <p:ext uri="{BB962C8B-B14F-4D97-AF65-F5344CB8AC3E}">
        <p14:creationId xmlns:p14="http://schemas.microsoft.com/office/powerpoint/2010/main" val="696796387"/>
      </p:ext>
    </p:extLst>
  </p:cSld>
  <p:clrMapOvr>
    <a:overrideClrMapping bg1="dk1" tx1="lt1" bg2="dk2" tx2="lt2" accent1="accent1" accent2="accent2" accent3="accent3" accent4="accent4" accent5="accent5" accent6="accent6" hlink="hlink" folHlink="folHlink"/>
  </p:clrMapOvr>
</p:sldLayout>
</file>

<file path=ppt/slideLayouts/slideLayout272.xml><?xml version="1.0" encoding="utf-8"?>
<p:sldLayout xmlns:a="http://schemas.openxmlformats.org/drawingml/2006/main" xmlns:r="http://schemas.openxmlformats.org/officeDocument/2006/relationships" xmlns:p="http://schemas.openxmlformats.org/presentationml/2006/main" preserve="1" userDrawn="1">
  <p:cSld name="Divider 1 - Long title">
    <p:bg>
      <p:bgPr>
        <a:solidFill>
          <a:schemeClr val="bg2"/>
        </a:solidFill>
        <a:effectLst/>
      </p:bgPr>
    </p:bg>
    <p:spTree>
      <p:nvGrpSpPr>
        <p:cNvPr id="1" name=""/>
        <p:cNvGrpSpPr/>
        <p:nvPr/>
      </p:nvGrpSpPr>
      <p:grpSpPr>
        <a:xfrm>
          <a:off x="0" y="0"/>
          <a:ext cx="0" cy="0"/>
          <a:chOff x="0" y="0"/>
          <a:chExt cx="0" cy="0"/>
        </a:xfrm>
      </p:grpSpPr>
      <p:sp>
        <p:nvSpPr>
          <p:cNvPr id="20" name="Freeform 19">
            <a:extLst>
              <a:ext uri="{FF2B5EF4-FFF2-40B4-BE49-F238E27FC236}">
                <a16:creationId xmlns:a16="http://schemas.microsoft.com/office/drawing/2014/main" id="{6732315D-1057-6521-C359-22C1DAF4964C}"/>
              </a:ext>
            </a:extLst>
          </p:cNvPr>
          <p:cNvSpPr/>
          <p:nvPr/>
        </p:nvSpPr>
        <p:spPr>
          <a:xfrm>
            <a:off x="3367088" y="552449"/>
            <a:ext cx="8267463" cy="5677842"/>
          </a:xfrm>
          <a:custGeom>
            <a:avLst/>
            <a:gdLst>
              <a:gd name="connsiteX0" fmla="*/ 6722902 w 8267463"/>
              <a:gd name="connsiteY0" fmla="*/ 0 h 5677842"/>
              <a:gd name="connsiteX1" fmla="*/ 8267463 w 8267463"/>
              <a:gd name="connsiteY1" fmla="*/ 0 h 5677842"/>
              <a:gd name="connsiteX2" fmla="*/ 8267463 w 8267463"/>
              <a:gd name="connsiteY2" fmla="*/ 1419448 h 5677842"/>
              <a:gd name="connsiteX3" fmla="*/ 7275694 w 8267463"/>
              <a:gd name="connsiteY3" fmla="*/ 2749701 h 5677842"/>
              <a:gd name="connsiteX4" fmla="*/ 6942385 w 8267463"/>
              <a:gd name="connsiteY4" fmla="*/ 2749701 h 5677842"/>
              <a:gd name="connsiteX5" fmla="*/ 7381363 w 8267463"/>
              <a:gd name="connsiteY5" fmla="*/ 1541121 h 5677842"/>
              <a:gd name="connsiteX6" fmla="*/ 6722902 w 8267463"/>
              <a:gd name="connsiteY6" fmla="*/ 1541121 h 5677842"/>
              <a:gd name="connsiteX7" fmla="*/ 0 w 8267463"/>
              <a:gd name="connsiteY7" fmla="*/ 0 h 5677842"/>
              <a:gd name="connsiteX8" fmla="*/ 2268085 w 8267463"/>
              <a:gd name="connsiteY8" fmla="*/ 0 h 5677842"/>
              <a:gd name="connsiteX9" fmla="*/ 2975321 w 8267463"/>
              <a:gd name="connsiteY9" fmla="*/ 2920028 h 5677842"/>
              <a:gd name="connsiteX10" fmla="*/ 3146041 w 8267463"/>
              <a:gd name="connsiteY10" fmla="*/ 3731148 h 5677842"/>
              <a:gd name="connsiteX11" fmla="*/ 3316761 w 8267463"/>
              <a:gd name="connsiteY11" fmla="*/ 2920028 h 5677842"/>
              <a:gd name="connsiteX12" fmla="*/ 4024010 w 8267463"/>
              <a:gd name="connsiteY12" fmla="*/ 0 h 5677842"/>
              <a:gd name="connsiteX13" fmla="*/ 6292082 w 8267463"/>
              <a:gd name="connsiteY13" fmla="*/ 0 h 5677842"/>
              <a:gd name="connsiteX14" fmla="*/ 6292082 w 8267463"/>
              <a:gd name="connsiteY14" fmla="*/ 5677842 h 5677842"/>
              <a:gd name="connsiteX15" fmla="*/ 4836940 w 8267463"/>
              <a:gd name="connsiteY15" fmla="*/ 5677842 h 5677842"/>
              <a:gd name="connsiteX16" fmla="*/ 4836940 w 8267463"/>
              <a:gd name="connsiteY16" fmla="*/ 1995360 h 5677842"/>
              <a:gd name="connsiteX17" fmla="*/ 4633708 w 8267463"/>
              <a:gd name="connsiteY17" fmla="*/ 2838921 h 5677842"/>
              <a:gd name="connsiteX18" fmla="*/ 3877684 w 8267463"/>
              <a:gd name="connsiteY18" fmla="*/ 5677842 h 5677842"/>
              <a:gd name="connsiteX19" fmla="*/ 2381886 w 8267463"/>
              <a:gd name="connsiteY19" fmla="*/ 5677842 h 5677842"/>
              <a:gd name="connsiteX20" fmla="*/ 1625861 w 8267463"/>
              <a:gd name="connsiteY20" fmla="*/ 2838921 h 5677842"/>
              <a:gd name="connsiteX21" fmla="*/ 1422629 w 8267463"/>
              <a:gd name="connsiteY21" fmla="*/ 1995360 h 5677842"/>
              <a:gd name="connsiteX22" fmla="*/ 1422629 w 8267463"/>
              <a:gd name="connsiteY22" fmla="*/ 5677842 h 5677842"/>
              <a:gd name="connsiteX23" fmla="*/ 0 w 8267463"/>
              <a:gd name="connsiteY23" fmla="*/ 5677842 h 56778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8267463" h="5677842">
                <a:moveTo>
                  <a:pt x="6722902" y="0"/>
                </a:moveTo>
                <a:lnTo>
                  <a:pt x="8267463" y="0"/>
                </a:lnTo>
                <a:lnTo>
                  <a:pt x="8267463" y="1419448"/>
                </a:lnTo>
                <a:lnTo>
                  <a:pt x="7275694" y="2749701"/>
                </a:lnTo>
                <a:lnTo>
                  <a:pt x="6942385" y="2749701"/>
                </a:lnTo>
                <a:lnTo>
                  <a:pt x="7381363" y="1541121"/>
                </a:lnTo>
                <a:lnTo>
                  <a:pt x="6722902" y="1541121"/>
                </a:lnTo>
                <a:close/>
                <a:moveTo>
                  <a:pt x="0" y="0"/>
                </a:moveTo>
                <a:lnTo>
                  <a:pt x="2268085" y="0"/>
                </a:lnTo>
                <a:lnTo>
                  <a:pt x="2975321" y="2920028"/>
                </a:lnTo>
                <a:lnTo>
                  <a:pt x="3146041" y="3731148"/>
                </a:lnTo>
                <a:lnTo>
                  <a:pt x="3316761" y="2920028"/>
                </a:lnTo>
                <a:lnTo>
                  <a:pt x="4024010" y="0"/>
                </a:lnTo>
                <a:lnTo>
                  <a:pt x="6292082" y="0"/>
                </a:lnTo>
                <a:lnTo>
                  <a:pt x="6292082" y="5677842"/>
                </a:lnTo>
                <a:lnTo>
                  <a:pt x="4836940" y="5677842"/>
                </a:lnTo>
                <a:lnTo>
                  <a:pt x="4836940" y="1995360"/>
                </a:lnTo>
                <a:lnTo>
                  <a:pt x="4633708" y="2838921"/>
                </a:lnTo>
                <a:lnTo>
                  <a:pt x="3877684" y="5677842"/>
                </a:lnTo>
                <a:lnTo>
                  <a:pt x="2381886" y="5677842"/>
                </a:lnTo>
                <a:lnTo>
                  <a:pt x="1625861" y="2838921"/>
                </a:lnTo>
                <a:lnTo>
                  <a:pt x="1422629" y="1995360"/>
                </a:lnTo>
                <a:lnTo>
                  <a:pt x="1422629" y="5677842"/>
                </a:lnTo>
                <a:lnTo>
                  <a:pt x="0" y="5677842"/>
                </a:lnTo>
                <a:close/>
              </a:path>
            </a:pathLst>
          </a:custGeom>
          <a:solidFill>
            <a:schemeClr val="accent1">
              <a:alpha val="25000"/>
            </a:schemeClr>
          </a:solidFill>
          <a:ln w="0" cap="flat">
            <a:noFill/>
            <a:prstDash val="solid"/>
            <a:miter/>
          </a:ln>
        </p:spPr>
        <p:txBody>
          <a:bodyPr rtlCol="0" anchor="ctr"/>
          <a:lstStyle/>
          <a:p>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See slide 12 for instructions on how to update footer</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4676" cy="269875"/>
          </a:xfrm>
        </p:spPr>
        <p:txBody>
          <a:bodyPr/>
          <a:lstStyle/>
          <a:p>
            <a:fld id="{862A5111-985B-C14D-9115-5787026182A8}" type="slidenum">
              <a:rPr lang="en-US" smtClean="0"/>
              <a:t>‹#›</a:t>
            </a:fld>
            <a:endParaRPr lang="en-US"/>
          </a:p>
        </p:txBody>
      </p:sp>
      <p:sp>
        <p:nvSpPr>
          <p:cNvPr id="5" name="Title 17">
            <a:extLst>
              <a:ext uri="{FF2B5EF4-FFF2-40B4-BE49-F238E27FC236}">
                <a16:creationId xmlns:a16="http://schemas.microsoft.com/office/drawing/2014/main" id="{9FEA9B73-F154-CEDE-C3F9-3BA38B6541A9}"/>
              </a:ext>
            </a:extLst>
          </p:cNvPr>
          <p:cNvSpPr>
            <a:spLocks noGrp="1"/>
          </p:cNvSpPr>
          <p:nvPr>
            <p:ph type="title" hasCustomPrompt="1"/>
          </p:nvPr>
        </p:nvSpPr>
        <p:spPr>
          <a:xfrm>
            <a:off x="546100" y="2425700"/>
            <a:ext cx="8267700" cy="2860221"/>
          </a:xfrm>
          <a:prstGeom prst="rect">
            <a:avLst/>
          </a:prstGeom>
        </p:spPr>
        <p:txBody>
          <a:bodyPr anchor="b"/>
          <a:lstStyle>
            <a:lvl1pPr marL="0" indent="0" algn="l">
              <a:lnSpc>
                <a:spcPct val="100000"/>
              </a:lnSpc>
              <a:tabLst/>
              <a:defRPr sz="4800">
                <a:solidFill>
                  <a:schemeClr val="tx1"/>
                </a:solidFill>
              </a:defRPr>
            </a:lvl1pPr>
          </a:lstStyle>
          <a:p>
            <a:r>
              <a:rPr lang="en-US"/>
              <a:t>Use this divider if your headline is long, or is equal to or greater than a total of three lines</a:t>
            </a:r>
          </a:p>
        </p:txBody>
      </p:sp>
    </p:spTree>
    <p:extLst>
      <p:ext uri="{BB962C8B-B14F-4D97-AF65-F5344CB8AC3E}">
        <p14:creationId xmlns:p14="http://schemas.microsoft.com/office/powerpoint/2010/main" val="141007661"/>
      </p:ext>
    </p:extLst>
  </p:cSld>
  <p:clrMapOvr>
    <a:overrideClrMapping bg1="dk1" tx1="lt1" bg2="dk2" tx2="lt2" accent1="accent1" accent2="accent2" accent3="accent3" accent4="accent4" accent5="accent5" accent6="accent6" hlink="hlink" folHlink="folHlink"/>
  </p:clrMapOvr>
</p:sldLayout>
</file>

<file path=ppt/slideLayouts/slideLayout273.xml><?xml version="1.0" encoding="utf-8"?>
<p:sldLayout xmlns:a="http://schemas.openxmlformats.org/drawingml/2006/main" xmlns:r="http://schemas.openxmlformats.org/officeDocument/2006/relationships" xmlns:p="http://schemas.openxmlformats.org/presentationml/2006/main" preserve="1" userDrawn="1">
  <p:cSld name="Divider 3 - Short title">
    <p:bg>
      <p:bgPr>
        <a:solidFill>
          <a:schemeClr val="bg2"/>
        </a:solidFill>
        <a:effectLst/>
      </p:bgPr>
    </p:bg>
    <p:spTree>
      <p:nvGrpSpPr>
        <p:cNvPr id="1" name=""/>
        <p:cNvGrpSpPr/>
        <p:nvPr/>
      </p:nvGrpSpPr>
      <p:grpSpPr>
        <a:xfrm>
          <a:off x="0" y="0"/>
          <a:ext cx="0" cy="0"/>
          <a:chOff x="0" y="0"/>
          <a:chExt cx="0" cy="0"/>
        </a:xfrm>
      </p:grpSpPr>
      <p:pic>
        <p:nvPicPr>
          <p:cNvPr id="5" name="Picture 4" descr="A blue wavy lines on a black background&#10;&#10;Description automatically generated">
            <a:extLst>
              <a:ext uri="{FF2B5EF4-FFF2-40B4-BE49-F238E27FC236}">
                <a16:creationId xmlns:a16="http://schemas.microsoft.com/office/drawing/2014/main" id="{08337103-59B6-6AE9-80A5-90CFAC0400CE}"/>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hidden">
          <a:xfrm>
            <a:off x="6350" y="-1"/>
            <a:ext cx="12179302" cy="6858000"/>
          </a:xfrm>
          <a:prstGeom prst="rect">
            <a:avLst/>
          </a:prstGeom>
        </p:spPr>
      </p:pic>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See slide 12 for instructions on how to update footer</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8" name="Title 17">
            <a:extLst>
              <a:ext uri="{FF2B5EF4-FFF2-40B4-BE49-F238E27FC236}">
                <a16:creationId xmlns:a16="http://schemas.microsoft.com/office/drawing/2014/main" id="{98D5B202-316D-9EDE-D8FC-C6D094C650D6}"/>
              </a:ext>
            </a:extLst>
          </p:cNvPr>
          <p:cNvSpPr>
            <a:spLocks noGrp="1"/>
          </p:cNvSpPr>
          <p:nvPr>
            <p:ph type="title" hasCustomPrompt="1"/>
          </p:nvPr>
        </p:nvSpPr>
        <p:spPr>
          <a:xfrm>
            <a:off x="546100" y="3295650"/>
            <a:ext cx="8267700" cy="1997075"/>
          </a:xfrm>
          <a:prstGeom prst="rect">
            <a:avLst/>
          </a:prstGeom>
        </p:spPr>
        <p:txBody>
          <a:bodyPr anchor="b"/>
          <a:lstStyle>
            <a:lvl1pPr marL="514350" indent="-514350" algn="l">
              <a:lnSpc>
                <a:spcPct val="100000"/>
              </a:lnSpc>
              <a:tabLst/>
              <a:defRPr sz="4800">
                <a:solidFill>
                  <a:schemeClr val="tx1"/>
                </a:solidFill>
              </a:defRPr>
            </a:lvl1pPr>
          </a:lstStyle>
          <a:p>
            <a:r>
              <a:rPr lang="en-US"/>
              <a:t>Use this divider only if your headline is short</a:t>
            </a:r>
          </a:p>
        </p:txBody>
      </p:sp>
    </p:spTree>
    <p:extLst>
      <p:ext uri="{BB962C8B-B14F-4D97-AF65-F5344CB8AC3E}">
        <p14:creationId xmlns:p14="http://schemas.microsoft.com/office/powerpoint/2010/main" val="2684267296"/>
      </p:ext>
    </p:extLst>
  </p:cSld>
  <p:clrMapOvr>
    <a:overrideClrMapping bg1="dk1" tx1="lt1" bg2="dk2" tx2="lt2" accent1="accent1" accent2="accent2" accent3="accent3" accent4="accent4" accent5="accent5" accent6="accent6" hlink="hlink" folHlink="folHlink"/>
  </p:clrMapOvr>
</p:sldLayout>
</file>

<file path=ppt/slideLayouts/slideLayout274.xml><?xml version="1.0" encoding="utf-8"?>
<p:sldLayout xmlns:a="http://schemas.openxmlformats.org/drawingml/2006/main" xmlns:r="http://schemas.openxmlformats.org/officeDocument/2006/relationships" xmlns:p="http://schemas.openxmlformats.org/presentationml/2006/main" preserve="1" userDrawn="1">
  <p:cSld name="Divider 2 - Long title">
    <p:bg>
      <p:bgPr>
        <a:solidFill>
          <a:schemeClr val="bg2"/>
        </a:solidFill>
        <a:effectLst/>
      </p:bgPr>
    </p:bg>
    <p:spTree>
      <p:nvGrpSpPr>
        <p:cNvPr id="1" name=""/>
        <p:cNvGrpSpPr/>
        <p:nvPr/>
      </p:nvGrpSpPr>
      <p:grpSpPr>
        <a:xfrm>
          <a:off x="0" y="0"/>
          <a:ext cx="0" cy="0"/>
          <a:chOff x="0" y="0"/>
          <a:chExt cx="0" cy="0"/>
        </a:xfrm>
      </p:grpSpPr>
      <p:pic>
        <p:nvPicPr>
          <p:cNvPr id="6" name="Picture 5" descr="A blue wavy lines on a black background&#10;&#10;Description automatically generated">
            <a:extLst>
              <a:ext uri="{FF2B5EF4-FFF2-40B4-BE49-F238E27FC236}">
                <a16:creationId xmlns:a16="http://schemas.microsoft.com/office/drawing/2014/main" id="{836C1EA9-D1CD-4494-05CB-C8B04EE4273A}"/>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hidden">
          <a:xfrm>
            <a:off x="6350" y="-1"/>
            <a:ext cx="12179302" cy="6858000"/>
          </a:xfrm>
          <a:prstGeom prst="rect">
            <a:avLst/>
          </a:prstGeom>
        </p:spPr>
      </p:pic>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See slide 12 for instructions on how to update footer</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4676" cy="269875"/>
          </a:xfrm>
        </p:spPr>
        <p:txBody>
          <a:bodyPr/>
          <a:lstStyle/>
          <a:p>
            <a:fld id="{862A5111-985B-C14D-9115-5787026182A8}" type="slidenum">
              <a:rPr lang="en-US" smtClean="0"/>
              <a:t>‹#›</a:t>
            </a:fld>
            <a:endParaRPr lang="en-US"/>
          </a:p>
        </p:txBody>
      </p:sp>
      <p:sp>
        <p:nvSpPr>
          <p:cNvPr id="7" name="Title 17">
            <a:extLst>
              <a:ext uri="{FF2B5EF4-FFF2-40B4-BE49-F238E27FC236}">
                <a16:creationId xmlns:a16="http://schemas.microsoft.com/office/drawing/2014/main" id="{0E02A696-5AEC-8241-7182-A62C3777A058}"/>
              </a:ext>
            </a:extLst>
          </p:cNvPr>
          <p:cNvSpPr>
            <a:spLocks noGrp="1"/>
          </p:cNvSpPr>
          <p:nvPr>
            <p:ph type="title" hasCustomPrompt="1"/>
          </p:nvPr>
        </p:nvSpPr>
        <p:spPr>
          <a:xfrm>
            <a:off x="546100" y="2425700"/>
            <a:ext cx="8267700" cy="2860221"/>
          </a:xfrm>
          <a:prstGeom prst="rect">
            <a:avLst/>
          </a:prstGeom>
        </p:spPr>
        <p:txBody>
          <a:bodyPr anchor="b"/>
          <a:lstStyle>
            <a:lvl1pPr marL="0" indent="0" algn="l">
              <a:lnSpc>
                <a:spcPct val="100000"/>
              </a:lnSpc>
              <a:tabLst/>
              <a:defRPr sz="4800">
                <a:solidFill>
                  <a:schemeClr val="tx1"/>
                </a:solidFill>
              </a:defRPr>
            </a:lvl1pPr>
          </a:lstStyle>
          <a:p>
            <a:r>
              <a:rPr lang="en-US"/>
              <a:t>Use this divider if your headline is long, or is equal to or greater than a total of three lines</a:t>
            </a:r>
          </a:p>
        </p:txBody>
      </p:sp>
    </p:spTree>
    <p:extLst>
      <p:ext uri="{BB962C8B-B14F-4D97-AF65-F5344CB8AC3E}">
        <p14:creationId xmlns:p14="http://schemas.microsoft.com/office/powerpoint/2010/main" val="2925680968"/>
      </p:ext>
    </p:extLst>
  </p:cSld>
  <p:clrMapOvr>
    <a:overrideClrMapping bg1="dk1" tx1="lt1" bg2="dk2" tx2="lt2" accent1="accent1" accent2="accent2" accent3="accent3" accent4="accent4" accent5="accent5" accent6="accent6" hlink="hlink" folHlink="folHlink"/>
  </p:clrMapOvr>
</p:sldLayout>
</file>

<file path=ppt/slideLayouts/slideLayout275.xml><?xml version="1.0" encoding="utf-8"?>
<p:sldLayout xmlns:a="http://schemas.openxmlformats.org/drawingml/2006/main" xmlns:r="http://schemas.openxmlformats.org/officeDocument/2006/relationships" xmlns:p="http://schemas.openxmlformats.org/presentationml/2006/main" preserve="1" userDrawn="1">
  <p:cSld name="Divider Photo - Short title">
    <p:bg>
      <p:bgPr>
        <a:solidFill>
          <a:schemeClr val="tx1"/>
        </a:solidFill>
        <a:effectLst/>
      </p:bgPr>
    </p:bg>
    <p:spTree>
      <p:nvGrpSpPr>
        <p:cNvPr id="1" name=""/>
        <p:cNvGrpSpPr/>
        <p:nvPr/>
      </p:nvGrpSpPr>
      <p:grpSpPr>
        <a:xfrm>
          <a:off x="0" y="0"/>
          <a:ext cx="0" cy="0"/>
          <a:chOff x="0" y="0"/>
          <a:chExt cx="0" cy="0"/>
        </a:xfrm>
      </p:grpSpPr>
      <p:sp>
        <p:nvSpPr>
          <p:cNvPr id="9" name="Picture Placeholder 8">
            <a:extLst>
              <a:ext uri="{FF2B5EF4-FFF2-40B4-BE49-F238E27FC236}">
                <a16:creationId xmlns:a16="http://schemas.microsoft.com/office/drawing/2014/main" id="{EC514BA5-6487-0CDD-2D28-66E701C8A937}"/>
              </a:ext>
            </a:extLst>
          </p:cNvPr>
          <p:cNvSpPr>
            <a:spLocks noGrp="1"/>
          </p:cNvSpPr>
          <p:nvPr>
            <p:ph type="pic" sz="quarter" idx="14"/>
          </p:nvPr>
        </p:nvSpPr>
        <p:spPr>
          <a:xfrm>
            <a:off x="0" y="0"/>
            <a:ext cx="12192000" cy="6858000"/>
          </a:xfrm>
          <a:custGeom>
            <a:avLst/>
            <a:gdLst>
              <a:gd name="connsiteX0" fmla="*/ 1221554 w 12192000"/>
              <a:gd name="connsiteY0" fmla="*/ 552450 h 6858000"/>
              <a:gd name="connsiteX1" fmla="*/ 1221554 w 12192000"/>
              <a:gd name="connsiteY1" fmla="*/ 707287 h 6858000"/>
              <a:gd name="connsiteX2" fmla="*/ 1287710 w 12192000"/>
              <a:gd name="connsiteY2" fmla="*/ 707287 h 6858000"/>
              <a:gd name="connsiteX3" fmla="*/ 1243606 w 12192000"/>
              <a:gd name="connsiteY3" fmla="*/ 828714 h 6858000"/>
              <a:gd name="connsiteX4" fmla="*/ 1277094 w 12192000"/>
              <a:gd name="connsiteY4" fmla="*/ 828714 h 6858000"/>
              <a:gd name="connsiteX5" fmla="*/ 1376737 w 12192000"/>
              <a:gd name="connsiteY5" fmla="*/ 695063 h 6858000"/>
              <a:gd name="connsiteX6" fmla="*/ 1376737 w 12192000"/>
              <a:gd name="connsiteY6" fmla="*/ 552450 h 6858000"/>
              <a:gd name="connsiteX7" fmla="*/ 546100 w 12192000"/>
              <a:gd name="connsiteY7" fmla="*/ 552450 h 6858000"/>
              <a:gd name="connsiteX8" fmla="*/ 546100 w 12192000"/>
              <a:gd name="connsiteY8" fmla="*/ 1122906 h 6858000"/>
              <a:gd name="connsiteX9" fmla="*/ 689033 w 12192000"/>
              <a:gd name="connsiteY9" fmla="*/ 1122906 h 6858000"/>
              <a:gd name="connsiteX10" fmla="*/ 689033 w 12192000"/>
              <a:gd name="connsiteY10" fmla="*/ 752925 h 6858000"/>
              <a:gd name="connsiteX11" fmla="*/ 709451 w 12192000"/>
              <a:gd name="connsiteY11" fmla="*/ 837678 h 6858000"/>
              <a:gd name="connsiteX12" fmla="*/ 785410 w 12192000"/>
              <a:gd name="connsiteY12" fmla="*/ 1122906 h 6858000"/>
              <a:gd name="connsiteX13" fmla="*/ 935693 w 12192000"/>
              <a:gd name="connsiteY13" fmla="*/ 1122906 h 6858000"/>
              <a:gd name="connsiteX14" fmla="*/ 1011652 w 12192000"/>
              <a:gd name="connsiteY14" fmla="*/ 837678 h 6858000"/>
              <a:gd name="connsiteX15" fmla="*/ 1032070 w 12192000"/>
              <a:gd name="connsiteY15" fmla="*/ 752925 h 6858000"/>
              <a:gd name="connsiteX16" fmla="*/ 1032070 w 12192000"/>
              <a:gd name="connsiteY16" fmla="*/ 1122906 h 6858000"/>
              <a:gd name="connsiteX17" fmla="*/ 1178270 w 12192000"/>
              <a:gd name="connsiteY17" fmla="*/ 1122906 h 6858000"/>
              <a:gd name="connsiteX18" fmla="*/ 1178270 w 12192000"/>
              <a:gd name="connsiteY18" fmla="*/ 552450 h 6858000"/>
              <a:gd name="connsiteX19" fmla="*/ 950395 w 12192000"/>
              <a:gd name="connsiteY19" fmla="*/ 552450 h 6858000"/>
              <a:gd name="connsiteX20" fmla="*/ 879337 w 12192000"/>
              <a:gd name="connsiteY20" fmla="*/ 845827 h 6858000"/>
              <a:gd name="connsiteX21" fmla="*/ 862185 w 12192000"/>
              <a:gd name="connsiteY21" fmla="*/ 927321 h 6858000"/>
              <a:gd name="connsiteX22" fmla="*/ 845033 w 12192000"/>
              <a:gd name="connsiteY22" fmla="*/ 845827 h 6858000"/>
              <a:gd name="connsiteX23" fmla="*/ 773976 w 12192000"/>
              <a:gd name="connsiteY23" fmla="*/ 552450 h 6858000"/>
              <a:gd name="connsiteX24" fmla="*/ 0 w 12192000"/>
              <a:gd name="connsiteY24" fmla="*/ 0 h 6858000"/>
              <a:gd name="connsiteX25" fmla="*/ 12192000 w 12192000"/>
              <a:gd name="connsiteY25" fmla="*/ 0 h 6858000"/>
              <a:gd name="connsiteX26" fmla="*/ 12192000 w 12192000"/>
              <a:gd name="connsiteY26" fmla="*/ 6858000 h 6858000"/>
              <a:gd name="connsiteX27" fmla="*/ 0 w 12192000"/>
              <a:gd name="connsiteY2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2192000" h="6858000">
                <a:moveTo>
                  <a:pt x="1221554" y="552450"/>
                </a:moveTo>
                <a:lnTo>
                  <a:pt x="1221554" y="707287"/>
                </a:lnTo>
                <a:lnTo>
                  <a:pt x="1287710" y="707287"/>
                </a:lnTo>
                <a:lnTo>
                  <a:pt x="1243606" y="828714"/>
                </a:lnTo>
                <a:lnTo>
                  <a:pt x="1277094" y="828714"/>
                </a:lnTo>
                <a:lnTo>
                  <a:pt x="1376737" y="695063"/>
                </a:lnTo>
                <a:lnTo>
                  <a:pt x="1376737" y="552450"/>
                </a:lnTo>
                <a:close/>
                <a:moveTo>
                  <a:pt x="546100" y="552450"/>
                </a:moveTo>
                <a:lnTo>
                  <a:pt x="546100" y="1122906"/>
                </a:lnTo>
                <a:lnTo>
                  <a:pt x="689033" y="1122906"/>
                </a:lnTo>
                <a:lnTo>
                  <a:pt x="689033" y="752925"/>
                </a:lnTo>
                <a:lnTo>
                  <a:pt x="709451" y="837678"/>
                </a:lnTo>
                <a:lnTo>
                  <a:pt x="785410" y="1122906"/>
                </a:lnTo>
                <a:lnTo>
                  <a:pt x="935693" y="1122906"/>
                </a:lnTo>
                <a:lnTo>
                  <a:pt x="1011652" y="837678"/>
                </a:lnTo>
                <a:lnTo>
                  <a:pt x="1032070" y="752925"/>
                </a:lnTo>
                <a:lnTo>
                  <a:pt x="1032070" y="1122906"/>
                </a:lnTo>
                <a:lnTo>
                  <a:pt x="1178270" y="1122906"/>
                </a:lnTo>
                <a:lnTo>
                  <a:pt x="1178270" y="552450"/>
                </a:lnTo>
                <a:lnTo>
                  <a:pt x="950395" y="552450"/>
                </a:lnTo>
                <a:lnTo>
                  <a:pt x="879337" y="845827"/>
                </a:lnTo>
                <a:lnTo>
                  <a:pt x="862185" y="927321"/>
                </a:lnTo>
                <a:lnTo>
                  <a:pt x="845033" y="845827"/>
                </a:lnTo>
                <a:lnTo>
                  <a:pt x="773976" y="552450"/>
                </a:lnTo>
                <a:close/>
                <a:moveTo>
                  <a:pt x="0" y="0"/>
                </a:moveTo>
                <a:lnTo>
                  <a:pt x="12192000" y="0"/>
                </a:lnTo>
                <a:lnTo>
                  <a:pt x="12192000" y="6858000"/>
                </a:lnTo>
                <a:lnTo>
                  <a:pt x="0" y="6858000"/>
                </a:lnTo>
                <a:close/>
              </a:path>
            </a:pathLst>
          </a:custGeom>
          <a:solidFill>
            <a:srgbClr val="A6A9AA"/>
          </a:solidFill>
        </p:spPr>
        <p:txBody>
          <a:bodyPr wrap="square" tIns="2103120">
            <a:noAutofit/>
          </a:bodyPr>
          <a:lstStyle>
            <a:lvl1pPr algn="ctr">
              <a:defRPr>
                <a:solidFill>
                  <a:schemeClr val="tx1"/>
                </a:solidFill>
              </a:defRPr>
            </a:lvl1pPr>
          </a:lstStyle>
          <a:p>
            <a:r>
              <a:rPr lang="en-US"/>
              <a:t>Click icon to add picture</a:t>
            </a:r>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See slide 12 for instructions on how to update footer</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8" name="Title 17">
            <a:extLst>
              <a:ext uri="{FF2B5EF4-FFF2-40B4-BE49-F238E27FC236}">
                <a16:creationId xmlns:a16="http://schemas.microsoft.com/office/drawing/2014/main" id="{98D5B202-316D-9EDE-D8FC-C6D094C650D6}"/>
              </a:ext>
            </a:extLst>
          </p:cNvPr>
          <p:cNvSpPr>
            <a:spLocks noGrp="1"/>
          </p:cNvSpPr>
          <p:nvPr>
            <p:ph type="title" hasCustomPrompt="1"/>
          </p:nvPr>
        </p:nvSpPr>
        <p:spPr>
          <a:xfrm>
            <a:off x="546100" y="3295650"/>
            <a:ext cx="8267700" cy="1997075"/>
          </a:xfrm>
          <a:prstGeom prst="rect">
            <a:avLst/>
          </a:prstGeom>
        </p:spPr>
        <p:txBody>
          <a:bodyPr anchor="b"/>
          <a:lstStyle>
            <a:lvl1pPr marL="514350" indent="-514350" algn="l">
              <a:lnSpc>
                <a:spcPct val="100000"/>
              </a:lnSpc>
              <a:tabLst/>
              <a:defRPr sz="4800">
                <a:solidFill>
                  <a:schemeClr val="tx1"/>
                </a:solidFill>
              </a:defRPr>
            </a:lvl1pPr>
          </a:lstStyle>
          <a:p>
            <a:r>
              <a:rPr lang="en-US"/>
              <a:t>Use this divider only if your headline is short</a:t>
            </a:r>
          </a:p>
        </p:txBody>
      </p:sp>
    </p:spTree>
    <p:extLst>
      <p:ext uri="{BB962C8B-B14F-4D97-AF65-F5344CB8AC3E}">
        <p14:creationId xmlns:p14="http://schemas.microsoft.com/office/powerpoint/2010/main" val="3059896734"/>
      </p:ext>
    </p:extLst>
  </p:cSld>
  <p:clrMapOvr>
    <a:overrideClrMapping bg1="dk1" tx1="lt1" bg2="dk2" tx2="lt2" accent1="accent1" accent2="accent2" accent3="accent3" accent4="accent4" accent5="accent5" accent6="accent6" hlink="hlink" folHlink="folHlink"/>
  </p:clrMapOvr>
</p:sldLayout>
</file>

<file path=ppt/slideLayouts/slideLayout276.xml><?xml version="1.0" encoding="utf-8"?>
<p:sldLayout xmlns:a="http://schemas.openxmlformats.org/drawingml/2006/main" xmlns:r="http://schemas.openxmlformats.org/officeDocument/2006/relationships" xmlns:p="http://schemas.openxmlformats.org/presentationml/2006/main" preserve="1" userDrawn="1">
  <p:cSld name="Divider Photo - Long title">
    <p:bg>
      <p:bgPr>
        <a:solidFill>
          <a:schemeClr val="tx1"/>
        </a:solidFill>
        <a:effectLst/>
      </p:bgPr>
    </p:bg>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D2C1E244-876B-1F11-FE16-79C6C8406455}"/>
              </a:ext>
            </a:extLst>
          </p:cNvPr>
          <p:cNvSpPr>
            <a:spLocks noGrp="1"/>
          </p:cNvSpPr>
          <p:nvPr>
            <p:ph type="pic" sz="quarter" idx="14"/>
          </p:nvPr>
        </p:nvSpPr>
        <p:spPr>
          <a:xfrm>
            <a:off x="0" y="0"/>
            <a:ext cx="12192000" cy="6858000"/>
          </a:xfrm>
          <a:custGeom>
            <a:avLst/>
            <a:gdLst>
              <a:gd name="connsiteX0" fmla="*/ 1221554 w 12192000"/>
              <a:gd name="connsiteY0" fmla="*/ 552450 h 6858000"/>
              <a:gd name="connsiteX1" fmla="*/ 1221554 w 12192000"/>
              <a:gd name="connsiteY1" fmla="*/ 707287 h 6858000"/>
              <a:gd name="connsiteX2" fmla="*/ 1287710 w 12192000"/>
              <a:gd name="connsiteY2" fmla="*/ 707287 h 6858000"/>
              <a:gd name="connsiteX3" fmla="*/ 1243606 w 12192000"/>
              <a:gd name="connsiteY3" fmla="*/ 828714 h 6858000"/>
              <a:gd name="connsiteX4" fmla="*/ 1277094 w 12192000"/>
              <a:gd name="connsiteY4" fmla="*/ 828714 h 6858000"/>
              <a:gd name="connsiteX5" fmla="*/ 1376737 w 12192000"/>
              <a:gd name="connsiteY5" fmla="*/ 695063 h 6858000"/>
              <a:gd name="connsiteX6" fmla="*/ 1376737 w 12192000"/>
              <a:gd name="connsiteY6" fmla="*/ 552450 h 6858000"/>
              <a:gd name="connsiteX7" fmla="*/ 546100 w 12192000"/>
              <a:gd name="connsiteY7" fmla="*/ 552450 h 6858000"/>
              <a:gd name="connsiteX8" fmla="*/ 546100 w 12192000"/>
              <a:gd name="connsiteY8" fmla="*/ 1122906 h 6858000"/>
              <a:gd name="connsiteX9" fmla="*/ 689033 w 12192000"/>
              <a:gd name="connsiteY9" fmla="*/ 1122906 h 6858000"/>
              <a:gd name="connsiteX10" fmla="*/ 689033 w 12192000"/>
              <a:gd name="connsiteY10" fmla="*/ 752925 h 6858000"/>
              <a:gd name="connsiteX11" fmla="*/ 709451 w 12192000"/>
              <a:gd name="connsiteY11" fmla="*/ 837678 h 6858000"/>
              <a:gd name="connsiteX12" fmla="*/ 785410 w 12192000"/>
              <a:gd name="connsiteY12" fmla="*/ 1122906 h 6858000"/>
              <a:gd name="connsiteX13" fmla="*/ 935693 w 12192000"/>
              <a:gd name="connsiteY13" fmla="*/ 1122906 h 6858000"/>
              <a:gd name="connsiteX14" fmla="*/ 1011652 w 12192000"/>
              <a:gd name="connsiteY14" fmla="*/ 837678 h 6858000"/>
              <a:gd name="connsiteX15" fmla="*/ 1032070 w 12192000"/>
              <a:gd name="connsiteY15" fmla="*/ 752925 h 6858000"/>
              <a:gd name="connsiteX16" fmla="*/ 1032070 w 12192000"/>
              <a:gd name="connsiteY16" fmla="*/ 1122906 h 6858000"/>
              <a:gd name="connsiteX17" fmla="*/ 1178270 w 12192000"/>
              <a:gd name="connsiteY17" fmla="*/ 1122906 h 6858000"/>
              <a:gd name="connsiteX18" fmla="*/ 1178270 w 12192000"/>
              <a:gd name="connsiteY18" fmla="*/ 552450 h 6858000"/>
              <a:gd name="connsiteX19" fmla="*/ 950395 w 12192000"/>
              <a:gd name="connsiteY19" fmla="*/ 552450 h 6858000"/>
              <a:gd name="connsiteX20" fmla="*/ 879337 w 12192000"/>
              <a:gd name="connsiteY20" fmla="*/ 845827 h 6858000"/>
              <a:gd name="connsiteX21" fmla="*/ 862185 w 12192000"/>
              <a:gd name="connsiteY21" fmla="*/ 927321 h 6858000"/>
              <a:gd name="connsiteX22" fmla="*/ 845033 w 12192000"/>
              <a:gd name="connsiteY22" fmla="*/ 845827 h 6858000"/>
              <a:gd name="connsiteX23" fmla="*/ 773976 w 12192000"/>
              <a:gd name="connsiteY23" fmla="*/ 552450 h 6858000"/>
              <a:gd name="connsiteX24" fmla="*/ 0 w 12192000"/>
              <a:gd name="connsiteY24" fmla="*/ 0 h 6858000"/>
              <a:gd name="connsiteX25" fmla="*/ 12192000 w 12192000"/>
              <a:gd name="connsiteY25" fmla="*/ 0 h 6858000"/>
              <a:gd name="connsiteX26" fmla="*/ 12192000 w 12192000"/>
              <a:gd name="connsiteY26" fmla="*/ 6858000 h 6858000"/>
              <a:gd name="connsiteX27" fmla="*/ 0 w 12192000"/>
              <a:gd name="connsiteY2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2192000" h="6858000">
                <a:moveTo>
                  <a:pt x="1221554" y="552450"/>
                </a:moveTo>
                <a:lnTo>
                  <a:pt x="1221554" y="707287"/>
                </a:lnTo>
                <a:lnTo>
                  <a:pt x="1287710" y="707287"/>
                </a:lnTo>
                <a:lnTo>
                  <a:pt x="1243606" y="828714"/>
                </a:lnTo>
                <a:lnTo>
                  <a:pt x="1277094" y="828714"/>
                </a:lnTo>
                <a:lnTo>
                  <a:pt x="1376737" y="695063"/>
                </a:lnTo>
                <a:lnTo>
                  <a:pt x="1376737" y="552450"/>
                </a:lnTo>
                <a:close/>
                <a:moveTo>
                  <a:pt x="546100" y="552450"/>
                </a:moveTo>
                <a:lnTo>
                  <a:pt x="546100" y="1122906"/>
                </a:lnTo>
                <a:lnTo>
                  <a:pt x="689033" y="1122906"/>
                </a:lnTo>
                <a:lnTo>
                  <a:pt x="689033" y="752925"/>
                </a:lnTo>
                <a:lnTo>
                  <a:pt x="709451" y="837678"/>
                </a:lnTo>
                <a:lnTo>
                  <a:pt x="785410" y="1122906"/>
                </a:lnTo>
                <a:lnTo>
                  <a:pt x="935693" y="1122906"/>
                </a:lnTo>
                <a:lnTo>
                  <a:pt x="1011652" y="837678"/>
                </a:lnTo>
                <a:lnTo>
                  <a:pt x="1032070" y="752925"/>
                </a:lnTo>
                <a:lnTo>
                  <a:pt x="1032070" y="1122906"/>
                </a:lnTo>
                <a:lnTo>
                  <a:pt x="1178270" y="1122906"/>
                </a:lnTo>
                <a:lnTo>
                  <a:pt x="1178270" y="552450"/>
                </a:lnTo>
                <a:lnTo>
                  <a:pt x="950395" y="552450"/>
                </a:lnTo>
                <a:lnTo>
                  <a:pt x="879337" y="845827"/>
                </a:lnTo>
                <a:lnTo>
                  <a:pt x="862185" y="927321"/>
                </a:lnTo>
                <a:lnTo>
                  <a:pt x="845033" y="845827"/>
                </a:lnTo>
                <a:lnTo>
                  <a:pt x="773976" y="552450"/>
                </a:lnTo>
                <a:close/>
                <a:moveTo>
                  <a:pt x="0" y="0"/>
                </a:moveTo>
                <a:lnTo>
                  <a:pt x="12192000" y="0"/>
                </a:lnTo>
                <a:lnTo>
                  <a:pt x="12192000" y="6858000"/>
                </a:lnTo>
                <a:lnTo>
                  <a:pt x="0" y="6858000"/>
                </a:lnTo>
                <a:close/>
              </a:path>
            </a:pathLst>
          </a:custGeom>
          <a:solidFill>
            <a:srgbClr val="A6A9AA"/>
          </a:solidFill>
        </p:spPr>
        <p:txBody>
          <a:bodyPr wrap="square" tIns="2103120">
            <a:noAutofit/>
          </a:bodyPr>
          <a:lstStyle>
            <a:lvl1pPr algn="ctr">
              <a:defRPr>
                <a:solidFill>
                  <a:schemeClr val="tx1"/>
                </a:solidFill>
              </a:defRPr>
            </a:lvl1pPr>
          </a:lstStyle>
          <a:p>
            <a:r>
              <a:rPr lang="en-US"/>
              <a:t>Click icon to add picture</a:t>
            </a:r>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See slide 12 for instructions on how to update footer</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4676" cy="269875"/>
          </a:xfrm>
        </p:spPr>
        <p:txBody>
          <a:bodyPr/>
          <a:lstStyle/>
          <a:p>
            <a:fld id="{862A5111-985B-C14D-9115-5787026182A8}" type="slidenum">
              <a:rPr lang="en-US" smtClean="0"/>
              <a:t>‹#›</a:t>
            </a:fld>
            <a:endParaRPr lang="en-US"/>
          </a:p>
        </p:txBody>
      </p:sp>
      <p:sp>
        <p:nvSpPr>
          <p:cNvPr id="5" name="Title 17">
            <a:extLst>
              <a:ext uri="{FF2B5EF4-FFF2-40B4-BE49-F238E27FC236}">
                <a16:creationId xmlns:a16="http://schemas.microsoft.com/office/drawing/2014/main" id="{9FB85A57-AF49-344B-37C6-7EFC489A80CC}"/>
              </a:ext>
            </a:extLst>
          </p:cNvPr>
          <p:cNvSpPr>
            <a:spLocks noGrp="1"/>
          </p:cNvSpPr>
          <p:nvPr>
            <p:ph type="title" hasCustomPrompt="1"/>
          </p:nvPr>
        </p:nvSpPr>
        <p:spPr>
          <a:xfrm>
            <a:off x="546100" y="2425700"/>
            <a:ext cx="8267700" cy="2860221"/>
          </a:xfrm>
          <a:prstGeom prst="rect">
            <a:avLst/>
          </a:prstGeom>
        </p:spPr>
        <p:txBody>
          <a:bodyPr anchor="b"/>
          <a:lstStyle>
            <a:lvl1pPr marL="0" indent="0" algn="l">
              <a:lnSpc>
                <a:spcPct val="100000"/>
              </a:lnSpc>
              <a:tabLst/>
              <a:defRPr sz="4800">
                <a:solidFill>
                  <a:schemeClr val="tx1"/>
                </a:solidFill>
              </a:defRPr>
            </a:lvl1pPr>
          </a:lstStyle>
          <a:p>
            <a:r>
              <a:rPr lang="en-US"/>
              <a:t>Use this divider if your headline is long, or is equal to or greater than a total of three lines</a:t>
            </a:r>
          </a:p>
        </p:txBody>
      </p:sp>
    </p:spTree>
    <p:extLst>
      <p:ext uri="{BB962C8B-B14F-4D97-AF65-F5344CB8AC3E}">
        <p14:creationId xmlns:p14="http://schemas.microsoft.com/office/powerpoint/2010/main" val="3029142072"/>
      </p:ext>
    </p:extLst>
  </p:cSld>
  <p:clrMapOvr>
    <a:overrideClrMapping bg1="dk1" tx1="lt1" bg2="dk2" tx2="lt2" accent1="accent1" accent2="accent2" accent3="accent3" accent4="accent4" accent5="accent5" accent6="accent6" hlink="hlink" folHlink="folHlink"/>
  </p:clrMapOvr>
</p:sldLayout>
</file>

<file path=ppt/slideLayouts/slideLayout277.xml><?xml version="1.0" encoding="utf-8"?>
<p:sldLayout xmlns:a="http://schemas.openxmlformats.org/drawingml/2006/main" xmlns:r="http://schemas.openxmlformats.org/officeDocument/2006/relationships" xmlns:p="http://schemas.openxmlformats.org/presentationml/2006/main" preserve="1" userDrawn="1">
  <p:cSld name="Quote 1 - General">
    <p:bg>
      <p:bgPr>
        <a:solidFill>
          <a:schemeClr val="bg2"/>
        </a:solidFill>
        <a:effectLst/>
      </p:bgPr>
    </p:bg>
    <p:spTree>
      <p:nvGrpSpPr>
        <p:cNvPr id="1" name=""/>
        <p:cNvGrpSpPr/>
        <p:nvPr/>
      </p:nvGrpSpPr>
      <p:grpSpPr>
        <a:xfrm>
          <a:off x="0" y="0"/>
          <a:ext cx="0" cy="0"/>
          <a:chOff x="0" y="0"/>
          <a:chExt cx="0" cy="0"/>
        </a:xfrm>
      </p:grpSpPr>
      <p:pic>
        <p:nvPicPr>
          <p:cNvPr id="7" name="Picture 6" descr="A blue wavy lines on a black background&#10;&#10;Description automatically generated">
            <a:extLst>
              <a:ext uri="{FF2B5EF4-FFF2-40B4-BE49-F238E27FC236}">
                <a16:creationId xmlns:a16="http://schemas.microsoft.com/office/drawing/2014/main" id="{ABB7ED4C-416B-722A-BF88-042E3CA9DC4D}"/>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hidden">
          <a:xfrm>
            <a:off x="6350" y="-1"/>
            <a:ext cx="12179302" cy="6858000"/>
          </a:xfrm>
          <a:prstGeom prst="rect">
            <a:avLst/>
          </a:prstGeom>
        </p:spPr>
      </p:pic>
      <p:sp>
        <p:nvSpPr>
          <p:cNvPr id="20" name="Freeform 19">
            <a:extLst>
              <a:ext uri="{FF2B5EF4-FFF2-40B4-BE49-F238E27FC236}">
                <a16:creationId xmlns:a16="http://schemas.microsoft.com/office/drawing/2014/main" id="{6732315D-1057-6521-C359-22C1DAF4964C}"/>
              </a:ext>
            </a:extLst>
          </p:cNvPr>
          <p:cNvSpPr/>
          <p:nvPr/>
        </p:nvSpPr>
        <p:spPr bwMode="black">
          <a:xfrm>
            <a:off x="546100" y="552450"/>
            <a:ext cx="830637" cy="570456"/>
          </a:xfrm>
          <a:custGeom>
            <a:avLst/>
            <a:gdLst>
              <a:gd name="connsiteX0" fmla="*/ 6722902 w 8267463"/>
              <a:gd name="connsiteY0" fmla="*/ 0 h 5677842"/>
              <a:gd name="connsiteX1" fmla="*/ 8267463 w 8267463"/>
              <a:gd name="connsiteY1" fmla="*/ 0 h 5677842"/>
              <a:gd name="connsiteX2" fmla="*/ 8267463 w 8267463"/>
              <a:gd name="connsiteY2" fmla="*/ 1419448 h 5677842"/>
              <a:gd name="connsiteX3" fmla="*/ 7275694 w 8267463"/>
              <a:gd name="connsiteY3" fmla="*/ 2749701 h 5677842"/>
              <a:gd name="connsiteX4" fmla="*/ 6942385 w 8267463"/>
              <a:gd name="connsiteY4" fmla="*/ 2749701 h 5677842"/>
              <a:gd name="connsiteX5" fmla="*/ 7381363 w 8267463"/>
              <a:gd name="connsiteY5" fmla="*/ 1541121 h 5677842"/>
              <a:gd name="connsiteX6" fmla="*/ 6722902 w 8267463"/>
              <a:gd name="connsiteY6" fmla="*/ 1541121 h 5677842"/>
              <a:gd name="connsiteX7" fmla="*/ 0 w 8267463"/>
              <a:gd name="connsiteY7" fmla="*/ 0 h 5677842"/>
              <a:gd name="connsiteX8" fmla="*/ 2268085 w 8267463"/>
              <a:gd name="connsiteY8" fmla="*/ 0 h 5677842"/>
              <a:gd name="connsiteX9" fmla="*/ 2975321 w 8267463"/>
              <a:gd name="connsiteY9" fmla="*/ 2920028 h 5677842"/>
              <a:gd name="connsiteX10" fmla="*/ 3146041 w 8267463"/>
              <a:gd name="connsiteY10" fmla="*/ 3731148 h 5677842"/>
              <a:gd name="connsiteX11" fmla="*/ 3316761 w 8267463"/>
              <a:gd name="connsiteY11" fmla="*/ 2920028 h 5677842"/>
              <a:gd name="connsiteX12" fmla="*/ 4024010 w 8267463"/>
              <a:gd name="connsiteY12" fmla="*/ 0 h 5677842"/>
              <a:gd name="connsiteX13" fmla="*/ 6292082 w 8267463"/>
              <a:gd name="connsiteY13" fmla="*/ 0 h 5677842"/>
              <a:gd name="connsiteX14" fmla="*/ 6292082 w 8267463"/>
              <a:gd name="connsiteY14" fmla="*/ 5677842 h 5677842"/>
              <a:gd name="connsiteX15" fmla="*/ 4836940 w 8267463"/>
              <a:gd name="connsiteY15" fmla="*/ 5677842 h 5677842"/>
              <a:gd name="connsiteX16" fmla="*/ 4836940 w 8267463"/>
              <a:gd name="connsiteY16" fmla="*/ 1995360 h 5677842"/>
              <a:gd name="connsiteX17" fmla="*/ 4633708 w 8267463"/>
              <a:gd name="connsiteY17" fmla="*/ 2838921 h 5677842"/>
              <a:gd name="connsiteX18" fmla="*/ 3877684 w 8267463"/>
              <a:gd name="connsiteY18" fmla="*/ 5677842 h 5677842"/>
              <a:gd name="connsiteX19" fmla="*/ 2381886 w 8267463"/>
              <a:gd name="connsiteY19" fmla="*/ 5677842 h 5677842"/>
              <a:gd name="connsiteX20" fmla="*/ 1625861 w 8267463"/>
              <a:gd name="connsiteY20" fmla="*/ 2838921 h 5677842"/>
              <a:gd name="connsiteX21" fmla="*/ 1422629 w 8267463"/>
              <a:gd name="connsiteY21" fmla="*/ 1995360 h 5677842"/>
              <a:gd name="connsiteX22" fmla="*/ 1422629 w 8267463"/>
              <a:gd name="connsiteY22" fmla="*/ 5677842 h 5677842"/>
              <a:gd name="connsiteX23" fmla="*/ 0 w 8267463"/>
              <a:gd name="connsiteY23" fmla="*/ 5677842 h 56778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8267463" h="5677842">
                <a:moveTo>
                  <a:pt x="6722902" y="0"/>
                </a:moveTo>
                <a:lnTo>
                  <a:pt x="8267463" y="0"/>
                </a:lnTo>
                <a:lnTo>
                  <a:pt x="8267463" y="1419448"/>
                </a:lnTo>
                <a:lnTo>
                  <a:pt x="7275694" y="2749701"/>
                </a:lnTo>
                <a:lnTo>
                  <a:pt x="6942385" y="2749701"/>
                </a:lnTo>
                <a:lnTo>
                  <a:pt x="7381363" y="1541121"/>
                </a:lnTo>
                <a:lnTo>
                  <a:pt x="6722902" y="1541121"/>
                </a:lnTo>
                <a:close/>
                <a:moveTo>
                  <a:pt x="0" y="0"/>
                </a:moveTo>
                <a:lnTo>
                  <a:pt x="2268085" y="0"/>
                </a:lnTo>
                <a:lnTo>
                  <a:pt x="2975321" y="2920028"/>
                </a:lnTo>
                <a:lnTo>
                  <a:pt x="3146041" y="3731148"/>
                </a:lnTo>
                <a:lnTo>
                  <a:pt x="3316761" y="2920028"/>
                </a:lnTo>
                <a:lnTo>
                  <a:pt x="4024010" y="0"/>
                </a:lnTo>
                <a:lnTo>
                  <a:pt x="6292082" y="0"/>
                </a:lnTo>
                <a:lnTo>
                  <a:pt x="6292082" y="5677842"/>
                </a:lnTo>
                <a:lnTo>
                  <a:pt x="4836940" y="5677842"/>
                </a:lnTo>
                <a:lnTo>
                  <a:pt x="4836940" y="1995360"/>
                </a:lnTo>
                <a:lnTo>
                  <a:pt x="4633708" y="2838921"/>
                </a:lnTo>
                <a:lnTo>
                  <a:pt x="3877684" y="5677842"/>
                </a:lnTo>
                <a:lnTo>
                  <a:pt x="2381886" y="5677842"/>
                </a:lnTo>
                <a:lnTo>
                  <a:pt x="1625861" y="2838921"/>
                </a:lnTo>
                <a:lnTo>
                  <a:pt x="1422629" y="1995360"/>
                </a:lnTo>
                <a:lnTo>
                  <a:pt x="1422629" y="5677842"/>
                </a:lnTo>
                <a:lnTo>
                  <a:pt x="0" y="5677842"/>
                </a:lnTo>
                <a:close/>
              </a:path>
            </a:pathLst>
          </a:custGeom>
          <a:solidFill>
            <a:schemeClr val="tx1"/>
          </a:solidFill>
          <a:ln w="0" cap="flat">
            <a:noFill/>
            <a:prstDash val="solid"/>
            <a:miter/>
          </a:ln>
        </p:spPr>
        <p:txBody>
          <a:bodyPr rtlCol="0" anchor="ctr"/>
          <a:lstStyle/>
          <a:p>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See slide 12 for instructions on how to update footer</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8" name="Text Placeholder 7">
            <a:extLst>
              <a:ext uri="{FF2B5EF4-FFF2-40B4-BE49-F238E27FC236}">
                <a16:creationId xmlns:a16="http://schemas.microsoft.com/office/drawing/2014/main" id="{7708F947-658B-4354-AB87-AEB000F1AA54}"/>
              </a:ext>
            </a:extLst>
          </p:cNvPr>
          <p:cNvSpPr>
            <a:spLocks noGrp="1"/>
          </p:cNvSpPr>
          <p:nvPr>
            <p:ph type="body" sz="quarter" idx="15"/>
          </p:nvPr>
        </p:nvSpPr>
        <p:spPr>
          <a:xfrm>
            <a:off x="3367087" y="1415038"/>
            <a:ext cx="8270876" cy="4171375"/>
          </a:xfrm>
        </p:spPr>
        <p:txBody>
          <a:bodyPr anchor="b"/>
          <a:lstStyle>
            <a:lvl1pPr>
              <a:lnSpc>
                <a:spcPts val="4600"/>
              </a:lnSpc>
              <a:defRPr sz="4200">
                <a:solidFill>
                  <a:schemeClr val="tx1"/>
                </a:solidFill>
                <a:latin typeface="+mj-lt"/>
              </a:defRPr>
            </a:lvl1pPr>
            <a:lvl2pPr marL="0" indent="0">
              <a:spcAft>
                <a:spcPts val="0"/>
              </a:spcAft>
              <a:buNone/>
              <a:defRPr sz="2400">
                <a:solidFill>
                  <a:schemeClr val="tx1"/>
                </a:solidFill>
                <a:latin typeface="+mn-lt"/>
              </a:defRPr>
            </a:lvl2pPr>
            <a:lvl3pPr marL="0" indent="0">
              <a:spcAft>
                <a:spcPts val="0"/>
              </a:spcAft>
              <a:buNone/>
              <a:defRPr sz="2400">
                <a:solidFill>
                  <a:schemeClr val="tx1"/>
                </a:solidFill>
              </a:defRPr>
            </a:lvl3pPr>
            <a:lvl4pPr marL="0" indent="0">
              <a:spcAft>
                <a:spcPts val="0"/>
              </a:spcAft>
              <a:buNone/>
              <a:defRPr sz="2400">
                <a:solidFill>
                  <a:schemeClr val="tx1"/>
                </a:solidFill>
              </a:defRPr>
            </a:lvl4pPr>
            <a:lvl5pPr marL="0" indent="0">
              <a:spcAft>
                <a:spcPts val="0"/>
              </a:spcAft>
              <a:buNone/>
              <a:defRPr sz="2400">
                <a:solidFill>
                  <a:schemeClr val="tx1"/>
                </a:solidFill>
              </a:defRPr>
            </a:lvl5pPr>
            <a:lvl6pPr marL="0" indent="0">
              <a:spcAft>
                <a:spcPts val="0"/>
              </a:spcAft>
              <a:buNone/>
              <a:defRPr sz="2400">
                <a:solidFill>
                  <a:schemeClr val="tx1"/>
                </a:solidFill>
              </a:defRPr>
            </a:lvl6pPr>
            <a:lvl7pPr marL="0" indent="0">
              <a:spcAft>
                <a:spcPts val="0"/>
              </a:spcAft>
              <a:buNone/>
              <a:defRPr sz="2400">
                <a:solidFill>
                  <a:schemeClr val="tx1"/>
                </a:solidFill>
              </a:defRPr>
            </a:lvl7pPr>
            <a:lvl8pPr marL="0" indent="0">
              <a:spcAft>
                <a:spcPts val="0"/>
              </a:spcAft>
              <a:buNone/>
              <a:defRPr sz="2400">
                <a:solidFill>
                  <a:schemeClr val="tx1"/>
                </a:solidFill>
              </a:defRPr>
            </a:lvl8pPr>
            <a:lvl9pPr marL="0" indent="0">
              <a:spcAft>
                <a:spcPts val="0"/>
              </a:spcAft>
              <a:buNone/>
              <a:defRPr sz="2400">
                <a:solidFill>
                  <a:schemeClr val="tx1"/>
                </a:solidFill>
              </a:defRPr>
            </a:lvl9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1496347458"/>
      </p:ext>
    </p:extLst>
  </p:cSld>
  <p:clrMapOvr>
    <a:overrideClrMapping bg1="dk1" tx1="lt1" bg2="dk2" tx2="lt2" accent1="accent1" accent2="accent2" accent3="accent3" accent4="accent4" accent5="accent5" accent6="accent6" hlink="hlink" folHlink="folHlink"/>
  </p:clrMapOvr>
</p:sldLayout>
</file>

<file path=ppt/slideLayouts/slideLayout278.xml><?xml version="1.0" encoding="utf-8"?>
<p:sldLayout xmlns:a="http://schemas.openxmlformats.org/drawingml/2006/main" xmlns:r="http://schemas.openxmlformats.org/officeDocument/2006/relationships" xmlns:p="http://schemas.openxmlformats.org/presentationml/2006/main" preserve="1" userDrawn="1">
  <p:cSld name="Quote - Employee portrait">
    <p:bg>
      <p:bgPr>
        <a:solidFill>
          <a:schemeClr val="bg2"/>
        </a:solidFill>
        <a:effectLst/>
      </p:bgPr>
    </p:bg>
    <p:spTree>
      <p:nvGrpSpPr>
        <p:cNvPr id="1" name=""/>
        <p:cNvGrpSpPr/>
        <p:nvPr/>
      </p:nvGrpSpPr>
      <p:grpSpPr>
        <a:xfrm>
          <a:off x="0" y="0"/>
          <a:ext cx="0" cy="0"/>
          <a:chOff x="0" y="0"/>
          <a:chExt cx="0" cy="0"/>
        </a:xfrm>
      </p:grpSpPr>
      <p:sp>
        <p:nvSpPr>
          <p:cNvPr id="20" name="Freeform 19">
            <a:extLst>
              <a:ext uri="{FF2B5EF4-FFF2-40B4-BE49-F238E27FC236}">
                <a16:creationId xmlns:a16="http://schemas.microsoft.com/office/drawing/2014/main" id="{6732315D-1057-6521-C359-22C1DAF4964C}"/>
              </a:ext>
            </a:extLst>
          </p:cNvPr>
          <p:cNvSpPr/>
          <p:nvPr/>
        </p:nvSpPr>
        <p:spPr bwMode="black">
          <a:xfrm>
            <a:off x="546100" y="552450"/>
            <a:ext cx="830637" cy="570456"/>
          </a:xfrm>
          <a:custGeom>
            <a:avLst/>
            <a:gdLst>
              <a:gd name="connsiteX0" fmla="*/ 6722902 w 8267463"/>
              <a:gd name="connsiteY0" fmla="*/ 0 h 5677842"/>
              <a:gd name="connsiteX1" fmla="*/ 8267463 w 8267463"/>
              <a:gd name="connsiteY1" fmla="*/ 0 h 5677842"/>
              <a:gd name="connsiteX2" fmla="*/ 8267463 w 8267463"/>
              <a:gd name="connsiteY2" fmla="*/ 1419448 h 5677842"/>
              <a:gd name="connsiteX3" fmla="*/ 7275694 w 8267463"/>
              <a:gd name="connsiteY3" fmla="*/ 2749701 h 5677842"/>
              <a:gd name="connsiteX4" fmla="*/ 6942385 w 8267463"/>
              <a:gd name="connsiteY4" fmla="*/ 2749701 h 5677842"/>
              <a:gd name="connsiteX5" fmla="*/ 7381363 w 8267463"/>
              <a:gd name="connsiteY5" fmla="*/ 1541121 h 5677842"/>
              <a:gd name="connsiteX6" fmla="*/ 6722902 w 8267463"/>
              <a:gd name="connsiteY6" fmla="*/ 1541121 h 5677842"/>
              <a:gd name="connsiteX7" fmla="*/ 0 w 8267463"/>
              <a:gd name="connsiteY7" fmla="*/ 0 h 5677842"/>
              <a:gd name="connsiteX8" fmla="*/ 2268085 w 8267463"/>
              <a:gd name="connsiteY8" fmla="*/ 0 h 5677842"/>
              <a:gd name="connsiteX9" fmla="*/ 2975321 w 8267463"/>
              <a:gd name="connsiteY9" fmla="*/ 2920028 h 5677842"/>
              <a:gd name="connsiteX10" fmla="*/ 3146041 w 8267463"/>
              <a:gd name="connsiteY10" fmla="*/ 3731148 h 5677842"/>
              <a:gd name="connsiteX11" fmla="*/ 3316761 w 8267463"/>
              <a:gd name="connsiteY11" fmla="*/ 2920028 h 5677842"/>
              <a:gd name="connsiteX12" fmla="*/ 4024010 w 8267463"/>
              <a:gd name="connsiteY12" fmla="*/ 0 h 5677842"/>
              <a:gd name="connsiteX13" fmla="*/ 6292082 w 8267463"/>
              <a:gd name="connsiteY13" fmla="*/ 0 h 5677842"/>
              <a:gd name="connsiteX14" fmla="*/ 6292082 w 8267463"/>
              <a:gd name="connsiteY14" fmla="*/ 5677842 h 5677842"/>
              <a:gd name="connsiteX15" fmla="*/ 4836940 w 8267463"/>
              <a:gd name="connsiteY15" fmla="*/ 5677842 h 5677842"/>
              <a:gd name="connsiteX16" fmla="*/ 4836940 w 8267463"/>
              <a:gd name="connsiteY16" fmla="*/ 1995360 h 5677842"/>
              <a:gd name="connsiteX17" fmla="*/ 4633708 w 8267463"/>
              <a:gd name="connsiteY17" fmla="*/ 2838921 h 5677842"/>
              <a:gd name="connsiteX18" fmla="*/ 3877684 w 8267463"/>
              <a:gd name="connsiteY18" fmla="*/ 5677842 h 5677842"/>
              <a:gd name="connsiteX19" fmla="*/ 2381886 w 8267463"/>
              <a:gd name="connsiteY19" fmla="*/ 5677842 h 5677842"/>
              <a:gd name="connsiteX20" fmla="*/ 1625861 w 8267463"/>
              <a:gd name="connsiteY20" fmla="*/ 2838921 h 5677842"/>
              <a:gd name="connsiteX21" fmla="*/ 1422629 w 8267463"/>
              <a:gd name="connsiteY21" fmla="*/ 1995360 h 5677842"/>
              <a:gd name="connsiteX22" fmla="*/ 1422629 w 8267463"/>
              <a:gd name="connsiteY22" fmla="*/ 5677842 h 5677842"/>
              <a:gd name="connsiteX23" fmla="*/ 0 w 8267463"/>
              <a:gd name="connsiteY23" fmla="*/ 5677842 h 56778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8267463" h="5677842">
                <a:moveTo>
                  <a:pt x="6722902" y="0"/>
                </a:moveTo>
                <a:lnTo>
                  <a:pt x="8267463" y="0"/>
                </a:lnTo>
                <a:lnTo>
                  <a:pt x="8267463" y="1419448"/>
                </a:lnTo>
                <a:lnTo>
                  <a:pt x="7275694" y="2749701"/>
                </a:lnTo>
                <a:lnTo>
                  <a:pt x="6942385" y="2749701"/>
                </a:lnTo>
                <a:lnTo>
                  <a:pt x="7381363" y="1541121"/>
                </a:lnTo>
                <a:lnTo>
                  <a:pt x="6722902" y="1541121"/>
                </a:lnTo>
                <a:close/>
                <a:moveTo>
                  <a:pt x="0" y="0"/>
                </a:moveTo>
                <a:lnTo>
                  <a:pt x="2268085" y="0"/>
                </a:lnTo>
                <a:lnTo>
                  <a:pt x="2975321" y="2920028"/>
                </a:lnTo>
                <a:lnTo>
                  <a:pt x="3146041" y="3731148"/>
                </a:lnTo>
                <a:lnTo>
                  <a:pt x="3316761" y="2920028"/>
                </a:lnTo>
                <a:lnTo>
                  <a:pt x="4024010" y="0"/>
                </a:lnTo>
                <a:lnTo>
                  <a:pt x="6292082" y="0"/>
                </a:lnTo>
                <a:lnTo>
                  <a:pt x="6292082" y="5677842"/>
                </a:lnTo>
                <a:lnTo>
                  <a:pt x="4836940" y="5677842"/>
                </a:lnTo>
                <a:lnTo>
                  <a:pt x="4836940" y="1995360"/>
                </a:lnTo>
                <a:lnTo>
                  <a:pt x="4633708" y="2838921"/>
                </a:lnTo>
                <a:lnTo>
                  <a:pt x="3877684" y="5677842"/>
                </a:lnTo>
                <a:lnTo>
                  <a:pt x="2381886" y="5677842"/>
                </a:lnTo>
                <a:lnTo>
                  <a:pt x="1625861" y="2838921"/>
                </a:lnTo>
                <a:lnTo>
                  <a:pt x="1422629" y="1995360"/>
                </a:lnTo>
                <a:lnTo>
                  <a:pt x="1422629" y="5677842"/>
                </a:lnTo>
                <a:lnTo>
                  <a:pt x="0" y="5677842"/>
                </a:lnTo>
                <a:close/>
              </a:path>
            </a:pathLst>
          </a:custGeom>
          <a:solidFill>
            <a:schemeClr val="tx1"/>
          </a:solidFill>
          <a:ln w="0" cap="flat">
            <a:noFill/>
            <a:prstDash val="solid"/>
            <a:miter/>
          </a:ln>
        </p:spPr>
        <p:txBody>
          <a:bodyPr rtlCol="0" anchor="ctr"/>
          <a:lstStyle/>
          <a:p>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See slide 12 for instructions on how to update footer</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6" name="Picture Placeholder 9">
            <a:extLst>
              <a:ext uri="{FF2B5EF4-FFF2-40B4-BE49-F238E27FC236}">
                <a16:creationId xmlns:a16="http://schemas.microsoft.com/office/drawing/2014/main" id="{A9E39174-6051-6D2E-2D81-DADF3A2208E1}"/>
              </a:ext>
            </a:extLst>
          </p:cNvPr>
          <p:cNvSpPr>
            <a:spLocks noGrp="1"/>
          </p:cNvSpPr>
          <p:nvPr>
            <p:ph type="pic" sz="quarter" idx="29" hasCustomPrompt="1"/>
          </p:nvPr>
        </p:nvSpPr>
        <p:spPr>
          <a:xfrm>
            <a:off x="554039" y="2847976"/>
            <a:ext cx="1198562" cy="1276349"/>
          </a:xfrm>
          <a:solidFill>
            <a:schemeClr val="accent1"/>
          </a:solidFill>
          <a:ln>
            <a:noFill/>
          </a:ln>
        </p:spPr>
        <p:txBody>
          <a:bodyPr anchor="ctr"/>
          <a:lstStyle>
            <a:lvl1pPr algn="ctr">
              <a:defRPr>
                <a:solidFill>
                  <a:schemeClr val="bg1"/>
                </a:solidFill>
                <a:latin typeface="+mn-lt"/>
              </a:defRPr>
            </a:lvl1pPr>
          </a:lstStyle>
          <a:p>
            <a:r>
              <a:rPr lang="en-US"/>
              <a:t>Silhouette</a:t>
            </a:r>
            <a:br>
              <a:rPr lang="en-US"/>
            </a:br>
            <a:r>
              <a:rPr lang="en-US"/>
              <a:t>portrait</a:t>
            </a:r>
          </a:p>
        </p:txBody>
      </p:sp>
      <p:sp>
        <p:nvSpPr>
          <p:cNvPr id="7" name="Text Placeholder 3">
            <a:extLst>
              <a:ext uri="{FF2B5EF4-FFF2-40B4-BE49-F238E27FC236}">
                <a16:creationId xmlns:a16="http://schemas.microsoft.com/office/drawing/2014/main" id="{AB040204-E782-1C0F-4B3A-B9C7FF0AEEB7}"/>
              </a:ext>
            </a:extLst>
          </p:cNvPr>
          <p:cNvSpPr>
            <a:spLocks noGrp="1"/>
          </p:cNvSpPr>
          <p:nvPr>
            <p:ph type="body" sz="quarter" idx="42" hasCustomPrompt="1"/>
          </p:nvPr>
        </p:nvSpPr>
        <p:spPr>
          <a:xfrm>
            <a:off x="554038" y="4273550"/>
            <a:ext cx="2611437" cy="1458913"/>
          </a:xfrm>
        </p:spPr>
        <p:txBody>
          <a:bodyPr>
            <a:normAutofit/>
          </a:bodyPr>
          <a:lstStyle>
            <a:lvl1pPr>
              <a:spcAft>
                <a:spcPts val="200"/>
              </a:spcAft>
              <a:defRPr sz="1200" b="1">
                <a:solidFill>
                  <a:schemeClr val="tx1"/>
                </a:solidFill>
                <a:latin typeface="+mn-lt"/>
                <a:ea typeface="GT America Medium" panose="020B0604020202020204" charset="0"/>
                <a:cs typeface="GT America Medium" panose="020B0604020202020204" charset="0"/>
              </a:defRPr>
            </a:lvl1pPr>
            <a:lvl2pPr marL="0" indent="0">
              <a:buNone/>
              <a:defRPr sz="1200">
                <a:solidFill>
                  <a:schemeClr val="tx1"/>
                </a:solidFill>
              </a:defRPr>
            </a:lvl2pPr>
            <a:lvl3pPr marL="0" indent="0">
              <a:buFontTx/>
              <a:buNone/>
              <a:defRPr sz="1200">
                <a:solidFill>
                  <a:schemeClr val="tx1"/>
                </a:solidFill>
              </a:defRPr>
            </a:lvl3pPr>
            <a:lvl4pPr marL="0" indent="0">
              <a:buNone/>
              <a:defRPr sz="1200">
                <a:solidFill>
                  <a:schemeClr val="tx1"/>
                </a:solidFill>
              </a:defRPr>
            </a:lvl4pPr>
            <a:lvl5pPr marL="0" indent="0">
              <a:buNone/>
              <a:defRPr sz="1200">
                <a:solidFill>
                  <a:schemeClr val="tx1"/>
                </a:solidFill>
              </a:defRPr>
            </a:lvl5pPr>
            <a:lvl6pPr marL="0" indent="0">
              <a:buNone/>
              <a:defRPr sz="1200">
                <a:solidFill>
                  <a:schemeClr val="tx1"/>
                </a:solidFill>
              </a:defRPr>
            </a:lvl6pPr>
            <a:lvl7pPr marL="0" indent="0">
              <a:buNone/>
              <a:defRPr>
                <a:solidFill>
                  <a:schemeClr val="tx1"/>
                </a:solidFill>
              </a:defRPr>
            </a:lvl7pPr>
            <a:lvl8pPr marL="0" indent="0">
              <a:buNone/>
              <a:defRPr>
                <a:solidFill>
                  <a:schemeClr val="tx1"/>
                </a:solidFill>
              </a:defRPr>
            </a:lvl8pPr>
            <a:lvl9pPr marL="0" indent="0">
              <a:buNone/>
              <a:defRPr>
                <a:solidFill>
                  <a:schemeClr val="tx1"/>
                </a:solidFill>
              </a:defRPr>
            </a:lvl9pPr>
          </a:lstStyle>
          <a:p>
            <a:pPr lvl="0"/>
            <a:r>
              <a:rPr lang="en-US" err="1"/>
              <a:t>Firstname</a:t>
            </a:r>
            <a:r>
              <a:rPr lang="en-US"/>
              <a:t> </a:t>
            </a:r>
            <a:r>
              <a:rPr lang="en-US" err="1"/>
              <a:t>Lastname</a:t>
            </a:r>
            <a:r>
              <a:rPr lang="en-US"/>
              <a:t>, L1</a:t>
            </a:r>
          </a:p>
          <a:p>
            <a:pPr lvl="1"/>
            <a:r>
              <a:rPr lang="en-US"/>
              <a:t>Title/department, L2</a:t>
            </a:r>
          </a:p>
        </p:txBody>
      </p:sp>
      <p:sp>
        <p:nvSpPr>
          <p:cNvPr id="5" name="Text Placeholder 7">
            <a:extLst>
              <a:ext uri="{FF2B5EF4-FFF2-40B4-BE49-F238E27FC236}">
                <a16:creationId xmlns:a16="http://schemas.microsoft.com/office/drawing/2014/main" id="{C55CD7FE-FD96-5B7D-EB24-69E1A8EF9D81}"/>
              </a:ext>
            </a:extLst>
          </p:cNvPr>
          <p:cNvSpPr>
            <a:spLocks noGrp="1"/>
          </p:cNvSpPr>
          <p:nvPr>
            <p:ph type="body" sz="quarter" idx="15"/>
          </p:nvPr>
        </p:nvSpPr>
        <p:spPr>
          <a:xfrm>
            <a:off x="3367087" y="1415038"/>
            <a:ext cx="8270876" cy="4171375"/>
          </a:xfrm>
        </p:spPr>
        <p:txBody>
          <a:bodyPr anchor="b"/>
          <a:lstStyle>
            <a:lvl1pPr>
              <a:lnSpc>
                <a:spcPts val="4600"/>
              </a:lnSpc>
              <a:defRPr sz="4200">
                <a:solidFill>
                  <a:schemeClr val="tx1"/>
                </a:solidFill>
                <a:latin typeface="+mj-lt"/>
              </a:defRPr>
            </a:lvl1pPr>
            <a:lvl2pPr marL="0" indent="0">
              <a:spcAft>
                <a:spcPts val="0"/>
              </a:spcAft>
              <a:buNone/>
              <a:defRPr sz="2400">
                <a:solidFill>
                  <a:schemeClr val="tx1"/>
                </a:solidFill>
                <a:latin typeface="GT America Regular" panose="00000500000000000000" pitchFamily="50" charset="0"/>
              </a:defRPr>
            </a:lvl2pPr>
            <a:lvl3pPr marL="0" indent="0">
              <a:spcAft>
                <a:spcPts val="0"/>
              </a:spcAft>
              <a:buNone/>
              <a:defRPr sz="2400">
                <a:solidFill>
                  <a:schemeClr val="tx1"/>
                </a:solidFill>
              </a:defRPr>
            </a:lvl3pPr>
            <a:lvl4pPr marL="0" indent="0">
              <a:spcAft>
                <a:spcPts val="0"/>
              </a:spcAft>
              <a:buNone/>
              <a:defRPr sz="2400">
                <a:solidFill>
                  <a:schemeClr val="tx1"/>
                </a:solidFill>
              </a:defRPr>
            </a:lvl4pPr>
            <a:lvl5pPr marL="0" indent="0">
              <a:spcAft>
                <a:spcPts val="0"/>
              </a:spcAft>
              <a:buNone/>
              <a:defRPr sz="2400">
                <a:solidFill>
                  <a:schemeClr val="tx1"/>
                </a:solidFill>
              </a:defRPr>
            </a:lvl5pPr>
            <a:lvl6pPr marL="0" indent="0">
              <a:spcAft>
                <a:spcPts val="0"/>
              </a:spcAft>
              <a:buNone/>
              <a:defRPr sz="2400">
                <a:solidFill>
                  <a:schemeClr val="tx1"/>
                </a:solidFill>
              </a:defRPr>
            </a:lvl6pPr>
            <a:lvl7pPr marL="0" indent="0">
              <a:spcAft>
                <a:spcPts val="0"/>
              </a:spcAft>
              <a:buNone/>
              <a:defRPr sz="2400">
                <a:solidFill>
                  <a:schemeClr val="tx1"/>
                </a:solidFill>
              </a:defRPr>
            </a:lvl7pPr>
            <a:lvl8pPr marL="0" indent="0">
              <a:spcAft>
                <a:spcPts val="0"/>
              </a:spcAft>
              <a:buNone/>
              <a:defRPr sz="2400">
                <a:solidFill>
                  <a:schemeClr val="tx1"/>
                </a:solidFill>
              </a:defRPr>
            </a:lvl8pPr>
            <a:lvl9pPr marL="0" indent="0">
              <a:spcAft>
                <a:spcPts val="0"/>
              </a:spcAft>
              <a:buNone/>
              <a:defRPr sz="2400">
                <a:solidFill>
                  <a:schemeClr val="tx1"/>
                </a:solidFill>
              </a:defRPr>
            </a:lvl9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2888968932"/>
      </p:ext>
    </p:extLst>
  </p:cSld>
  <p:clrMapOvr>
    <a:overrideClrMapping bg1="dk1" tx1="lt1" bg2="dk2" tx2="lt2" accent1="accent1" accent2="accent2" accent3="accent3" accent4="accent4" accent5="accent5" accent6="accent6" hlink="hlink" folHlink="folHlink"/>
  </p:clrMapOvr>
</p:sldLayout>
</file>

<file path=ppt/slideLayouts/slideLayout279.xml><?xml version="1.0" encoding="utf-8"?>
<p:sldLayout xmlns:a="http://schemas.openxmlformats.org/drawingml/2006/main" xmlns:r="http://schemas.openxmlformats.org/officeDocument/2006/relationships" xmlns:p="http://schemas.openxmlformats.org/presentationml/2006/main" preserve="1" userDrawn="1">
  <p:cSld name="Quote - Photo">
    <p:bg>
      <p:bgPr>
        <a:solidFill>
          <a:schemeClr val="tx1"/>
        </a:solidFill>
        <a:effectLst/>
      </p:bgPr>
    </p:bg>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23F68FBE-251E-31B8-904E-1E16C461B772}"/>
              </a:ext>
            </a:extLst>
          </p:cNvPr>
          <p:cNvSpPr>
            <a:spLocks noGrp="1"/>
          </p:cNvSpPr>
          <p:nvPr>
            <p:ph type="pic" sz="quarter" idx="15"/>
          </p:nvPr>
        </p:nvSpPr>
        <p:spPr>
          <a:xfrm>
            <a:off x="0" y="0"/>
            <a:ext cx="12192000" cy="6858000"/>
          </a:xfrm>
          <a:custGeom>
            <a:avLst/>
            <a:gdLst>
              <a:gd name="connsiteX0" fmla="*/ 1221554 w 12192000"/>
              <a:gd name="connsiteY0" fmla="*/ 552450 h 6858000"/>
              <a:gd name="connsiteX1" fmla="*/ 1221554 w 12192000"/>
              <a:gd name="connsiteY1" fmla="*/ 707287 h 6858000"/>
              <a:gd name="connsiteX2" fmla="*/ 1287710 w 12192000"/>
              <a:gd name="connsiteY2" fmla="*/ 707287 h 6858000"/>
              <a:gd name="connsiteX3" fmla="*/ 1243606 w 12192000"/>
              <a:gd name="connsiteY3" fmla="*/ 828714 h 6858000"/>
              <a:gd name="connsiteX4" fmla="*/ 1277094 w 12192000"/>
              <a:gd name="connsiteY4" fmla="*/ 828714 h 6858000"/>
              <a:gd name="connsiteX5" fmla="*/ 1376737 w 12192000"/>
              <a:gd name="connsiteY5" fmla="*/ 695063 h 6858000"/>
              <a:gd name="connsiteX6" fmla="*/ 1376737 w 12192000"/>
              <a:gd name="connsiteY6" fmla="*/ 552450 h 6858000"/>
              <a:gd name="connsiteX7" fmla="*/ 546100 w 12192000"/>
              <a:gd name="connsiteY7" fmla="*/ 552450 h 6858000"/>
              <a:gd name="connsiteX8" fmla="*/ 546100 w 12192000"/>
              <a:gd name="connsiteY8" fmla="*/ 1122906 h 6858000"/>
              <a:gd name="connsiteX9" fmla="*/ 689033 w 12192000"/>
              <a:gd name="connsiteY9" fmla="*/ 1122906 h 6858000"/>
              <a:gd name="connsiteX10" fmla="*/ 689033 w 12192000"/>
              <a:gd name="connsiteY10" fmla="*/ 752925 h 6858000"/>
              <a:gd name="connsiteX11" fmla="*/ 709451 w 12192000"/>
              <a:gd name="connsiteY11" fmla="*/ 837678 h 6858000"/>
              <a:gd name="connsiteX12" fmla="*/ 785410 w 12192000"/>
              <a:gd name="connsiteY12" fmla="*/ 1122906 h 6858000"/>
              <a:gd name="connsiteX13" fmla="*/ 935693 w 12192000"/>
              <a:gd name="connsiteY13" fmla="*/ 1122906 h 6858000"/>
              <a:gd name="connsiteX14" fmla="*/ 1011652 w 12192000"/>
              <a:gd name="connsiteY14" fmla="*/ 837678 h 6858000"/>
              <a:gd name="connsiteX15" fmla="*/ 1032070 w 12192000"/>
              <a:gd name="connsiteY15" fmla="*/ 752925 h 6858000"/>
              <a:gd name="connsiteX16" fmla="*/ 1032070 w 12192000"/>
              <a:gd name="connsiteY16" fmla="*/ 1122906 h 6858000"/>
              <a:gd name="connsiteX17" fmla="*/ 1178270 w 12192000"/>
              <a:gd name="connsiteY17" fmla="*/ 1122906 h 6858000"/>
              <a:gd name="connsiteX18" fmla="*/ 1178270 w 12192000"/>
              <a:gd name="connsiteY18" fmla="*/ 552450 h 6858000"/>
              <a:gd name="connsiteX19" fmla="*/ 950395 w 12192000"/>
              <a:gd name="connsiteY19" fmla="*/ 552450 h 6858000"/>
              <a:gd name="connsiteX20" fmla="*/ 879337 w 12192000"/>
              <a:gd name="connsiteY20" fmla="*/ 845827 h 6858000"/>
              <a:gd name="connsiteX21" fmla="*/ 862185 w 12192000"/>
              <a:gd name="connsiteY21" fmla="*/ 927321 h 6858000"/>
              <a:gd name="connsiteX22" fmla="*/ 845033 w 12192000"/>
              <a:gd name="connsiteY22" fmla="*/ 845827 h 6858000"/>
              <a:gd name="connsiteX23" fmla="*/ 773976 w 12192000"/>
              <a:gd name="connsiteY23" fmla="*/ 552450 h 6858000"/>
              <a:gd name="connsiteX24" fmla="*/ 0 w 12192000"/>
              <a:gd name="connsiteY24" fmla="*/ 0 h 6858000"/>
              <a:gd name="connsiteX25" fmla="*/ 12192000 w 12192000"/>
              <a:gd name="connsiteY25" fmla="*/ 0 h 6858000"/>
              <a:gd name="connsiteX26" fmla="*/ 12192000 w 12192000"/>
              <a:gd name="connsiteY26" fmla="*/ 6858000 h 6858000"/>
              <a:gd name="connsiteX27" fmla="*/ 0 w 12192000"/>
              <a:gd name="connsiteY2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2192000" h="6858000">
                <a:moveTo>
                  <a:pt x="1221554" y="552450"/>
                </a:moveTo>
                <a:lnTo>
                  <a:pt x="1221554" y="707287"/>
                </a:lnTo>
                <a:lnTo>
                  <a:pt x="1287710" y="707287"/>
                </a:lnTo>
                <a:lnTo>
                  <a:pt x="1243606" y="828714"/>
                </a:lnTo>
                <a:lnTo>
                  <a:pt x="1277094" y="828714"/>
                </a:lnTo>
                <a:lnTo>
                  <a:pt x="1376737" y="695063"/>
                </a:lnTo>
                <a:lnTo>
                  <a:pt x="1376737" y="552450"/>
                </a:lnTo>
                <a:close/>
                <a:moveTo>
                  <a:pt x="546100" y="552450"/>
                </a:moveTo>
                <a:lnTo>
                  <a:pt x="546100" y="1122906"/>
                </a:lnTo>
                <a:lnTo>
                  <a:pt x="689033" y="1122906"/>
                </a:lnTo>
                <a:lnTo>
                  <a:pt x="689033" y="752925"/>
                </a:lnTo>
                <a:lnTo>
                  <a:pt x="709451" y="837678"/>
                </a:lnTo>
                <a:lnTo>
                  <a:pt x="785410" y="1122906"/>
                </a:lnTo>
                <a:lnTo>
                  <a:pt x="935693" y="1122906"/>
                </a:lnTo>
                <a:lnTo>
                  <a:pt x="1011652" y="837678"/>
                </a:lnTo>
                <a:lnTo>
                  <a:pt x="1032070" y="752925"/>
                </a:lnTo>
                <a:lnTo>
                  <a:pt x="1032070" y="1122906"/>
                </a:lnTo>
                <a:lnTo>
                  <a:pt x="1178270" y="1122906"/>
                </a:lnTo>
                <a:lnTo>
                  <a:pt x="1178270" y="552450"/>
                </a:lnTo>
                <a:lnTo>
                  <a:pt x="950395" y="552450"/>
                </a:lnTo>
                <a:lnTo>
                  <a:pt x="879337" y="845827"/>
                </a:lnTo>
                <a:lnTo>
                  <a:pt x="862185" y="927321"/>
                </a:lnTo>
                <a:lnTo>
                  <a:pt x="845033" y="845827"/>
                </a:lnTo>
                <a:lnTo>
                  <a:pt x="773976" y="552450"/>
                </a:lnTo>
                <a:close/>
                <a:moveTo>
                  <a:pt x="0" y="0"/>
                </a:moveTo>
                <a:lnTo>
                  <a:pt x="12192000" y="0"/>
                </a:lnTo>
                <a:lnTo>
                  <a:pt x="12192000" y="6858000"/>
                </a:lnTo>
                <a:lnTo>
                  <a:pt x="0" y="6858000"/>
                </a:lnTo>
                <a:close/>
              </a:path>
            </a:pathLst>
          </a:custGeom>
          <a:solidFill>
            <a:srgbClr val="A6A9AA"/>
          </a:solidFill>
        </p:spPr>
        <p:txBody>
          <a:bodyPr wrap="square" lIns="548640" tIns="0" anchor="ctr" anchorCtr="0">
            <a:noAutofit/>
          </a:bodyPr>
          <a:lstStyle>
            <a:lvl1pPr algn="l">
              <a:defRPr>
                <a:solidFill>
                  <a:schemeClr val="tx1"/>
                </a:solidFill>
              </a:defRPr>
            </a:lvl1pPr>
          </a:lstStyle>
          <a:p>
            <a:r>
              <a:rPr lang="en-US"/>
              <a:t>Click icon to add picture</a:t>
            </a:r>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See slide 12 for instructions on how to update footer</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7" name="Text Placeholder 7">
            <a:extLst>
              <a:ext uri="{FF2B5EF4-FFF2-40B4-BE49-F238E27FC236}">
                <a16:creationId xmlns:a16="http://schemas.microsoft.com/office/drawing/2014/main" id="{FF0E76BC-245F-8420-594E-37916313D315}"/>
              </a:ext>
            </a:extLst>
          </p:cNvPr>
          <p:cNvSpPr>
            <a:spLocks noGrp="1"/>
          </p:cNvSpPr>
          <p:nvPr>
            <p:ph type="body" sz="quarter" idx="16"/>
          </p:nvPr>
        </p:nvSpPr>
        <p:spPr>
          <a:xfrm>
            <a:off x="3367087" y="1415038"/>
            <a:ext cx="8270876" cy="4171375"/>
          </a:xfrm>
        </p:spPr>
        <p:txBody>
          <a:bodyPr anchor="b"/>
          <a:lstStyle>
            <a:lvl1pPr>
              <a:lnSpc>
                <a:spcPts val="4600"/>
              </a:lnSpc>
              <a:defRPr sz="4200">
                <a:solidFill>
                  <a:schemeClr val="tx1"/>
                </a:solidFill>
                <a:latin typeface="+mj-lt"/>
              </a:defRPr>
            </a:lvl1pPr>
            <a:lvl2pPr marL="0" indent="0">
              <a:spcAft>
                <a:spcPts val="0"/>
              </a:spcAft>
              <a:buNone/>
              <a:defRPr sz="2400">
                <a:solidFill>
                  <a:schemeClr val="tx1"/>
                </a:solidFill>
                <a:latin typeface="GT America Regular" panose="00000500000000000000" pitchFamily="50" charset="0"/>
              </a:defRPr>
            </a:lvl2pPr>
            <a:lvl3pPr marL="0" indent="0">
              <a:spcAft>
                <a:spcPts val="0"/>
              </a:spcAft>
              <a:buNone/>
              <a:defRPr sz="2400">
                <a:solidFill>
                  <a:schemeClr val="tx1"/>
                </a:solidFill>
              </a:defRPr>
            </a:lvl3pPr>
            <a:lvl4pPr marL="0" indent="0">
              <a:spcAft>
                <a:spcPts val="0"/>
              </a:spcAft>
              <a:buNone/>
              <a:defRPr sz="2400">
                <a:solidFill>
                  <a:schemeClr val="tx1"/>
                </a:solidFill>
              </a:defRPr>
            </a:lvl4pPr>
            <a:lvl5pPr marL="0" indent="0">
              <a:spcAft>
                <a:spcPts val="0"/>
              </a:spcAft>
              <a:buNone/>
              <a:defRPr sz="2400">
                <a:solidFill>
                  <a:schemeClr val="tx1"/>
                </a:solidFill>
              </a:defRPr>
            </a:lvl5pPr>
            <a:lvl6pPr marL="0" indent="0">
              <a:spcAft>
                <a:spcPts val="0"/>
              </a:spcAft>
              <a:buNone/>
              <a:defRPr sz="2400">
                <a:solidFill>
                  <a:schemeClr val="tx1"/>
                </a:solidFill>
              </a:defRPr>
            </a:lvl6pPr>
            <a:lvl7pPr marL="0" indent="0">
              <a:spcAft>
                <a:spcPts val="0"/>
              </a:spcAft>
              <a:buNone/>
              <a:defRPr sz="2400">
                <a:solidFill>
                  <a:schemeClr val="tx1"/>
                </a:solidFill>
              </a:defRPr>
            </a:lvl7pPr>
            <a:lvl8pPr marL="0" indent="0">
              <a:spcAft>
                <a:spcPts val="0"/>
              </a:spcAft>
              <a:buNone/>
              <a:defRPr sz="2400">
                <a:solidFill>
                  <a:schemeClr val="tx1"/>
                </a:solidFill>
              </a:defRPr>
            </a:lvl8pPr>
            <a:lvl9pPr marL="0" indent="0">
              <a:spcAft>
                <a:spcPts val="0"/>
              </a:spcAft>
              <a:buNone/>
              <a:defRPr sz="2400">
                <a:solidFill>
                  <a:schemeClr val="tx1"/>
                </a:solidFill>
              </a:defRPr>
            </a:lvl9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235292347"/>
      </p:ext>
    </p:extLst>
  </p:cSld>
  <p:clrMapOvr>
    <a:overrideClrMapping bg1="dk1" tx1="lt1" bg2="dk2" tx2="lt2" accent1="accent1" accent2="accent2" accent3="accent3" accent4="accent4" accent5="accent5" accent6="accent6" hlink="hlink" folHlink="folHlink"/>
  </p:clrMapOvr>
</p:sldLayout>
</file>

<file path=ppt/slideLayouts/slideLayout280.xml><?xml version="1.0" encoding="utf-8"?>
<p:sldLayout xmlns:a="http://schemas.openxmlformats.org/drawingml/2006/main" xmlns:r="http://schemas.openxmlformats.org/officeDocument/2006/relationships" xmlns:p="http://schemas.openxmlformats.org/presentationml/2006/main" preserve="1" userDrawn="1">
  <p:cSld name="Executive Summary/Key Takeaways 1">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DE63420-A2BC-EC7A-3A8C-CA23AF97535A}"/>
              </a:ext>
            </a:extLst>
          </p:cNvPr>
          <p:cNvSpPr/>
          <p:nvPr userDrawn="1"/>
        </p:nvSpPr>
        <p:spPr bwMode="hidden">
          <a:xfrm>
            <a:off x="0" y="-1"/>
            <a:ext cx="4060556"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 name="Picture 1" descr="A blue and black background&#10;&#10;Description automatically generated">
            <a:extLst>
              <a:ext uri="{FF2B5EF4-FFF2-40B4-BE49-F238E27FC236}">
                <a16:creationId xmlns:a16="http://schemas.microsoft.com/office/drawing/2014/main" id="{97914066-9D48-E454-16D9-2005965187FB}"/>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l="35254" t="8024" r="-1" b="-8024"/>
          <a:stretch/>
        </p:blipFill>
        <p:spPr bwMode="hidden">
          <a:xfrm>
            <a:off x="0" y="1"/>
            <a:ext cx="4060556" cy="6861174"/>
          </a:xfrm>
          <a:prstGeom prst="rect">
            <a:avLst/>
          </a:prstGeom>
        </p:spPr>
      </p:pic>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See slide 12 for instructions on how to update footer</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8087" cy="269875"/>
          </a:xfrm>
        </p:spPr>
        <p:txBody>
          <a:bodyPr/>
          <a:lstStyle/>
          <a:p>
            <a:fld id="{862A5111-985B-C14D-9115-5787026182A8}" type="slidenum">
              <a:rPr lang="en-US" smtClean="0"/>
              <a:t>‹#›</a:t>
            </a:fld>
            <a:endParaRPr lang="en-US"/>
          </a:p>
        </p:txBody>
      </p:sp>
      <p:sp>
        <p:nvSpPr>
          <p:cNvPr id="6" name="Freeform 5">
            <a:extLst>
              <a:ext uri="{FF2B5EF4-FFF2-40B4-BE49-F238E27FC236}">
                <a16:creationId xmlns:a16="http://schemas.microsoft.com/office/drawing/2014/main" id="{5BCC6303-B8A8-E0F3-1B26-45B29EE4DC62}"/>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2" name="Freeform 5">
            <a:extLst>
              <a:ext uri="{FF2B5EF4-FFF2-40B4-BE49-F238E27FC236}">
                <a16:creationId xmlns:a16="http://schemas.microsoft.com/office/drawing/2014/main" id="{B2BF897B-C4FE-7F0C-FE2C-6956C830B315}"/>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1" name="Title 10">
            <a:extLst>
              <a:ext uri="{FF2B5EF4-FFF2-40B4-BE49-F238E27FC236}">
                <a16:creationId xmlns:a16="http://schemas.microsoft.com/office/drawing/2014/main" id="{B916CF33-A497-0AD3-3B6A-557E34121E76}"/>
              </a:ext>
            </a:extLst>
          </p:cNvPr>
          <p:cNvSpPr>
            <a:spLocks noGrp="1"/>
          </p:cNvSpPr>
          <p:nvPr>
            <p:ph type="title"/>
          </p:nvPr>
        </p:nvSpPr>
        <p:spPr>
          <a:xfrm>
            <a:off x="546100" y="552450"/>
            <a:ext cx="3300984" cy="869950"/>
          </a:xfrm>
        </p:spPr>
        <p:txBody>
          <a:bodyPr rIns="182880"/>
          <a:lstStyle>
            <a:lvl1pPr>
              <a:defRPr>
                <a:solidFill>
                  <a:schemeClr val="bg1"/>
                </a:solidFill>
              </a:defRPr>
            </a:lvl1pPr>
          </a:lstStyle>
          <a:p>
            <a:r>
              <a:rPr lang="en-US"/>
              <a:t>Click to edit Master title style</a:t>
            </a:r>
          </a:p>
        </p:txBody>
      </p:sp>
      <p:sp>
        <p:nvSpPr>
          <p:cNvPr id="5" name="Text Placeholder 5">
            <a:extLst>
              <a:ext uri="{FF2B5EF4-FFF2-40B4-BE49-F238E27FC236}">
                <a16:creationId xmlns:a16="http://schemas.microsoft.com/office/drawing/2014/main" id="{DAB1020F-2330-5C4C-014E-9A0A4D6C7B46}"/>
              </a:ext>
            </a:extLst>
          </p:cNvPr>
          <p:cNvSpPr>
            <a:spLocks noGrp="1"/>
          </p:cNvSpPr>
          <p:nvPr>
            <p:ph type="body" sz="quarter" idx="13" hasCustomPrompt="1"/>
          </p:nvPr>
        </p:nvSpPr>
        <p:spPr>
          <a:xfrm>
            <a:off x="546101" y="5586413"/>
            <a:ext cx="3300984" cy="725487"/>
          </a:xfrm>
        </p:spPr>
        <p:txBody>
          <a:bodyPr rIns="274320" anchor="b">
            <a:normAutofit/>
          </a:bodyPr>
          <a:lstStyle>
            <a:lvl1pPr>
              <a:defRPr sz="600">
                <a:solidFill>
                  <a:schemeClr val="bg1"/>
                </a:solidFill>
              </a:defRPr>
            </a:lvl1pPr>
            <a:lvl2pPr marL="0" indent="0">
              <a:buNone/>
              <a:defRPr sz="600">
                <a:solidFill>
                  <a:schemeClr val="bg1"/>
                </a:solidFill>
              </a:defRPr>
            </a:lvl2pPr>
            <a:lvl3pPr marL="0" indent="0">
              <a:buNone/>
              <a:defRPr sz="600">
                <a:solidFill>
                  <a:schemeClr val="bg1"/>
                </a:solidFill>
              </a:defRPr>
            </a:lvl3pPr>
            <a:lvl4pPr marL="0" indent="0">
              <a:buNone/>
              <a:defRPr sz="600">
                <a:solidFill>
                  <a:schemeClr val="bg1"/>
                </a:solidFill>
              </a:defRPr>
            </a:lvl4pPr>
            <a:lvl5pPr marL="0" indent="0">
              <a:buNone/>
              <a:defRPr sz="600">
                <a:solidFill>
                  <a:schemeClr val="bg1"/>
                </a:solidFill>
              </a:defRPr>
            </a:lvl5pPr>
            <a:lvl6pPr marL="0" indent="0">
              <a:buNone/>
              <a:defRPr sz="600">
                <a:solidFill>
                  <a:schemeClr val="bg1"/>
                </a:solidFill>
              </a:defRPr>
            </a:lvl6pPr>
            <a:lvl7pPr marL="0" indent="0">
              <a:buNone/>
              <a:defRPr sz="600">
                <a:solidFill>
                  <a:schemeClr val="bg1"/>
                </a:solidFill>
              </a:defRPr>
            </a:lvl7pPr>
            <a:lvl8pPr marL="0" indent="0">
              <a:buNone/>
              <a:defRPr sz="600">
                <a:solidFill>
                  <a:schemeClr val="bg1"/>
                </a:solidFill>
              </a:defRPr>
            </a:lvl8pPr>
            <a:lvl9pPr marL="0" indent="0">
              <a:buNone/>
              <a:defRPr sz="600">
                <a:solidFill>
                  <a:schemeClr val="bg1"/>
                </a:solidFill>
              </a:defRPr>
            </a:lvl9pPr>
          </a:lstStyle>
          <a:p>
            <a:pPr lvl="0"/>
            <a:r>
              <a:rPr lang="en-US"/>
              <a:t>Click to add footnotes or disclaimer information</a:t>
            </a:r>
          </a:p>
        </p:txBody>
      </p:sp>
      <p:sp>
        <p:nvSpPr>
          <p:cNvPr id="8" name="Content Placeholder 14">
            <a:extLst>
              <a:ext uri="{FF2B5EF4-FFF2-40B4-BE49-F238E27FC236}">
                <a16:creationId xmlns:a16="http://schemas.microsoft.com/office/drawing/2014/main" id="{A1DFA430-6288-90D6-63A5-55E9803EDA48}"/>
              </a:ext>
            </a:extLst>
          </p:cNvPr>
          <p:cNvSpPr>
            <a:spLocks noGrp="1"/>
          </p:cNvSpPr>
          <p:nvPr>
            <p:ph sz="quarter" idx="18"/>
          </p:nvPr>
        </p:nvSpPr>
        <p:spPr>
          <a:xfrm>
            <a:off x="4794909" y="550862"/>
            <a:ext cx="6843053" cy="5616576"/>
          </a:xfrm>
        </p:spPr>
        <p:txBody>
          <a:bodyPr/>
          <a:lstStyle>
            <a:lvl1pPr>
              <a:defRPr sz="1800" b="1">
                <a:solidFill>
                  <a:schemeClr val="tx2"/>
                </a:solidFill>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5FD3F13F-3407-E665-485F-994A6707FD73}"/>
              </a:ext>
            </a:extLst>
          </p:cNvPr>
          <p:cNvSpPr>
            <a:spLocks noGrp="1"/>
          </p:cNvSpPr>
          <p:nvPr>
            <p:ph type="body" sz="quarter" idx="15"/>
          </p:nvPr>
        </p:nvSpPr>
        <p:spPr>
          <a:xfrm>
            <a:off x="546099" y="1849439"/>
            <a:ext cx="3300984" cy="3443286"/>
          </a:xfrm>
        </p:spPr>
        <p:txBody>
          <a:bodyPr>
            <a:normAutofit/>
          </a:bodyPr>
          <a:lstStyle>
            <a:lvl1pPr>
              <a:spcBef>
                <a:spcPts val="2400"/>
              </a:spcBef>
              <a:defRPr b="0" i="0">
                <a:solidFill>
                  <a:schemeClr val="bg1"/>
                </a:solidFill>
                <a:latin typeface="+mn-lt"/>
                <a:ea typeface="GT America Regular" charset="0"/>
                <a:cs typeface="GT America Regular" charset="0"/>
              </a:defRPr>
            </a:lvl1pPr>
            <a:lvl2pPr marL="285750" indent="-285750">
              <a:buFont typeface="GT America Regular" pitchFamily="2" charset="77"/>
              <a:buChar char="→"/>
              <a:defRPr>
                <a:solidFill>
                  <a:schemeClr val="bg1"/>
                </a:solidFill>
              </a:defRPr>
            </a:lvl2pPr>
            <a:lvl3pPr marL="0" indent="0">
              <a:buNone/>
              <a:defRPr>
                <a:solidFill>
                  <a:schemeClr val="bg1"/>
                </a:solidFill>
              </a:defRPr>
            </a:lvl3pPr>
            <a:lvl4pPr marL="283464">
              <a:defRPr>
                <a:solidFill>
                  <a:schemeClr val="bg1"/>
                </a:solidFill>
              </a:defRPr>
            </a:lvl4pPr>
            <a:lvl5pPr marL="283464" indent="0">
              <a:buNone/>
              <a:defRPr sz="1400">
                <a:solidFill>
                  <a:schemeClr val="bg1"/>
                </a:solidFill>
              </a:defRPr>
            </a:lvl5pPr>
            <a:lvl6pPr marL="283464">
              <a:defRPr>
                <a:solidFill>
                  <a:schemeClr val="bg1"/>
                </a:solidFill>
              </a:defRPr>
            </a:lvl6pPr>
            <a:lvl7pPr marL="283464" indent="0">
              <a:buNone/>
              <a:defRPr>
                <a:solidFill>
                  <a:schemeClr val="bg1"/>
                </a:solidFill>
              </a:defRPr>
            </a:lvl7pPr>
            <a:lvl8pPr marL="283464">
              <a:defRPr>
                <a:solidFill>
                  <a:schemeClr val="bg1"/>
                </a:solidFill>
              </a:defRPr>
            </a:lvl8pPr>
            <a:lvl9pPr marL="283464" indent="0">
              <a:buNone/>
              <a:defRPr>
                <a:solidFill>
                  <a:schemeClr val="bg1"/>
                </a:solidFill>
              </a:defRPr>
            </a:lvl9pPr>
          </a:lstStyle>
          <a:p>
            <a:pPr lvl="0"/>
            <a:r>
              <a:rPr lang="en-US"/>
              <a:t>Click to edit Master text styles</a:t>
            </a:r>
          </a:p>
        </p:txBody>
      </p:sp>
      <p:grpSp>
        <p:nvGrpSpPr>
          <p:cNvPr id="7" name="Group 6">
            <a:extLst>
              <a:ext uri="{FF2B5EF4-FFF2-40B4-BE49-F238E27FC236}">
                <a16:creationId xmlns:a16="http://schemas.microsoft.com/office/drawing/2014/main" id="{1E0B41F4-0319-3204-011D-A71CE3D85620}"/>
              </a:ext>
            </a:extLst>
          </p:cNvPr>
          <p:cNvGrpSpPr/>
          <p:nvPr userDrawn="1"/>
        </p:nvGrpSpPr>
        <p:grpSpPr>
          <a:xfrm>
            <a:off x="12356815" y="0"/>
            <a:ext cx="756834" cy="6872642"/>
            <a:chOff x="12356815" y="0"/>
            <a:chExt cx="756834" cy="6872642"/>
          </a:xfrm>
        </p:grpSpPr>
        <p:sp>
          <p:nvSpPr>
            <p:cNvPr id="13" name="Rectangle 12">
              <a:extLst>
                <a:ext uri="{FF2B5EF4-FFF2-40B4-BE49-F238E27FC236}">
                  <a16:creationId xmlns:a16="http://schemas.microsoft.com/office/drawing/2014/main" id="{0B9AE363-2B15-6098-31F2-30F9F9397925}"/>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4" name="TextBox 13">
              <a:extLst>
                <a:ext uri="{FF2B5EF4-FFF2-40B4-BE49-F238E27FC236}">
                  <a16:creationId xmlns:a16="http://schemas.microsoft.com/office/drawing/2014/main" id="{AF9868B9-E430-0448-F473-E67BDD070515}"/>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5" name="Rectangle 14">
              <a:extLst>
                <a:ext uri="{FF2B5EF4-FFF2-40B4-BE49-F238E27FC236}">
                  <a16:creationId xmlns:a16="http://schemas.microsoft.com/office/drawing/2014/main" id="{424E6C77-94FE-3295-E051-80AF70060F6A}"/>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6" name="Group 15">
              <a:extLst>
                <a:ext uri="{FF2B5EF4-FFF2-40B4-BE49-F238E27FC236}">
                  <a16:creationId xmlns:a16="http://schemas.microsoft.com/office/drawing/2014/main" id="{1F28EAAC-AF77-EDB7-3784-5A291774E494}"/>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F1C37BC7-8170-E653-6064-7AC34BCB9AEB}"/>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AD1B037B-079E-3DC0-9D93-89EEDF5C1EAE}"/>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10B3F0AF-DFEC-E047-E50D-ABEEA5A0B934}"/>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EA253EF6-5C3F-4740-6620-6F2A6F5D8CB7}"/>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7B73D472-90F3-CC61-0768-10A9C3556736}"/>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E4CA71D8-4942-A237-92D0-8123D2A504D8}"/>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CF2ED112-9FEA-1F49-439A-9AA1D109EB45}"/>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02B7BB8C-E745-5452-50A5-50095F961A27}"/>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0D36997E-1AE3-9DA0-6A8E-9E22A40779E6}"/>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EED529C4-F80F-760A-4E8C-AEAB1DE20754}"/>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7" name="Group 16">
              <a:extLst>
                <a:ext uri="{FF2B5EF4-FFF2-40B4-BE49-F238E27FC236}">
                  <a16:creationId xmlns:a16="http://schemas.microsoft.com/office/drawing/2014/main" id="{5EF460BB-9B55-130A-F227-1C0035D1422F}"/>
                </a:ext>
              </a:extLst>
            </p:cNvPr>
            <p:cNvGrpSpPr/>
            <p:nvPr userDrawn="1"/>
          </p:nvGrpSpPr>
          <p:grpSpPr>
            <a:xfrm>
              <a:off x="12442019" y="198485"/>
              <a:ext cx="382660" cy="2882942"/>
              <a:chOff x="12742785" y="3716048"/>
              <a:chExt cx="316248" cy="3171236"/>
            </a:xfrm>
          </p:grpSpPr>
          <p:sp>
            <p:nvSpPr>
              <p:cNvPr id="19" name="Rectangle 18">
                <a:extLst>
                  <a:ext uri="{FF2B5EF4-FFF2-40B4-BE49-F238E27FC236}">
                    <a16:creationId xmlns:a16="http://schemas.microsoft.com/office/drawing/2014/main" id="{CC970D59-D38F-1427-F7AC-26B91D229D77}"/>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0814F6E3-6075-F8FA-D899-6AB20A622744}"/>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568AAC88-AD7E-6EAA-9B55-E017280A97EB}"/>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33EE982E-B744-BB25-2B1E-159A7C660314}"/>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898A890E-9B29-87B5-5B7A-D1A89DBD2FF0}"/>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5D6433D4-5B93-B416-F5D3-C710FB2201EE}"/>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6FA98DD7-D5FA-B99A-898E-0E506B0538BB}"/>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BA4A9D49-74E2-E4CF-55CC-D49E68FA87B2}"/>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3703C5C6-0144-75EE-CE36-A245A879FF06}"/>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5CD37CDA-15C2-A0B4-54B3-010C0F8764D2}"/>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8" name="TextBox 17">
              <a:extLst>
                <a:ext uri="{FF2B5EF4-FFF2-40B4-BE49-F238E27FC236}">
                  <a16:creationId xmlns:a16="http://schemas.microsoft.com/office/drawing/2014/main" id="{03337112-02A2-C7E5-4899-D6A68C2B078E}"/>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09A5CEED-D6FD-6061-2096-37A5FE30BBDB}"/>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4123105865"/>
      </p:ext>
    </p:extLst>
  </p:cSld>
  <p:clrMapOvr>
    <a:masterClrMapping/>
  </p:clrMapOvr>
</p:sldLayout>
</file>

<file path=ppt/slideLayouts/slideLayout281.xml><?xml version="1.0" encoding="utf-8"?>
<p:sldLayout xmlns:a="http://schemas.openxmlformats.org/drawingml/2006/main" xmlns:r="http://schemas.openxmlformats.org/officeDocument/2006/relationships" xmlns:p="http://schemas.openxmlformats.org/presentationml/2006/main" preserve="1" userDrawn="1">
  <p:cSld name="Executive Summary/Key Takeaways 2">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DE63420-A2BC-EC7A-3A8C-CA23AF97535A}"/>
              </a:ext>
            </a:extLst>
          </p:cNvPr>
          <p:cNvSpPr/>
          <p:nvPr userDrawn="1"/>
        </p:nvSpPr>
        <p:spPr bwMode="hidden">
          <a:xfrm>
            <a:off x="0" y="-1"/>
            <a:ext cx="4060556"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See slide 12 for instructions on how to update footer</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8087" cy="269875"/>
          </a:xfrm>
        </p:spPr>
        <p:txBody>
          <a:bodyPr/>
          <a:lstStyle/>
          <a:p>
            <a:fld id="{862A5111-985B-C14D-9115-5787026182A8}" type="slidenum">
              <a:rPr lang="en-US" smtClean="0"/>
              <a:t>‹#›</a:t>
            </a:fld>
            <a:endParaRPr lang="en-US"/>
          </a:p>
        </p:txBody>
      </p:sp>
      <p:sp>
        <p:nvSpPr>
          <p:cNvPr id="6" name="Freeform 5">
            <a:extLst>
              <a:ext uri="{FF2B5EF4-FFF2-40B4-BE49-F238E27FC236}">
                <a16:creationId xmlns:a16="http://schemas.microsoft.com/office/drawing/2014/main" id="{5BCC6303-B8A8-E0F3-1B26-45B29EE4DC62}"/>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2" name="Freeform 5">
            <a:extLst>
              <a:ext uri="{FF2B5EF4-FFF2-40B4-BE49-F238E27FC236}">
                <a16:creationId xmlns:a16="http://schemas.microsoft.com/office/drawing/2014/main" id="{B2BF897B-C4FE-7F0C-FE2C-6956C830B315}"/>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7" name="Title 6">
            <a:extLst>
              <a:ext uri="{FF2B5EF4-FFF2-40B4-BE49-F238E27FC236}">
                <a16:creationId xmlns:a16="http://schemas.microsoft.com/office/drawing/2014/main" id="{B276AB9C-7568-C5F8-9325-202B3FE1D2DB}"/>
              </a:ext>
            </a:extLst>
          </p:cNvPr>
          <p:cNvSpPr>
            <a:spLocks noGrp="1"/>
          </p:cNvSpPr>
          <p:nvPr>
            <p:ph type="title"/>
          </p:nvPr>
        </p:nvSpPr>
        <p:spPr>
          <a:xfrm>
            <a:off x="546100" y="552450"/>
            <a:ext cx="3300984" cy="869950"/>
          </a:xfrm>
        </p:spPr>
        <p:txBody>
          <a:bodyPr rIns="182880"/>
          <a:lstStyle>
            <a:lvl1pPr>
              <a:defRPr>
                <a:solidFill>
                  <a:schemeClr val="bg1"/>
                </a:solidFill>
              </a:defRPr>
            </a:lvl1pPr>
          </a:lstStyle>
          <a:p>
            <a:r>
              <a:rPr lang="en-US"/>
              <a:t>Click to edit Master title style</a:t>
            </a:r>
          </a:p>
        </p:txBody>
      </p:sp>
      <p:sp>
        <p:nvSpPr>
          <p:cNvPr id="5" name="Text Placeholder 5">
            <a:extLst>
              <a:ext uri="{FF2B5EF4-FFF2-40B4-BE49-F238E27FC236}">
                <a16:creationId xmlns:a16="http://schemas.microsoft.com/office/drawing/2014/main" id="{F220F211-F00A-3592-8474-A66D511E9505}"/>
              </a:ext>
            </a:extLst>
          </p:cNvPr>
          <p:cNvSpPr>
            <a:spLocks noGrp="1"/>
          </p:cNvSpPr>
          <p:nvPr>
            <p:ph type="body" sz="quarter" idx="13" hasCustomPrompt="1"/>
          </p:nvPr>
        </p:nvSpPr>
        <p:spPr>
          <a:xfrm>
            <a:off x="546101" y="5586413"/>
            <a:ext cx="3300984" cy="725487"/>
          </a:xfrm>
        </p:spPr>
        <p:txBody>
          <a:bodyPr rIns="274320" anchor="b">
            <a:normAutofit/>
          </a:bodyPr>
          <a:lstStyle>
            <a:lvl1pPr>
              <a:defRPr sz="600">
                <a:solidFill>
                  <a:schemeClr val="bg1"/>
                </a:solidFill>
              </a:defRPr>
            </a:lvl1pPr>
            <a:lvl2pPr marL="0" indent="0">
              <a:buNone/>
              <a:defRPr sz="600">
                <a:solidFill>
                  <a:schemeClr val="bg1"/>
                </a:solidFill>
              </a:defRPr>
            </a:lvl2pPr>
            <a:lvl3pPr marL="0" indent="0">
              <a:buNone/>
              <a:defRPr sz="600">
                <a:solidFill>
                  <a:schemeClr val="bg1"/>
                </a:solidFill>
              </a:defRPr>
            </a:lvl3pPr>
            <a:lvl4pPr marL="0" indent="0">
              <a:buNone/>
              <a:defRPr sz="600">
                <a:solidFill>
                  <a:schemeClr val="bg1"/>
                </a:solidFill>
              </a:defRPr>
            </a:lvl4pPr>
            <a:lvl5pPr marL="0" indent="0">
              <a:buNone/>
              <a:defRPr sz="600">
                <a:solidFill>
                  <a:schemeClr val="bg1"/>
                </a:solidFill>
              </a:defRPr>
            </a:lvl5pPr>
            <a:lvl6pPr marL="0" indent="0">
              <a:buNone/>
              <a:defRPr sz="600">
                <a:solidFill>
                  <a:schemeClr val="bg1"/>
                </a:solidFill>
              </a:defRPr>
            </a:lvl6pPr>
            <a:lvl7pPr marL="0" indent="0">
              <a:buNone/>
              <a:defRPr sz="600">
                <a:solidFill>
                  <a:schemeClr val="bg1"/>
                </a:solidFill>
              </a:defRPr>
            </a:lvl7pPr>
            <a:lvl8pPr marL="0" indent="0">
              <a:buNone/>
              <a:defRPr sz="600">
                <a:solidFill>
                  <a:schemeClr val="bg1"/>
                </a:solidFill>
              </a:defRPr>
            </a:lvl8pPr>
            <a:lvl9pPr marL="0" indent="0">
              <a:buNone/>
              <a:defRPr sz="600">
                <a:solidFill>
                  <a:schemeClr val="bg1"/>
                </a:solidFill>
              </a:defRPr>
            </a:lvl9pPr>
          </a:lstStyle>
          <a:p>
            <a:pPr lvl="0"/>
            <a:r>
              <a:rPr lang="en-US"/>
              <a:t>Click to add footnotes or disclaimer information</a:t>
            </a:r>
          </a:p>
        </p:txBody>
      </p:sp>
      <p:sp>
        <p:nvSpPr>
          <p:cNvPr id="8" name="Content Placeholder 14">
            <a:extLst>
              <a:ext uri="{FF2B5EF4-FFF2-40B4-BE49-F238E27FC236}">
                <a16:creationId xmlns:a16="http://schemas.microsoft.com/office/drawing/2014/main" id="{F09DC10E-18F7-F606-AA7D-1F193D692076}"/>
              </a:ext>
            </a:extLst>
          </p:cNvPr>
          <p:cNvSpPr>
            <a:spLocks noGrp="1"/>
          </p:cNvSpPr>
          <p:nvPr>
            <p:ph sz="quarter" idx="18"/>
          </p:nvPr>
        </p:nvSpPr>
        <p:spPr>
          <a:xfrm>
            <a:off x="4794909" y="550862"/>
            <a:ext cx="6843053" cy="5616576"/>
          </a:xfrm>
        </p:spPr>
        <p:txBody>
          <a:bodyPr/>
          <a:lstStyle>
            <a:lvl1pPr>
              <a:defRPr sz="1800" b="1">
                <a:solidFill>
                  <a:schemeClr val="tx2"/>
                </a:solidFill>
              </a:defRPr>
            </a:lvl1pPr>
            <a:lvl5pPr>
              <a:defRPr/>
            </a:lvl5pPr>
            <a:lvl8pPr>
              <a:defRPr/>
            </a:lvl8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B9FF1161-F7B1-9563-3A3E-4823B2DEDED6}"/>
              </a:ext>
            </a:extLst>
          </p:cNvPr>
          <p:cNvSpPr>
            <a:spLocks noGrp="1"/>
          </p:cNvSpPr>
          <p:nvPr>
            <p:ph type="body" sz="quarter" idx="15"/>
          </p:nvPr>
        </p:nvSpPr>
        <p:spPr>
          <a:xfrm>
            <a:off x="546099" y="1849439"/>
            <a:ext cx="3300984" cy="3443286"/>
          </a:xfrm>
        </p:spPr>
        <p:txBody>
          <a:bodyPr>
            <a:normAutofit/>
          </a:bodyPr>
          <a:lstStyle>
            <a:lvl1pPr>
              <a:spcBef>
                <a:spcPts val="2400"/>
              </a:spcBef>
              <a:defRPr b="0" i="0">
                <a:solidFill>
                  <a:schemeClr val="bg1"/>
                </a:solidFill>
                <a:latin typeface="+mn-lt"/>
                <a:ea typeface="GT America Regular" charset="0"/>
                <a:cs typeface="GT America Regular" charset="0"/>
              </a:defRPr>
            </a:lvl1pPr>
            <a:lvl2pPr marL="285750" indent="-285750">
              <a:buFont typeface="GT America Regular" pitchFamily="2" charset="77"/>
              <a:buChar char="→"/>
              <a:defRPr>
                <a:solidFill>
                  <a:schemeClr val="bg1"/>
                </a:solidFill>
              </a:defRPr>
            </a:lvl2pPr>
            <a:lvl3pPr marL="0" indent="0">
              <a:buNone/>
              <a:defRPr>
                <a:solidFill>
                  <a:schemeClr val="bg1"/>
                </a:solidFill>
              </a:defRPr>
            </a:lvl3pPr>
            <a:lvl4pPr marL="283464">
              <a:defRPr>
                <a:solidFill>
                  <a:schemeClr val="bg1"/>
                </a:solidFill>
              </a:defRPr>
            </a:lvl4pPr>
            <a:lvl5pPr marL="283464" indent="0">
              <a:buNone/>
              <a:defRPr sz="1400">
                <a:solidFill>
                  <a:schemeClr val="bg1"/>
                </a:solidFill>
              </a:defRPr>
            </a:lvl5pPr>
            <a:lvl6pPr marL="283464">
              <a:defRPr>
                <a:solidFill>
                  <a:schemeClr val="bg1"/>
                </a:solidFill>
              </a:defRPr>
            </a:lvl6pPr>
            <a:lvl7pPr marL="283464" indent="0">
              <a:buNone/>
              <a:defRPr>
                <a:solidFill>
                  <a:schemeClr val="bg1"/>
                </a:solidFill>
              </a:defRPr>
            </a:lvl7pPr>
            <a:lvl8pPr marL="283464">
              <a:defRPr>
                <a:solidFill>
                  <a:schemeClr val="bg1"/>
                </a:solidFill>
              </a:defRPr>
            </a:lvl8pPr>
            <a:lvl9pPr marL="283464" indent="0">
              <a:buNone/>
              <a:defRPr>
                <a:solidFill>
                  <a:schemeClr val="bg1"/>
                </a:solidFill>
              </a:defRPr>
            </a:lvl9pPr>
          </a:lstStyle>
          <a:p>
            <a:pPr lvl="0"/>
            <a:r>
              <a:rPr lang="en-US"/>
              <a:t>Click to edit Master text styles</a:t>
            </a:r>
          </a:p>
        </p:txBody>
      </p:sp>
      <p:grpSp>
        <p:nvGrpSpPr>
          <p:cNvPr id="38" name="Group 37">
            <a:extLst>
              <a:ext uri="{FF2B5EF4-FFF2-40B4-BE49-F238E27FC236}">
                <a16:creationId xmlns:a16="http://schemas.microsoft.com/office/drawing/2014/main" id="{EA5478EC-A144-40C6-8448-04E40CD0C9A6}"/>
              </a:ext>
            </a:extLst>
          </p:cNvPr>
          <p:cNvGrpSpPr/>
          <p:nvPr userDrawn="1"/>
        </p:nvGrpSpPr>
        <p:grpSpPr>
          <a:xfrm>
            <a:off x="12356815" y="0"/>
            <a:ext cx="756834" cy="6872642"/>
            <a:chOff x="12356815" y="0"/>
            <a:chExt cx="756834" cy="6872642"/>
          </a:xfrm>
        </p:grpSpPr>
        <p:sp>
          <p:nvSpPr>
            <p:cNvPr id="39" name="Rectangle 38">
              <a:extLst>
                <a:ext uri="{FF2B5EF4-FFF2-40B4-BE49-F238E27FC236}">
                  <a16:creationId xmlns:a16="http://schemas.microsoft.com/office/drawing/2014/main" id="{C40ADBF8-DA41-CED1-C3F6-F92B2E962F2A}"/>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40" name="TextBox 39">
              <a:extLst>
                <a:ext uri="{FF2B5EF4-FFF2-40B4-BE49-F238E27FC236}">
                  <a16:creationId xmlns:a16="http://schemas.microsoft.com/office/drawing/2014/main" id="{86BA6DC1-9A41-5984-8EE1-FB428D8039C4}"/>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41" name="Rectangle 40">
              <a:extLst>
                <a:ext uri="{FF2B5EF4-FFF2-40B4-BE49-F238E27FC236}">
                  <a16:creationId xmlns:a16="http://schemas.microsoft.com/office/drawing/2014/main" id="{CDBDD759-5116-0D47-CE98-619940A3D9A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42" name="Group 41">
              <a:extLst>
                <a:ext uri="{FF2B5EF4-FFF2-40B4-BE49-F238E27FC236}">
                  <a16:creationId xmlns:a16="http://schemas.microsoft.com/office/drawing/2014/main" id="{BF4629BA-4728-51EF-1FA3-9EA4E6B57B7D}"/>
                </a:ext>
              </a:extLst>
            </p:cNvPr>
            <p:cNvGrpSpPr/>
            <p:nvPr userDrawn="1"/>
          </p:nvGrpSpPr>
          <p:grpSpPr>
            <a:xfrm>
              <a:off x="12442019" y="3791214"/>
              <a:ext cx="382660" cy="2882942"/>
              <a:chOff x="14001569" y="3716048"/>
              <a:chExt cx="316248" cy="3171236"/>
            </a:xfrm>
          </p:grpSpPr>
          <p:sp>
            <p:nvSpPr>
              <p:cNvPr id="55" name="Rectangle 54">
                <a:extLst>
                  <a:ext uri="{FF2B5EF4-FFF2-40B4-BE49-F238E27FC236}">
                    <a16:creationId xmlns:a16="http://schemas.microsoft.com/office/drawing/2014/main" id="{C0B5A5B1-86B4-C351-FEAD-9C5B2D2DBD34}"/>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6" name="Rectangle 55">
                <a:extLst>
                  <a:ext uri="{FF2B5EF4-FFF2-40B4-BE49-F238E27FC236}">
                    <a16:creationId xmlns:a16="http://schemas.microsoft.com/office/drawing/2014/main" id="{D52F9778-223B-9838-7F3D-9E48FCCD2340}"/>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7" name="Rectangle 56">
                <a:extLst>
                  <a:ext uri="{FF2B5EF4-FFF2-40B4-BE49-F238E27FC236}">
                    <a16:creationId xmlns:a16="http://schemas.microsoft.com/office/drawing/2014/main" id="{0ABE6882-741B-98D3-BB32-12ED01F2E80E}"/>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8" name="Rectangle 57">
                <a:extLst>
                  <a:ext uri="{FF2B5EF4-FFF2-40B4-BE49-F238E27FC236}">
                    <a16:creationId xmlns:a16="http://schemas.microsoft.com/office/drawing/2014/main" id="{13E8A88C-B47F-C551-25E0-4F06FF2A67F4}"/>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9" name="Rectangle 58">
                <a:extLst>
                  <a:ext uri="{FF2B5EF4-FFF2-40B4-BE49-F238E27FC236}">
                    <a16:creationId xmlns:a16="http://schemas.microsoft.com/office/drawing/2014/main" id="{C842FEF9-F67E-E7D2-34A7-3A16460862D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0" name="Rectangle 59">
                <a:extLst>
                  <a:ext uri="{FF2B5EF4-FFF2-40B4-BE49-F238E27FC236}">
                    <a16:creationId xmlns:a16="http://schemas.microsoft.com/office/drawing/2014/main" id="{1B2007EC-D5DE-D75F-D02C-880B28FCBA0F}"/>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1" name="Rectangle 60">
                <a:extLst>
                  <a:ext uri="{FF2B5EF4-FFF2-40B4-BE49-F238E27FC236}">
                    <a16:creationId xmlns:a16="http://schemas.microsoft.com/office/drawing/2014/main" id="{F27B2487-9C06-F915-9576-DAF52073BEA7}"/>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2" name="Rectangle 61">
                <a:extLst>
                  <a:ext uri="{FF2B5EF4-FFF2-40B4-BE49-F238E27FC236}">
                    <a16:creationId xmlns:a16="http://schemas.microsoft.com/office/drawing/2014/main" id="{FEA17D48-5259-7A08-2567-139435B5EAC7}"/>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3" name="Rectangle 62">
                <a:extLst>
                  <a:ext uri="{FF2B5EF4-FFF2-40B4-BE49-F238E27FC236}">
                    <a16:creationId xmlns:a16="http://schemas.microsoft.com/office/drawing/2014/main" id="{F7A58952-3742-C3EC-B4BF-9593886643B6}"/>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4" name="Rectangle 63">
                <a:extLst>
                  <a:ext uri="{FF2B5EF4-FFF2-40B4-BE49-F238E27FC236}">
                    <a16:creationId xmlns:a16="http://schemas.microsoft.com/office/drawing/2014/main" id="{F296E48E-BBB8-19A5-6319-FD5EAA6DAFF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43" name="Group 42">
              <a:extLst>
                <a:ext uri="{FF2B5EF4-FFF2-40B4-BE49-F238E27FC236}">
                  <a16:creationId xmlns:a16="http://schemas.microsoft.com/office/drawing/2014/main" id="{19B51109-D691-FD86-B654-7E52C644FE2D}"/>
                </a:ext>
              </a:extLst>
            </p:cNvPr>
            <p:cNvGrpSpPr/>
            <p:nvPr userDrawn="1"/>
          </p:nvGrpSpPr>
          <p:grpSpPr>
            <a:xfrm>
              <a:off x="12442019" y="198485"/>
              <a:ext cx="382660" cy="2882942"/>
              <a:chOff x="12742785" y="3716048"/>
              <a:chExt cx="316248" cy="3171236"/>
            </a:xfrm>
          </p:grpSpPr>
          <p:sp>
            <p:nvSpPr>
              <p:cNvPr id="45" name="Rectangle 44">
                <a:extLst>
                  <a:ext uri="{FF2B5EF4-FFF2-40B4-BE49-F238E27FC236}">
                    <a16:creationId xmlns:a16="http://schemas.microsoft.com/office/drawing/2014/main" id="{881D20FD-9E25-833A-FE9D-D508FA4504ED}"/>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6" name="Rectangle 45">
                <a:extLst>
                  <a:ext uri="{FF2B5EF4-FFF2-40B4-BE49-F238E27FC236}">
                    <a16:creationId xmlns:a16="http://schemas.microsoft.com/office/drawing/2014/main" id="{BBD29FFB-13D1-CE72-81C7-DDDD3E4A6777}"/>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7" name="Rectangle 46">
                <a:extLst>
                  <a:ext uri="{FF2B5EF4-FFF2-40B4-BE49-F238E27FC236}">
                    <a16:creationId xmlns:a16="http://schemas.microsoft.com/office/drawing/2014/main" id="{2A6D9646-005F-7D72-1365-DC36AEDE32D1}"/>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8" name="Rectangle 47">
                <a:extLst>
                  <a:ext uri="{FF2B5EF4-FFF2-40B4-BE49-F238E27FC236}">
                    <a16:creationId xmlns:a16="http://schemas.microsoft.com/office/drawing/2014/main" id="{8E38FFF5-D642-39FE-77E0-113EAD6E596D}"/>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9" name="Rectangle 48">
                <a:extLst>
                  <a:ext uri="{FF2B5EF4-FFF2-40B4-BE49-F238E27FC236}">
                    <a16:creationId xmlns:a16="http://schemas.microsoft.com/office/drawing/2014/main" id="{B52C4DF3-D13C-730E-E59C-73D085092595}"/>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0" name="Rectangle 49">
                <a:extLst>
                  <a:ext uri="{FF2B5EF4-FFF2-40B4-BE49-F238E27FC236}">
                    <a16:creationId xmlns:a16="http://schemas.microsoft.com/office/drawing/2014/main" id="{A7C32A6F-D975-ABE1-6B89-DDE6843B2E52}"/>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1" name="Rectangle 50">
                <a:extLst>
                  <a:ext uri="{FF2B5EF4-FFF2-40B4-BE49-F238E27FC236}">
                    <a16:creationId xmlns:a16="http://schemas.microsoft.com/office/drawing/2014/main" id="{69C383C7-A761-40C9-995B-8F083C61EAE3}"/>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2" name="Rectangle 51">
                <a:extLst>
                  <a:ext uri="{FF2B5EF4-FFF2-40B4-BE49-F238E27FC236}">
                    <a16:creationId xmlns:a16="http://schemas.microsoft.com/office/drawing/2014/main" id="{0F7F84D7-BBCD-0711-47A7-1A67E8463A11}"/>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3" name="Rectangle 52">
                <a:extLst>
                  <a:ext uri="{FF2B5EF4-FFF2-40B4-BE49-F238E27FC236}">
                    <a16:creationId xmlns:a16="http://schemas.microsoft.com/office/drawing/2014/main" id="{53D02E01-D335-28ED-5488-D6DE775AD079}"/>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4" name="Rectangle 53">
                <a:extLst>
                  <a:ext uri="{FF2B5EF4-FFF2-40B4-BE49-F238E27FC236}">
                    <a16:creationId xmlns:a16="http://schemas.microsoft.com/office/drawing/2014/main" id="{CEF53D18-8239-EA6B-AC45-353F96359107}"/>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44" name="TextBox 43">
              <a:extLst>
                <a:ext uri="{FF2B5EF4-FFF2-40B4-BE49-F238E27FC236}">
                  <a16:creationId xmlns:a16="http://schemas.microsoft.com/office/drawing/2014/main" id="{B63D05DA-80B0-B9EC-C621-45E1E1B5FA76}"/>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65" name="TextBox 64">
            <a:extLst>
              <a:ext uri="{FF2B5EF4-FFF2-40B4-BE49-F238E27FC236}">
                <a16:creationId xmlns:a16="http://schemas.microsoft.com/office/drawing/2014/main" id="{1A682299-4A74-1FB3-A3C0-2B1C9F05EB2F}"/>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403661158"/>
      </p:ext>
    </p:extLst>
  </p:cSld>
  <p:clrMapOvr>
    <a:masterClrMapping/>
  </p:clrMapOvr>
</p:sldLayout>
</file>

<file path=ppt/slideLayouts/slideLayout282.xml><?xml version="1.0" encoding="utf-8"?>
<p:sldLayout xmlns:a="http://schemas.openxmlformats.org/drawingml/2006/main" xmlns:r="http://schemas.openxmlformats.org/officeDocument/2006/relationships" xmlns:p="http://schemas.openxmlformats.org/presentationml/2006/main" preserve="1" userDrawn="1">
  <p:cSld name="Executive Summary/Key Takeaways 3">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DE63420-A2BC-EC7A-3A8C-CA23AF97535A}"/>
              </a:ext>
            </a:extLst>
          </p:cNvPr>
          <p:cNvSpPr/>
          <p:nvPr userDrawn="1"/>
        </p:nvSpPr>
        <p:spPr bwMode="hidden">
          <a:xfrm>
            <a:off x="0" y="-1"/>
            <a:ext cx="4060556"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See slide 12 for instructions on how to update footer</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8087" cy="269875"/>
          </a:xfrm>
        </p:spPr>
        <p:txBody>
          <a:bodyPr/>
          <a:lstStyle/>
          <a:p>
            <a:fld id="{862A5111-985B-C14D-9115-5787026182A8}" type="slidenum">
              <a:rPr lang="en-US" smtClean="0"/>
              <a:t>‹#›</a:t>
            </a:fld>
            <a:endParaRPr lang="en-US"/>
          </a:p>
        </p:txBody>
      </p:sp>
      <p:sp>
        <p:nvSpPr>
          <p:cNvPr id="6" name="Freeform 5">
            <a:extLst>
              <a:ext uri="{FF2B5EF4-FFF2-40B4-BE49-F238E27FC236}">
                <a16:creationId xmlns:a16="http://schemas.microsoft.com/office/drawing/2014/main" id="{5BCC6303-B8A8-E0F3-1B26-45B29EE4DC62}"/>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2" name="Freeform 5">
            <a:extLst>
              <a:ext uri="{FF2B5EF4-FFF2-40B4-BE49-F238E27FC236}">
                <a16:creationId xmlns:a16="http://schemas.microsoft.com/office/drawing/2014/main" id="{B2BF897B-C4FE-7F0C-FE2C-6956C830B315}"/>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8" name="Title 7">
            <a:extLst>
              <a:ext uri="{FF2B5EF4-FFF2-40B4-BE49-F238E27FC236}">
                <a16:creationId xmlns:a16="http://schemas.microsoft.com/office/drawing/2014/main" id="{52C52A17-5F09-5FCF-A0E2-C9D9ECF06226}"/>
              </a:ext>
            </a:extLst>
          </p:cNvPr>
          <p:cNvSpPr>
            <a:spLocks noGrp="1"/>
          </p:cNvSpPr>
          <p:nvPr>
            <p:ph type="title"/>
          </p:nvPr>
        </p:nvSpPr>
        <p:spPr>
          <a:xfrm>
            <a:off x="546100" y="552450"/>
            <a:ext cx="3300984" cy="873760"/>
          </a:xfrm>
        </p:spPr>
        <p:txBody>
          <a:bodyPr rIns="182880"/>
          <a:lstStyle>
            <a:lvl1pPr>
              <a:defRPr>
                <a:solidFill>
                  <a:schemeClr val="bg1"/>
                </a:solidFill>
              </a:defRPr>
            </a:lvl1pPr>
          </a:lstStyle>
          <a:p>
            <a:r>
              <a:rPr lang="en-US"/>
              <a:t>Click to edit Master title style</a:t>
            </a:r>
          </a:p>
        </p:txBody>
      </p:sp>
      <p:sp>
        <p:nvSpPr>
          <p:cNvPr id="5" name="Text Placeholder 5">
            <a:extLst>
              <a:ext uri="{FF2B5EF4-FFF2-40B4-BE49-F238E27FC236}">
                <a16:creationId xmlns:a16="http://schemas.microsoft.com/office/drawing/2014/main" id="{287913A0-E5F8-8CDA-9C09-B31372EAF985}"/>
              </a:ext>
            </a:extLst>
          </p:cNvPr>
          <p:cNvSpPr>
            <a:spLocks noGrp="1"/>
          </p:cNvSpPr>
          <p:nvPr>
            <p:ph type="body" sz="quarter" idx="13" hasCustomPrompt="1"/>
          </p:nvPr>
        </p:nvSpPr>
        <p:spPr>
          <a:xfrm>
            <a:off x="546101" y="5586413"/>
            <a:ext cx="3300984" cy="725487"/>
          </a:xfrm>
        </p:spPr>
        <p:txBody>
          <a:bodyPr rIns="274320" anchor="b">
            <a:normAutofit/>
          </a:bodyPr>
          <a:lstStyle>
            <a:lvl1pPr>
              <a:defRPr sz="600">
                <a:solidFill>
                  <a:schemeClr val="bg1"/>
                </a:solidFill>
              </a:defRPr>
            </a:lvl1pPr>
            <a:lvl2pPr marL="0" indent="0">
              <a:buNone/>
              <a:defRPr sz="600">
                <a:solidFill>
                  <a:schemeClr val="bg1"/>
                </a:solidFill>
              </a:defRPr>
            </a:lvl2pPr>
            <a:lvl3pPr marL="0" indent="0">
              <a:buNone/>
              <a:defRPr sz="600">
                <a:solidFill>
                  <a:schemeClr val="bg1"/>
                </a:solidFill>
              </a:defRPr>
            </a:lvl3pPr>
            <a:lvl4pPr marL="0" indent="0">
              <a:buNone/>
              <a:defRPr sz="600">
                <a:solidFill>
                  <a:schemeClr val="bg1"/>
                </a:solidFill>
              </a:defRPr>
            </a:lvl4pPr>
            <a:lvl5pPr marL="0" indent="0">
              <a:buNone/>
              <a:defRPr sz="600">
                <a:solidFill>
                  <a:schemeClr val="bg1"/>
                </a:solidFill>
              </a:defRPr>
            </a:lvl5pPr>
            <a:lvl6pPr marL="0" indent="0">
              <a:buNone/>
              <a:defRPr sz="600">
                <a:solidFill>
                  <a:schemeClr val="bg1"/>
                </a:solidFill>
              </a:defRPr>
            </a:lvl6pPr>
            <a:lvl7pPr marL="0" indent="0">
              <a:buNone/>
              <a:defRPr sz="600">
                <a:solidFill>
                  <a:schemeClr val="bg1"/>
                </a:solidFill>
              </a:defRPr>
            </a:lvl7pPr>
            <a:lvl8pPr marL="0" indent="0">
              <a:buNone/>
              <a:defRPr sz="600">
                <a:solidFill>
                  <a:schemeClr val="bg1"/>
                </a:solidFill>
              </a:defRPr>
            </a:lvl8pPr>
            <a:lvl9pPr marL="0" indent="0">
              <a:buNone/>
              <a:defRPr sz="600">
                <a:solidFill>
                  <a:schemeClr val="bg1"/>
                </a:solidFill>
              </a:defRPr>
            </a:lvl9pPr>
          </a:lstStyle>
          <a:p>
            <a:pPr lvl="0"/>
            <a:r>
              <a:rPr lang="en-US"/>
              <a:t>Click to add footnotes or disclaimer information</a:t>
            </a:r>
          </a:p>
        </p:txBody>
      </p:sp>
      <p:sp>
        <p:nvSpPr>
          <p:cNvPr id="10" name="Text Placeholder 9">
            <a:extLst>
              <a:ext uri="{FF2B5EF4-FFF2-40B4-BE49-F238E27FC236}">
                <a16:creationId xmlns:a16="http://schemas.microsoft.com/office/drawing/2014/main" id="{98FAD3A1-95EF-57C4-18DC-C6F6870DB482}"/>
              </a:ext>
            </a:extLst>
          </p:cNvPr>
          <p:cNvSpPr>
            <a:spLocks noGrp="1"/>
          </p:cNvSpPr>
          <p:nvPr>
            <p:ph type="body" sz="quarter" idx="15"/>
          </p:nvPr>
        </p:nvSpPr>
        <p:spPr>
          <a:xfrm>
            <a:off x="546099" y="1849439"/>
            <a:ext cx="3300984" cy="3443286"/>
          </a:xfrm>
        </p:spPr>
        <p:txBody>
          <a:bodyPr>
            <a:normAutofit/>
          </a:bodyPr>
          <a:lstStyle>
            <a:lvl1pPr>
              <a:spcBef>
                <a:spcPts val="2400"/>
              </a:spcBef>
              <a:defRPr b="0" i="0">
                <a:solidFill>
                  <a:schemeClr val="bg1"/>
                </a:solidFill>
                <a:latin typeface="+mn-lt"/>
                <a:ea typeface="GT America Regular" charset="0"/>
                <a:cs typeface="GT America Regular" charset="0"/>
              </a:defRPr>
            </a:lvl1pPr>
            <a:lvl2pPr marL="285750" indent="-285750">
              <a:buFont typeface="GT America Regular" pitchFamily="2" charset="77"/>
              <a:buChar char="→"/>
              <a:defRPr>
                <a:solidFill>
                  <a:schemeClr val="bg1"/>
                </a:solidFill>
              </a:defRPr>
            </a:lvl2pPr>
            <a:lvl3pPr marL="0" indent="0">
              <a:buNone/>
              <a:defRPr>
                <a:solidFill>
                  <a:schemeClr val="bg1"/>
                </a:solidFill>
              </a:defRPr>
            </a:lvl3pPr>
            <a:lvl4pPr marL="283464">
              <a:defRPr>
                <a:solidFill>
                  <a:schemeClr val="bg1"/>
                </a:solidFill>
              </a:defRPr>
            </a:lvl4pPr>
            <a:lvl5pPr marL="283464" indent="0">
              <a:buNone/>
              <a:defRPr sz="1400">
                <a:solidFill>
                  <a:schemeClr val="bg1"/>
                </a:solidFill>
              </a:defRPr>
            </a:lvl5pPr>
            <a:lvl6pPr marL="283464">
              <a:defRPr>
                <a:solidFill>
                  <a:schemeClr val="bg1"/>
                </a:solidFill>
              </a:defRPr>
            </a:lvl6pPr>
            <a:lvl7pPr marL="283464" indent="0">
              <a:buNone/>
              <a:defRPr>
                <a:solidFill>
                  <a:schemeClr val="bg1"/>
                </a:solidFill>
              </a:defRPr>
            </a:lvl7pPr>
            <a:lvl8pPr marL="283464">
              <a:defRPr>
                <a:solidFill>
                  <a:schemeClr val="bg1"/>
                </a:solidFill>
              </a:defRPr>
            </a:lvl8pPr>
            <a:lvl9pPr marL="283464" indent="0">
              <a:buNone/>
              <a:defRPr>
                <a:solidFill>
                  <a:schemeClr val="bg1"/>
                </a:solidFill>
              </a:defRPr>
            </a:lvl9pPr>
          </a:lstStyle>
          <a:p>
            <a:pPr lvl="0"/>
            <a:r>
              <a:rPr lang="en-US"/>
              <a:t>Click to edit Master text styles</a:t>
            </a:r>
          </a:p>
        </p:txBody>
      </p:sp>
      <p:sp>
        <p:nvSpPr>
          <p:cNvPr id="2" name="Content Placeholder 30">
            <a:extLst>
              <a:ext uri="{FF2B5EF4-FFF2-40B4-BE49-F238E27FC236}">
                <a16:creationId xmlns:a16="http://schemas.microsoft.com/office/drawing/2014/main" id="{F0F02397-A9A7-9451-4B86-0093DE0C5DAC}"/>
              </a:ext>
            </a:extLst>
          </p:cNvPr>
          <p:cNvSpPr>
            <a:spLocks noGrp="1"/>
          </p:cNvSpPr>
          <p:nvPr>
            <p:ph sz="quarter" idx="49" hasCustomPrompt="1"/>
          </p:nvPr>
        </p:nvSpPr>
        <p:spPr>
          <a:xfrm>
            <a:off x="4781550" y="552448"/>
            <a:ext cx="2103120" cy="2057400"/>
          </a:xfrm>
        </p:spPr>
        <p:txBody>
          <a:bodyPr/>
          <a:lstStyle>
            <a:lvl1pPr>
              <a:defRPr sz="4800">
                <a:solidFill>
                  <a:schemeClr val="accent1"/>
                </a:solidFill>
                <a:latin typeface="+mj-lt"/>
              </a:defRPr>
            </a:lvl1pPr>
            <a:lvl2pPr>
              <a:defRPr>
                <a:solidFill>
                  <a:schemeClr val="tx1"/>
                </a:solidFill>
              </a:defRPr>
            </a:lvl2pPr>
            <a:lvl3pPr>
              <a:buClr>
                <a:schemeClr val="accent1"/>
              </a:buClr>
              <a:defRPr>
                <a:solidFill>
                  <a:schemeClr val="tx1"/>
                </a:solidFill>
              </a:defRPr>
            </a:lvl3pPr>
            <a:lvl4pPr marL="457200" indent="0">
              <a:buNone/>
              <a:defRPr>
                <a:solidFill>
                  <a:schemeClr val="tx1"/>
                </a:solidFill>
              </a:defRPr>
            </a:lvl4pPr>
            <a:lvl5pPr>
              <a:buClr>
                <a:schemeClr val="accent1"/>
              </a:buClr>
              <a:defRPr>
                <a:solidFill>
                  <a:schemeClr val="tx1"/>
                </a:solidFill>
              </a:defRPr>
            </a:lvl5pPr>
            <a:lvl6pPr>
              <a:buClrTx/>
              <a:defRPr>
                <a:solidFill>
                  <a:schemeClr val="tx1"/>
                </a:solidFill>
              </a:defRPr>
            </a:lvl6pPr>
            <a:lvl7pPr>
              <a:buClr>
                <a:schemeClr val="accent1"/>
              </a:buClr>
              <a:defRPr>
                <a:solidFill>
                  <a:schemeClr val="tx1"/>
                </a:solidFill>
              </a:defRPr>
            </a:lvl7pPr>
            <a:lvl8pPr>
              <a:buClrTx/>
              <a:defRPr>
                <a:solidFill>
                  <a:schemeClr val="tx1"/>
                </a:solidFill>
              </a:defRPr>
            </a:lvl8pPr>
            <a:lvl9pPr>
              <a:buClr>
                <a:schemeClr val="accent1"/>
              </a:buClr>
              <a:defRPr>
                <a:solidFill>
                  <a:schemeClr val="tx1"/>
                </a:solidFill>
              </a:defRPr>
            </a:lvl9pPr>
          </a:lstStyle>
          <a:p>
            <a:pPr lvl="0"/>
            <a:r>
              <a:rPr lang="en-US"/>
              <a:t>00</a:t>
            </a:r>
          </a:p>
          <a:p>
            <a:pPr lvl="1"/>
            <a:r>
              <a:rPr lang="en-US"/>
              <a:t>Second level</a:t>
            </a:r>
          </a:p>
          <a:p>
            <a:pPr lvl="2"/>
            <a:r>
              <a:rPr lang="en-US"/>
              <a:t>Third level</a:t>
            </a:r>
          </a:p>
        </p:txBody>
      </p:sp>
      <p:sp>
        <p:nvSpPr>
          <p:cNvPr id="11" name="Content Placeholder 33">
            <a:extLst>
              <a:ext uri="{FF2B5EF4-FFF2-40B4-BE49-F238E27FC236}">
                <a16:creationId xmlns:a16="http://schemas.microsoft.com/office/drawing/2014/main" id="{E08A6D02-5787-2EA8-5353-86CF167EE5C0}"/>
              </a:ext>
            </a:extLst>
          </p:cNvPr>
          <p:cNvSpPr>
            <a:spLocks noGrp="1"/>
          </p:cNvSpPr>
          <p:nvPr>
            <p:ph sz="quarter" idx="50" hasCustomPrompt="1"/>
          </p:nvPr>
        </p:nvSpPr>
        <p:spPr>
          <a:xfrm>
            <a:off x="7157707" y="552449"/>
            <a:ext cx="2103120"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tx1"/>
                </a:solidFill>
              </a:defRPr>
            </a:lvl2pPr>
            <a:lvl3pPr>
              <a:buClr>
                <a:schemeClr val="accent1"/>
              </a:buClr>
              <a:defRPr>
                <a:solidFill>
                  <a:schemeClr val="tx1"/>
                </a:solidFill>
              </a:defRPr>
            </a:lvl3pPr>
            <a:lvl4pPr marL="457200" indent="0">
              <a:buClrTx/>
              <a:buNone/>
              <a:defRPr>
                <a:solidFill>
                  <a:schemeClr val="tx1"/>
                </a:solidFill>
              </a:defRPr>
            </a:lvl4pPr>
            <a:lvl5pPr>
              <a:buClr>
                <a:schemeClr val="accent1"/>
              </a:buClr>
              <a:defRPr>
                <a:solidFill>
                  <a:schemeClr val="tx1"/>
                </a:solidFill>
              </a:defRPr>
            </a:lvl5pPr>
            <a:lvl6pPr>
              <a:buClrTx/>
              <a:defRPr>
                <a:solidFill>
                  <a:schemeClr val="tx1"/>
                </a:solidFill>
              </a:defRPr>
            </a:lvl6pPr>
            <a:lvl7pPr>
              <a:buClr>
                <a:schemeClr val="accent1"/>
              </a:buClr>
              <a:defRPr>
                <a:solidFill>
                  <a:schemeClr val="tx1"/>
                </a:solidFill>
              </a:defRPr>
            </a:lvl7pPr>
            <a:lvl8pPr>
              <a:buClrTx/>
              <a:defRPr>
                <a:solidFill>
                  <a:schemeClr val="tx1"/>
                </a:solidFill>
              </a:defRPr>
            </a:lvl8pPr>
            <a:lvl9pPr>
              <a:buClr>
                <a:schemeClr val="accent1"/>
              </a:buClr>
              <a:defRPr>
                <a:solidFill>
                  <a:schemeClr val="tx1"/>
                </a:solidFill>
              </a:defRPr>
            </a:lvl9pPr>
          </a:lstStyle>
          <a:p>
            <a:pPr lvl="0"/>
            <a:r>
              <a:rPr lang="en-US"/>
              <a:t>00</a:t>
            </a:r>
          </a:p>
          <a:p>
            <a:pPr lvl="1"/>
            <a:r>
              <a:rPr lang="en-US"/>
              <a:t>Second level</a:t>
            </a:r>
          </a:p>
          <a:p>
            <a:pPr lvl="2"/>
            <a:r>
              <a:rPr lang="en-US"/>
              <a:t>Third level</a:t>
            </a:r>
          </a:p>
        </p:txBody>
      </p:sp>
      <p:sp>
        <p:nvSpPr>
          <p:cNvPr id="13" name="Content Placeholder 35">
            <a:extLst>
              <a:ext uri="{FF2B5EF4-FFF2-40B4-BE49-F238E27FC236}">
                <a16:creationId xmlns:a16="http://schemas.microsoft.com/office/drawing/2014/main" id="{F25358D4-61D4-B82A-AA95-040B8023E1BF}"/>
              </a:ext>
            </a:extLst>
          </p:cNvPr>
          <p:cNvSpPr>
            <a:spLocks noGrp="1"/>
          </p:cNvSpPr>
          <p:nvPr>
            <p:ph sz="quarter" idx="51" hasCustomPrompt="1"/>
          </p:nvPr>
        </p:nvSpPr>
        <p:spPr>
          <a:xfrm>
            <a:off x="9533864" y="552449"/>
            <a:ext cx="2103120"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tx1"/>
                </a:solidFill>
              </a:defRPr>
            </a:lvl2pPr>
            <a:lvl3pPr>
              <a:buClr>
                <a:schemeClr val="accent1"/>
              </a:buClr>
              <a:defRPr>
                <a:solidFill>
                  <a:schemeClr val="tx1"/>
                </a:solidFill>
              </a:defRPr>
            </a:lvl3pPr>
            <a:lvl4pPr marL="457200" indent="0">
              <a:buClrTx/>
              <a:buNone/>
              <a:defRPr>
                <a:solidFill>
                  <a:schemeClr val="tx1"/>
                </a:solidFill>
              </a:defRPr>
            </a:lvl4pPr>
            <a:lvl5pPr>
              <a:buClr>
                <a:schemeClr val="accent1"/>
              </a:buClr>
              <a:defRPr>
                <a:solidFill>
                  <a:schemeClr val="tx1"/>
                </a:solidFill>
              </a:defRPr>
            </a:lvl5pPr>
            <a:lvl6pPr>
              <a:buClrTx/>
              <a:defRPr>
                <a:solidFill>
                  <a:schemeClr val="tx1"/>
                </a:solidFill>
              </a:defRPr>
            </a:lvl6pPr>
            <a:lvl7pPr>
              <a:buClr>
                <a:schemeClr val="accent1"/>
              </a:buClr>
              <a:defRPr>
                <a:solidFill>
                  <a:schemeClr val="tx1"/>
                </a:solidFill>
              </a:defRPr>
            </a:lvl7pPr>
            <a:lvl8pPr>
              <a:buClrTx/>
              <a:defRPr>
                <a:solidFill>
                  <a:schemeClr val="tx1"/>
                </a:solidFill>
              </a:defRPr>
            </a:lvl8pPr>
            <a:lvl9pPr>
              <a:buClr>
                <a:schemeClr val="accent1"/>
              </a:buClr>
              <a:defRPr>
                <a:solidFill>
                  <a:schemeClr val="tx1"/>
                </a:solidFill>
              </a:defRPr>
            </a:lvl9pPr>
          </a:lstStyle>
          <a:p>
            <a:pPr lvl="0"/>
            <a:r>
              <a:rPr lang="en-US"/>
              <a:t>00</a:t>
            </a:r>
          </a:p>
          <a:p>
            <a:pPr lvl="1"/>
            <a:r>
              <a:rPr lang="en-US"/>
              <a:t>Second level</a:t>
            </a:r>
          </a:p>
          <a:p>
            <a:pPr lvl="2"/>
            <a:r>
              <a:rPr lang="en-US"/>
              <a:t>Third level</a:t>
            </a:r>
          </a:p>
        </p:txBody>
      </p:sp>
      <p:sp>
        <p:nvSpPr>
          <p:cNvPr id="15" name="Content Placeholder 37">
            <a:extLst>
              <a:ext uri="{FF2B5EF4-FFF2-40B4-BE49-F238E27FC236}">
                <a16:creationId xmlns:a16="http://schemas.microsoft.com/office/drawing/2014/main" id="{28D07FDD-A130-72D7-5662-2F5893A2F61C}"/>
              </a:ext>
            </a:extLst>
          </p:cNvPr>
          <p:cNvSpPr>
            <a:spLocks noGrp="1"/>
          </p:cNvSpPr>
          <p:nvPr>
            <p:ph sz="quarter" idx="52" hasCustomPrompt="1"/>
          </p:nvPr>
        </p:nvSpPr>
        <p:spPr>
          <a:xfrm>
            <a:off x="4768285" y="3013075"/>
            <a:ext cx="2103120" cy="2057400"/>
          </a:xfrm>
        </p:spPr>
        <p:txBody>
          <a:bodyPr/>
          <a:lstStyle>
            <a:lvl1pPr>
              <a:buClr>
                <a:schemeClr val="accent1"/>
              </a:buClr>
              <a:defRPr lang="en-US" sz="4800" b="0" i="0" kern="1200" dirty="0" smtClean="0">
                <a:solidFill>
                  <a:schemeClr val="accent1"/>
                </a:solidFill>
                <a:latin typeface="+mj-lt"/>
                <a:ea typeface="GT America Regular" charset="0"/>
                <a:cs typeface="GT America Regular" charset="0"/>
              </a:defRPr>
            </a:lvl1pPr>
            <a:lvl2pPr>
              <a:buClrTx/>
              <a:defRPr>
                <a:solidFill>
                  <a:schemeClr val="tx1"/>
                </a:solidFill>
              </a:defRPr>
            </a:lvl2pPr>
            <a:lvl3pPr>
              <a:buClr>
                <a:schemeClr val="accent1"/>
              </a:buClr>
              <a:defRPr>
                <a:solidFill>
                  <a:schemeClr val="tx1"/>
                </a:solidFill>
              </a:defRPr>
            </a:lvl3pPr>
            <a:lvl4pPr>
              <a:buClrTx/>
              <a:defRPr>
                <a:solidFill>
                  <a:schemeClr val="tx1"/>
                </a:solidFill>
              </a:defRPr>
            </a:lvl4pPr>
            <a:lvl5pPr>
              <a:buClr>
                <a:schemeClr val="accent1"/>
              </a:buClr>
              <a:defRPr>
                <a:solidFill>
                  <a:schemeClr val="tx1"/>
                </a:solidFill>
              </a:defRPr>
            </a:lvl5pPr>
            <a:lvl6pPr>
              <a:buClrTx/>
              <a:defRPr>
                <a:solidFill>
                  <a:schemeClr val="tx1"/>
                </a:solidFill>
              </a:defRPr>
            </a:lvl6pPr>
            <a:lvl7pPr>
              <a:buClr>
                <a:schemeClr val="accent1"/>
              </a:buClr>
              <a:defRPr>
                <a:solidFill>
                  <a:schemeClr val="tx1"/>
                </a:solidFill>
              </a:defRPr>
            </a:lvl7pPr>
            <a:lvl8pPr>
              <a:buClrTx/>
              <a:defRPr>
                <a:solidFill>
                  <a:schemeClr val="tx1"/>
                </a:solidFill>
              </a:defRPr>
            </a:lvl8pPr>
            <a:lvl9pPr>
              <a:buClr>
                <a:schemeClr val="accent1"/>
              </a:buClr>
              <a:defRPr>
                <a:solidFill>
                  <a:schemeClr val="tx1"/>
                </a:solidFill>
              </a:defRPr>
            </a:lvl9pPr>
          </a:lstStyle>
          <a:p>
            <a:pPr lvl="0"/>
            <a:r>
              <a:rPr lang="en-US"/>
              <a:t>00</a:t>
            </a:r>
          </a:p>
          <a:p>
            <a:pPr lvl="1"/>
            <a:r>
              <a:rPr lang="en-US"/>
              <a:t>Second level</a:t>
            </a:r>
          </a:p>
          <a:p>
            <a:pPr lvl="2"/>
            <a:r>
              <a:rPr lang="en-US"/>
              <a:t>Third </a:t>
            </a:r>
            <a:r>
              <a:rPr lang="en-US" err="1"/>
              <a:t>leve</a:t>
            </a:r>
            <a:endParaRPr lang="en-US"/>
          </a:p>
        </p:txBody>
      </p:sp>
      <p:sp>
        <p:nvSpPr>
          <p:cNvPr id="17" name="Content Placeholder 39">
            <a:extLst>
              <a:ext uri="{FF2B5EF4-FFF2-40B4-BE49-F238E27FC236}">
                <a16:creationId xmlns:a16="http://schemas.microsoft.com/office/drawing/2014/main" id="{A58291F8-7E75-1EB3-64FC-0B3465A92BFE}"/>
              </a:ext>
            </a:extLst>
          </p:cNvPr>
          <p:cNvSpPr>
            <a:spLocks noGrp="1"/>
          </p:cNvSpPr>
          <p:nvPr>
            <p:ph sz="quarter" idx="53" hasCustomPrompt="1"/>
          </p:nvPr>
        </p:nvSpPr>
        <p:spPr>
          <a:xfrm>
            <a:off x="7138252" y="3013074"/>
            <a:ext cx="2103120" cy="2057400"/>
          </a:xfrm>
        </p:spPr>
        <p:txBody>
          <a:bodyPr/>
          <a:lstStyle>
            <a:lvl1pPr>
              <a:buClr>
                <a:schemeClr val="accent1"/>
              </a:buClr>
              <a:defRPr lang="en-US" sz="4800" b="0" i="0" kern="1200" dirty="0" smtClean="0">
                <a:solidFill>
                  <a:schemeClr val="accent1"/>
                </a:solidFill>
                <a:latin typeface="+mj-lt"/>
                <a:ea typeface="GT America Regular" charset="0"/>
                <a:cs typeface="GT America Regular" charset="0"/>
              </a:defRPr>
            </a:lvl1pPr>
            <a:lvl2pPr>
              <a:buClrTx/>
              <a:defRPr>
                <a:solidFill>
                  <a:schemeClr val="tx1"/>
                </a:solidFill>
              </a:defRPr>
            </a:lvl2pPr>
            <a:lvl3pPr>
              <a:buClr>
                <a:schemeClr val="accent1"/>
              </a:buClr>
              <a:defRPr>
                <a:solidFill>
                  <a:schemeClr val="tx1"/>
                </a:solidFill>
              </a:defRPr>
            </a:lvl3pPr>
            <a:lvl4pPr marL="457200" indent="0">
              <a:buClrTx/>
              <a:buNone/>
              <a:defRPr>
                <a:solidFill>
                  <a:schemeClr val="tx1"/>
                </a:solidFill>
              </a:defRPr>
            </a:lvl4pPr>
            <a:lvl5pPr>
              <a:buClr>
                <a:schemeClr val="accent1"/>
              </a:buClr>
              <a:defRPr>
                <a:solidFill>
                  <a:schemeClr val="tx1"/>
                </a:solidFill>
              </a:defRPr>
            </a:lvl5pPr>
            <a:lvl6pPr>
              <a:buClrTx/>
              <a:defRPr>
                <a:solidFill>
                  <a:schemeClr val="tx1"/>
                </a:solidFill>
              </a:defRPr>
            </a:lvl6pPr>
            <a:lvl7pPr>
              <a:buClr>
                <a:schemeClr val="accent1"/>
              </a:buClr>
              <a:defRPr>
                <a:solidFill>
                  <a:schemeClr val="tx1"/>
                </a:solidFill>
              </a:defRPr>
            </a:lvl7pPr>
            <a:lvl8pPr>
              <a:buClrTx/>
              <a:defRPr>
                <a:solidFill>
                  <a:schemeClr val="tx1"/>
                </a:solidFill>
              </a:defRPr>
            </a:lvl8pPr>
            <a:lvl9pPr>
              <a:buClr>
                <a:schemeClr val="accent1"/>
              </a:buClr>
              <a:defRPr>
                <a:solidFill>
                  <a:schemeClr val="tx1"/>
                </a:solidFill>
              </a:defRPr>
            </a:lvl9pPr>
          </a:lstStyle>
          <a:p>
            <a:pPr lvl="0"/>
            <a:r>
              <a:rPr lang="en-US"/>
              <a:t>00</a:t>
            </a:r>
          </a:p>
          <a:p>
            <a:pPr lvl="1"/>
            <a:r>
              <a:rPr lang="en-US"/>
              <a:t>Second level</a:t>
            </a:r>
          </a:p>
          <a:p>
            <a:pPr lvl="2"/>
            <a:r>
              <a:rPr lang="en-US"/>
              <a:t>Third level</a:t>
            </a:r>
          </a:p>
        </p:txBody>
      </p:sp>
      <p:sp>
        <p:nvSpPr>
          <p:cNvPr id="18" name="Content Placeholder 41">
            <a:extLst>
              <a:ext uri="{FF2B5EF4-FFF2-40B4-BE49-F238E27FC236}">
                <a16:creationId xmlns:a16="http://schemas.microsoft.com/office/drawing/2014/main" id="{2C124D70-1F9D-DF72-C740-7D33E7E919BB}"/>
              </a:ext>
            </a:extLst>
          </p:cNvPr>
          <p:cNvSpPr>
            <a:spLocks noGrp="1"/>
          </p:cNvSpPr>
          <p:nvPr>
            <p:ph sz="quarter" idx="54" hasCustomPrompt="1"/>
          </p:nvPr>
        </p:nvSpPr>
        <p:spPr>
          <a:xfrm>
            <a:off x="9520599" y="3013074"/>
            <a:ext cx="2116385"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tx1"/>
                </a:solidFill>
              </a:defRPr>
            </a:lvl2pPr>
            <a:lvl3pPr>
              <a:buClr>
                <a:schemeClr val="accent1"/>
              </a:buClr>
              <a:defRPr>
                <a:solidFill>
                  <a:schemeClr val="tx1"/>
                </a:solidFill>
              </a:defRPr>
            </a:lvl3pPr>
            <a:lvl4pPr marL="457200" indent="0">
              <a:buClrTx/>
              <a:buNone/>
              <a:defRPr>
                <a:solidFill>
                  <a:schemeClr val="tx1"/>
                </a:solidFill>
              </a:defRPr>
            </a:lvl4pPr>
            <a:lvl5pPr>
              <a:buClr>
                <a:schemeClr val="accent1"/>
              </a:buClr>
              <a:defRPr>
                <a:solidFill>
                  <a:schemeClr val="tx1"/>
                </a:solidFill>
              </a:defRPr>
            </a:lvl5pPr>
            <a:lvl6pPr>
              <a:buClrTx/>
              <a:defRPr>
                <a:solidFill>
                  <a:schemeClr val="tx1"/>
                </a:solidFill>
              </a:defRPr>
            </a:lvl6pPr>
            <a:lvl7pPr>
              <a:buClr>
                <a:schemeClr val="accent1"/>
              </a:buClr>
              <a:defRPr>
                <a:solidFill>
                  <a:schemeClr val="tx1"/>
                </a:solidFill>
              </a:defRPr>
            </a:lvl7pPr>
            <a:lvl8pPr>
              <a:buClrTx/>
              <a:defRPr>
                <a:solidFill>
                  <a:schemeClr val="tx1"/>
                </a:solidFill>
              </a:defRPr>
            </a:lvl8pPr>
            <a:lvl9pPr>
              <a:buClr>
                <a:schemeClr val="accent1"/>
              </a:buClr>
              <a:defRPr>
                <a:solidFill>
                  <a:schemeClr val="tx1"/>
                </a:solidFill>
              </a:defRPr>
            </a:lvl9pPr>
          </a:lstStyle>
          <a:p>
            <a:pPr lvl="0"/>
            <a:r>
              <a:rPr lang="en-US"/>
              <a:t>00</a:t>
            </a:r>
          </a:p>
          <a:p>
            <a:pPr lvl="1"/>
            <a:r>
              <a:rPr lang="en-US"/>
              <a:t>Second level</a:t>
            </a:r>
          </a:p>
          <a:p>
            <a:pPr lvl="2"/>
            <a:r>
              <a:rPr lang="en-US"/>
              <a:t>Third level</a:t>
            </a:r>
          </a:p>
        </p:txBody>
      </p:sp>
      <p:grpSp>
        <p:nvGrpSpPr>
          <p:cNvPr id="7" name="Group 6">
            <a:extLst>
              <a:ext uri="{FF2B5EF4-FFF2-40B4-BE49-F238E27FC236}">
                <a16:creationId xmlns:a16="http://schemas.microsoft.com/office/drawing/2014/main" id="{044BCC2C-261D-5BB3-ACFD-81C104E823B1}"/>
              </a:ext>
            </a:extLst>
          </p:cNvPr>
          <p:cNvGrpSpPr/>
          <p:nvPr userDrawn="1"/>
        </p:nvGrpSpPr>
        <p:grpSpPr>
          <a:xfrm>
            <a:off x="12356815" y="0"/>
            <a:ext cx="756834" cy="6872642"/>
            <a:chOff x="12356815" y="0"/>
            <a:chExt cx="756834" cy="6872642"/>
          </a:xfrm>
        </p:grpSpPr>
        <p:sp>
          <p:nvSpPr>
            <p:cNvPr id="14" name="Rectangle 13">
              <a:extLst>
                <a:ext uri="{FF2B5EF4-FFF2-40B4-BE49-F238E27FC236}">
                  <a16:creationId xmlns:a16="http://schemas.microsoft.com/office/drawing/2014/main" id="{7ABFAE0C-79DF-69A9-8BBD-4FD92717BB69}"/>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6" name="TextBox 15">
              <a:extLst>
                <a:ext uri="{FF2B5EF4-FFF2-40B4-BE49-F238E27FC236}">
                  <a16:creationId xmlns:a16="http://schemas.microsoft.com/office/drawing/2014/main" id="{8FF8D90A-1366-37F2-2D59-9960D38C9233}"/>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9" name="Rectangle 18">
              <a:extLst>
                <a:ext uri="{FF2B5EF4-FFF2-40B4-BE49-F238E27FC236}">
                  <a16:creationId xmlns:a16="http://schemas.microsoft.com/office/drawing/2014/main" id="{F4E17F8B-08E5-36C4-2448-B8DC5B1E4E01}"/>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20" name="Group 19">
              <a:extLst>
                <a:ext uri="{FF2B5EF4-FFF2-40B4-BE49-F238E27FC236}">
                  <a16:creationId xmlns:a16="http://schemas.microsoft.com/office/drawing/2014/main" id="{E8B32F7F-16CC-E67B-531A-32A8010E7290}"/>
                </a:ext>
              </a:extLst>
            </p:cNvPr>
            <p:cNvGrpSpPr/>
            <p:nvPr userDrawn="1"/>
          </p:nvGrpSpPr>
          <p:grpSpPr>
            <a:xfrm>
              <a:off x="12442019" y="3791214"/>
              <a:ext cx="382660" cy="2882942"/>
              <a:chOff x="14001569" y="3716048"/>
              <a:chExt cx="316248" cy="3171236"/>
            </a:xfrm>
          </p:grpSpPr>
          <p:sp>
            <p:nvSpPr>
              <p:cNvPr id="33" name="Rectangle 32">
                <a:extLst>
                  <a:ext uri="{FF2B5EF4-FFF2-40B4-BE49-F238E27FC236}">
                    <a16:creationId xmlns:a16="http://schemas.microsoft.com/office/drawing/2014/main" id="{67BB1AE4-D77E-AC9C-EF2C-77CBB15949F8}"/>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45037354-8DD8-0372-724B-DB384FAF783B}"/>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48817ABA-59B9-6909-B581-3B9F33F892C9}"/>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51288A91-C64D-D5CB-71F4-975BEBC5125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D648F77C-D77D-513C-16D9-729B5B8BE78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25E6979C-A44D-5DEC-FA64-074082074437}"/>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B49CC9FD-0074-26C7-C725-2CE385EFDC3D}"/>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36836B6E-78F4-212A-6A4C-C497CA1610FB}"/>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26E92507-25B6-BB39-F876-F3827E5BB912}"/>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2" name="Rectangle 41">
                <a:extLst>
                  <a:ext uri="{FF2B5EF4-FFF2-40B4-BE49-F238E27FC236}">
                    <a16:creationId xmlns:a16="http://schemas.microsoft.com/office/drawing/2014/main" id="{AE2E1A16-94DC-ED84-3EC2-DD7544816C4A}"/>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21" name="Group 20">
              <a:extLst>
                <a:ext uri="{FF2B5EF4-FFF2-40B4-BE49-F238E27FC236}">
                  <a16:creationId xmlns:a16="http://schemas.microsoft.com/office/drawing/2014/main" id="{77B7AAAA-0C9B-5BE3-2554-6B84328D8A51}"/>
                </a:ext>
              </a:extLst>
            </p:cNvPr>
            <p:cNvGrpSpPr/>
            <p:nvPr userDrawn="1"/>
          </p:nvGrpSpPr>
          <p:grpSpPr>
            <a:xfrm>
              <a:off x="12442019" y="198485"/>
              <a:ext cx="382660" cy="2882942"/>
              <a:chOff x="12742785" y="3716048"/>
              <a:chExt cx="316248" cy="3171236"/>
            </a:xfrm>
          </p:grpSpPr>
          <p:sp>
            <p:nvSpPr>
              <p:cNvPr id="23" name="Rectangle 22">
                <a:extLst>
                  <a:ext uri="{FF2B5EF4-FFF2-40B4-BE49-F238E27FC236}">
                    <a16:creationId xmlns:a16="http://schemas.microsoft.com/office/drawing/2014/main" id="{38ECE8A6-0C6B-B251-6CCF-3C4B46AEC4E5}"/>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4EE46A0F-B6DE-23E4-B948-2C782D1EBEE9}"/>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74EA166E-E5CE-9590-8B4B-BAAB927F078D}"/>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7BFA0FE5-6597-0138-F81B-2C5AAFC35A3F}"/>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D8EA7CCF-373E-9F8B-6288-D773644EC375}"/>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9097101A-6A5A-893E-6C47-3F125534FAF6}"/>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55CEBA57-CC4E-694D-A2DE-B6FBFBD5BB55}"/>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96FD9BCB-189C-D820-ACD1-BA4B8656FEA3}"/>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859F6519-C496-D2CA-8124-58853FE3C714}"/>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596AF5C8-2EB1-B295-A62B-D7CE01C4EE12}"/>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22" name="TextBox 21">
              <a:extLst>
                <a:ext uri="{FF2B5EF4-FFF2-40B4-BE49-F238E27FC236}">
                  <a16:creationId xmlns:a16="http://schemas.microsoft.com/office/drawing/2014/main" id="{3C6D0CFA-6D15-B2D5-B609-EE41DB8DC10C}"/>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3" name="TextBox 42">
            <a:extLst>
              <a:ext uri="{FF2B5EF4-FFF2-40B4-BE49-F238E27FC236}">
                <a16:creationId xmlns:a16="http://schemas.microsoft.com/office/drawing/2014/main" id="{9C6DE2D9-87AD-4B1F-670C-D37EB2A1AC11}"/>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191452139"/>
      </p:ext>
    </p:extLst>
  </p:cSld>
  <p:clrMapOvr>
    <a:masterClrMapping/>
  </p:clrMapOvr>
</p:sldLayout>
</file>

<file path=ppt/slideLayouts/slideLayout283.xml><?xml version="1.0" encoding="utf-8"?>
<p:sldLayout xmlns:a="http://schemas.openxmlformats.org/drawingml/2006/main" xmlns:r="http://schemas.openxmlformats.org/officeDocument/2006/relationships" xmlns:p="http://schemas.openxmlformats.org/presentationml/2006/main" preserve="1" userDrawn="1">
  <p:cSld name="Executive Summary/Key Takeaways 4">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DE63420-A2BC-EC7A-3A8C-CA23AF97535A}"/>
              </a:ext>
            </a:extLst>
          </p:cNvPr>
          <p:cNvSpPr/>
          <p:nvPr userDrawn="1"/>
        </p:nvSpPr>
        <p:spPr bwMode="hidden">
          <a:xfrm>
            <a:off x="0" y="-1"/>
            <a:ext cx="4060556"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See slide 12 for instructions on how to update footer</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8087" cy="269875"/>
          </a:xfrm>
        </p:spPr>
        <p:txBody>
          <a:bodyPr/>
          <a:lstStyle/>
          <a:p>
            <a:fld id="{862A5111-985B-C14D-9115-5787026182A8}" type="slidenum">
              <a:rPr lang="en-US" smtClean="0"/>
              <a:t>‹#›</a:t>
            </a:fld>
            <a:endParaRPr lang="en-US"/>
          </a:p>
        </p:txBody>
      </p:sp>
      <p:sp>
        <p:nvSpPr>
          <p:cNvPr id="6" name="Freeform 5">
            <a:extLst>
              <a:ext uri="{FF2B5EF4-FFF2-40B4-BE49-F238E27FC236}">
                <a16:creationId xmlns:a16="http://schemas.microsoft.com/office/drawing/2014/main" id="{5BCC6303-B8A8-E0F3-1B26-45B29EE4DC62}"/>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2" name="Freeform 5">
            <a:extLst>
              <a:ext uri="{FF2B5EF4-FFF2-40B4-BE49-F238E27FC236}">
                <a16:creationId xmlns:a16="http://schemas.microsoft.com/office/drawing/2014/main" id="{B2BF897B-C4FE-7F0C-FE2C-6956C830B315}"/>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7" name="Title 6">
            <a:extLst>
              <a:ext uri="{FF2B5EF4-FFF2-40B4-BE49-F238E27FC236}">
                <a16:creationId xmlns:a16="http://schemas.microsoft.com/office/drawing/2014/main" id="{4B503A39-567B-2C37-49D9-E2E6B92AB503}"/>
              </a:ext>
            </a:extLst>
          </p:cNvPr>
          <p:cNvSpPr>
            <a:spLocks noGrp="1"/>
          </p:cNvSpPr>
          <p:nvPr>
            <p:ph type="title"/>
          </p:nvPr>
        </p:nvSpPr>
        <p:spPr>
          <a:xfrm>
            <a:off x="546100" y="552450"/>
            <a:ext cx="3300984" cy="869950"/>
          </a:xfrm>
        </p:spPr>
        <p:txBody>
          <a:bodyPr rIns="182880"/>
          <a:lstStyle>
            <a:lvl1pPr>
              <a:defRPr>
                <a:solidFill>
                  <a:schemeClr val="bg1"/>
                </a:solidFill>
              </a:defRPr>
            </a:lvl1pPr>
          </a:lstStyle>
          <a:p>
            <a:r>
              <a:rPr lang="en-US"/>
              <a:t>Click to edit Master title style</a:t>
            </a:r>
          </a:p>
        </p:txBody>
      </p:sp>
      <p:sp>
        <p:nvSpPr>
          <p:cNvPr id="5" name="Text Placeholder 5">
            <a:extLst>
              <a:ext uri="{FF2B5EF4-FFF2-40B4-BE49-F238E27FC236}">
                <a16:creationId xmlns:a16="http://schemas.microsoft.com/office/drawing/2014/main" id="{52482AC7-FB54-E014-C3C0-45AEDF0A6AF6}"/>
              </a:ext>
            </a:extLst>
          </p:cNvPr>
          <p:cNvSpPr>
            <a:spLocks noGrp="1"/>
          </p:cNvSpPr>
          <p:nvPr>
            <p:ph type="body" sz="quarter" idx="13" hasCustomPrompt="1"/>
          </p:nvPr>
        </p:nvSpPr>
        <p:spPr>
          <a:xfrm>
            <a:off x="546102" y="5586413"/>
            <a:ext cx="3300984" cy="725487"/>
          </a:xfrm>
        </p:spPr>
        <p:txBody>
          <a:bodyPr rIns="274320" anchor="b">
            <a:normAutofit/>
          </a:bodyPr>
          <a:lstStyle>
            <a:lvl1pPr>
              <a:defRPr sz="600">
                <a:solidFill>
                  <a:schemeClr val="bg1"/>
                </a:solidFill>
              </a:defRPr>
            </a:lvl1pPr>
            <a:lvl2pPr marL="0" indent="0">
              <a:buNone/>
              <a:defRPr sz="600">
                <a:solidFill>
                  <a:schemeClr val="bg1"/>
                </a:solidFill>
              </a:defRPr>
            </a:lvl2pPr>
            <a:lvl3pPr marL="0" indent="0">
              <a:buNone/>
              <a:defRPr sz="600">
                <a:solidFill>
                  <a:schemeClr val="bg1"/>
                </a:solidFill>
              </a:defRPr>
            </a:lvl3pPr>
            <a:lvl4pPr marL="0" indent="0">
              <a:buNone/>
              <a:defRPr sz="600">
                <a:solidFill>
                  <a:schemeClr val="bg1"/>
                </a:solidFill>
              </a:defRPr>
            </a:lvl4pPr>
            <a:lvl5pPr marL="0" indent="0">
              <a:buNone/>
              <a:defRPr sz="600">
                <a:solidFill>
                  <a:schemeClr val="bg1"/>
                </a:solidFill>
              </a:defRPr>
            </a:lvl5pPr>
            <a:lvl6pPr marL="0" indent="0">
              <a:buNone/>
              <a:defRPr sz="600">
                <a:solidFill>
                  <a:schemeClr val="bg1"/>
                </a:solidFill>
              </a:defRPr>
            </a:lvl6pPr>
            <a:lvl7pPr marL="0" indent="0">
              <a:buNone/>
              <a:defRPr sz="600">
                <a:solidFill>
                  <a:schemeClr val="bg1"/>
                </a:solidFill>
              </a:defRPr>
            </a:lvl7pPr>
            <a:lvl8pPr marL="0" indent="0">
              <a:buNone/>
              <a:defRPr sz="600">
                <a:solidFill>
                  <a:schemeClr val="bg1"/>
                </a:solidFill>
              </a:defRPr>
            </a:lvl8pPr>
            <a:lvl9pPr marL="0" indent="0">
              <a:buNone/>
              <a:defRPr sz="600">
                <a:solidFill>
                  <a:schemeClr val="bg1"/>
                </a:solidFill>
              </a:defRPr>
            </a:lvl9pPr>
          </a:lstStyle>
          <a:p>
            <a:pPr lvl="5"/>
            <a:r>
              <a:rPr lang="en-US"/>
              <a:t>Click to add footnotes or disclaimer information</a:t>
            </a:r>
          </a:p>
        </p:txBody>
      </p:sp>
      <p:sp>
        <p:nvSpPr>
          <p:cNvPr id="8" name="Content Placeholder 14">
            <a:extLst>
              <a:ext uri="{FF2B5EF4-FFF2-40B4-BE49-F238E27FC236}">
                <a16:creationId xmlns:a16="http://schemas.microsoft.com/office/drawing/2014/main" id="{236722AC-0E89-9D63-9FAE-23FD3FEFCEE5}"/>
              </a:ext>
            </a:extLst>
          </p:cNvPr>
          <p:cNvSpPr>
            <a:spLocks noGrp="1"/>
          </p:cNvSpPr>
          <p:nvPr>
            <p:ph sz="quarter" idx="19"/>
          </p:nvPr>
        </p:nvSpPr>
        <p:spPr>
          <a:xfrm>
            <a:off x="4794909" y="2714625"/>
            <a:ext cx="6843053" cy="3452813"/>
          </a:xfrm>
        </p:spPr>
        <p:txBody>
          <a:bodyPr/>
          <a:lstStyle>
            <a:lvl1pPr>
              <a:defRPr sz="1800" b="1">
                <a:solidFill>
                  <a:schemeClr val="tx2"/>
                </a:solidFill>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Content Placeholder 14">
            <a:extLst>
              <a:ext uri="{FF2B5EF4-FFF2-40B4-BE49-F238E27FC236}">
                <a16:creationId xmlns:a16="http://schemas.microsoft.com/office/drawing/2014/main" id="{A30EF87B-5A48-3E5D-B7D1-5EC1FEC7DE51}"/>
              </a:ext>
            </a:extLst>
          </p:cNvPr>
          <p:cNvSpPr>
            <a:spLocks noGrp="1"/>
          </p:cNvSpPr>
          <p:nvPr>
            <p:ph sz="quarter" idx="20"/>
          </p:nvPr>
        </p:nvSpPr>
        <p:spPr>
          <a:xfrm>
            <a:off x="4060556" y="0"/>
            <a:ext cx="8131443" cy="2425700"/>
          </a:xfrm>
          <a:solidFill>
            <a:schemeClr val="accent1"/>
          </a:solidFill>
        </p:spPr>
        <p:txBody>
          <a:bodyPr lIns="731520" tIns="548640" rIns="548640"/>
          <a:lstStyle>
            <a:lvl1pPr>
              <a:defRPr sz="1800" b="1">
                <a:solidFill>
                  <a:schemeClr val="bg1"/>
                </a:solidFill>
              </a:defRPr>
            </a:lvl1pPr>
            <a:lvl2pPr>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
                <a:srgbClr val="FEFEFE"/>
              </a:buClr>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Text Placeholder 9">
            <a:extLst>
              <a:ext uri="{FF2B5EF4-FFF2-40B4-BE49-F238E27FC236}">
                <a16:creationId xmlns:a16="http://schemas.microsoft.com/office/drawing/2014/main" id="{89AAFAA9-5AFB-6E67-56FB-1590A25DCD7E}"/>
              </a:ext>
            </a:extLst>
          </p:cNvPr>
          <p:cNvSpPr>
            <a:spLocks noGrp="1"/>
          </p:cNvSpPr>
          <p:nvPr>
            <p:ph type="body" sz="quarter" idx="15"/>
          </p:nvPr>
        </p:nvSpPr>
        <p:spPr>
          <a:xfrm>
            <a:off x="546099" y="1849439"/>
            <a:ext cx="3300984" cy="3443286"/>
          </a:xfrm>
        </p:spPr>
        <p:txBody>
          <a:bodyPr>
            <a:normAutofit/>
          </a:bodyPr>
          <a:lstStyle>
            <a:lvl1pPr>
              <a:spcBef>
                <a:spcPts val="2400"/>
              </a:spcBef>
              <a:defRPr b="0" i="0">
                <a:solidFill>
                  <a:schemeClr val="bg1"/>
                </a:solidFill>
                <a:latin typeface="+mn-lt"/>
                <a:ea typeface="GT America Regular" charset="0"/>
                <a:cs typeface="GT America Regular" charset="0"/>
              </a:defRPr>
            </a:lvl1pPr>
            <a:lvl2pPr marL="285750" indent="-285750">
              <a:buFont typeface="GT America Regular" pitchFamily="2" charset="77"/>
              <a:buChar char="→"/>
              <a:defRPr>
                <a:solidFill>
                  <a:schemeClr val="bg1"/>
                </a:solidFill>
              </a:defRPr>
            </a:lvl2pPr>
            <a:lvl3pPr marL="0" indent="0">
              <a:buNone/>
              <a:defRPr>
                <a:solidFill>
                  <a:schemeClr val="bg1"/>
                </a:solidFill>
              </a:defRPr>
            </a:lvl3pPr>
            <a:lvl4pPr marL="283464">
              <a:defRPr>
                <a:solidFill>
                  <a:schemeClr val="bg1"/>
                </a:solidFill>
              </a:defRPr>
            </a:lvl4pPr>
            <a:lvl5pPr marL="283464" indent="0">
              <a:buNone/>
              <a:defRPr sz="1400">
                <a:solidFill>
                  <a:schemeClr val="bg1"/>
                </a:solidFill>
              </a:defRPr>
            </a:lvl5pPr>
            <a:lvl6pPr marL="283464">
              <a:defRPr>
                <a:solidFill>
                  <a:schemeClr val="bg1"/>
                </a:solidFill>
              </a:defRPr>
            </a:lvl6pPr>
            <a:lvl7pPr marL="283464" indent="0">
              <a:buNone/>
              <a:defRPr>
                <a:solidFill>
                  <a:schemeClr val="bg1"/>
                </a:solidFill>
              </a:defRPr>
            </a:lvl7pPr>
            <a:lvl8pPr marL="283464">
              <a:defRPr>
                <a:solidFill>
                  <a:schemeClr val="bg1"/>
                </a:solidFill>
              </a:defRPr>
            </a:lvl8pPr>
            <a:lvl9pPr marL="283464" indent="0">
              <a:buNone/>
              <a:defRPr>
                <a:solidFill>
                  <a:schemeClr val="bg1"/>
                </a:solidFill>
              </a:defRPr>
            </a:lvl9pPr>
          </a:lstStyle>
          <a:p>
            <a:pPr lvl="0"/>
            <a:r>
              <a:rPr lang="en-US"/>
              <a:t>Click to edit Master text styles</a:t>
            </a:r>
          </a:p>
        </p:txBody>
      </p:sp>
      <p:grpSp>
        <p:nvGrpSpPr>
          <p:cNvPr id="2" name="Group 1">
            <a:extLst>
              <a:ext uri="{FF2B5EF4-FFF2-40B4-BE49-F238E27FC236}">
                <a16:creationId xmlns:a16="http://schemas.microsoft.com/office/drawing/2014/main" id="{946571DD-6A05-4191-AEC5-8EAC3DF74F94}"/>
              </a:ext>
            </a:extLst>
          </p:cNvPr>
          <p:cNvGrpSpPr/>
          <p:nvPr userDrawn="1"/>
        </p:nvGrpSpPr>
        <p:grpSpPr>
          <a:xfrm>
            <a:off x="12356815" y="0"/>
            <a:ext cx="756834" cy="6872642"/>
            <a:chOff x="12356815" y="0"/>
            <a:chExt cx="756834" cy="6872642"/>
          </a:xfrm>
        </p:grpSpPr>
        <p:sp>
          <p:nvSpPr>
            <p:cNvPr id="13" name="Rectangle 12">
              <a:extLst>
                <a:ext uri="{FF2B5EF4-FFF2-40B4-BE49-F238E27FC236}">
                  <a16:creationId xmlns:a16="http://schemas.microsoft.com/office/drawing/2014/main" id="{DBCE235B-9A81-0677-3FBC-4E7889E7A501}"/>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4" name="TextBox 13">
              <a:extLst>
                <a:ext uri="{FF2B5EF4-FFF2-40B4-BE49-F238E27FC236}">
                  <a16:creationId xmlns:a16="http://schemas.microsoft.com/office/drawing/2014/main" id="{0F982955-FC65-B9D0-0EF3-EC949DEB71C6}"/>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5" name="Rectangle 14">
              <a:extLst>
                <a:ext uri="{FF2B5EF4-FFF2-40B4-BE49-F238E27FC236}">
                  <a16:creationId xmlns:a16="http://schemas.microsoft.com/office/drawing/2014/main" id="{77487905-CD1B-25A1-246A-6F476081504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6" name="Group 15">
              <a:extLst>
                <a:ext uri="{FF2B5EF4-FFF2-40B4-BE49-F238E27FC236}">
                  <a16:creationId xmlns:a16="http://schemas.microsoft.com/office/drawing/2014/main" id="{3FE2BA7C-3D0C-01F6-3AB5-E4DD096FB7E5}"/>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6FDBF609-6A51-03D1-887F-13811193441D}"/>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94A09569-8144-A8AF-951A-4338A0947323}"/>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6167EF39-9BBA-92C5-D60A-D6ABFDB8433D}"/>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6607660C-4CA8-C02E-8B85-C0275C9F4B77}"/>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4494F8AA-76DC-E95B-179F-D386239DA280}"/>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1E4D1916-A015-0251-2C4A-FD3AEC15610B}"/>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44E36EB2-E086-91FC-9F6B-3747737D92DB}"/>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FFDA828E-B151-3852-AD4E-9E3BF04AC59A}"/>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34841A69-983E-21BB-9271-9B755FC4E60A}"/>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19DAA6BD-3783-B982-3C41-984245B719AB}"/>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7" name="Group 16">
              <a:extLst>
                <a:ext uri="{FF2B5EF4-FFF2-40B4-BE49-F238E27FC236}">
                  <a16:creationId xmlns:a16="http://schemas.microsoft.com/office/drawing/2014/main" id="{8E1081D8-E803-C4AA-AA16-3CE6292ED50E}"/>
                </a:ext>
              </a:extLst>
            </p:cNvPr>
            <p:cNvGrpSpPr/>
            <p:nvPr userDrawn="1"/>
          </p:nvGrpSpPr>
          <p:grpSpPr>
            <a:xfrm>
              <a:off x="12442019" y="198485"/>
              <a:ext cx="382660" cy="2882942"/>
              <a:chOff x="12742785" y="3716048"/>
              <a:chExt cx="316248" cy="3171236"/>
            </a:xfrm>
          </p:grpSpPr>
          <p:sp>
            <p:nvSpPr>
              <p:cNvPr id="19" name="Rectangle 18">
                <a:extLst>
                  <a:ext uri="{FF2B5EF4-FFF2-40B4-BE49-F238E27FC236}">
                    <a16:creationId xmlns:a16="http://schemas.microsoft.com/office/drawing/2014/main" id="{8799E27D-85E9-2FAA-C01C-AE5DC642A12D}"/>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103F746D-D925-3832-463A-29AEC044C336}"/>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63BD8557-35AF-8237-228D-DDFAFB8438A8}"/>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F05AF1BE-1E09-743E-2E49-01F6848B35C1}"/>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3074991F-17BA-7F4D-AD0F-F2FFBED29680}"/>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D3B3CFC3-DCC9-AEDD-B69D-A8347458B5D1}"/>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90E2CC4F-2DBB-B665-A9BC-B7055CA63590}"/>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529C34F8-A419-7DD4-CBF8-A676ACB08DCD}"/>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EF9AFF8A-BDFD-6B4F-425D-934877F2F578}"/>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1EED391C-025B-89E7-7B40-CB423C96E9FD}"/>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8" name="TextBox 17">
              <a:extLst>
                <a:ext uri="{FF2B5EF4-FFF2-40B4-BE49-F238E27FC236}">
                  <a16:creationId xmlns:a16="http://schemas.microsoft.com/office/drawing/2014/main" id="{FE88C7B4-1908-DCE1-B793-E4D7481EC798}"/>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5D4989A0-0589-3288-B403-5875D1339408}"/>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456101989"/>
      </p:ext>
    </p:extLst>
  </p:cSld>
  <p:clrMapOvr>
    <a:masterClrMapping/>
  </p:clrMapOvr>
</p:sldLayout>
</file>

<file path=ppt/slideLayouts/slideLayout284.xml><?xml version="1.0" encoding="utf-8"?>
<p:sldLayout xmlns:a="http://schemas.openxmlformats.org/drawingml/2006/main" xmlns:r="http://schemas.openxmlformats.org/officeDocument/2006/relationships" xmlns:p="http://schemas.openxmlformats.org/presentationml/2006/main" preserve="1" userDrawn="1">
  <p:cSld name="Executive Summary/Key Takeaways 5">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DE63420-A2BC-EC7A-3A8C-CA23AF97535A}"/>
              </a:ext>
            </a:extLst>
          </p:cNvPr>
          <p:cNvSpPr/>
          <p:nvPr userDrawn="1"/>
        </p:nvSpPr>
        <p:spPr bwMode="hidden">
          <a:xfrm>
            <a:off x="0" y="-1"/>
            <a:ext cx="4060556" cy="6861175"/>
          </a:xfrm>
          <a:prstGeom prst="rect">
            <a:avLst/>
          </a:prstGeom>
          <a:solidFill>
            <a:srgbClr val="F0F0F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See slide 12 for instructions on how to update footer</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8087" cy="269875"/>
          </a:xfrm>
        </p:spPr>
        <p:txBody>
          <a:bodyPr/>
          <a:lstStyle/>
          <a:p>
            <a:fld id="{862A5111-985B-C14D-9115-5787026182A8}" type="slidenum">
              <a:rPr lang="en-US" smtClean="0"/>
              <a:t>‹#›</a:t>
            </a:fld>
            <a:endParaRPr lang="en-US"/>
          </a:p>
        </p:txBody>
      </p:sp>
      <p:sp>
        <p:nvSpPr>
          <p:cNvPr id="6" name="Freeform 5">
            <a:extLst>
              <a:ext uri="{FF2B5EF4-FFF2-40B4-BE49-F238E27FC236}">
                <a16:creationId xmlns:a16="http://schemas.microsoft.com/office/drawing/2014/main" id="{5BCC6303-B8A8-E0F3-1B26-45B29EE4DC62}"/>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2" name="Freeform 5">
            <a:extLst>
              <a:ext uri="{FF2B5EF4-FFF2-40B4-BE49-F238E27FC236}">
                <a16:creationId xmlns:a16="http://schemas.microsoft.com/office/drawing/2014/main" id="{B2BF897B-C4FE-7F0C-FE2C-6956C830B315}"/>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1" name="Title 10">
            <a:extLst>
              <a:ext uri="{FF2B5EF4-FFF2-40B4-BE49-F238E27FC236}">
                <a16:creationId xmlns:a16="http://schemas.microsoft.com/office/drawing/2014/main" id="{39BB85B3-5F62-677A-7B5A-1B952D90B3A6}"/>
              </a:ext>
            </a:extLst>
          </p:cNvPr>
          <p:cNvSpPr>
            <a:spLocks noGrp="1"/>
          </p:cNvSpPr>
          <p:nvPr>
            <p:ph type="title"/>
          </p:nvPr>
        </p:nvSpPr>
        <p:spPr>
          <a:xfrm>
            <a:off x="546100" y="552450"/>
            <a:ext cx="3300984" cy="869950"/>
          </a:xfrm>
        </p:spPr>
        <p:txBody>
          <a:bodyPr rIns="182880"/>
          <a:lstStyle/>
          <a:p>
            <a:r>
              <a:rPr lang="en-US"/>
              <a:t>Click to edit Master title style</a:t>
            </a:r>
          </a:p>
        </p:txBody>
      </p:sp>
      <p:sp>
        <p:nvSpPr>
          <p:cNvPr id="5" name="Text Placeholder 5">
            <a:extLst>
              <a:ext uri="{FF2B5EF4-FFF2-40B4-BE49-F238E27FC236}">
                <a16:creationId xmlns:a16="http://schemas.microsoft.com/office/drawing/2014/main" id="{0DBC71B0-EDFA-73E1-2685-8B96936EB6D6}"/>
              </a:ext>
            </a:extLst>
          </p:cNvPr>
          <p:cNvSpPr>
            <a:spLocks noGrp="1"/>
          </p:cNvSpPr>
          <p:nvPr>
            <p:ph type="body" sz="quarter" idx="13" hasCustomPrompt="1"/>
          </p:nvPr>
        </p:nvSpPr>
        <p:spPr>
          <a:xfrm>
            <a:off x="546101" y="5586413"/>
            <a:ext cx="3300984" cy="725487"/>
          </a:xfrm>
        </p:spPr>
        <p:txBody>
          <a:bodyPr rIns="274320" anchor="b">
            <a:normAutofit/>
          </a:bodyPr>
          <a:lstStyle>
            <a:lvl1pPr>
              <a:defRPr sz="600">
                <a:solidFill>
                  <a:srgbClr val="75787B"/>
                </a:solidFill>
              </a:defRPr>
            </a:lvl1pPr>
            <a:lvl2pPr marL="0" indent="0">
              <a:buNone/>
              <a:defRPr sz="600">
                <a:solidFill>
                  <a:srgbClr val="75787B"/>
                </a:solidFill>
              </a:defRPr>
            </a:lvl2pPr>
            <a:lvl3pPr marL="0" indent="0">
              <a:buNone/>
              <a:defRPr sz="600">
                <a:solidFill>
                  <a:srgbClr val="75787B"/>
                </a:solidFill>
              </a:defRPr>
            </a:lvl3pPr>
            <a:lvl4pPr marL="0" indent="0">
              <a:buNone/>
              <a:defRPr sz="600">
                <a:solidFill>
                  <a:srgbClr val="75787B"/>
                </a:solidFill>
              </a:defRPr>
            </a:lvl4pPr>
            <a:lvl5pPr marL="0" indent="0">
              <a:buNone/>
              <a:defRPr sz="600">
                <a:solidFill>
                  <a:srgbClr val="75787B"/>
                </a:solidFill>
              </a:defRPr>
            </a:lvl5pPr>
            <a:lvl6pPr marL="0" indent="0">
              <a:buNone/>
              <a:defRPr sz="600">
                <a:solidFill>
                  <a:srgbClr val="75787B"/>
                </a:solidFill>
              </a:defRPr>
            </a:lvl6pPr>
            <a:lvl7pPr marL="0" indent="0">
              <a:buNone/>
              <a:defRPr sz="600">
                <a:solidFill>
                  <a:srgbClr val="75787B"/>
                </a:solidFill>
              </a:defRPr>
            </a:lvl7pPr>
            <a:lvl8pPr marL="0" indent="0">
              <a:buNone/>
              <a:defRPr sz="600">
                <a:solidFill>
                  <a:srgbClr val="75787B"/>
                </a:solidFill>
              </a:defRPr>
            </a:lvl8pPr>
            <a:lvl9pPr marL="0" indent="0">
              <a:buNone/>
              <a:defRPr sz="600">
                <a:solidFill>
                  <a:srgbClr val="75787B"/>
                </a:solidFill>
              </a:defRPr>
            </a:lvl9pPr>
          </a:lstStyle>
          <a:p>
            <a:pPr lvl="8"/>
            <a:r>
              <a:rPr lang="en-US"/>
              <a:t>Click to add footnotes or disclaimer information</a:t>
            </a:r>
          </a:p>
        </p:txBody>
      </p:sp>
      <p:sp>
        <p:nvSpPr>
          <p:cNvPr id="7" name="Content Placeholder 14">
            <a:extLst>
              <a:ext uri="{FF2B5EF4-FFF2-40B4-BE49-F238E27FC236}">
                <a16:creationId xmlns:a16="http://schemas.microsoft.com/office/drawing/2014/main" id="{8BE58806-493A-43A7-588A-8383D4BFD9E2}"/>
              </a:ext>
            </a:extLst>
          </p:cNvPr>
          <p:cNvSpPr>
            <a:spLocks noGrp="1"/>
          </p:cNvSpPr>
          <p:nvPr>
            <p:ph sz="quarter" idx="18"/>
          </p:nvPr>
        </p:nvSpPr>
        <p:spPr>
          <a:xfrm>
            <a:off x="4781551" y="552450"/>
            <a:ext cx="6856412" cy="5614988"/>
          </a:xfrm>
        </p:spPr>
        <p:txBody>
          <a:bodyPr/>
          <a:lstStyle>
            <a:lvl1pPr>
              <a:defRPr sz="1800" b="1">
                <a:solidFill>
                  <a:schemeClr val="tx2"/>
                </a:solidFill>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ext Placeholder 7">
            <a:extLst>
              <a:ext uri="{FF2B5EF4-FFF2-40B4-BE49-F238E27FC236}">
                <a16:creationId xmlns:a16="http://schemas.microsoft.com/office/drawing/2014/main" id="{10CFFF09-1B4E-AF15-7727-AEE05D2B9337}"/>
              </a:ext>
            </a:extLst>
          </p:cNvPr>
          <p:cNvSpPr>
            <a:spLocks noGrp="1"/>
          </p:cNvSpPr>
          <p:nvPr>
            <p:ph type="body" sz="quarter" idx="19"/>
          </p:nvPr>
        </p:nvSpPr>
        <p:spPr>
          <a:xfrm>
            <a:off x="554037" y="1849437"/>
            <a:ext cx="3300984" cy="3443288"/>
          </a:xfrm>
        </p:spPr>
        <p:txBody>
          <a:bodyPr r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206D645F-EF5E-2DD0-E21D-61E2C4F507C7}"/>
              </a:ext>
            </a:extLst>
          </p:cNvPr>
          <p:cNvGrpSpPr/>
          <p:nvPr userDrawn="1"/>
        </p:nvGrpSpPr>
        <p:grpSpPr>
          <a:xfrm>
            <a:off x="12356815" y="0"/>
            <a:ext cx="756834" cy="6872642"/>
            <a:chOff x="12356815" y="0"/>
            <a:chExt cx="756834" cy="6872642"/>
          </a:xfrm>
        </p:grpSpPr>
        <p:sp>
          <p:nvSpPr>
            <p:cNvPr id="8" name="Rectangle 7">
              <a:extLst>
                <a:ext uri="{FF2B5EF4-FFF2-40B4-BE49-F238E27FC236}">
                  <a16:creationId xmlns:a16="http://schemas.microsoft.com/office/drawing/2014/main" id="{DA131432-2F79-C479-6494-ABD260C05EDE}"/>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0" name="TextBox 9">
              <a:extLst>
                <a:ext uri="{FF2B5EF4-FFF2-40B4-BE49-F238E27FC236}">
                  <a16:creationId xmlns:a16="http://schemas.microsoft.com/office/drawing/2014/main" id="{7B564435-9EC7-3BC2-156C-0785FDC35E68}"/>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4" name="Rectangle 13">
              <a:extLst>
                <a:ext uri="{FF2B5EF4-FFF2-40B4-BE49-F238E27FC236}">
                  <a16:creationId xmlns:a16="http://schemas.microsoft.com/office/drawing/2014/main" id="{42AB0DDE-5C88-98C8-3C5C-3C5CC62D0745}"/>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5" name="Group 14">
              <a:extLst>
                <a:ext uri="{FF2B5EF4-FFF2-40B4-BE49-F238E27FC236}">
                  <a16:creationId xmlns:a16="http://schemas.microsoft.com/office/drawing/2014/main" id="{01BACE7C-C220-DEAE-0716-4972F2A18775}"/>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6A8AD40E-7A4D-0E1A-010D-4DAD932B2CAE}"/>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9AF8F7B7-AE03-3CD4-A67D-2136305D3782}"/>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E36F6B03-AAA6-5632-4028-2C0A1DF97CB8}"/>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4BFE21C9-DBC9-F155-4BF9-13B04F5830C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3C1EDD09-CC68-2524-CB30-0EA849EA3C77}"/>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D32C63FB-9A9D-4308-1B0F-E9EE0EDD0DCA}"/>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0E131F75-9D55-847C-BA4C-9FE0F51E7E6D}"/>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BA10E3B2-4B71-8024-21FC-6B56537047C3}"/>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3D293228-817B-0E9F-25E3-43683C98A62F}"/>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3CDB9FDD-FADB-60D7-8AE4-F3BC0BD53065}"/>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6" name="Group 15">
              <a:extLst>
                <a:ext uri="{FF2B5EF4-FFF2-40B4-BE49-F238E27FC236}">
                  <a16:creationId xmlns:a16="http://schemas.microsoft.com/office/drawing/2014/main" id="{DFB4560E-5706-1261-FEC6-0B01E02FDBF2}"/>
                </a:ext>
              </a:extLst>
            </p:cNvPr>
            <p:cNvGrpSpPr/>
            <p:nvPr userDrawn="1"/>
          </p:nvGrpSpPr>
          <p:grpSpPr>
            <a:xfrm>
              <a:off x="12442019" y="198485"/>
              <a:ext cx="382660" cy="2882942"/>
              <a:chOff x="12742785" y="3716048"/>
              <a:chExt cx="316248" cy="3171236"/>
            </a:xfrm>
          </p:grpSpPr>
          <p:sp>
            <p:nvSpPr>
              <p:cNvPr id="18" name="Rectangle 17">
                <a:extLst>
                  <a:ext uri="{FF2B5EF4-FFF2-40B4-BE49-F238E27FC236}">
                    <a16:creationId xmlns:a16="http://schemas.microsoft.com/office/drawing/2014/main" id="{090A1FEC-0D59-628A-07EA-C8940996B5A8}"/>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AC1B4C94-54D1-6D3E-0ABA-CF3D1EF9DE9A}"/>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1982F258-3AEE-E5F6-D3DF-49E52BD6DAA1}"/>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7C517EE3-A3AC-3406-D478-95459DE3BA3C}"/>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F4B53F21-0F4A-EAEB-89E7-8E15A673FA99}"/>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851973B5-8004-2BD0-0C2A-FCF9E3D3990E}"/>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611745AC-5BAF-1204-AF99-08ED71A4BDEF}"/>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2708B095-015A-5F08-C940-2971189634E5}"/>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CC81416D-285B-84BA-A7DB-2D720E262F2B}"/>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3C11B130-C22C-4A9B-7B2C-C4A9E4C07FF4}"/>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7" name="TextBox 16">
              <a:extLst>
                <a:ext uri="{FF2B5EF4-FFF2-40B4-BE49-F238E27FC236}">
                  <a16:creationId xmlns:a16="http://schemas.microsoft.com/office/drawing/2014/main" id="{B545C8DD-8A11-FC9A-DF68-87FC472CA2E3}"/>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8D7D01BB-123A-A276-F3CC-C4FDB3F91CE7}"/>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888156672"/>
      </p:ext>
    </p:extLst>
  </p:cSld>
  <p:clrMapOvr>
    <a:masterClrMapping/>
  </p:clrMapOvr>
</p:sldLayout>
</file>

<file path=ppt/slideLayouts/slideLayout285.xml><?xml version="1.0" encoding="utf-8"?>
<p:sldLayout xmlns:a="http://schemas.openxmlformats.org/drawingml/2006/main" xmlns:r="http://schemas.openxmlformats.org/officeDocument/2006/relationships" xmlns:p="http://schemas.openxmlformats.org/presentationml/2006/main" preserve="1" userDrawn="1">
  <p:cSld name="1 Column">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0" name="Title 9">
            <a:extLst>
              <a:ext uri="{FF2B5EF4-FFF2-40B4-BE49-F238E27FC236}">
                <a16:creationId xmlns:a16="http://schemas.microsoft.com/office/drawing/2014/main" id="{8E2B9BA9-73F8-28A2-869E-838E80997668}"/>
              </a:ext>
            </a:extLst>
          </p:cNvPr>
          <p:cNvSpPr>
            <a:spLocks noGrp="1"/>
          </p:cNvSpPr>
          <p:nvPr>
            <p:ph type="title"/>
          </p:nvPr>
        </p:nvSpPr>
        <p:spPr>
          <a:xfrm>
            <a:off x="546100" y="552450"/>
            <a:ext cx="11091862" cy="434975"/>
          </a:xfrm>
        </p:spPr>
        <p:txBody>
          <a:bodyPr/>
          <a:lstStyle/>
          <a:p>
            <a:r>
              <a:rPr lang="en-US"/>
              <a:t>Click to edit Master title style</a:t>
            </a:r>
          </a:p>
        </p:txBody>
      </p:sp>
      <p:sp>
        <p:nvSpPr>
          <p:cNvPr id="3" name="Content Placeholder 3">
            <a:extLst>
              <a:ext uri="{FF2B5EF4-FFF2-40B4-BE49-F238E27FC236}">
                <a16:creationId xmlns:a16="http://schemas.microsoft.com/office/drawing/2014/main" id="{506B7D9A-8BD0-5502-C579-8561F103F261}"/>
              </a:ext>
            </a:extLst>
          </p:cNvPr>
          <p:cNvSpPr>
            <a:spLocks noGrp="1"/>
          </p:cNvSpPr>
          <p:nvPr>
            <p:ph sz="half" idx="2"/>
          </p:nvPr>
        </p:nvSpPr>
        <p:spPr>
          <a:xfrm>
            <a:off x="546100" y="1849438"/>
            <a:ext cx="9672637"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Freeform 5">
            <a:extLst>
              <a:ext uri="{FF2B5EF4-FFF2-40B4-BE49-F238E27FC236}">
                <a16:creationId xmlns:a16="http://schemas.microsoft.com/office/drawing/2014/main" id="{2C85CF37-61E7-96B9-82FD-13B91452A340}"/>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6" name="Text Placeholder 15">
            <a:extLst>
              <a:ext uri="{FF2B5EF4-FFF2-40B4-BE49-F238E27FC236}">
                <a16:creationId xmlns:a16="http://schemas.microsoft.com/office/drawing/2014/main" id="{AFC29369-935E-1E53-CDD2-12BC112FBFB4}"/>
              </a:ext>
            </a:extLst>
          </p:cNvPr>
          <p:cNvSpPr>
            <a:spLocks noGrp="1"/>
          </p:cNvSpPr>
          <p:nvPr>
            <p:ph type="body" sz="quarter" idx="17"/>
          </p:nvPr>
        </p:nvSpPr>
        <p:spPr>
          <a:xfrm>
            <a:off x="546101" y="1127125"/>
            <a:ext cx="11091862" cy="292101"/>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8" name="Text Placeholder 17">
            <a:extLst>
              <a:ext uri="{FF2B5EF4-FFF2-40B4-BE49-F238E27FC236}">
                <a16:creationId xmlns:a16="http://schemas.microsoft.com/office/drawing/2014/main" id="{E78755CC-4D8C-AEDB-963F-10EFA240ED6E}"/>
              </a:ext>
            </a:extLst>
          </p:cNvPr>
          <p:cNvSpPr>
            <a:spLocks noGrp="1"/>
          </p:cNvSpPr>
          <p:nvPr>
            <p:ph type="body" sz="quarter" idx="18"/>
          </p:nvPr>
        </p:nvSpPr>
        <p:spPr>
          <a:xfrm>
            <a:off x="546100" y="6019800"/>
            <a:ext cx="6851649" cy="29210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AAFA5D60-1BF6-C0E4-ACD2-D4691DFD435B}"/>
              </a:ext>
            </a:extLst>
          </p:cNvPr>
          <p:cNvGrpSpPr/>
          <p:nvPr userDrawn="1"/>
        </p:nvGrpSpPr>
        <p:grpSpPr>
          <a:xfrm>
            <a:off x="12356815" y="0"/>
            <a:ext cx="756834" cy="6872642"/>
            <a:chOff x="12356815" y="0"/>
            <a:chExt cx="756834" cy="6872642"/>
          </a:xfrm>
        </p:grpSpPr>
        <p:sp>
          <p:nvSpPr>
            <p:cNvPr id="5" name="Rectangle 4">
              <a:extLst>
                <a:ext uri="{FF2B5EF4-FFF2-40B4-BE49-F238E27FC236}">
                  <a16:creationId xmlns:a16="http://schemas.microsoft.com/office/drawing/2014/main" id="{F3C83DD1-08BC-4508-921A-AACFD47F15A8}"/>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011DE3BF-3AC2-76D6-0F30-10DA96B9738A}"/>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F1840331-3717-C295-F911-FB685FDC9CA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1" name="Group 10">
              <a:extLst>
                <a:ext uri="{FF2B5EF4-FFF2-40B4-BE49-F238E27FC236}">
                  <a16:creationId xmlns:a16="http://schemas.microsoft.com/office/drawing/2014/main" id="{0A34E91D-E19D-8290-C7BA-01975E2CAAA5}"/>
                </a:ext>
              </a:extLst>
            </p:cNvPr>
            <p:cNvGrpSpPr/>
            <p:nvPr userDrawn="1"/>
          </p:nvGrpSpPr>
          <p:grpSpPr>
            <a:xfrm>
              <a:off x="12442019" y="3791214"/>
              <a:ext cx="382660" cy="2882942"/>
              <a:chOff x="14001569" y="3716048"/>
              <a:chExt cx="316248" cy="3171236"/>
            </a:xfrm>
          </p:grpSpPr>
          <p:sp>
            <p:nvSpPr>
              <p:cNvPr id="26" name="Rectangle 25">
                <a:extLst>
                  <a:ext uri="{FF2B5EF4-FFF2-40B4-BE49-F238E27FC236}">
                    <a16:creationId xmlns:a16="http://schemas.microsoft.com/office/drawing/2014/main" id="{B5E4DC7F-2A2D-3821-7141-0E4D078602B3}"/>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0557C207-C087-530B-4D7C-1DE6625CE47B}"/>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4CBCF4F6-7208-9C98-0CA3-C2954AEBFD00}"/>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9DBD30A4-4203-0972-631A-AD179EBA54B2}"/>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17000F84-5BF8-EF3F-EA16-1675F8AA2485}"/>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06E02548-EBD0-A670-C557-A8C7DE70D18F}"/>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132EC4BE-AA84-72BA-4609-B89A2FC46358}"/>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6E22CB18-CAB6-428B-E775-8674AFDE7839}"/>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1ACCA936-86D3-58E7-BE82-2B6BF8F86AB9}"/>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276861D4-4CFA-5793-9FA4-3F230CC73562}"/>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167DED18-8B33-9C74-FBD8-F6128DD882EC}"/>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D80D2DE5-0500-B1D2-2980-4BA0EB450F66}"/>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88E4985A-3886-7F58-FFBA-71D1DF6F3057}"/>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6069BF47-4B33-3988-332A-D04DB0E17EDC}"/>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15129CC4-90C1-EADF-D8E0-A4B9C768F136}"/>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5C4C3037-DBC7-33CB-06C6-C7AD65FF3189}"/>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79D01A2A-4B9B-22A7-F40C-66AECD57B30E}"/>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213ACA34-01B1-1F9E-4993-B9D45C57A212}"/>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4DFB98CA-CA73-10FA-AF3F-3F0AC0960BFF}"/>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93C51A55-A1FB-19F6-22BB-5F103E6331A8}"/>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2D7B9B18-FCB3-238E-7C3D-F1D0B7624B0C}"/>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4094CB9B-786C-BC20-5B2F-A77DE97E9A56}"/>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6" name="TextBox 35">
            <a:extLst>
              <a:ext uri="{FF2B5EF4-FFF2-40B4-BE49-F238E27FC236}">
                <a16:creationId xmlns:a16="http://schemas.microsoft.com/office/drawing/2014/main" id="{F47A08C9-DEED-9C93-F77B-8BC687865ED6}"/>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217446171"/>
      </p:ext>
    </p:extLst>
  </p:cSld>
  <p:clrMapOvr>
    <a:masterClrMapping/>
  </p:clrMapOvr>
</p:sldLayout>
</file>

<file path=ppt/slideLayouts/slideLayout286.xml><?xml version="1.0" encoding="utf-8"?>
<p:sldLayout xmlns:a="http://schemas.openxmlformats.org/drawingml/2006/main" xmlns:r="http://schemas.openxmlformats.org/officeDocument/2006/relationships" xmlns:p="http://schemas.openxmlformats.org/presentationml/2006/main" preserve="1" userDrawn="1">
  <p:cSld name="1 Column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1" name="Title 10">
            <a:extLst>
              <a:ext uri="{FF2B5EF4-FFF2-40B4-BE49-F238E27FC236}">
                <a16:creationId xmlns:a16="http://schemas.microsoft.com/office/drawing/2014/main" id="{DE7DA74E-D875-C25E-3313-FF110AB47A00}"/>
              </a:ext>
            </a:extLst>
          </p:cNvPr>
          <p:cNvSpPr>
            <a:spLocks noGrp="1"/>
          </p:cNvSpPr>
          <p:nvPr>
            <p:ph type="title"/>
          </p:nvPr>
        </p:nvSpPr>
        <p:spPr>
          <a:xfrm>
            <a:off x="546100" y="552450"/>
            <a:ext cx="11091861" cy="434975"/>
          </a:xfrm>
        </p:spPr>
        <p:txBody>
          <a:bodyPr/>
          <a:lstStyle/>
          <a:p>
            <a:r>
              <a:rPr lang="en-US"/>
              <a:t>Click to edit Master title style</a:t>
            </a:r>
          </a:p>
        </p:txBody>
      </p:sp>
      <p:sp>
        <p:nvSpPr>
          <p:cNvPr id="2" name="Freeform 5">
            <a:extLst>
              <a:ext uri="{FF2B5EF4-FFF2-40B4-BE49-F238E27FC236}">
                <a16:creationId xmlns:a16="http://schemas.microsoft.com/office/drawing/2014/main" id="{350075EE-B234-372B-92E8-BAF5D3459DD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2" name="Text Placeholder 11">
            <a:extLst>
              <a:ext uri="{FF2B5EF4-FFF2-40B4-BE49-F238E27FC236}">
                <a16:creationId xmlns:a16="http://schemas.microsoft.com/office/drawing/2014/main" id="{B8003664-EBF7-AE05-456F-9D95210B1FB2}"/>
              </a:ext>
            </a:extLst>
          </p:cNvPr>
          <p:cNvSpPr>
            <a:spLocks noGrp="1"/>
          </p:cNvSpPr>
          <p:nvPr>
            <p:ph type="body" sz="quarter" idx="18"/>
          </p:nvPr>
        </p:nvSpPr>
        <p:spPr>
          <a:xfrm>
            <a:off x="546100" y="1127125"/>
            <a:ext cx="11094211"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6" name="Text Placeholder 15">
            <a:extLst>
              <a:ext uri="{FF2B5EF4-FFF2-40B4-BE49-F238E27FC236}">
                <a16:creationId xmlns:a16="http://schemas.microsoft.com/office/drawing/2014/main" id="{16D968B0-C3F6-E6DA-D6B9-30DDABFEC5AE}"/>
              </a:ext>
            </a:extLst>
          </p:cNvPr>
          <p:cNvSpPr>
            <a:spLocks noGrp="1"/>
          </p:cNvSpPr>
          <p:nvPr>
            <p:ph type="body" sz="quarter" idx="19" hasCustomPrompt="1"/>
          </p:nvPr>
        </p:nvSpPr>
        <p:spPr>
          <a:xfrm>
            <a:off x="546100" y="6019800"/>
            <a:ext cx="6851650"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add footnotes or disclaimer information</a:t>
            </a:r>
          </a:p>
        </p:txBody>
      </p:sp>
      <p:sp>
        <p:nvSpPr>
          <p:cNvPr id="26" name="Content Placeholder 25">
            <a:extLst>
              <a:ext uri="{FF2B5EF4-FFF2-40B4-BE49-F238E27FC236}">
                <a16:creationId xmlns:a16="http://schemas.microsoft.com/office/drawing/2014/main" id="{8063A536-29D2-B27C-39FB-210C8061D1E6}"/>
              </a:ext>
            </a:extLst>
          </p:cNvPr>
          <p:cNvSpPr>
            <a:spLocks noGrp="1"/>
          </p:cNvSpPr>
          <p:nvPr>
            <p:ph sz="quarter" idx="22"/>
          </p:nvPr>
        </p:nvSpPr>
        <p:spPr>
          <a:xfrm>
            <a:off x="546100" y="2425700"/>
            <a:ext cx="9683750"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8" name="Text Placeholder 27">
            <a:extLst>
              <a:ext uri="{FF2B5EF4-FFF2-40B4-BE49-F238E27FC236}">
                <a16:creationId xmlns:a16="http://schemas.microsoft.com/office/drawing/2014/main" id="{DCA392B0-4552-D763-C268-BDEFD5644B54}"/>
              </a:ext>
            </a:extLst>
          </p:cNvPr>
          <p:cNvSpPr>
            <a:spLocks noGrp="1"/>
          </p:cNvSpPr>
          <p:nvPr>
            <p:ph type="body" sz="quarter" idx="23"/>
          </p:nvPr>
        </p:nvSpPr>
        <p:spPr>
          <a:xfrm>
            <a:off x="546100" y="1849438"/>
            <a:ext cx="9683750" cy="296862"/>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3" name="Group 2">
            <a:extLst>
              <a:ext uri="{FF2B5EF4-FFF2-40B4-BE49-F238E27FC236}">
                <a16:creationId xmlns:a16="http://schemas.microsoft.com/office/drawing/2014/main" id="{FEDAF0C9-22E9-1538-3A8E-C69BDB9E5B10}"/>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B2B605C5-209A-AE04-E110-AAE66832E55C}"/>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FA62B6D3-783E-5918-2F56-810A76A88F8F}"/>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59F8005C-7196-D0CC-D646-6FC7DAABDF0E}"/>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EBE25E6A-0695-1179-A473-576681F25AE6}"/>
                </a:ext>
              </a:extLst>
            </p:cNvPr>
            <p:cNvGrpSpPr/>
            <p:nvPr userDrawn="1"/>
          </p:nvGrpSpPr>
          <p:grpSpPr>
            <a:xfrm>
              <a:off x="12442019" y="3791214"/>
              <a:ext cx="382660" cy="2882942"/>
              <a:chOff x="14001569" y="3716048"/>
              <a:chExt cx="316248" cy="3171236"/>
            </a:xfrm>
          </p:grpSpPr>
          <p:sp>
            <p:nvSpPr>
              <p:cNvPr id="25" name="Rectangle 24">
                <a:extLst>
                  <a:ext uri="{FF2B5EF4-FFF2-40B4-BE49-F238E27FC236}">
                    <a16:creationId xmlns:a16="http://schemas.microsoft.com/office/drawing/2014/main" id="{7819868D-4B3C-57A6-18EE-58D0783A8F2C}"/>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92700E38-77E2-C887-1649-D69D2CC80D70}"/>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2716805A-497B-BA8C-214A-315DC4E77ABE}"/>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270F99C6-BE65-2079-71F5-169DBE2955D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7CA18DDB-23AC-46CC-A7C5-741061E367E6}"/>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855C265E-46D1-C48A-B8F8-0A302507A74C}"/>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BAF2187E-E8D1-491F-10D9-ADC1D2CDF31B}"/>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E33471B4-0A71-AF7C-E5B6-72BFB8DB1619}"/>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B1F84EE4-1EBC-4A84-CDB4-810953E34508}"/>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D6BEDECE-7D6A-B180-3B35-7BCD259DEA22}"/>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1F541929-E560-7ECA-912B-85BBCF91580C}"/>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B13FAA65-568D-3635-C8B2-8388AC96C064}"/>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6DDC5944-2C64-3A16-790A-287AC93D17F2}"/>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1E38E1C8-28FE-AA26-770A-FCD37B544AAF}"/>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5ABC8508-4A9B-720F-38D4-35C8B49D341E}"/>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B2A745B2-4539-5D3A-FA6F-24036A718910}"/>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387B97C5-5746-4A18-9AD3-AD7A18A0D426}"/>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3A62D78E-6D70-6FAB-7133-F16E44E7047F}"/>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8859BABC-73BC-AEC3-0DE4-D43B2849C3A8}"/>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EE7CEC5A-406D-6510-617B-8CC2A2E6C745}"/>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A124740C-0970-E3B4-2F01-F72E02A9469C}"/>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F7137363-F6CB-A9EE-A864-DA4766ABCE89}"/>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601FF0C4-D459-8DBE-24BC-CFC7400613DD}"/>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88489170"/>
      </p:ext>
    </p:extLst>
  </p:cSld>
  <p:clrMapOvr>
    <a:masterClrMapping/>
  </p:clrMapOvr>
</p:sldLayout>
</file>

<file path=ppt/slideLayouts/slideLayout287.xml><?xml version="1.0" encoding="utf-8"?>
<p:sldLayout xmlns:a="http://schemas.openxmlformats.org/drawingml/2006/main" xmlns:r="http://schemas.openxmlformats.org/officeDocument/2006/relationships" xmlns:p="http://schemas.openxmlformats.org/presentationml/2006/main" preserve="1" userDrawn="1">
  <p:cSld name="1 Column - 2 lines Title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1" name="Title 10">
            <a:extLst>
              <a:ext uri="{FF2B5EF4-FFF2-40B4-BE49-F238E27FC236}">
                <a16:creationId xmlns:a16="http://schemas.microsoft.com/office/drawing/2014/main" id="{DE7DA74E-D875-C25E-3313-FF110AB47A00}"/>
              </a:ext>
            </a:extLst>
          </p:cNvPr>
          <p:cNvSpPr>
            <a:spLocks noGrp="1"/>
          </p:cNvSpPr>
          <p:nvPr>
            <p:ph type="title" hasCustomPrompt="1"/>
          </p:nvPr>
        </p:nvSpPr>
        <p:spPr>
          <a:xfrm>
            <a:off x="546100" y="552450"/>
            <a:ext cx="11091861" cy="928909"/>
          </a:xfrm>
        </p:spPr>
        <p:txBody>
          <a:bodyPr>
            <a:spAutoFit/>
          </a:bodyPr>
          <a:lstStyle/>
          <a:p>
            <a:r>
              <a:rPr lang="en-US"/>
              <a:t>2 line title</a:t>
            </a:r>
            <a:br>
              <a:rPr lang="en-US"/>
            </a:br>
            <a:r>
              <a:rPr lang="en-US"/>
              <a:t>Click to edit Master title style</a:t>
            </a:r>
          </a:p>
        </p:txBody>
      </p:sp>
      <p:sp>
        <p:nvSpPr>
          <p:cNvPr id="2" name="Freeform 5">
            <a:extLst>
              <a:ext uri="{FF2B5EF4-FFF2-40B4-BE49-F238E27FC236}">
                <a16:creationId xmlns:a16="http://schemas.microsoft.com/office/drawing/2014/main" id="{350075EE-B234-372B-92E8-BAF5D3459DD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6" name="Text Placeholder 15">
            <a:extLst>
              <a:ext uri="{FF2B5EF4-FFF2-40B4-BE49-F238E27FC236}">
                <a16:creationId xmlns:a16="http://schemas.microsoft.com/office/drawing/2014/main" id="{16D968B0-C3F6-E6DA-D6B9-30DDABFEC5AE}"/>
              </a:ext>
            </a:extLst>
          </p:cNvPr>
          <p:cNvSpPr>
            <a:spLocks noGrp="1"/>
          </p:cNvSpPr>
          <p:nvPr>
            <p:ph type="body" sz="quarter" idx="19" hasCustomPrompt="1"/>
          </p:nvPr>
        </p:nvSpPr>
        <p:spPr>
          <a:xfrm>
            <a:off x="546100" y="6019800"/>
            <a:ext cx="6851650"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add footnotes or disclaimer information</a:t>
            </a:r>
          </a:p>
        </p:txBody>
      </p:sp>
      <p:sp>
        <p:nvSpPr>
          <p:cNvPr id="26" name="Content Placeholder 25">
            <a:extLst>
              <a:ext uri="{FF2B5EF4-FFF2-40B4-BE49-F238E27FC236}">
                <a16:creationId xmlns:a16="http://schemas.microsoft.com/office/drawing/2014/main" id="{8063A536-29D2-B27C-39FB-210C8061D1E6}"/>
              </a:ext>
            </a:extLst>
          </p:cNvPr>
          <p:cNvSpPr>
            <a:spLocks noGrp="1"/>
          </p:cNvSpPr>
          <p:nvPr>
            <p:ph sz="quarter" idx="22"/>
          </p:nvPr>
        </p:nvSpPr>
        <p:spPr>
          <a:xfrm>
            <a:off x="546100" y="2425700"/>
            <a:ext cx="9683750"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8" name="Text Placeholder 27">
            <a:extLst>
              <a:ext uri="{FF2B5EF4-FFF2-40B4-BE49-F238E27FC236}">
                <a16:creationId xmlns:a16="http://schemas.microsoft.com/office/drawing/2014/main" id="{DCA392B0-4552-D763-C268-BDEFD5644B54}"/>
              </a:ext>
            </a:extLst>
          </p:cNvPr>
          <p:cNvSpPr>
            <a:spLocks noGrp="1"/>
          </p:cNvSpPr>
          <p:nvPr>
            <p:ph type="body" sz="quarter" idx="23"/>
          </p:nvPr>
        </p:nvSpPr>
        <p:spPr>
          <a:xfrm>
            <a:off x="546100" y="1849438"/>
            <a:ext cx="9683750" cy="296862"/>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3" name="Group 2">
            <a:extLst>
              <a:ext uri="{FF2B5EF4-FFF2-40B4-BE49-F238E27FC236}">
                <a16:creationId xmlns:a16="http://schemas.microsoft.com/office/drawing/2014/main" id="{7B280B2F-E0D2-E445-A43F-CE3D939A6BC5}"/>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2EEB67F0-4C18-8EF8-C6B1-CA0034BBC861}"/>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AD2A6CE5-972C-490D-C1AC-90424D8AC2C8}"/>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9233A294-4002-E8AF-2498-A9C90444EDC8}"/>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EC3569C9-EF47-ADD5-7A22-9C57334B0278}"/>
                </a:ext>
              </a:extLst>
            </p:cNvPr>
            <p:cNvGrpSpPr/>
            <p:nvPr userDrawn="1"/>
          </p:nvGrpSpPr>
          <p:grpSpPr>
            <a:xfrm>
              <a:off x="12442019" y="3791214"/>
              <a:ext cx="382660" cy="2882942"/>
              <a:chOff x="14001569" y="3716048"/>
              <a:chExt cx="316248" cy="3171236"/>
            </a:xfrm>
          </p:grpSpPr>
          <p:sp>
            <p:nvSpPr>
              <p:cNvPr id="24" name="Rectangle 23">
                <a:extLst>
                  <a:ext uri="{FF2B5EF4-FFF2-40B4-BE49-F238E27FC236}">
                    <a16:creationId xmlns:a16="http://schemas.microsoft.com/office/drawing/2014/main" id="{B56494D4-65F2-DAED-5D60-66A93DC839D1}"/>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8A1988AE-3A33-4009-CEEA-2991067F409E}"/>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0F28DF76-F40D-B109-97F0-DAC7FA3BC4FE}"/>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42462988-5F36-1632-DBDD-4D4D79B86149}"/>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825E47CF-320F-1CDA-3BDC-81757EDD22FE}"/>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9D5048C8-2F5A-7F89-F92C-938E1E07A687}"/>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39005A8E-2F3B-8314-9DD3-887550DDFBC5}"/>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23B70263-5EA1-8706-96D5-A56ACF7210FB}"/>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A6CE458B-192E-D655-53BF-1DA33DAA6CB1}"/>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FA7F7C96-A7E2-B08C-5C26-638541F5559C}"/>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E6D131C5-635A-5C82-F30A-9026783598C5}"/>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5BA8F073-4A78-A4A5-A377-0473AE16EDB9}"/>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4" name="Rectangle 13">
                <a:extLst>
                  <a:ext uri="{FF2B5EF4-FFF2-40B4-BE49-F238E27FC236}">
                    <a16:creationId xmlns:a16="http://schemas.microsoft.com/office/drawing/2014/main" id="{0F55F512-9485-060A-599B-6B741BEDCD64}"/>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B3326273-C79F-05A8-ED1E-6DB4C5E231B8}"/>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A67673CD-BC9F-F88A-2294-29C38A2A8D84}"/>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E5799038-A93D-E315-C0E6-010823DFC636}"/>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DE1CD8D8-25F9-E72D-95F1-68B9FCE562D0}"/>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2B8DDE43-CC8E-B475-9F0E-97FEA56931EF}"/>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3A601239-6AE7-70FC-2016-3CA5B18C05F9}"/>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A2710675-6AF5-8C1E-AABC-A5B02E66A7A6}"/>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7A6B0B16-F060-A419-2F9E-3C26EE32C7C5}"/>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B079056F-476F-B051-2392-A928D4981DE1}"/>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6" name="TextBox 35">
            <a:extLst>
              <a:ext uri="{FF2B5EF4-FFF2-40B4-BE49-F238E27FC236}">
                <a16:creationId xmlns:a16="http://schemas.microsoft.com/office/drawing/2014/main" id="{778721F1-046A-68F6-6AE2-7EDDE4425B5A}"/>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287393080"/>
      </p:ext>
    </p:extLst>
  </p:cSld>
  <p:clrMapOvr>
    <a:masterClrMapping/>
  </p:clrMapOvr>
</p:sldLayout>
</file>

<file path=ppt/slideLayouts/slideLayout288.xml><?xml version="1.0" encoding="utf-8"?>
<p:sldLayout xmlns:a="http://schemas.openxmlformats.org/drawingml/2006/main" xmlns:r="http://schemas.openxmlformats.org/officeDocument/2006/relationships" xmlns:p="http://schemas.openxmlformats.org/presentationml/2006/main" preserve="1" userDrawn="1">
  <p:cSld name="2 Column, Equal">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2" name="Title 11">
            <a:extLst>
              <a:ext uri="{FF2B5EF4-FFF2-40B4-BE49-F238E27FC236}">
                <a16:creationId xmlns:a16="http://schemas.microsoft.com/office/drawing/2014/main" id="{E91C9FC0-5A4D-B663-9FBA-261AA765C0A6}"/>
              </a:ext>
            </a:extLst>
          </p:cNvPr>
          <p:cNvSpPr>
            <a:spLocks noGrp="1"/>
          </p:cNvSpPr>
          <p:nvPr>
            <p:ph type="title"/>
          </p:nvPr>
        </p:nvSpPr>
        <p:spPr>
          <a:xfrm>
            <a:off x="546100" y="552449"/>
            <a:ext cx="11091861" cy="434975"/>
          </a:xfrm>
        </p:spPr>
        <p:txBody>
          <a:bodyPr/>
          <a:lstStyle/>
          <a:p>
            <a:r>
              <a:rPr lang="en-US"/>
              <a:t>Click to edit Master title style</a:t>
            </a:r>
          </a:p>
        </p:txBody>
      </p:sp>
      <p:sp>
        <p:nvSpPr>
          <p:cNvPr id="4" name="Freeform 5">
            <a:extLst>
              <a:ext uri="{FF2B5EF4-FFF2-40B4-BE49-F238E27FC236}">
                <a16:creationId xmlns:a16="http://schemas.microsoft.com/office/drawing/2014/main" id="{87E865E7-C3CB-8EB7-5B8A-C0FE32443EA1}"/>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1" name="Text Placeholder 10">
            <a:extLst>
              <a:ext uri="{FF2B5EF4-FFF2-40B4-BE49-F238E27FC236}">
                <a16:creationId xmlns:a16="http://schemas.microsoft.com/office/drawing/2014/main" id="{89FE669B-9179-2192-FE7E-E7F257EFD40C}"/>
              </a:ext>
            </a:extLst>
          </p:cNvPr>
          <p:cNvSpPr>
            <a:spLocks noGrp="1"/>
          </p:cNvSpPr>
          <p:nvPr>
            <p:ph type="body" sz="quarter" idx="21"/>
          </p:nvPr>
        </p:nvSpPr>
        <p:spPr>
          <a:xfrm>
            <a:off x="546100" y="1127125"/>
            <a:ext cx="11094211"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6" name="Text Placeholder 15">
            <a:extLst>
              <a:ext uri="{FF2B5EF4-FFF2-40B4-BE49-F238E27FC236}">
                <a16:creationId xmlns:a16="http://schemas.microsoft.com/office/drawing/2014/main" id="{799DC228-25E7-A515-7C6E-578A7287752D}"/>
              </a:ext>
            </a:extLst>
          </p:cNvPr>
          <p:cNvSpPr>
            <a:spLocks noGrp="1"/>
          </p:cNvSpPr>
          <p:nvPr>
            <p:ph type="body" sz="quarter" idx="22"/>
          </p:nvPr>
        </p:nvSpPr>
        <p:spPr>
          <a:xfrm>
            <a:off x="546100" y="6019800"/>
            <a:ext cx="685165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23" name="Content Placeholder 22">
            <a:extLst>
              <a:ext uri="{FF2B5EF4-FFF2-40B4-BE49-F238E27FC236}">
                <a16:creationId xmlns:a16="http://schemas.microsoft.com/office/drawing/2014/main" id="{ADE7A618-3F91-D576-7D4B-F03CA5E408BF}"/>
              </a:ext>
            </a:extLst>
          </p:cNvPr>
          <p:cNvSpPr>
            <a:spLocks noGrp="1"/>
          </p:cNvSpPr>
          <p:nvPr>
            <p:ph sz="quarter" idx="23"/>
          </p:nvPr>
        </p:nvSpPr>
        <p:spPr>
          <a:xfrm>
            <a:off x="546100" y="1849438"/>
            <a:ext cx="5443537"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5" name="Content Placeholder 24">
            <a:extLst>
              <a:ext uri="{FF2B5EF4-FFF2-40B4-BE49-F238E27FC236}">
                <a16:creationId xmlns:a16="http://schemas.microsoft.com/office/drawing/2014/main" id="{F2FCD4E4-D365-CC7E-80F7-3790352FE369}"/>
              </a:ext>
            </a:extLst>
          </p:cNvPr>
          <p:cNvSpPr>
            <a:spLocks noGrp="1"/>
          </p:cNvSpPr>
          <p:nvPr>
            <p:ph sz="quarter" idx="24"/>
          </p:nvPr>
        </p:nvSpPr>
        <p:spPr>
          <a:xfrm>
            <a:off x="6194425" y="1849438"/>
            <a:ext cx="5443537"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0E8F11E5-87AF-F91C-44F4-462F24B188B3}"/>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9D1668B1-1990-F418-52AB-C50DC72CF39C}"/>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960F3F74-750D-D21D-1F0B-9297D52E6A77}"/>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0DFC5CB5-0254-2BE6-4930-02409074AD0D}"/>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74AE7B5D-A627-3F92-7097-A44213BAA2DB}"/>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731C6BE1-373D-CAFA-14A2-E1B3DB273196}"/>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401B8FDE-4AB7-C1C5-9497-FC9C8F3E5732}"/>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7381CD97-A72C-165C-D78A-0A249EABF0B6}"/>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0393CBD1-2C84-FB25-7AA2-A0C91F725E75}"/>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C4427951-1449-F2EF-980E-99AF4027C12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E53DE0DE-CE03-A0A7-CBDC-FB6BB23086B9}"/>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B0590AF1-5B69-CBEE-D7E3-FD3A4CF55C4D}"/>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3B259F62-06FC-2BBA-5DCE-C693D78AC195}"/>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350F7468-0139-9755-A726-5A6A2CB1246E}"/>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97E895C1-D1EA-4711-69DE-03B89EF5EDAA}"/>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A001478C-0438-829A-D72E-0C06E4D67FA5}"/>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3B1C42BD-DDE7-BF3C-AF40-5AA56A5C6486}"/>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54421D5F-F49C-9252-6CF4-423DC7219290}"/>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AF395AD2-DAF3-7CF3-C31F-951B87312722}"/>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03A6A57A-3A97-3AF8-8C54-CC3B412C5A70}"/>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E0F85024-3D08-1F6D-C0EB-6E5C3544C14D}"/>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71C6C2BC-C005-CEC6-B9E6-6A6AB43BEB5B}"/>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8C20EE8A-2A42-D4B0-B8B5-523C5957C3B3}"/>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B7F5C9BA-EFD5-B850-BBD2-2F45C77F57D0}"/>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43DDDA32-B281-8B74-D15E-C4F505A6B1D6}"/>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BD64FAB9-8EDC-20CF-C31C-E2F3BFE05D16}"/>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5A9D5DB8-49BA-AD8F-BAF5-466CC632A05E}"/>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93A910E1-CAC3-609A-F08D-3721A2B3799F}"/>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12688453"/>
      </p:ext>
    </p:extLst>
  </p:cSld>
  <p:clrMapOvr>
    <a:masterClrMapping/>
  </p:clrMapOvr>
</p:sldLayout>
</file>

<file path=ppt/slideLayouts/slideLayout289.xml><?xml version="1.0" encoding="utf-8"?>
<p:sldLayout xmlns:a="http://schemas.openxmlformats.org/drawingml/2006/main" xmlns:r="http://schemas.openxmlformats.org/officeDocument/2006/relationships" xmlns:p="http://schemas.openxmlformats.org/presentationml/2006/main" preserve="1" userDrawn="1">
  <p:cSld name="2 Column, Equal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8" name="Title 17">
            <a:extLst>
              <a:ext uri="{FF2B5EF4-FFF2-40B4-BE49-F238E27FC236}">
                <a16:creationId xmlns:a16="http://schemas.microsoft.com/office/drawing/2014/main" id="{EC9D0933-64E3-BFA1-9514-B7DF150292A4}"/>
              </a:ext>
            </a:extLst>
          </p:cNvPr>
          <p:cNvSpPr>
            <a:spLocks noGrp="1"/>
          </p:cNvSpPr>
          <p:nvPr>
            <p:ph type="title"/>
          </p:nvPr>
        </p:nvSpPr>
        <p:spPr>
          <a:xfrm>
            <a:off x="546100" y="552450"/>
            <a:ext cx="11091861" cy="434975"/>
          </a:xfrm>
        </p:spPr>
        <p:txBody>
          <a:bodyPr/>
          <a:lstStyle/>
          <a:p>
            <a:r>
              <a:rPr lang="en-US"/>
              <a:t>Click to edit Master title style</a:t>
            </a:r>
          </a:p>
        </p:txBody>
      </p:sp>
      <p:sp>
        <p:nvSpPr>
          <p:cNvPr id="5" name="Freeform 5">
            <a:extLst>
              <a:ext uri="{FF2B5EF4-FFF2-40B4-BE49-F238E27FC236}">
                <a16:creationId xmlns:a16="http://schemas.microsoft.com/office/drawing/2014/main" id="{815BB915-D4A3-4B77-441D-189B3126183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2" name="Text Placeholder 11">
            <a:extLst>
              <a:ext uri="{FF2B5EF4-FFF2-40B4-BE49-F238E27FC236}">
                <a16:creationId xmlns:a16="http://schemas.microsoft.com/office/drawing/2014/main" id="{5D9301CB-D124-C2F5-CEF2-1087073EEC8A}"/>
              </a:ext>
            </a:extLst>
          </p:cNvPr>
          <p:cNvSpPr>
            <a:spLocks noGrp="1"/>
          </p:cNvSpPr>
          <p:nvPr>
            <p:ph type="body" sz="quarter" idx="21"/>
          </p:nvPr>
        </p:nvSpPr>
        <p:spPr>
          <a:xfrm>
            <a:off x="546100" y="1127125"/>
            <a:ext cx="11097578" cy="292608"/>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4" name="Text Placeholder 13">
            <a:extLst>
              <a:ext uri="{FF2B5EF4-FFF2-40B4-BE49-F238E27FC236}">
                <a16:creationId xmlns:a16="http://schemas.microsoft.com/office/drawing/2014/main" id="{927E5978-3DC9-2522-00F6-781CF3B6DBE0}"/>
              </a:ext>
            </a:extLst>
          </p:cNvPr>
          <p:cNvSpPr>
            <a:spLocks noGrp="1"/>
          </p:cNvSpPr>
          <p:nvPr>
            <p:ph type="body" sz="quarter" idx="22"/>
          </p:nvPr>
        </p:nvSpPr>
        <p:spPr>
          <a:xfrm>
            <a:off x="546100" y="6019801"/>
            <a:ext cx="6851650"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30" name="Content Placeholder 29">
            <a:extLst>
              <a:ext uri="{FF2B5EF4-FFF2-40B4-BE49-F238E27FC236}">
                <a16:creationId xmlns:a16="http://schemas.microsoft.com/office/drawing/2014/main" id="{0BDF59AF-B2BA-5A83-3E07-990E126292C1}"/>
              </a:ext>
            </a:extLst>
          </p:cNvPr>
          <p:cNvSpPr>
            <a:spLocks noGrp="1"/>
          </p:cNvSpPr>
          <p:nvPr>
            <p:ph sz="quarter" idx="27"/>
          </p:nvPr>
        </p:nvSpPr>
        <p:spPr>
          <a:xfrm>
            <a:off x="546101" y="2425700"/>
            <a:ext cx="5445124"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2" name="Content Placeholder 31">
            <a:extLst>
              <a:ext uri="{FF2B5EF4-FFF2-40B4-BE49-F238E27FC236}">
                <a16:creationId xmlns:a16="http://schemas.microsoft.com/office/drawing/2014/main" id="{6F691F75-1851-7040-01A9-AB8C9E4CA60B}"/>
              </a:ext>
            </a:extLst>
          </p:cNvPr>
          <p:cNvSpPr>
            <a:spLocks noGrp="1"/>
          </p:cNvSpPr>
          <p:nvPr>
            <p:ph sz="quarter" idx="28"/>
          </p:nvPr>
        </p:nvSpPr>
        <p:spPr>
          <a:xfrm>
            <a:off x="6194425" y="2425700"/>
            <a:ext cx="5443538"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4" name="Text Placeholder 33">
            <a:extLst>
              <a:ext uri="{FF2B5EF4-FFF2-40B4-BE49-F238E27FC236}">
                <a16:creationId xmlns:a16="http://schemas.microsoft.com/office/drawing/2014/main" id="{5FE0CD66-027F-AA7D-2F1F-385DF569B800}"/>
              </a:ext>
            </a:extLst>
          </p:cNvPr>
          <p:cNvSpPr>
            <a:spLocks noGrp="1"/>
          </p:cNvSpPr>
          <p:nvPr>
            <p:ph type="body" sz="quarter" idx="29"/>
          </p:nvPr>
        </p:nvSpPr>
        <p:spPr>
          <a:xfrm>
            <a:off x="546100" y="1849436"/>
            <a:ext cx="5445125" cy="296864"/>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36" name="Text Placeholder 35">
            <a:extLst>
              <a:ext uri="{FF2B5EF4-FFF2-40B4-BE49-F238E27FC236}">
                <a16:creationId xmlns:a16="http://schemas.microsoft.com/office/drawing/2014/main" id="{3A72DFFD-6972-74A3-175B-07193979F2E8}"/>
              </a:ext>
            </a:extLst>
          </p:cNvPr>
          <p:cNvSpPr>
            <a:spLocks noGrp="1"/>
          </p:cNvSpPr>
          <p:nvPr>
            <p:ph type="body" sz="quarter" idx="30"/>
          </p:nvPr>
        </p:nvSpPr>
        <p:spPr>
          <a:xfrm>
            <a:off x="6194425" y="1849434"/>
            <a:ext cx="5443537" cy="296866"/>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226CEDAE-9F07-1C0C-6E9E-BB7BCDF8D27F}"/>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0F4816D7-3A80-BA68-F59C-705E7C62ED0D}"/>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4" name="TextBox 3">
              <a:extLst>
                <a:ext uri="{FF2B5EF4-FFF2-40B4-BE49-F238E27FC236}">
                  <a16:creationId xmlns:a16="http://schemas.microsoft.com/office/drawing/2014/main" id="{F7DD9259-F243-5A0B-900C-8570402A0E20}"/>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EA432BCD-E93E-2098-89BC-BE0C8316F127}"/>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1E629B40-79D5-42A5-F4DF-A2D85453151B}"/>
                </a:ext>
              </a:extLst>
            </p:cNvPr>
            <p:cNvGrpSpPr/>
            <p:nvPr userDrawn="1"/>
          </p:nvGrpSpPr>
          <p:grpSpPr>
            <a:xfrm>
              <a:off x="12442019" y="3791214"/>
              <a:ext cx="382660" cy="2882942"/>
              <a:chOff x="14001569" y="3716048"/>
              <a:chExt cx="316248" cy="3171236"/>
            </a:xfrm>
          </p:grpSpPr>
          <p:sp>
            <p:nvSpPr>
              <p:cNvPr id="25" name="Rectangle 24">
                <a:extLst>
                  <a:ext uri="{FF2B5EF4-FFF2-40B4-BE49-F238E27FC236}">
                    <a16:creationId xmlns:a16="http://schemas.microsoft.com/office/drawing/2014/main" id="{327DB983-63A8-7968-776C-03D3D6A0F7EE}"/>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50F7BE36-0B29-EE5B-61B9-A0FF40A6BC27}"/>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7484EA5A-B6CD-0FB4-9655-3BC1956850AB}"/>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ADAD8DDB-2C3E-1BD5-03C4-40975BA7E3EA}"/>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BF29BF7F-B872-0224-E924-83CEF4709DB9}"/>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E9C73C3F-19E1-AF5F-C1F4-7A353837016B}"/>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5CBD3428-3E1F-90DC-48EF-B4461E243C6F}"/>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EA2C0D84-EBEC-CE46-8ED4-BDC84A1C8F10}"/>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AD302B7E-2F55-2E93-4C55-C61E276D41B8}"/>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21CA36AA-154F-7C31-F63A-F7C298ACB6B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BDF25B36-B389-C624-36F6-31FBBDAA85A5}"/>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981D1DC1-3714-928B-019E-83A6011DB055}"/>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794C91FB-65A7-2437-1274-3E59976BB6ED}"/>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F16C61FC-3F15-281F-9978-400FC0D68F53}"/>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D2A1053B-3B83-B37F-2393-7450A6C149DC}"/>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285A330D-07DD-9B07-1F4A-F7E80D627A22}"/>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41A3E40B-587E-4951-7DEE-C96547B21EA4}"/>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B57FF93C-3CDA-5048-FEB5-2D02864A570D}"/>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C77A0EA5-2768-9B24-17A4-F7D9F496BA3D}"/>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E5D32CC4-C1AF-C546-6A35-7A60F7E4D85D}"/>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C712FAB3-7A5B-1236-3B7F-0EB28F02E9AB}"/>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1" name="TextBox 10">
              <a:extLst>
                <a:ext uri="{FF2B5EF4-FFF2-40B4-BE49-F238E27FC236}">
                  <a16:creationId xmlns:a16="http://schemas.microsoft.com/office/drawing/2014/main" id="{064AEEC9-1233-11A6-08E9-4906E4D0257A}"/>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C307FF3D-E53A-3D7B-8D5E-F25BB610B952}"/>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517684210"/>
      </p:ext>
    </p:extLst>
  </p:cSld>
  <p:clrMapOvr>
    <a:masterClrMapping/>
  </p:clrMapOvr>
</p:sldLayout>
</file>

<file path=ppt/slideLayouts/slideLayout290.xml><?xml version="1.0" encoding="utf-8"?>
<p:sldLayout xmlns:a="http://schemas.openxmlformats.org/drawingml/2006/main" xmlns:r="http://schemas.openxmlformats.org/officeDocument/2006/relationships" xmlns:p="http://schemas.openxmlformats.org/presentationml/2006/main" preserve="1" userDrawn="1">
  <p:cSld name="2 Column - 2 line title - Equal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8" name="Title 17">
            <a:extLst>
              <a:ext uri="{FF2B5EF4-FFF2-40B4-BE49-F238E27FC236}">
                <a16:creationId xmlns:a16="http://schemas.microsoft.com/office/drawing/2014/main" id="{EC9D0933-64E3-BFA1-9514-B7DF150292A4}"/>
              </a:ext>
            </a:extLst>
          </p:cNvPr>
          <p:cNvSpPr>
            <a:spLocks noGrp="1"/>
          </p:cNvSpPr>
          <p:nvPr>
            <p:ph type="title" hasCustomPrompt="1"/>
          </p:nvPr>
        </p:nvSpPr>
        <p:spPr>
          <a:xfrm>
            <a:off x="546100" y="552450"/>
            <a:ext cx="11091861" cy="928909"/>
          </a:xfrm>
        </p:spPr>
        <p:txBody>
          <a:bodyPr>
            <a:spAutoFit/>
          </a:bodyPr>
          <a:lstStyle/>
          <a:p>
            <a:r>
              <a:rPr lang="en-US"/>
              <a:t>2 line title</a:t>
            </a:r>
            <a:br>
              <a:rPr lang="en-US"/>
            </a:br>
            <a:r>
              <a:rPr lang="en-US"/>
              <a:t>Click to edit Master title style</a:t>
            </a:r>
          </a:p>
        </p:txBody>
      </p:sp>
      <p:sp>
        <p:nvSpPr>
          <p:cNvPr id="5" name="Freeform 5">
            <a:extLst>
              <a:ext uri="{FF2B5EF4-FFF2-40B4-BE49-F238E27FC236}">
                <a16:creationId xmlns:a16="http://schemas.microsoft.com/office/drawing/2014/main" id="{815BB915-D4A3-4B77-441D-189B3126183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4" name="Text Placeholder 13">
            <a:extLst>
              <a:ext uri="{FF2B5EF4-FFF2-40B4-BE49-F238E27FC236}">
                <a16:creationId xmlns:a16="http://schemas.microsoft.com/office/drawing/2014/main" id="{927E5978-3DC9-2522-00F6-781CF3B6DBE0}"/>
              </a:ext>
            </a:extLst>
          </p:cNvPr>
          <p:cNvSpPr>
            <a:spLocks noGrp="1"/>
          </p:cNvSpPr>
          <p:nvPr>
            <p:ph type="body" sz="quarter" idx="22"/>
          </p:nvPr>
        </p:nvSpPr>
        <p:spPr>
          <a:xfrm>
            <a:off x="546100" y="6019801"/>
            <a:ext cx="6851650"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30" name="Content Placeholder 29">
            <a:extLst>
              <a:ext uri="{FF2B5EF4-FFF2-40B4-BE49-F238E27FC236}">
                <a16:creationId xmlns:a16="http://schemas.microsoft.com/office/drawing/2014/main" id="{0BDF59AF-B2BA-5A83-3E07-990E126292C1}"/>
              </a:ext>
            </a:extLst>
          </p:cNvPr>
          <p:cNvSpPr>
            <a:spLocks noGrp="1"/>
          </p:cNvSpPr>
          <p:nvPr>
            <p:ph sz="quarter" idx="27"/>
          </p:nvPr>
        </p:nvSpPr>
        <p:spPr>
          <a:xfrm>
            <a:off x="546101" y="2425700"/>
            <a:ext cx="5445124"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2" name="Content Placeholder 31">
            <a:extLst>
              <a:ext uri="{FF2B5EF4-FFF2-40B4-BE49-F238E27FC236}">
                <a16:creationId xmlns:a16="http://schemas.microsoft.com/office/drawing/2014/main" id="{6F691F75-1851-7040-01A9-AB8C9E4CA60B}"/>
              </a:ext>
            </a:extLst>
          </p:cNvPr>
          <p:cNvSpPr>
            <a:spLocks noGrp="1"/>
          </p:cNvSpPr>
          <p:nvPr>
            <p:ph sz="quarter" idx="28"/>
          </p:nvPr>
        </p:nvSpPr>
        <p:spPr>
          <a:xfrm>
            <a:off x="6194425" y="2425700"/>
            <a:ext cx="5443538"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4" name="Text Placeholder 33">
            <a:extLst>
              <a:ext uri="{FF2B5EF4-FFF2-40B4-BE49-F238E27FC236}">
                <a16:creationId xmlns:a16="http://schemas.microsoft.com/office/drawing/2014/main" id="{5FE0CD66-027F-AA7D-2F1F-385DF569B800}"/>
              </a:ext>
            </a:extLst>
          </p:cNvPr>
          <p:cNvSpPr>
            <a:spLocks noGrp="1"/>
          </p:cNvSpPr>
          <p:nvPr>
            <p:ph type="body" sz="quarter" idx="29"/>
          </p:nvPr>
        </p:nvSpPr>
        <p:spPr>
          <a:xfrm>
            <a:off x="546100" y="1849436"/>
            <a:ext cx="5445125" cy="296864"/>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36" name="Text Placeholder 35">
            <a:extLst>
              <a:ext uri="{FF2B5EF4-FFF2-40B4-BE49-F238E27FC236}">
                <a16:creationId xmlns:a16="http://schemas.microsoft.com/office/drawing/2014/main" id="{3A72DFFD-6972-74A3-175B-07193979F2E8}"/>
              </a:ext>
            </a:extLst>
          </p:cNvPr>
          <p:cNvSpPr>
            <a:spLocks noGrp="1"/>
          </p:cNvSpPr>
          <p:nvPr>
            <p:ph type="body" sz="quarter" idx="30"/>
          </p:nvPr>
        </p:nvSpPr>
        <p:spPr>
          <a:xfrm>
            <a:off x="6194425" y="1849434"/>
            <a:ext cx="5443537" cy="296866"/>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A023A96B-1BF9-D309-E58D-66F0C9D8471A}"/>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49F1DF92-ECAD-BF68-FDE6-F709D0D951C9}"/>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4" name="TextBox 3">
              <a:extLst>
                <a:ext uri="{FF2B5EF4-FFF2-40B4-BE49-F238E27FC236}">
                  <a16:creationId xmlns:a16="http://schemas.microsoft.com/office/drawing/2014/main" id="{8CAD21AF-032B-2021-CF3D-A8022FEFD066}"/>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DE1CC72B-1C70-C379-5BAC-324B2303E7E6}"/>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4E016C1E-66F1-891D-C460-E3A494D5AC4B}"/>
                </a:ext>
              </a:extLst>
            </p:cNvPr>
            <p:cNvGrpSpPr/>
            <p:nvPr userDrawn="1"/>
          </p:nvGrpSpPr>
          <p:grpSpPr>
            <a:xfrm>
              <a:off x="12442019" y="3791214"/>
              <a:ext cx="382660" cy="2882942"/>
              <a:chOff x="14001569" y="3716048"/>
              <a:chExt cx="316248" cy="3171236"/>
            </a:xfrm>
          </p:grpSpPr>
          <p:sp>
            <p:nvSpPr>
              <p:cNvPr id="24" name="Rectangle 23">
                <a:extLst>
                  <a:ext uri="{FF2B5EF4-FFF2-40B4-BE49-F238E27FC236}">
                    <a16:creationId xmlns:a16="http://schemas.microsoft.com/office/drawing/2014/main" id="{6294FCDF-4C95-2DF7-5353-CF43A0D6245C}"/>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45039E83-2F04-9BF9-0AAF-78BEBBC57262}"/>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C61E2DB1-347C-45D4-D662-3F654090B1E1}"/>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DE37020C-FC52-7B58-E013-312618231BDE}"/>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8FBC011C-29E5-03E6-5922-E83E606487E2}"/>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DADCD13E-DDF9-8015-E925-442F05A55D06}"/>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2AEF6E34-9A35-831C-45ED-3CD3E771E1D3}"/>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6292540D-4027-22CE-24C3-E22C48CAA5B7}"/>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4C7C7F4F-49FB-643A-E32B-0B1C57A4A45F}"/>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4EF246E9-2FEC-2BF8-4982-874565B7C1C5}"/>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D6465557-DFA5-6E9F-B2CA-0CC78F2E42FF}"/>
                </a:ext>
              </a:extLst>
            </p:cNvPr>
            <p:cNvGrpSpPr/>
            <p:nvPr userDrawn="1"/>
          </p:nvGrpSpPr>
          <p:grpSpPr>
            <a:xfrm>
              <a:off x="12442019" y="198485"/>
              <a:ext cx="382660" cy="2882942"/>
              <a:chOff x="12742785" y="3716048"/>
              <a:chExt cx="316248" cy="3171236"/>
            </a:xfrm>
          </p:grpSpPr>
          <p:sp>
            <p:nvSpPr>
              <p:cNvPr id="12" name="Rectangle 11">
                <a:extLst>
                  <a:ext uri="{FF2B5EF4-FFF2-40B4-BE49-F238E27FC236}">
                    <a16:creationId xmlns:a16="http://schemas.microsoft.com/office/drawing/2014/main" id="{704FC328-6E6C-99D5-92BC-80D1D4DC8821}"/>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3" name="Rectangle 12">
                <a:extLst>
                  <a:ext uri="{FF2B5EF4-FFF2-40B4-BE49-F238E27FC236}">
                    <a16:creationId xmlns:a16="http://schemas.microsoft.com/office/drawing/2014/main" id="{3C74818A-0DBB-630C-61F9-E755609B224B}"/>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71262F0D-B196-A598-1AAC-299DB6564A2C}"/>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4AADF65C-1060-C877-6079-8694D9429E07}"/>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5867004F-B497-7EF0-5569-32BD9DEE8904}"/>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86D2E9B6-C2DD-6B79-F14C-BFC320B536F8}"/>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AF7CEEBC-C377-E964-ED52-C96B2B9095F9}"/>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AC92C6F2-7DD1-C98A-4728-CE12FB81C2DA}"/>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3209BC35-6E55-B045-DA5E-FEC5B6753350}"/>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ABB164D7-396E-3DAE-51E4-054D639E919F}"/>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1" name="TextBox 10">
              <a:extLst>
                <a:ext uri="{FF2B5EF4-FFF2-40B4-BE49-F238E27FC236}">
                  <a16:creationId xmlns:a16="http://schemas.microsoft.com/office/drawing/2014/main" id="{AAC38E5C-C4E4-B487-8A97-539C88BB09E2}"/>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2D912699-8715-5EE4-551E-2A0519E39393}"/>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890483912"/>
      </p:ext>
    </p:extLst>
  </p:cSld>
  <p:clrMapOvr>
    <a:masterClrMapping/>
  </p:clrMapOvr>
</p:sldLayout>
</file>

<file path=ppt/slideLayouts/slideLayout291.xml><?xml version="1.0" encoding="utf-8"?>
<p:sldLayout xmlns:a="http://schemas.openxmlformats.org/drawingml/2006/main" xmlns:r="http://schemas.openxmlformats.org/officeDocument/2006/relationships" xmlns:p="http://schemas.openxmlformats.org/presentationml/2006/main" preserve="1" userDrawn="1">
  <p:cSld name="2 Column, Equal - Icons">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0" name="Picture Placeholder 9">
            <a:extLst>
              <a:ext uri="{FF2B5EF4-FFF2-40B4-BE49-F238E27FC236}">
                <a16:creationId xmlns:a16="http://schemas.microsoft.com/office/drawing/2014/main" id="{3BB3CD90-7B8A-B179-4BE0-1306245D8C1F}"/>
              </a:ext>
            </a:extLst>
          </p:cNvPr>
          <p:cNvSpPr>
            <a:spLocks noGrp="1"/>
          </p:cNvSpPr>
          <p:nvPr>
            <p:ph type="pic" sz="quarter" idx="37" hasCustomPrompt="1"/>
          </p:nvPr>
        </p:nvSpPr>
        <p:spPr>
          <a:xfrm>
            <a:off x="546100" y="1849438"/>
            <a:ext cx="731519" cy="720725"/>
          </a:xfrm>
          <a:noFill/>
          <a:ln>
            <a:noFill/>
          </a:ln>
        </p:spPr>
        <p:txBody>
          <a:bodyPr anchor="ctr"/>
          <a:lstStyle>
            <a:lvl1pPr algn="ctr">
              <a:defRPr>
                <a:solidFill>
                  <a:schemeClr val="tx1"/>
                </a:solidFill>
              </a:defRPr>
            </a:lvl1pPr>
          </a:lstStyle>
          <a:p>
            <a:r>
              <a:rPr lang="en-US"/>
              <a:t>Icon</a:t>
            </a:r>
          </a:p>
        </p:txBody>
      </p:sp>
      <p:sp>
        <p:nvSpPr>
          <p:cNvPr id="13" name="Picture Placeholder 9">
            <a:extLst>
              <a:ext uri="{FF2B5EF4-FFF2-40B4-BE49-F238E27FC236}">
                <a16:creationId xmlns:a16="http://schemas.microsoft.com/office/drawing/2014/main" id="{3759C39D-789E-C620-C4CA-F2BAB3460CEA}"/>
              </a:ext>
            </a:extLst>
          </p:cNvPr>
          <p:cNvSpPr>
            <a:spLocks noGrp="1"/>
          </p:cNvSpPr>
          <p:nvPr>
            <p:ph type="pic" sz="quarter" idx="38" hasCustomPrompt="1"/>
          </p:nvPr>
        </p:nvSpPr>
        <p:spPr>
          <a:xfrm>
            <a:off x="6194425" y="1849438"/>
            <a:ext cx="731520" cy="720725"/>
          </a:xfrm>
          <a:noFill/>
          <a:ln>
            <a:noFill/>
          </a:ln>
        </p:spPr>
        <p:txBody>
          <a:bodyPr anchor="ctr"/>
          <a:lstStyle>
            <a:lvl1pPr algn="ctr">
              <a:defRPr>
                <a:solidFill>
                  <a:schemeClr val="tx1"/>
                </a:solidFill>
              </a:defRPr>
            </a:lvl1pPr>
          </a:lstStyle>
          <a:p>
            <a:r>
              <a:rPr lang="en-US"/>
              <a:t>Icon</a:t>
            </a:r>
          </a:p>
        </p:txBody>
      </p:sp>
      <p:sp>
        <p:nvSpPr>
          <p:cNvPr id="15" name="Title 14">
            <a:extLst>
              <a:ext uri="{FF2B5EF4-FFF2-40B4-BE49-F238E27FC236}">
                <a16:creationId xmlns:a16="http://schemas.microsoft.com/office/drawing/2014/main" id="{83293C95-F2D4-1B62-3972-21D684C69D6B}"/>
              </a:ext>
            </a:extLst>
          </p:cNvPr>
          <p:cNvSpPr>
            <a:spLocks noGrp="1"/>
          </p:cNvSpPr>
          <p:nvPr>
            <p:ph type="title"/>
          </p:nvPr>
        </p:nvSpPr>
        <p:spPr>
          <a:xfrm>
            <a:off x="546100" y="552450"/>
            <a:ext cx="11091861" cy="434975"/>
          </a:xfrm>
        </p:spPr>
        <p:txBody>
          <a:bodyPr/>
          <a:lstStyle/>
          <a:p>
            <a:r>
              <a:rPr lang="en-US"/>
              <a:t>Click to edit Master title style</a:t>
            </a:r>
          </a:p>
        </p:txBody>
      </p:sp>
      <p:sp>
        <p:nvSpPr>
          <p:cNvPr id="4" name="Freeform 5">
            <a:extLst>
              <a:ext uri="{FF2B5EF4-FFF2-40B4-BE49-F238E27FC236}">
                <a16:creationId xmlns:a16="http://schemas.microsoft.com/office/drawing/2014/main" id="{BDF8D966-D4D5-8345-BCCE-83ADA78DF007}"/>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22" name="Text Placeholder 11">
            <a:extLst>
              <a:ext uri="{FF2B5EF4-FFF2-40B4-BE49-F238E27FC236}">
                <a16:creationId xmlns:a16="http://schemas.microsoft.com/office/drawing/2014/main" id="{E3714C5C-1F27-C398-E400-5C0795EDB8E8}"/>
              </a:ext>
            </a:extLst>
          </p:cNvPr>
          <p:cNvSpPr>
            <a:spLocks noGrp="1"/>
          </p:cNvSpPr>
          <p:nvPr>
            <p:ph type="body" sz="quarter" idx="21"/>
          </p:nvPr>
        </p:nvSpPr>
        <p:spPr>
          <a:xfrm>
            <a:off x="546100" y="1127125"/>
            <a:ext cx="11097578" cy="292608"/>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23" name="Text Placeholder 13">
            <a:extLst>
              <a:ext uri="{FF2B5EF4-FFF2-40B4-BE49-F238E27FC236}">
                <a16:creationId xmlns:a16="http://schemas.microsoft.com/office/drawing/2014/main" id="{7AD587B1-D6EF-264C-B2FD-D3B6CF8CC777}"/>
              </a:ext>
            </a:extLst>
          </p:cNvPr>
          <p:cNvSpPr>
            <a:spLocks noGrp="1"/>
          </p:cNvSpPr>
          <p:nvPr>
            <p:ph type="body" sz="quarter" idx="22"/>
          </p:nvPr>
        </p:nvSpPr>
        <p:spPr>
          <a:xfrm>
            <a:off x="546100" y="6019801"/>
            <a:ext cx="6851650"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24" name="Content Placeholder 29">
            <a:extLst>
              <a:ext uri="{FF2B5EF4-FFF2-40B4-BE49-F238E27FC236}">
                <a16:creationId xmlns:a16="http://schemas.microsoft.com/office/drawing/2014/main" id="{BC7EB0C9-FA9F-3888-8848-B5F248F576E9}"/>
              </a:ext>
            </a:extLst>
          </p:cNvPr>
          <p:cNvSpPr>
            <a:spLocks noGrp="1"/>
          </p:cNvSpPr>
          <p:nvPr>
            <p:ph sz="quarter" idx="27"/>
          </p:nvPr>
        </p:nvSpPr>
        <p:spPr>
          <a:xfrm>
            <a:off x="546101" y="2847975"/>
            <a:ext cx="5445124" cy="301942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5" name="Content Placeholder 31">
            <a:extLst>
              <a:ext uri="{FF2B5EF4-FFF2-40B4-BE49-F238E27FC236}">
                <a16:creationId xmlns:a16="http://schemas.microsoft.com/office/drawing/2014/main" id="{791D8777-C2DB-5F33-F63B-04B9C6AF8C52}"/>
              </a:ext>
            </a:extLst>
          </p:cNvPr>
          <p:cNvSpPr>
            <a:spLocks noGrp="1"/>
          </p:cNvSpPr>
          <p:nvPr>
            <p:ph sz="quarter" idx="28"/>
          </p:nvPr>
        </p:nvSpPr>
        <p:spPr>
          <a:xfrm>
            <a:off x="6194425" y="2847975"/>
            <a:ext cx="5443538" cy="301942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1BC4217D-4BAA-9360-1097-8431CA9B3583}"/>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23B738D2-9770-CA27-45BA-398391E221B4}"/>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765EE3DD-2A78-3977-96CB-1F4379F4F7B2}"/>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0D473BDE-269B-80AF-C2A3-A7FF07FC8C8A}"/>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B297EE7D-B7B5-F2F1-323E-D3708819C364}"/>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F7C5CFC4-7BCA-2B63-78A4-16D49919F444}"/>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5D70C0FD-9524-2C30-0539-E4E8C483F5EC}"/>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A55E9539-976E-313D-7347-9A0CD199EF14}"/>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40C12AA8-5649-BC19-338A-79799798EE2E}"/>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375BA55C-DF0A-D207-FA76-5ABF56FCA1C1}"/>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01AD903F-D396-FD39-53A0-99C131EB5AD0}"/>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BF987DE3-7741-D6BC-5B16-C386D99833B9}"/>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A30D0097-5B52-066B-6132-D211D4EBCF03}"/>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8256A564-2663-1E6F-3087-4F0654732D42}"/>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71EA7701-8240-364C-45FD-23F8090AE9E4}"/>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F27F1958-2330-3A10-25DB-3B1994DBDFE2}"/>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0842A728-0754-C9BD-9E4D-45B4B864EBA6}"/>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305A6F1E-9E2F-FBAA-4EB2-F5594A1259C3}"/>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927CCDDB-5836-8CC6-B4EC-970F1B67029C}"/>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E8E85DD0-B05F-F711-0829-830D552C5756}"/>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E30447AF-3E93-B4F4-2BD4-2D29DC49010A}"/>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D0803FD3-E145-B037-4F67-5DF2DD6040E0}"/>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F8249DC2-A9E4-0CD0-0F3F-282E0C8634A2}"/>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F6CC8C32-7656-8BA3-E842-3EC24814DCCD}"/>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45AACEA3-1A29-83A1-DDD8-14DE1DA11719}"/>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E5B1B73D-F5CF-EBCE-3F9A-C836D720D50F}"/>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D2C14CAE-C770-6127-8D3D-57B8E90575DC}"/>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F861FBEF-EE6E-BC1D-410E-9D965C8DDB92}"/>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701769295"/>
      </p:ext>
    </p:extLst>
  </p:cSld>
  <p:clrMapOvr>
    <a:masterClrMapping/>
  </p:clrMapOvr>
</p:sldLayout>
</file>

<file path=ppt/slideLayouts/slideLayout292.xml><?xml version="1.0" encoding="utf-8"?>
<p:sldLayout xmlns:a="http://schemas.openxmlformats.org/drawingml/2006/main" xmlns:r="http://schemas.openxmlformats.org/officeDocument/2006/relationships" xmlns:p="http://schemas.openxmlformats.org/presentationml/2006/main" preserve="1" userDrawn="1">
  <p:cSld name="2 Column, Equal - Subhead/Icons">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0" name="Picture Placeholder 9">
            <a:extLst>
              <a:ext uri="{FF2B5EF4-FFF2-40B4-BE49-F238E27FC236}">
                <a16:creationId xmlns:a16="http://schemas.microsoft.com/office/drawing/2014/main" id="{3BB3CD90-7B8A-B179-4BE0-1306245D8C1F}"/>
              </a:ext>
            </a:extLst>
          </p:cNvPr>
          <p:cNvSpPr>
            <a:spLocks noGrp="1"/>
          </p:cNvSpPr>
          <p:nvPr>
            <p:ph type="pic" sz="quarter" idx="37" hasCustomPrompt="1"/>
          </p:nvPr>
        </p:nvSpPr>
        <p:spPr>
          <a:xfrm>
            <a:off x="546100" y="1849438"/>
            <a:ext cx="731520" cy="720725"/>
          </a:xfrm>
          <a:noFill/>
          <a:ln>
            <a:noFill/>
          </a:ln>
        </p:spPr>
        <p:txBody>
          <a:bodyPr anchor="ctr"/>
          <a:lstStyle>
            <a:lvl1pPr algn="ctr">
              <a:defRPr>
                <a:solidFill>
                  <a:schemeClr val="tx1"/>
                </a:solidFill>
              </a:defRPr>
            </a:lvl1pPr>
          </a:lstStyle>
          <a:p>
            <a:r>
              <a:rPr lang="en-US"/>
              <a:t>Icon</a:t>
            </a:r>
          </a:p>
        </p:txBody>
      </p:sp>
      <p:sp>
        <p:nvSpPr>
          <p:cNvPr id="13" name="Picture Placeholder 9">
            <a:extLst>
              <a:ext uri="{FF2B5EF4-FFF2-40B4-BE49-F238E27FC236}">
                <a16:creationId xmlns:a16="http://schemas.microsoft.com/office/drawing/2014/main" id="{3759C39D-789E-C620-C4CA-F2BAB3460CEA}"/>
              </a:ext>
            </a:extLst>
          </p:cNvPr>
          <p:cNvSpPr>
            <a:spLocks noGrp="1"/>
          </p:cNvSpPr>
          <p:nvPr>
            <p:ph type="pic" sz="quarter" idx="38" hasCustomPrompt="1"/>
          </p:nvPr>
        </p:nvSpPr>
        <p:spPr>
          <a:xfrm>
            <a:off x="6194425" y="1849438"/>
            <a:ext cx="731520" cy="720725"/>
          </a:xfrm>
          <a:noFill/>
          <a:ln>
            <a:noFill/>
          </a:ln>
        </p:spPr>
        <p:txBody>
          <a:bodyPr anchor="ctr"/>
          <a:lstStyle>
            <a:lvl1pPr algn="ctr">
              <a:defRPr>
                <a:solidFill>
                  <a:schemeClr val="tx1"/>
                </a:solidFill>
              </a:defRPr>
            </a:lvl1pPr>
          </a:lstStyle>
          <a:p>
            <a:r>
              <a:rPr lang="en-US"/>
              <a:t>Icon</a:t>
            </a:r>
          </a:p>
        </p:txBody>
      </p:sp>
      <p:sp>
        <p:nvSpPr>
          <p:cNvPr id="19" name="Title 18">
            <a:extLst>
              <a:ext uri="{FF2B5EF4-FFF2-40B4-BE49-F238E27FC236}">
                <a16:creationId xmlns:a16="http://schemas.microsoft.com/office/drawing/2014/main" id="{4203C809-6284-F504-FD1D-2F733D8EF672}"/>
              </a:ext>
            </a:extLst>
          </p:cNvPr>
          <p:cNvSpPr>
            <a:spLocks noGrp="1"/>
          </p:cNvSpPr>
          <p:nvPr>
            <p:ph type="title"/>
          </p:nvPr>
        </p:nvSpPr>
        <p:spPr>
          <a:xfrm>
            <a:off x="546100" y="552450"/>
            <a:ext cx="11091862" cy="434975"/>
          </a:xfrm>
        </p:spPr>
        <p:txBody>
          <a:bodyPr/>
          <a:lstStyle/>
          <a:p>
            <a:r>
              <a:rPr lang="en-US"/>
              <a:t>Click to edit Master title style</a:t>
            </a:r>
          </a:p>
        </p:txBody>
      </p:sp>
      <p:sp>
        <p:nvSpPr>
          <p:cNvPr id="4" name="Freeform 5">
            <a:extLst>
              <a:ext uri="{FF2B5EF4-FFF2-40B4-BE49-F238E27FC236}">
                <a16:creationId xmlns:a16="http://schemas.microsoft.com/office/drawing/2014/main" id="{FD35FFA2-B061-C6C6-9525-75F69775617A}"/>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2" name="Text Placeholder 11">
            <a:extLst>
              <a:ext uri="{FF2B5EF4-FFF2-40B4-BE49-F238E27FC236}">
                <a16:creationId xmlns:a16="http://schemas.microsoft.com/office/drawing/2014/main" id="{9DBD8FF5-701A-95F4-260E-E54FC660C38F}"/>
              </a:ext>
            </a:extLst>
          </p:cNvPr>
          <p:cNvSpPr>
            <a:spLocks noGrp="1"/>
          </p:cNvSpPr>
          <p:nvPr>
            <p:ph type="body" sz="quarter" idx="41"/>
          </p:nvPr>
        </p:nvSpPr>
        <p:spPr>
          <a:xfrm>
            <a:off x="546100" y="1127124"/>
            <a:ext cx="11094211" cy="295276"/>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5" name="Text Placeholder 14">
            <a:extLst>
              <a:ext uri="{FF2B5EF4-FFF2-40B4-BE49-F238E27FC236}">
                <a16:creationId xmlns:a16="http://schemas.microsoft.com/office/drawing/2014/main" id="{FC3E1B1C-BFB6-509F-0D82-C1AA2860E141}"/>
              </a:ext>
            </a:extLst>
          </p:cNvPr>
          <p:cNvSpPr>
            <a:spLocks noGrp="1"/>
          </p:cNvSpPr>
          <p:nvPr>
            <p:ph type="body" sz="quarter" idx="42"/>
          </p:nvPr>
        </p:nvSpPr>
        <p:spPr>
          <a:xfrm>
            <a:off x="539748" y="6019800"/>
            <a:ext cx="6858001" cy="292099"/>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7" name="Content Placeholder 16">
            <a:extLst>
              <a:ext uri="{FF2B5EF4-FFF2-40B4-BE49-F238E27FC236}">
                <a16:creationId xmlns:a16="http://schemas.microsoft.com/office/drawing/2014/main" id="{EE99AD3F-BADC-0A62-5455-2F629230E03A}"/>
              </a:ext>
            </a:extLst>
          </p:cNvPr>
          <p:cNvSpPr>
            <a:spLocks noGrp="1"/>
          </p:cNvSpPr>
          <p:nvPr>
            <p:ph sz="quarter" idx="43"/>
          </p:nvPr>
        </p:nvSpPr>
        <p:spPr>
          <a:xfrm>
            <a:off x="546100" y="3295650"/>
            <a:ext cx="5445125" cy="243763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5" name="Content Placeholder 24">
            <a:extLst>
              <a:ext uri="{FF2B5EF4-FFF2-40B4-BE49-F238E27FC236}">
                <a16:creationId xmlns:a16="http://schemas.microsoft.com/office/drawing/2014/main" id="{F13C4FDE-A81E-EF79-BD4B-61C6431C7630}"/>
              </a:ext>
            </a:extLst>
          </p:cNvPr>
          <p:cNvSpPr>
            <a:spLocks noGrp="1"/>
          </p:cNvSpPr>
          <p:nvPr>
            <p:ph sz="quarter" idx="44"/>
          </p:nvPr>
        </p:nvSpPr>
        <p:spPr>
          <a:xfrm>
            <a:off x="6194425" y="3295650"/>
            <a:ext cx="5443536" cy="24376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7" name="Text Placeholder 26">
            <a:extLst>
              <a:ext uri="{FF2B5EF4-FFF2-40B4-BE49-F238E27FC236}">
                <a16:creationId xmlns:a16="http://schemas.microsoft.com/office/drawing/2014/main" id="{79AA7307-4097-61A7-6D7C-E1E31662FD7C}"/>
              </a:ext>
            </a:extLst>
          </p:cNvPr>
          <p:cNvSpPr>
            <a:spLocks noGrp="1"/>
          </p:cNvSpPr>
          <p:nvPr>
            <p:ph type="body" sz="quarter" idx="45"/>
          </p:nvPr>
        </p:nvSpPr>
        <p:spPr>
          <a:xfrm>
            <a:off x="546100" y="2714625"/>
            <a:ext cx="5445125" cy="295276"/>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29" name="Text Placeholder 28">
            <a:extLst>
              <a:ext uri="{FF2B5EF4-FFF2-40B4-BE49-F238E27FC236}">
                <a16:creationId xmlns:a16="http://schemas.microsoft.com/office/drawing/2014/main" id="{B89766A0-7AF7-514F-D906-7F7B54DCA000}"/>
              </a:ext>
            </a:extLst>
          </p:cNvPr>
          <p:cNvSpPr>
            <a:spLocks noGrp="1"/>
          </p:cNvSpPr>
          <p:nvPr>
            <p:ph type="body" sz="quarter" idx="46"/>
          </p:nvPr>
        </p:nvSpPr>
        <p:spPr>
          <a:xfrm>
            <a:off x="6192838" y="2714625"/>
            <a:ext cx="5445125" cy="294511"/>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B2AAF679-4457-10F2-E9B5-A7FEFB97B220}"/>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55B56AB6-E6D6-C3B5-BA76-D99E122A8E1A}"/>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A26F0088-43FC-AE92-DEF1-3E3F04F249D1}"/>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0DD396A0-8CCE-6537-F2EE-C146F701E26F}"/>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C2D6B92D-3AE8-AA58-ECFA-0BC8AA3FBD75}"/>
                </a:ext>
              </a:extLst>
            </p:cNvPr>
            <p:cNvGrpSpPr/>
            <p:nvPr userDrawn="1"/>
          </p:nvGrpSpPr>
          <p:grpSpPr>
            <a:xfrm>
              <a:off x="12442019" y="3791214"/>
              <a:ext cx="382660" cy="2882942"/>
              <a:chOff x="14001569" y="3716048"/>
              <a:chExt cx="316248" cy="3171236"/>
            </a:xfrm>
          </p:grpSpPr>
          <p:sp>
            <p:nvSpPr>
              <p:cNvPr id="31" name="Rectangle 30">
                <a:extLst>
                  <a:ext uri="{FF2B5EF4-FFF2-40B4-BE49-F238E27FC236}">
                    <a16:creationId xmlns:a16="http://schemas.microsoft.com/office/drawing/2014/main" id="{0C112F11-5917-4249-B980-86239654D529}"/>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31A5D626-224F-F8FD-A2B0-F8D40C087DDB}"/>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0798FC30-BB8C-BFF1-8C51-40A55795A053}"/>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D7C10461-A3C0-8123-080D-B246D493ED94}"/>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E9AE00C3-0423-8270-5732-509DFD07A597}"/>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AEAF8904-0885-07BA-31B5-D213B163E7D0}"/>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489C82E9-7E4A-421F-6776-726E1D9B5D4A}"/>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7DB477D9-F8E3-2E56-3CD7-9476ABA53930}"/>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681D4E38-D098-AC8F-1CFF-B588E93B49C7}"/>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B6799BE3-4498-74FB-994F-3A827E612705}"/>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B300A026-ACBA-79A6-D5CC-0542DDB15C50}"/>
                </a:ext>
              </a:extLst>
            </p:cNvPr>
            <p:cNvGrpSpPr/>
            <p:nvPr userDrawn="1"/>
          </p:nvGrpSpPr>
          <p:grpSpPr>
            <a:xfrm>
              <a:off x="12442019" y="198485"/>
              <a:ext cx="382660" cy="2882942"/>
              <a:chOff x="12742785" y="3716048"/>
              <a:chExt cx="316248" cy="3171236"/>
            </a:xfrm>
          </p:grpSpPr>
          <p:sp>
            <p:nvSpPr>
              <p:cNvPr id="16" name="Rectangle 15">
                <a:extLst>
                  <a:ext uri="{FF2B5EF4-FFF2-40B4-BE49-F238E27FC236}">
                    <a16:creationId xmlns:a16="http://schemas.microsoft.com/office/drawing/2014/main" id="{FD53FBA9-4949-BEF1-4319-61DA898C0EC7}"/>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CFCBAE7B-420A-0B72-10B6-542AD66109D8}"/>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37B13E4E-F436-C4AF-BB9A-8B68DC948B49}"/>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332BDDDC-80C5-69C0-7AEF-30DD74FC0AD4}"/>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0468DA90-BB63-B0DF-57CF-F5DBC32BCF71}"/>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CEBF4FBC-1889-3912-81BF-420FAC973C0F}"/>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1A8B1959-56DB-7F1C-EB82-941290E08718}"/>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C37AFCF6-C2CC-101E-1AE1-7ADFD5BB0A4F}"/>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4042A1E0-78A8-C6F3-211A-FE05B7765D80}"/>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038815BF-C91C-6350-086E-8347BA4DA871}"/>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1C8FDF8C-EC84-EF9E-0866-EDECE08B8270}"/>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1" name="TextBox 40">
            <a:extLst>
              <a:ext uri="{FF2B5EF4-FFF2-40B4-BE49-F238E27FC236}">
                <a16:creationId xmlns:a16="http://schemas.microsoft.com/office/drawing/2014/main" id="{F651CFFF-56D1-7C7D-131C-CA970CA41C82}"/>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946157190"/>
      </p:ext>
    </p:extLst>
  </p:cSld>
  <p:clrMapOvr>
    <a:masterClrMapping/>
  </p:clrMapOvr>
</p:sldLayout>
</file>

<file path=ppt/slideLayouts/slideLayout293.xml><?xml version="1.0" encoding="utf-8"?>
<p:sldLayout xmlns:a="http://schemas.openxmlformats.org/drawingml/2006/main" xmlns:r="http://schemas.openxmlformats.org/officeDocument/2006/relationships" xmlns:p="http://schemas.openxmlformats.org/presentationml/2006/main" preserve="1" userDrawn="1">
  <p:cSld name="2 Column, Split Right">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2" name="Title 11">
            <a:extLst>
              <a:ext uri="{FF2B5EF4-FFF2-40B4-BE49-F238E27FC236}">
                <a16:creationId xmlns:a16="http://schemas.microsoft.com/office/drawing/2014/main" id="{8D19B5F2-6756-55DC-BEE5-E7E670D49ACA}"/>
              </a:ext>
            </a:extLst>
          </p:cNvPr>
          <p:cNvSpPr>
            <a:spLocks noGrp="1"/>
          </p:cNvSpPr>
          <p:nvPr>
            <p:ph type="title"/>
          </p:nvPr>
        </p:nvSpPr>
        <p:spPr>
          <a:xfrm>
            <a:off x="546100" y="552450"/>
            <a:ext cx="11091861" cy="434975"/>
          </a:xfrm>
        </p:spPr>
        <p:txBody>
          <a:bodyPr/>
          <a:lstStyle/>
          <a:p>
            <a:r>
              <a:rPr lang="en-US"/>
              <a:t>Click to edit Master title style</a:t>
            </a:r>
          </a:p>
        </p:txBody>
      </p:sp>
      <p:sp>
        <p:nvSpPr>
          <p:cNvPr id="4" name="Freeform 5">
            <a:extLst>
              <a:ext uri="{FF2B5EF4-FFF2-40B4-BE49-F238E27FC236}">
                <a16:creationId xmlns:a16="http://schemas.microsoft.com/office/drawing/2014/main" id="{8ED44C0D-92D1-75F9-458B-D180FE9F59C8}"/>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4" name="Text Placeholder 10">
            <a:extLst>
              <a:ext uri="{FF2B5EF4-FFF2-40B4-BE49-F238E27FC236}">
                <a16:creationId xmlns:a16="http://schemas.microsoft.com/office/drawing/2014/main" id="{48414F29-27E4-4DBB-3173-E9D3EF4CC95C}"/>
              </a:ext>
            </a:extLst>
          </p:cNvPr>
          <p:cNvSpPr>
            <a:spLocks noGrp="1"/>
          </p:cNvSpPr>
          <p:nvPr>
            <p:ph type="body" sz="quarter" idx="21"/>
          </p:nvPr>
        </p:nvSpPr>
        <p:spPr>
          <a:xfrm>
            <a:off x="546100" y="1127125"/>
            <a:ext cx="11094211"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6" name="Text Placeholder 15">
            <a:extLst>
              <a:ext uri="{FF2B5EF4-FFF2-40B4-BE49-F238E27FC236}">
                <a16:creationId xmlns:a16="http://schemas.microsoft.com/office/drawing/2014/main" id="{B81373EC-AE8A-5B25-87D5-D572EA8ACE5F}"/>
              </a:ext>
            </a:extLst>
          </p:cNvPr>
          <p:cNvSpPr>
            <a:spLocks noGrp="1"/>
          </p:cNvSpPr>
          <p:nvPr>
            <p:ph type="body" sz="quarter" idx="22"/>
          </p:nvPr>
        </p:nvSpPr>
        <p:spPr>
          <a:xfrm>
            <a:off x="546100" y="6019800"/>
            <a:ext cx="685165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7" name="Content Placeholder 22">
            <a:extLst>
              <a:ext uri="{FF2B5EF4-FFF2-40B4-BE49-F238E27FC236}">
                <a16:creationId xmlns:a16="http://schemas.microsoft.com/office/drawing/2014/main" id="{6F420E2B-2A9E-7565-8D5D-70095A93099F}"/>
              </a:ext>
            </a:extLst>
          </p:cNvPr>
          <p:cNvSpPr>
            <a:spLocks noGrp="1"/>
          </p:cNvSpPr>
          <p:nvPr>
            <p:ph sz="quarter" idx="23"/>
          </p:nvPr>
        </p:nvSpPr>
        <p:spPr>
          <a:xfrm>
            <a:off x="546100" y="1849438"/>
            <a:ext cx="3524249"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8" name="Content Placeholder 24">
            <a:extLst>
              <a:ext uri="{FF2B5EF4-FFF2-40B4-BE49-F238E27FC236}">
                <a16:creationId xmlns:a16="http://schemas.microsoft.com/office/drawing/2014/main" id="{2A2549F7-6A27-1EA2-0010-4F6705CEC0FC}"/>
              </a:ext>
            </a:extLst>
          </p:cNvPr>
          <p:cNvSpPr>
            <a:spLocks noGrp="1"/>
          </p:cNvSpPr>
          <p:nvPr>
            <p:ph sz="quarter" idx="24"/>
          </p:nvPr>
        </p:nvSpPr>
        <p:spPr>
          <a:xfrm>
            <a:off x="4343400" y="1849438"/>
            <a:ext cx="7307422"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7351D07B-1635-6538-A27C-A5C8A9D8706B}"/>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2E36CFAE-90C9-03A9-4D0A-6D7576B83B09}"/>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EFBBFB32-F0A1-F220-5A7D-99C0DDA3C3C4}"/>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A5A1BBE7-83EF-76B6-FC51-EAE1A40E9B8E}"/>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794757E1-940C-C7F2-E362-5F3A8CE6A03B}"/>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CC41E648-DC92-D1A6-3E47-1E5DCDDD4F94}"/>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06AE122C-55B4-153C-C55B-B91FCE2DEADF}"/>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6A57B54B-F94E-D856-00C8-06A6B4F5579F}"/>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9F124C08-B5DB-6FBA-71EA-9CF98E94917C}"/>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EC79635E-BB36-33E6-B293-850EBE6B1A28}"/>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AF319A9D-9492-25A8-6223-3410A7C0F6E6}"/>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5DDF6012-AC09-72B3-6B62-C7B5AF974730}"/>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71AABB3B-1E2F-FF15-E58A-3285D66168F2}"/>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E5EB815C-66EE-EFB8-96A1-DF7C3DCCF8D7}"/>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FA248117-4342-783F-6EED-2042E068BD35}"/>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31435D5F-EC9E-9981-6048-EBD3EE62A6EB}"/>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380E5741-2C16-0E1F-2312-24C38EFE0C73}"/>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DE6D975F-EB67-C6B9-41E8-9DDDFDB095F7}"/>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BE137D7B-794A-2A70-62C3-4855AAD968D4}"/>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156AD255-546A-65C8-DA74-BEA388D8A98E}"/>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6F2EF9DF-3845-692A-0B20-0F0A17C91758}"/>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1E35968E-9D55-2931-512D-58B5D2CC7E3D}"/>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CD15D4F7-1C9C-03D7-5D11-AB4412DAB783}"/>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DF0D105A-61DA-6DCC-69AE-3E2538C97C87}"/>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2FBAD7D9-465E-B7EC-F50C-C45AA3A3A852}"/>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CE056B27-29BC-0210-E33E-5A3085529061}"/>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1" name="TextBox 10">
              <a:extLst>
                <a:ext uri="{FF2B5EF4-FFF2-40B4-BE49-F238E27FC236}">
                  <a16:creationId xmlns:a16="http://schemas.microsoft.com/office/drawing/2014/main" id="{E9C3908B-8EEB-BD6A-7DEF-7E01F46D967F}"/>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4782A991-4EF0-68D1-4C67-22B7F0B34C08}"/>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4248441435"/>
      </p:ext>
    </p:extLst>
  </p:cSld>
  <p:clrMapOvr>
    <a:masterClrMapping/>
  </p:clrMapOvr>
</p:sldLayout>
</file>

<file path=ppt/slideLayouts/slideLayout294.xml><?xml version="1.0" encoding="utf-8"?>
<p:sldLayout xmlns:a="http://schemas.openxmlformats.org/drawingml/2006/main" xmlns:r="http://schemas.openxmlformats.org/officeDocument/2006/relationships" xmlns:p="http://schemas.openxmlformats.org/presentationml/2006/main" preserve="1" userDrawn="1">
  <p:cSld name="2 Column, Split Right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9" name="Title 18">
            <a:extLst>
              <a:ext uri="{FF2B5EF4-FFF2-40B4-BE49-F238E27FC236}">
                <a16:creationId xmlns:a16="http://schemas.microsoft.com/office/drawing/2014/main" id="{4127724E-0B84-AA37-D926-B3D06E81CABD}"/>
              </a:ext>
            </a:extLst>
          </p:cNvPr>
          <p:cNvSpPr>
            <a:spLocks noGrp="1"/>
          </p:cNvSpPr>
          <p:nvPr>
            <p:ph type="title"/>
          </p:nvPr>
        </p:nvSpPr>
        <p:spPr>
          <a:xfrm>
            <a:off x="546100" y="552450"/>
            <a:ext cx="11091861" cy="434975"/>
          </a:xfrm>
        </p:spPr>
        <p:txBody>
          <a:bodyPr/>
          <a:lstStyle/>
          <a:p>
            <a:r>
              <a:rPr lang="en-US"/>
              <a:t>Click to edit Master title style</a:t>
            </a:r>
          </a:p>
        </p:txBody>
      </p:sp>
      <p:sp>
        <p:nvSpPr>
          <p:cNvPr id="4" name="Freeform 5">
            <a:extLst>
              <a:ext uri="{FF2B5EF4-FFF2-40B4-BE49-F238E27FC236}">
                <a16:creationId xmlns:a16="http://schemas.microsoft.com/office/drawing/2014/main" id="{076869E4-6FE8-072A-3700-20BFBA1437F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1" name="Text Placeholder 11">
            <a:extLst>
              <a:ext uri="{FF2B5EF4-FFF2-40B4-BE49-F238E27FC236}">
                <a16:creationId xmlns:a16="http://schemas.microsoft.com/office/drawing/2014/main" id="{5C728F5B-E1E8-3C29-EDD5-AA886A74A6C3}"/>
              </a:ext>
            </a:extLst>
          </p:cNvPr>
          <p:cNvSpPr>
            <a:spLocks noGrp="1"/>
          </p:cNvSpPr>
          <p:nvPr>
            <p:ph type="body" sz="quarter" idx="21"/>
          </p:nvPr>
        </p:nvSpPr>
        <p:spPr>
          <a:xfrm>
            <a:off x="546100" y="1127125"/>
            <a:ext cx="11097578"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2" name="Text Placeholder 13">
            <a:extLst>
              <a:ext uri="{FF2B5EF4-FFF2-40B4-BE49-F238E27FC236}">
                <a16:creationId xmlns:a16="http://schemas.microsoft.com/office/drawing/2014/main" id="{D437BE9A-8A37-12FD-FF09-D132746CA34A}"/>
              </a:ext>
            </a:extLst>
          </p:cNvPr>
          <p:cNvSpPr>
            <a:spLocks noGrp="1"/>
          </p:cNvSpPr>
          <p:nvPr>
            <p:ph type="body" sz="quarter" idx="22"/>
          </p:nvPr>
        </p:nvSpPr>
        <p:spPr>
          <a:xfrm>
            <a:off x="546098" y="6019801"/>
            <a:ext cx="6851651"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3" name="Content Placeholder 29">
            <a:extLst>
              <a:ext uri="{FF2B5EF4-FFF2-40B4-BE49-F238E27FC236}">
                <a16:creationId xmlns:a16="http://schemas.microsoft.com/office/drawing/2014/main" id="{DF7192E9-18E0-4BBC-6544-BEEF161CD9BF}"/>
              </a:ext>
            </a:extLst>
          </p:cNvPr>
          <p:cNvSpPr>
            <a:spLocks noGrp="1"/>
          </p:cNvSpPr>
          <p:nvPr>
            <p:ph sz="quarter" idx="27"/>
          </p:nvPr>
        </p:nvSpPr>
        <p:spPr>
          <a:xfrm>
            <a:off x="546100" y="2425699"/>
            <a:ext cx="3524249"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4" name="Content Placeholder 31">
            <a:extLst>
              <a:ext uri="{FF2B5EF4-FFF2-40B4-BE49-F238E27FC236}">
                <a16:creationId xmlns:a16="http://schemas.microsoft.com/office/drawing/2014/main" id="{D9F0FF52-13E2-E833-F9CE-AC3FA1D713DD}"/>
              </a:ext>
            </a:extLst>
          </p:cNvPr>
          <p:cNvSpPr>
            <a:spLocks noGrp="1"/>
          </p:cNvSpPr>
          <p:nvPr>
            <p:ph sz="quarter" idx="28"/>
          </p:nvPr>
        </p:nvSpPr>
        <p:spPr>
          <a:xfrm>
            <a:off x="4343400" y="2425700"/>
            <a:ext cx="7294563"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Text Placeholder 33">
            <a:extLst>
              <a:ext uri="{FF2B5EF4-FFF2-40B4-BE49-F238E27FC236}">
                <a16:creationId xmlns:a16="http://schemas.microsoft.com/office/drawing/2014/main" id="{08AA2D12-29FA-271A-D47B-631180E59030}"/>
              </a:ext>
            </a:extLst>
          </p:cNvPr>
          <p:cNvSpPr>
            <a:spLocks noGrp="1"/>
          </p:cNvSpPr>
          <p:nvPr>
            <p:ph type="body" sz="quarter" idx="29"/>
          </p:nvPr>
        </p:nvSpPr>
        <p:spPr>
          <a:xfrm>
            <a:off x="546099" y="1849432"/>
            <a:ext cx="3514069" cy="296867"/>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16" name="Text Placeholder 35">
            <a:extLst>
              <a:ext uri="{FF2B5EF4-FFF2-40B4-BE49-F238E27FC236}">
                <a16:creationId xmlns:a16="http://schemas.microsoft.com/office/drawing/2014/main" id="{92CE57A3-BE6C-DBDE-1A82-38D8E92441DD}"/>
              </a:ext>
            </a:extLst>
          </p:cNvPr>
          <p:cNvSpPr>
            <a:spLocks noGrp="1"/>
          </p:cNvSpPr>
          <p:nvPr>
            <p:ph type="body" sz="quarter" idx="30"/>
          </p:nvPr>
        </p:nvSpPr>
        <p:spPr>
          <a:xfrm>
            <a:off x="4343400" y="1849436"/>
            <a:ext cx="7294562" cy="296864"/>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AEAAAE4F-6264-AC3D-9F24-6D97014FA83B}"/>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8D8F7181-6579-24C0-F980-3CDA20188763}"/>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FD11A2FE-1C7D-A1F2-E7B5-2FE68D7C2896}"/>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A30F8247-5DD0-5B17-4E63-E5CD28C19B98}"/>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C9A2BB14-4955-197F-1DBB-B7C64AF2C221}"/>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493EC766-1C97-CDA1-FD74-7CE89A706250}"/>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191157BD-4A01-11A3-CB6A-A4772D017359}"/>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58FC1321-3E4F-5F12-6D19-234CDC0A3D96}"/>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CE4B8451-4772-6C5B-CFC9-1519D89460E6}"/>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9819452C-A8BF-97D5-4FAC-057FAF58256A}"/>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9CA938B7-6ADB-1099-AF2A-FB392CCC46D6}"/>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E9932D60-F7BB-A22D-302A-619677F036A4}"/>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BEE0481A-455F-14B9-1FB6-225F3A75B8B4}"/>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5ECB2246-6F86-72BC-56D7-C97F1B9A6F3D}"/>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CBFFA6F3-89BF-B1C5-F4A2-66896BDFFEFB}"/>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5C984E08-FF0B-53DE-3583-845504F30EAD}"/>
                </a:ext>
              </a:extLst>
            </p:cNvPr>
            <p:cNvGrpSpPr/>
            <p:nvPr userDrawn="1"/>
          </p:nvGrpSpPr>
          <p:grpSpPr>
            <a:xfrm>
              <a:off x="12442019" y="198485"/>
              <a:ext cx="382660" cy="2882942"/>
              <a:chOff x="12742785" y="3716048"/>
              <a:chExt cx="316248" cy="3171236"/>
            </a:xfrm>
          </p:grpSpPr>
          <p:sp>
            <p:nvSpPr>
              <p:cNvPr id="18" name="Rectangle 17">
                <a:extLst>
                  <a:ext uri="{FF2B5EF4-FFF2-40B4-BE49-F238E27FC236}">
                    <a16:creationId xmlns:a16="http://schemas.microsoft.com/office/drawing/2014/main" id="{4509F314-54F1-A23C-D0AB-C37497EF8827}"/>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99DF3C1C-1D04-A0B1-6260-171AFFFB3A52}"/>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BE4AE866-D68F-FC1A-C18C-62A6ED4D4F53}"/>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57661889-24FA-1B61-19A5-BAB41C5CA484}"/>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9E2FF30A-BAEF-554A-946D-A3BA556AFEF4}"/>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DE88CD9A-BAAB-473C-4360-48C021E9EBEE}"/>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14E796CA-67A4-EE5E-5D87-65A410ABE2CF}"/>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29E1676D-DFA8-BAD2-720E-78CF7084576A}"/>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F8279012-355D-2AA3-0528-9BD1A78DECE5}"/>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7706BE3A-4047-00C2-1AE8-854BFADC15F4}"/>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7" name="TextBox 16">
              <a:extLst>
                <a:ext uri="{FF2B5EF4-FFF2-40B4-BE49-F238E27FC236}">
                  <a16:creationId xmlns:a16="http://schemas.microsoft.com/office/drawing/2014/main" id="{55043C84-32B7-028D-B175-1AED7B65D26F}"/>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432249A4-B90C-DA28-FAC2-62E1008A02A7}"/>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215415729"/>
      </p:ext>
    </p:extLst>
  </p:cSld>
  <p:clrMapOvr>
    <a:masterClrMapping/>
  </p:clrMapOvr>
</p:sldLayout>
</file>

<file path=ppt/slideLayouts/slideLayout295.xml><?xml version="1.0" encoding="utf-8"?>
<p:sldLayout xmlns:a="http://schemas.openxmlformats.org/drawingml/2006/main" xmlns:r="http://schemas.openxmlformats.org/officeDocument/2006/relationships" xmlns:p="http://schemas.openxmlformats.org/presentationml/2006/main" preserve="1" userDrawn="1">
  <p:cSld name="2 Column, Split Left">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5" name="Title 4">
            <a:extLst>
              <a:ext uri="{FF2B5EF4-FFF2-40B4-BE49-F238E27FC236}">
                <a16:creationId xmlns:a16="http://schemas.microsoft.com/office/drawing/2014/main" id="{FEDB0BC8-832D-FCF8-A69B-2C85E902AFF7}"/>
              </a:ext>
            </a:extLst>
          </p:cNvPr>
          <p:cNvSpPr>
            <a:spLocks noGrp="1"/>
          </p:cNvSpPr>
          <p:nvPr>
            <p:ph type="title"/>
          </p:nvPr>
        </p:nvSpPr>
        <p:spPr>
          <a:xfrm>
            <a:off x="546100" y="552450"/>
            <a:ext cx="11091861" cy="434975"/>
          </a:xfrm>
        </p:spPr>
        <p:txBody>
          <a:bodyPr/>
          <a:lstStyle/>
          <a:p>
            <a:r>
              <a:rPr lang="en-US"/>
              <a:t>Click to edit Master title style</a:t>
            </a:r>
          </a:p>
        </p:txBody>
      </p:sp>
      <p:sp>
        <p:nvSpPr>
          <p:cNvPr id="4" name="Freeform 5">
            <a:extLst>
              <a:ext uri="{FF2B5EF4-FFF2-40B4-BE49-F238E27FC236}">
                <a16:creationId xmlns:a16="http://schemas.microsoft.com/office/drawing/2014/main" id="{7472A942-DCD2-7E19-26F4-1DD113420ED0}"/>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4" name="Text Placeholder 10">
            <a:extLst>
              <a:ext uri="{FF2B5EF4-FFF2-40B4-BE49-F238E27FC236}">
                <a16:creationId xmlns:a16="http://schemas.microsoft.com/office/drawing/2014/main" id="{F9DE8466-9524-5260-777B-27EB7449C0BA}"/>
              </a:ext>
            </a:extLst>
          </p:cNvPr>
          <p:cNvSpPr>
            <a:spLocks noGrp="1"/>
          </p:cNvSpPr>
          <p:nvPr>
            <p:ph type="body" sz="quarter" idx="21"/>
          </p:nvPr>
        </p:nvSpPr>
        <p:spPr>
          <a:xfrm>
            <a:off x="546100" y="1127125"/>
            <a:ext cx="11094211"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6" name="Text Placeholder 15">
            <a:extLst>
              <a:ext uri="{FF2B5EF4-FFF2-40B4-BE49-F238E27FC236}">
                <a16:creationId xmlns:a16="http://schemas.microsoft.com/office/drawing/2014/main" id="{C8E82BB7-912C-BDF2-041D-1CF0F86357C0}"/>
              </a:ext>
            </a:extLst>
          </p:cNvPr>
          <p:cNvSpPr>
            <a:spLocks noGrp="1"/>
          </p:cNvSpPr>
          <p:nvPr>
            <p:ph type="body" sz="quarter" idx="22"/>
          </p:nvPr>
        </p:nvSpPr>
        <p:spPr>
          <a:xfrm>
            <a:off x="546100" y="6019800"/>
            <a:ext cx="685165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7" name="Content Placeholder 22">
            <a:extLst>
              <a:ext uri="{FF2B5EF4-FFF2-40B4-BE49-F238E27FC236}">
                <a16:creationId xmlns:a16="http://schemas.microsoft.com/office/drawing/2014/main" id="{A1943844-20A2-F090-70FC-9F445822268A}"/>
              </a:ext>
            </a:extLst>
          </p:cNvPr>
          <p:cNvSpPr>
            <a:spLocks noGrp="1"/>
          </p:cNvSpPr>
          <p:nvPr>
            <p:ph sz="quarter" idx="23"/>
          </p:nvPr>
        </p:nvSpPr>
        <p:spPr>
          <a:xfrm>
            <a:off x="546101" y="1849438"/>
            <a:ext cx="7296912"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8" name="Content Placeholder 24">
            <a:extLst>
              <a:ext uri="{FF2B5EF4-FFF2-40B4-BE49-F238E27FC236}">
                <a16:creationId xmlns:a16="http://schemas.microsoft.com/office/drawing/2014/main" id="{F46CA1E9-3B79-03D7-0EE9-A3FE6A5AF033}"/>
              </a:ext>
            </a:extLst>
          </p:cNvPr>
          <p:cNvSpPr>
            <a:spLocks noGrp="1"/>
          </p:cNvSpPr>
          <p:nvPr>
            <p:ph sz="quarter" idx="24"/>
          </p:nvPr>
        </p:nvSpPr>
        <p:spPr>
          <a:xfrm>
            <a:off x="8046214" y="1849438"/>
            <a:ext cx="3591750"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69F3D7FD-60CB-52FB-9C03-76293CA22407}"/>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72B91C10-5B3C-3BBE-D3AF-9A9D8915EC6C}"/>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077961EE-9E43-F606-8BD4-9B3190DCF0E0}"/>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B3704F77-40DA-27DD-4E29-D082BED4795D}"/>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F5F8C213-6F1B-D767-55B6-854F69DEFD41}"/>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BC370A5B-6A7F-BCA9-D91E-3A43087D807A}"/>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AE9722DE-8A42-A956-F9D7-D644C275838D}"/>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9A3D797D-F4D7-3948-1D9F-F097135BE2FF}"/>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6322F5EE-7DFD-355E-CF50-6715051B12F0}"/>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194BA0DC-50A0-27E4-08FA-D10563F7A993}"/>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0D870966-FC39-28A5-08AF-F7646BA12D58}"/>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798FD818-64A3-3B39-5228-F954B1BB5434}"/>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2CA45D9A-D1B7-9C27-02AB-83D26ACAE923}"/>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559BBD49-3347-B146-C045-1DA1E29BD57D}"/>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C1668B1C-4F56-E61E-7B4C-8B0458C0DA70}"/>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63B00817-CED9-63C6-5A81-1C156455C4F5}"/>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08E38D2A-2371-25F1-961D-5B13ECB8D1A0}"/>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080E8441-8B04-B105-BBAD-9E2CB8346583}"/>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08334DA5-141C-E368-0D8C-4E18EDEDF311}"/>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D4B682A3-81EE-D0CE-733D-0539DE54B750}"/>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DC6AD825-E7B2-8E6D-CE1F-7822D4685629}"/>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C3F44E15-C22A-2D33-424B-603220CEA69C}"/>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6B20C11D-BF0B-88B8-097D-3B2AEE1F018C}"/>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8375746F-A4AE-44CE-3769-8174AC9D320E}"/>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89B1D554-51B8-2842-8EC4-3CE24F61DC53}"/>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FAD1671F-23B3-73A8-7BE9-D5782F154F4B}"/>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0FC668ED-CE30-584E-3DED-A8E84FA3F08E}"/>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1591443C-C95F-8831-F633-81C071166C5A}"/>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89408102"/>
      </p:ext>
    </p:extLst>
  </p:cSld>
  <p:clrMapOvr>
    <a:masterClrMapping/>
  </p:clrMapOvr>
</p:sldLayout>
</file>

<file path=ppt/slideLayouts/slideLayout296.xml><?xml version="1.0" encoding="utf-8"?>
<p:sldLayout xmlns:a="http://schemas.openxmlformats.org/drawingml/2006/main" xmlns:r="http://schemas.openxmlformats.org/officeDocument/2006/relationships" xmlns:p="http://schemas.openxmlformats.org/presentationml/2006/main" preserve="1" userDrawn="1">
  <p:cSld name="2 Column, Split Left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5" name="Title 4">
            <a:extLst>
              <a:ext uri="{FF2B5EF4-FFF2-40B4-BE49-F238E27FC236}">
                <a16:creationId xmlns:a16="http://schemas.microsoft.com/office/drawing/2014/main" id="{B6E166BE-0A53-7F77-1DCC-AD1A78C2EB77}"/>
              </a:ext>
            </a:extLst>
          </p:cNvPr>
          <p:cNvSpPr>
            <a:spLocks noGrp="1"/>
          </p:cNvSpPr>
          <p:nvPr>
            <p:ph type="title"/>
          </p:nvPr>
        </p:nvSpPr>
        <p:spPr>
          <a:xfrm>
            <a:off x="546100" y="552450"/>
            <a:ext cx="11091862" cy="434975"/>
          </a:xfrm>
        </p:spPr>
        <p:txBody>
          <a:bodyPr/>
          <a:lstStyle/>
          <a:p>
            <a:r>
              <a:rPr lang="en-US"/>
              <a:t>Click to edit Master title style</a:t>
            </a:r>
          </a:p>
        </p:txBody>
      </p:sp>
      <p:sp>
        <p:nvSpPr>
          <p:cNvPr id="4" name="Freeform 5">
            <a:extLst>
              <a:ext uri="{FF2B5EF4-FFF2-40B4-BE49-F238E27FC236}">
                <a16:creationId xmlns:a16="http://schemas.microsoft.com/office/drawing/2014/main" id="{D5B0B17B-3FAA-1710-3603-FB4FC3C89648}"/>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2" name="Text Placeholder 11">
            <a:extLst>
              <a:ext uri="{FF2B5EF4-FFF2-40B4-BE49-F238E27FC236}">
                <a16:creationId xmlns:a16="http://schemas.microsoft.com/office/drawing/2014/main" id="{39956789-A368-206C-891C-9234628518A9}"/>
              </a:ext>
            </a:extLst>
          </p:cNvPr>
          <p:cNvSpPr>
            <a:spLocks noGrp="1"/>
          </p:cNvSpPr>
          <p:nvPr>
            <p:ph type="body" sz="quarter" idx="21"/>
          </p:nvPr>
        </p:nvSpPr>
        <p:spPr>
          <a:xfrm>
            <a:off x="546100" y="1127125"/>
            <a:ext cx="11097579"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3" name="Text Placeholder 13">
            <a:extLst>
              <a:ext uri="{FF2B5EF4-FFF2-40B4-BE49-F238E27FC236}">
                <a16:creationId xmlns:a16="http://schemas.microsoft.com/office/drawing/2014/main" id="{28027E45-9CB5-7484-0F70-49F140E7FA05}"/>
              </a:ext>
            </a:extLst>
          </p:cNvPr>
          <p:cNvSpPr>
            <a:spLocks noGrp="1"/>
          </p:cNvSpPr>
          <p:nvPr>
            <p:ph type="body" sz="quarter" idx="22"/>
          </p:nvPr>
        </p:nvSpPr>
        <p:spPr>
          <a:xfrm>
            <a:off x="546100" y="6019801"/>
            <a:ext cx="6851650"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4" name="Content Placeholder 29">
            <a:extLst>
              <a:ext uri="{FF2B5EF4-FFF2-40B4-BE49-F238E27FC236}">
                <a16:creationId xmlns:a16="http://schemas.microsoft.com/office/drawing/2014/main" id="{E8BB7705-DC57-1434-CECD-5A495C790A47}"/>
              </a:ext>
            </a:extLst>
          </p:cNvPr>
          <p:cNvSpPr>
            <a:spLocks noGrp="1"/>
          </p:cNvSpPr>
          <p:nvPr>
            <p:ph sz="quarter" idx="27"/>
          </p:nvPr>
        </p:nvSpPr>
        <p:spPr>
          <a:xfrm>
            <a:off x="546100" y="2425700"/>
            <a:ext cx="7296912"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Content Placeholder 31">
            <a:extLst>
              <a:ext uri="{FF2B5EF4-FFF2-40B4-BE49-F238E27FC236}">
                <a16:creationId xmlns:a16="http://schemas.microsoft.com/office/drawing/2014/main" id="{8B3C491F-A7C8-D685-6EB7-47ED1AE90D2A}"/>
              </a:ext>
            </a:extLst>
          </p:cNvPr>
          <p:cNvSpPr>
            <a:spLocks noGrp="1"/>
          </p:cNvSpPr>
          <p:nvPr>
            <p:ph sz="quarter" idx="28"/>
          </p:nvPr>
        </p:nvSpPr>
        <p:spPr>
          <a:xfrm>
            <a:off x="8046719" y="2425700"/>
            <a:ext cx="3591241"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Text Placeholder 33">
            <a:extLst>
              <a:ext uri="{FF2B5EF4-FFF2-40B4-BE49-F238E27FC236}">
                <a16:creationId xmlns:a16="http://schemas.microsoft.com/office/drawing/2014/main" id="{78775353-37B3-D36C-8C56-73152F79587F}"/>
              </a:ext>
            </a:extLst>
          </p:cNvPr>
          <p:cNvSpPr>
            <a:spLocks noGrp="1"/>
          </p:cNvSpPr>
          <p:nvPr>
            <p:ph type="body" sz="quarter" idx="29"/>
          </p:nvPr>
        </p:nvSpPr>
        <p:spPr>
          <a:xfrm>
            <a:off x="546100" y="1849436"/>
            <a:ext cx="7296912" cy="296861"/>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18" name="Text Placeholder 35">
            <a:extLst>
              <a:ext uri="{FF2B5EF4-FFF2-40B4-BE49-F238E27FC236}">
                <a16:creationId xmlns:a16="http://schemas.microsoft.com/office/drawing/2014/main" id="{CAD770A7-7B91-4C3E-F63A-402DD01A2466}"/>
              </a:ext>
            </a:extLst>
          </p:cNvPr>
          <p:cNvSpPr>
            <a:spLocks noGrp="1"/>
          </p:cNvSpPr>
          <p:nvPr>
            <p:ph type="body" sz="quarter" idx="30"/>
          </p:nvPr>
        </p:nvSpPr>
        <p:spPr>
          <a:xfrm>
            <a:off x="8046720" y="1849436"/>
            <a:ext cx="3591240" cy="296862"/>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6A87FB7E-38A0-36C4-3394-365358E71AC1}"/>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667A327D-C550-E31E-957A-E9F3C257C7B6}"/>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A49CB67D-35DE-1DAF-6B4B-2A140F26DB87}"/>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7353BDCA-8C66-C5BF-B381-B0DFA63BC904}"/>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DD2A7468-C375-8754-9CFF-F4A64481F148}"/>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FCCDA3C3-0F15-E1D3-4459-303E9B695DBB}"/>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FDE17B10-FFE3-929E-55B2-72A03E59CC14}"/>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319E6791-7D3F-7909-D591-F78FA9021056}"/>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D83EDCF4-8C88-0B9D-58AB-C0C12454D62C}"/>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96C390B5-7C9C-6912-1B63-27C833C0DD00}"/>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80F50011-9C75-5F74-1E72-303E532E5F95}"/>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C387350D-40B1-B498-88D7-608B476D276A}"/>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A46474D6-AFF1-F88C-DC70-DC82DB5C262E}"/>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3D597F18-7924-F52C-11DB-CF87E67DC671}"/>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23694C51-399A-A6BA-4EFE-24A3A239B521}"/>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2418CE11-F383-0884-83EB-D2DDCFA24541}"/>
                </a:ext>
              </a:extLst>
            </p:cNvPr>
            <p:cNvGrpSpPr/>
            <p:nvPr userDrawn="1"/>
          </p:nvGrpSpPr>
          <p:grpSpPr>
            <a:xfrm>
              <a:off x="12442019" y="198485"/>
              <a:ext cx="382660" cy="2882942"/>
              <a:chOff x="12742785" y="3716048"/>
              <a:chExt cx="316248" cy="3171236"/>
            </a:xfrm>
          </p:grpSpPr>
          <p:sp>
            <p:nvSpPr>
              <p:cNvPr id="19" name="Rectangle 18">
                <a:extLst>
                  <a:ext uri="{FF2B5EF4-FFF2-40B4-BE49-F238E27FC236}">
                    <a16:creationId xmlns:a16="http://schemas.microsoft.com/office/drawing/2014/main" id="{C590C66E-D6C8-2CB2-B4D2-765E163087EF}"/>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476EF1D7-6A2F-BB7E-34AB-70E6803B1E82}"/>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7882A683-276F-A64B-DA55-37ACD2E1B0F1}"/>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FC556AD1-F346-9D4A-9962-F87250576F40}"/>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B25EF1D8-D0E4-39B1-F6D5-E21517470A2F}"/>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C8383F49-830A-16BD-C1AF-3A111DF6AEB5}"/>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D12CE47D-6685-AD18-0A7C-56AF107EEFC9}"/>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62B7293D-1B06-8B79-4A85-BD02FC1992E7}"/>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7425DD62-08A9-2F72-F263-D225D8BDDC07}"/>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09F4FEF9-EBCD-32CB-1D6F-803900CB56E4}"/>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7" name="TextBox 16">
              <a:extLst>
                <a:ext uri="{FF2B5EF4-FFF2-40B4-BE49-F238E27FC236}">
                  <a16:creationId xmlns:a16="http://schemas.microsoft.com/office/drawing/2014/main" id="{F1D06A5B-A962-2B36-D509-23171BAA53A9}"/>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F36EF224-6BCE-FDB0-239C-B9C282775CC6}"/>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785456627"/>
      </p:ext>
    </p:extLst>
  </p:cSld>
  <p:clrMapOvr>
    <a:masterClrMapping/>
  </p:clrMapOvr>
</p:sldLayout>
</file>

<file path=ppt/slideLayouts/slideLayout297.xml><?xml version="1.0" encoding="utf-8"?>
<p:sldLayout xmlns:a="http://schemas.openxmlformats.org/drawingml/2006/main" xmlns:r="http://schemas.openxmlformats.org/officeDocument/2006/relationships" xmlns:p="http://schemas.openxmlformats.org/presentationml/2006/main" preserve="1" userDrawn="1">
  <p:cSld name="3 Column">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5" name="Title 4">
            <a:extLst>
              <a:ext uri="{FF2B5EF4-FFF2-40B4-BE49-F238E27FC236}">
                <a16:creationId xmlns:a16="http://schemas.microsoft.com/office/drawing/2014/main" id="{4AAF8DFA-0F14-8785-78EE-DD8DD1562C33}"/>
              </a:ext>
            </a:extLst>
          </p:cNvPr>
          <p:cNvSpPr>
            <a:spLocks noGrp="1"/>
          </p:cNvSpPr>
          <p:nvPr>
            <p:ph type="title"/>
          </p:nvPr>
        </p:nvSpPr>
        <p:spPr>
          <a:xfrm>
            <a:off x="546100" y="552450"/>
            <a:ext cx="11091861" cy="434975"/>
          </a:xfrm>
        </p:spPr>
        <p:txBody>
          <a:bodyPr/>
          <a:lstStyle/>
          <a:p>
            <a:r>
              <a:rPr lang="en-US"/>
              <a:t>Click to edit Master title style</a:t>
            </a:r>
          </a:p>
        </p:txBody>
      </p:sp>
      <p:sp>
        <p:nvSpPr>
          <p:cNvPr id="4" name="Freeform 5">
            <a:extLst>
              <a:ext uri="{FF2B5EF4-FFF2-40B4-BE49-F238E27FC236}">
                <a16:creationId xmlns:a16="http://schemas.microsoft.com/office/drawing/2014/main" id="{EECD8680-6F2A-3CCE-4560-C8BE364FA7D1}"/>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6" name="Text Placeholder 10">
            <a:extLst>
              <a:ext uri="{FF2B5EF4-FFF2-40B4-BE49-F238E27FC236}">
                <a16:creationId xmlns:a16="http://schemas.microsoft.com/office/drawing/2014/main" id="{4521AD86-38BC-F263-3ED6-1AB6299844D4}"/>
              </a:ext>
            </a:extLst>
          </p:cNvPr>
          <p:cNvSpPr>
            <a:spLocks noGrp="1"/>
          </p:cNvSpPr>
          <p:nvPr>
            <p:ph type="body" sz="quarter" idx="21"/>
          </p:nvPr>
        </p:nvSpPr>
        <p:spPr>
          <a:xfrm>
            <a:off x="546101" y="1127125"/>
            <a:ext cx="1109421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7" name="Text Placeholder 15">
            <a:extLst>
              <a:ext uri="{FF2B5EF4-FFF2-40B4-BE49-F238E27FC236}">
                <a16:creationId xmlns:a16="http://schemas.microsoft.com/office/drawing/2014/main" id="{12FE50E3-7513-9736-28AF-9A454F8B04F6}"/>
              </a:ext>
            </a:extLst>
          </p:cNvPr>
          <p:cNvSpPr>
            <a:spLocks noGrp="1"/>
          </p:cNvSpPr>
          <p:nvPr>
            <p:ph type="body" sz="quarter" idx="22"/>
          </p:nvPr>
        </p:nvSpPr>
        <p:spPr>
          <a:xfrm>
            <a:off x="546100" y="6019800"/>
            <a:ext cx="685165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8" name="Content Placeholder 22">
            <a:extLst>
              <a:ext uri="{FF2B5EF4-FFF2-40B4-BE49-F238E27FC236}">
                <a16:creationId xmlns:a16="http://schemas.microsoft.com/office/drawing/2014/main" id="{DCF97E64-8DB2-6198-B460-E350D96243ED}"/>
              </a:ext>
            </a:extLst>
          </p:cNvPr>
          <p:cNvSpPr>
            <a:spLocks noGrp="1"/>
          </p:cNvSpPr>
          <p:nvPr>
            <p:ph sz="quarter" idx="23"/>
          </p:nvPr>
        </p:nvSpPr>
        <p:spPr>
          <a:xfrm>
            <a:off x="546100" y="1849438"/>
            <a:ext cx="3524249"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9" name="Content Placeholder 24">
            <a:extLst>
              <a:ext uri="{FF2B5EF4-FFF2-40B4-BE49-F238E27FC236}">
                <a16:creationId xmlns:a16="http://schemas.microsoft.com/office/drawing/2014/main" id="{4C915BCD-3D1D-852B-25D7-EEA4860AA307}"/>
              </a:ext>
            </a:extLst>
          </p:cNvPr>
          <p:cNvSpPr>
            <a:spLocks noGrp="1"/>
          </p:cNvSpPr>
          <p:nvPr>
            <p:ph sz="quarter" idx="24"/>
          </p:nvPr>
        </p:nvSpPr>
        <p:spPr>
          <a:xfrm>
            <a:off x="4334891" y="1849438"/>
            <a:ext cx="3520440"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1" name="Content Placeholder 20">
            <a:extLst>
              <a:ext uri="{FF2B5EF4-FFF2-40B4-BE49-F238E27FC236}">
                <a16:creationId xmlns:a16="http://schemas.microsoft.com/office/drawing/2014/main" id="{EAE08981-1E40-ECE5-28D7-BC196D49B683}"/>
              </a:ext>
            </a:extLst>
          </p:cNvPr>
          <p:cNvSpPr>
            <a:spLocks noGrp="1"/>
          </p:cNvSpPr>
          <p:nvPr>
            <p:ph sz="quarter" idx="25"/>
          </p:nvPr>
        </p:nvSpPr>
        <p:spPr>
          <a:xfrm>
            <a:off x="8119873" y="1849439"/>
            <a:ext cx="3520440" cy="401796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CEEFE481-4F99-4C10-2AD8-D94383CB4697}"/>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A6680E74-7C34-C11B-17E1-D98D5D373970}"/>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DD789006-6E17-789E-2348-A8D773F19D6B}"/>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6A43DC20-24A4-F5B7-89C0-B1460EEF0C12}"/>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B4515E65-18FE-12ED-590D-9335E642AFE2}"/>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C1A4B43F-18E2-B346-C7B0-0D200E648EC8}"/>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E825AC70-0876-74A6-BE83-B06084480AFA}"/>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D7B0E988-3B30-CD18-76DA-9CE4A3A7C330}"/>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293AD607-C075-E907-6D5A-095823F7F326}"/>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2A1E7AB9-6F50-DA30-2204-56D4FE6EB51D}"/>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148F8FB7-C28B-9226-26A1-4AB117339C6C}"/>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2994BBA4-18FE-81C6-DBF2-331FE6716758}"/>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BF355292-E77C-C9D7-CF8A-5BCC8F5D20A0}"/>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589C66AD-1F02-9DED-1726-ADD92127FAA6}"/>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AF6D3025-CA44-8A8F-9AC2-0859BCB8AA1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3FC8EB8F-2D27-0729-BFAC-0B8C73F07584}"/>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325D61AE-7C86-1EE4-B610-FFCE4580B5F7}"/>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4" name="Rectangle 13">
                <a:extLst>
                  <a:ext uri="{FF2B5EF4-FFF2-40B4-BE49-F238E27FC236}">
                    <a16:creationId xmlns:a16="http://schemas.microsoft.com/office/drawing/2014/main" id="{90CD2D99-9411-3B06-D002-C0CA73189CF2}"/>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A84F3E5A-2F86-1F05-12C2-0A5EBC61A627}"/>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8FE7E92E-80EA-A667-04D6-553608F0A3CF}"/>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A3A93D49-2753-CEEE-C7BA-F79062852C43}"/>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26B0A025-ABB9-20E5-9C6C-C4493CAEEA4A}"/>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D9D071D0-07C9-8D79-B6DD-773B0FD6FE40}"/>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DC7A7748-02EC-8693-0365-78745E3A15C4}"/>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34515124-C682-CD41-9063-58B2F85DB883}"/>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E4D093FA-17DA-C82D-2B3A-E07D6516BA3A}"/>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CEFF2A09-8F49-0C89-9205-3F5C2DF3A254}"/>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CBF30BE1-26FB-BE94-58B6-05D135B775F0}"/>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116240811"/>
      </p:ext>
    </p:extLst>
  </p:cSld>
  <p:clrMapOvr>
    <a:masterClrMapping/>
  </p:clrMapOvr>
</p:sldLayout>
</file>

<file path=ppt/slideLayouts/slideLayout298.xml><?xml version="1.0" encoding="utf-8"?>
<p:sldLayout xmlns:a="http://schemas.openxmlformats.org/drawingml/2006/main" xmlns:r="http://schemas.openxmlformats.org/officeDocument/2006/relationships" xmlns:p="http://schemas.openxmlformats.org/presentationml/2006/main" preserve="1" userDrawn="1">
  <p:cSld name="3 Column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5" name="Title 4">
            <a:extLst>
              <a:ext uri="{FF2B5EF4-FFF2-40B4-BE49-F238E27FC236}">
                <a16:creationId xmlns:a16="http://schemas.microsoft.com/office/drawing/2014/main" id="{4D3A07AB-930B-F509-FF11-FF7EA66F18A9}"/>
              </a:ext>
            </a:extLst>
          </p:cNvPr>
          <p:cNvSpPr>
            <a:spLocks noGrp="1"/>
          </p:cNvSpPr>
          <p:nvPr>
            <p:ph type="title"/>
          </p:nvPr>
        </p:nvSpPr>
        <p:spPr>
          <a:xfrm>
            <a:off x="546100" y="552450"/>
            <a:ext cx="11091862" cy="434975"/>
          </a:xfrm>
        </p:spPr>
        <p:txBody>
          <a:bodyPr/>
          <a:lstStyle/>
          <a:p>
            <a:r>
              <a:rPr lang="en-US"/>
              <a:t>Click to edit Master title style</a:t>
            </a:r>
          </a:p>
        </p:txBody>
      </p:sp>
      <p:sp>
        <p:nvSpPr>
          <p:cNvPr id="4" name="Freeform 5">
            <a:extLst>
              <a:ext uri="{FF2B5EF4-FFF2-40B4-BE49-F238E27FC236}">
                <a16:creationId xmlns:a16="http://schemas.microsoft.com/office/drawing/2014/main" id="{8B69F93D-EF0B-4D4E-BBE4-C724E821A90D}"/>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2" name="Text Placeholder 10">
            <a:extLst>
              <a:ext uri="{FF2B5EF4-FFF2-40B4-BE49-F238E27FC236}">
                <a16:creationId xmlns:a16="http://schemas.microsoft.com/office/drawing/2014/main" id="{E7C5C99F-2E27-32AA-A2BB-FD22347F3EE1}"/>
              </a:ext>
            </a:extLst>
          </p:cNvPr>
          <p:cNvSpPr>
            <a:spLocks noGrp="1"/>
          </p:cNvSpPr>
          <p:nvPr>
            <p:ph type="body" sz="quarter" idx="21"/>
          </p:nvPr>
        </p:nvSpPr>
        <p:spPr>
          <a:xfrm>
            <a:off x="546100" y="1127125"/>
            <a:ext cx="11094211" cy="296861"/>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3" name="Text Placeholder 15">
            <a:extLst>
              <a:ext uri="{FF2B5EF4-FFF2-40B4-BE49-F238E27FC236}">
                <a16:creationId xmlns:a16="http://schemas.microsoft.com/office/drawing/2014/main" id="{D7FBEDD3-5B7A-AD55-B261-024183A617D5}"/>
              </a:ext>
            </a:extLst>
          </p:cNvPr>
          <p:cNvSpPr>
            <a:spLocks noGrp="1"/>
          </p:cNvSpPr>
          <p:nvPr>
            <p:ph type="body" sz="quarter" idx="22"/>
          </p:nvPr>
        </p:nvSpPr>
        <p:spPr>
          <a:xfrm>
            <a:off x="546100" y="6019800"/>
            <a:ext cx="685165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4" name="Content Placeholder 22">
            <a:extLst>
              <a:ext uri="{FF2B5EF4-FFF2-40B4-BE49-F238E27FC236}">
                <a16:creationId xmlns:a16="http://schemas.microsoft.com/office/drawing/2014/main" id="{C12BF8D2-A9C1-A94F-0BD2-3090AFC52369}"/>
              </a:ext>
            </a:extLst>
          </p:cNvPr>
          <p:cNvSpPr>
            <a:spLocks noGrp="1"/>
          </p:cNvSpPr>
          <p:nvPr>
            <p:ph sz="quarter" idx="23"/>
          </p:nvPr>
        </p:nvSpPr>
        <p:spPr>
          <a:xfrm>
            <a:off x="546100" y="2425700"/>
            <a:ext cx="3524249"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Content Placeholder 24">
            <a:extLst>
              <a:ext uri="{FF2B5EF4-FFF2-40B4-BE49-F238E27FC236}">
                <a16:creationId xmlns:a16="http://schemas.microsoft.com/office/drawing/2014/main" id="{9CD544D2-832B-F777-218B-C0F2BDC73B8C}"/>
              </a:ext>
            </a:extLst>
          </p:cNvPr>
          <p:cNvSpPr>
            <a:spLocks noGrp="1"/>
          </p:cNvSpPr>
          <p:nvPr>
            <p:ph sz="quarter" idx="24"/>
          </p:nvPr>
        </p:nvSpPr>
        <p:spPr>
          <a:xfrm>
            <a:off x="4333715" y="2425700"/>
            <a:ext cx="3520440"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Content Placeholder 20">
            <a:extLst>
              <a:ext uri="{FF2B5EF4-FFF2-40B4-BE49-F238E27FC236}">
                <a16:creationId xmlns:a16="http://schemas.microsoft.com/office/drawing/2014/main" id="{65B5C789-A5F1-EB2A-667A-4B57F4569728}"/>
              </a:ext>
            </a:extLst>
          </p:cNvPr>
          <p:cNvSpPr>
            <a:spLocks noGrp="1"/>
          </p:cNvSpPr>
          <p:nvPr>
            <p:ph sz="quarter" idx="25"/>
          </p:nvPr>
        </p:nvSpPr>
        <p:spPr>
          <a:xfrm>
            <a:off x="8117522" y="2425701"/>
            <a:ext cx="3520440" cy="344169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Text Placeholder 33">
            <a:extLst>
              <a:ext uri="{FF2B5EF4-FFF2-40B4-BE49-F238E27FC236}">
                <a16:creationId xmlns:a16="http://schemas.microsoft.com/office/drawing/2014/main" id="{72BCF22D-7BA9-AFDD-8C6C-56F01183A358}"/>
              </a:ext>
            </a:extLst>
          </p:cNvPr>
          <p:cNvSpPr>
            <a:spLocks noGrp="1"/>
          </p:cNvSpPr>
          <p:nvPr>
            <p:ph type="body" sz="quarter" idx="29"/>
          </p:nvPr>
        </p:nvSpPr>
        <p:spPr>
          <a:xfrm>
            <a:off x="546100" y="1849436"/>
            <a:ext cx="3524249" cy="296861"/>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18" name="Text Placeholder 35">
            <a:extLst>
              <a:ext uri="{FF2B5EF4-FFF2-40B4-BE49-F238E27FC236}">
                <a16:creationId xmlns:a16="http://schemas.microsoft.com/office/drawing/2014/main" id="{57D9938D-921A-98B4-2E9A-9625F5D4F3CA}"/>
              </a:ext>
            </a:extLst>
          </p:cNvPr>
          <p:cNvSpPr>
            <a:spLocks noGrp="1"/>
          </p:cNvSpPr>
          <p:nvPr>
            <p:ph type="body" sz="quarter" idx="30"/>
          </p:nvPr>
        </p:nvSpPr>
        <p:spPr>
          <a:xfrm>
            <a:off x="4333715" y="1849436"/>
            <a:ext cx="3520440" cy="296862"/>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27" name="Text Placeholder 26">
            <a:extLst>
              <a:ext uri="{FF2B5EF4-FFF2-40B4-BE49-F238E27FC236}">
                <a16:creationId xmlns:a16="http://schemas.microsoft.com/office/drawing/2014/main" id="{447DAA16-0F93-6662-9A40-3E39052A6110}"/>
              </a:ext>
            </a:extLst>
          </p:cNvPr>
          <p:cNvSpPr>
            <a:spLocks noGrp="1"/>
          </p:cNvSpPr>
          <p:nvPr>
            <p:ph type="body" sz="quarter" idx="31"/>
          </p:nvPr>
        </p:nvSpPr>
        <p:spPr>
          <a:xfrm>
            <a:off x="8117522" y="1849436"/>
            <a:ext cx="3520440" cy="296862"/>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07091254-58E5-444D-AD6A-1BED661A5762}"/>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7114F508-3E37-95E3-088C-F9960DE45B47}"/>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B25746CA-DA96-62C9-F0DD-081B99925AEF}"/>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B2846A7A-B692-6686-652C-4AC2215BFA42}"/>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80484757-C7C7-CD0F-A1B4-E41C54D41146}"/>
                </a:ext>
              </a:extLst>
            </p:cNvPr>
            <p:cNvGrpSpPr/>
            <p:nvPr userDrawn="1"/>
          </p:nvGrpSpPr>
          <p:grpSpPr>
            <a:xfrm>
              <a:off x="12442019" y="3791214"/>
              <a:ext cx="382660" cy="2882942"/>
              <a:chOff x="14001569" y="3716048"/>
              <a:chExt cx="316248" cy="3171236"/>
            </a:xfrm>
          </p:grpSpPr>
          <p:sp>
            <p:nvSpPr>
              <p:cNvPr id="31" name="Rectangle 30">
                <a:extLst>
                  <a:ext uri="{FF2B5EF4-FFF2-40B4-BE49-F238E27FC236}">
                    <a16:creationId xmlns:a16="http://schemas.microsoft.com/office/drawing/2014/main" id="{3335443E-130C-0412-9F38-8FEE0F200659}"/>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D5FDC3D9-955D-E0E5-F303-61EA4A9D93A3}"/>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8CF6330A-DCF5-7D96-7BE0-F3C35D58B6E3}"/>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BF83C898-F671-4DAE-7BD4-5D13B8810514}"/>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4D161A5B-8742-D3D4-B7E7-F33ED946F85A}"/>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5DF4B052-DF33-6540-EC6E-381B75F6A3D8}"/>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6CA93AE2-9A17-493A-A203-B2A2504E1F22}"/>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E0E98AA6-46B4-42A6-E60D-01A415804FEF}"/>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71458AF1-462A-0E1A-9713-F84E435AF6B4}"/>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EB8AD765-A513-52FA-D49F-518A2F22DC1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86366CE9-4F0E-496F-EBD8-0566644EBD32}"/>
                </a:ext>
              </a:extLst>
            </p:cNvPr>
            <p:cNvGrpSpPr/>
            <p:nvPr userDrawn="1"/>
          </p:nvGrpSpPr>
          <p:grpSpPr>
            <a:xfrm>
              <a:off x="12442019" y="198485"/>
              <a:ext cx="382660" cy="2882942"/>
              <a:chOff x="12742785" y="3716048"/>
              <a:chExt cx="316248" cy="3171236"/>
            </a:xfrm>
          </p:grpSpPr>
          <p:sp>
            <p:nvSpPr>
              <p:cNvPr id="20" name="Rectangle 19">
                <a:extLst>
                  <a:ext uri="{FF2B5EF4-FFF2-40B4-BE49-F238E27FC236}">
                    <a16:creationId xmlns:a16="http://schemas.microsoft.com/office/drawing/2014/main" id="{9CE7C6BA-8A25-7EC0-A2DD-27CAF44E778C}"/>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05E53B06-6AFA-D06D-4B22-F9B372721817}"/>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E46675B7-3A27-A0CC-7B0C-2332FEEE5EC0}"/>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739BCF76-4284-6FB2-8EB8-8E8266119554}"/>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B165F0A5-E61A-1092-A6DB-52E65A9AAF5B}"/>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368DD811-8188-42DB-1851-B316D7611A51}"/>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F228A597-90C0-284B-7733-ACB7CFD9A7AA}"/>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755AFCEB-8A9F-3580-E2D1-C4DFCE2E83FF}"/>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2C7C2E2D-9ECF-A243-ED07-BCBE30ECB7D1}"/>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0F667791-5B02-2699-C0A5-DE14500454E2}"/>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9" name="TextBox 18">
              <a:extLst>
                <a:ext uri="{FF2B5EF4-FFF2-40B4-BE49-F238E27FC236}">
                  <a16:creationId xmlns:a16="http://schemas.microsoft.com/office/drawing/2014/main" id="{4A5FD6BA-744A-9F52-295E-512D34E9510A}"/>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1" name="TextBox 40">
            <a:extLst>
              <a:ext uri="{FF2B5EF4-FFF2-40B4-BE49-F238E27FC236}">
                <a16:creationId xmlns:a16="http://schemas.microsoft.com/office/drawing/2014/main" id="{0CA064A6-689D-FD3B-4844-615968DB76D2}"/>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4264834831"/>
      </p:ext>
    </p:extLst>
  </p:cSld>
  <p:clrMapOvr>
    <a:masterClrMapping/>
  </p:clrMapOvr>
</p:sldLayout>
</file>

<file path=ppt/slideLayouts/slideLayout299.xml><?xml version="1.0" encoding="utf-8"?>
<p:sldLayout xmlns:a="http://schemas.openxmlformats.org/drawingml/2006/main" xmlns:r="http://schemas.openxmlformats.org/officeDocument/2006/relationships" xmlns:p="http://schemas.openxmlformats.org/presentationml/2006/main" preserve="1" userDrawn="1">
  <p:cSld name="4 Column">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5" name="Title 4">
            <a:extLst>
              <a:ext uri="{FF2B5EF4-FFF2-40B4-BE49-F238E27FC236}">
                <a16:creationId xmlns:a16="http://schemas.microsoft.com/office/drawing/2014/main" id="{85784134-256C-0D0A-56EB-9B8FA18EDBBE}"/>
              </a:ext>
            </a:extLst>
          </p:cNvPr>
          <p:cNvSpPr>
            <a:spLocks noGrp="1"/>
          </p:cNvSpPr>
          <p:nvPr>
            <p:ph type="title"/>
          </p:nvPr>
        </p:nvSpPr>
        <p:spPr>
          <a:xfrm>
            <a:off x="546100" y="552451"/>
            <a:ext cx="11091861" cy="434974"/>
          </a:xfrm>
        </p:spPr>
        <p:txBody>
          <a:bodyPr/>
          <a:lstStyle/>
          <a:p>
            <a:r>
              <a:rPr lang="en-US"/>
              <a:t>Click to edit Master title style</a:t>
            </a:r>
          </a:p>
        </p:txBody>
      </p:sp>
      <p:sp>
        <p:nvSpPr>
          <p:cNvPr id="4" name="Freeform 5">
            <a:extLst>
              <a:ext uri="{FF2B5EF4-FFF2-40B4-BE49-F238E27FC236}">
                <a16:creationId xmlns:a16="http://schemas.microsoft.com/office/drawing/2014/main" id="{A236F864-CE71-6DCB-9217-F14F9E1405A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7" name="Text Placeholder 10">
            <a:extLst>
              <a:ext uri="{FF2B5EF4-FFF2-40B4-BE49-F238E27FC236}">
                <a16:creationId xmlns:a16="http://schemas.microsoft.com/office/drawing/2014/main" id="{FDFED583-30F4-021C-4B0E-446E8B03BA98}"/>
              </a:ext>
            </a:extLst>
          </p:cNvPr>
          <p:cNvSpPr>
            <a:spLocks noGrp="1"/>
          </p:cNvSpPr>
          <p:nvPr>
            <p:ph type="body" sz="quarter" idx="21"/>
          </p:nvPr>
        </p:nvSpPr>
        <p:spPr>
          <a:xfrm>
            <a:off x="546100" y="1127125"/>
            <a:ext cx="11094211"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8" name="Text Placeholder 15">
            <a:extLst>
              <a:ext uri="{FF2B5EF4-FFF2-40B4-BE49-F238E27FC236}">
                <a16:creationId xmlns:a16="http://schemas.microsoft.com/office/drawing/2014/main" id="{329AC388-4A5D-40CE-9F94-924EEC9F04BB}"/>
              </a:ext>
            </a:extLst>
          </p:cNvPr>
          <p:cNvSpPr>
            <a:spLocks noGrp="1"/>
          </p:cNvSpPr>
          <p:nvPr>
            <p:ph type="body" sz="quarter" idx="22"/>
          </p:nvPr>
        </p:nvSpPr>
        <p:spPr>
          <a:xfrm>
            <a:off x="546100" y="6019800"/>
            <a:ext cx="685165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9" name="Content Placeholder 22">
            <a:extLst>
              <a:ext uri="{FF2B5EF4-FFF2-40B4-BE49-F238E27FC236}">
                <a16:creationId xmlns:a16="http://schemas.microsoft.com/office/drawing/2014/main" id="{FF54BDBD-731D-CB8C-D47B-CA629E8069CD}"/>
              </a:ext>
            </a:extLst>
          </p:cNvPr>
          <p:cNvSpPr>
            <a:spLocks noGrp="1"/>
          </p:cNvSpPr>
          <p:nvPr>
            <p:ph sz="quarter" idx="23"/>
          </p:nvPr>
        </p:nvSpPr>
        <p:spPr>
          <a:xfrm>
            <a:off x="546100" y="1849438"/>
            <a:ext cx="2619375"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0" name="Content Placeholder 24">
            <a:extLst>
              <a:ext uri="{FF2B5EF4-FFF2-40B4-BE49-F238E27FC236}">
                <a16:creationId xmlns:a16="http://schemas.microsoft.com/office/drawing/2014/main" id="{C8E9ABC3-F6D2-BACA-257F-94E800767689}"/>
              </a:ext>
            </a:extLst>
          </p:cNvPr>
          <p:cNvSpPr>
            <a:spLocks noGrp="1"/>
          </p:cNvSpPr>
          <p:nvPr>
            <p:ph sz="quarter" idx="24"/>
          </p:nvPr>
        </p:nvSpPr>
        <p:spPr>
          <a:xfrm>
            <a:off x="3367088" y="1849438"/>
            <a:ext cx="2624137"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1" name="Content Placeholder 20">
            <a:extLst>
              <a:ext uri="{FF2B5EF4-FFF2-40B4-BE49-F238E27FC236}">
                <a16:creationId xmlns:a16="http://schemas.microsoft.com/office/drawing/2014/main" id="{81EFF807-BC6D-4436-06F4-FC320A023745}"/>
              </a:ext>
            </a:extLst>
          </p:cNvPr>
          <p:cNvSpPr>
            <a:spLocks noGrp="1"/>
          </p:cNvSpPr>
          <p:nvPr>
            <p:ph sz="quarter" idx="25"/>
          </p:nvPr>
        </p:nvSpPr>
        <p:spPr>
          <a:xfrm>
            <a:off x="6189664" y="1849439"/>
            <a:ext cx="2624136" cy="401796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3" name="Content Placeholder 22">
            <a:extLst>
              <a:ext uri="{FF2B5EF4-FFF2-40B4-BE49-F238E27FC236}">
                <a16:creationId xmlns:a16="http://schemas.microsoft.com/office/drawing/2014/main" id="{32FD5E28-DACE-C0A6-698B-E77424A9EBBA}"/>
              </a:ext>
            </a:extLst>
          </p:cNvPr>
          <p:cNvSpPr>
            <a:spLocks noGrp="1"/>
          </p:cNvSpPr>
          <p:nvPr>
            <p:ph sz="quarter" idx="26"/>
          </p:nvPr>
        </p:nvSpPr>
        <p:spPr>
          <a:xfrm>
            <a:off x="9015414" y="1849439"/>
            <a:ext cx="2622548" cy="40179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D390DEB5-29E2-6772-5EB4-D7751337E47E}"/>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5B9DB2D8-83A7-CFC3-E346-934BD5F48CF0}"/>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C8F1536C-01B4-9650-3CA9-1D1FB64CA691}"/>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E7408998-8576-7E4D-BB97-1A4C2B12675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CE66C8DB-872E-EDEB-9A8B-83532427528C}"/>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4B587F64-5F3E-A3B9-E356-74A65F733A36}"/>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7BF65407-5638-E1E1-27DB-3521DEE110E2}"/>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9C708A40-472D-6862-8CB0-79F82834582E}"/>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7564FFEB-799C-2871-0C6E-A896FE7AD752}"/>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CB56E1D2-4B0D-B5EF-12CB-3FA5FF57764B}"/>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39900C34-1255-0A34-7105-92ABE5D447C9}"/>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659CC613-5F2A-1924-4E2A-318D41FE22A6}"/>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6CF15CB2-54B4-AF28-C77A-5216DFCC01AE}"/>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DAA5FBEC-4EBC-26FA-2E13-9EB80B129044}"/>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2F4F74C9-E1BC-3F3C-67B7-4664D25D1C67}"/>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5366610A-0723-A113-F345-5992ECF94402}"/>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46ABB763-E47B-1306-ABF8-52CD19D9F806}"/>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4" name="Rectangle 13">
                <a:extLst>
                  <a:ext uri="{FF2B5EF4-FFF2-40B4-BE49-F238E27FC236}">
                    <a16:creationId xmlns:a16="http://schemas.microsoft.com/office/drawing/2014/main" id="{28FBEAEB-7FB9-3015-0634-813CF41429AB}"/>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B1F10344-D8A7-FDBA-B3EA-8192047116CD}"/>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FB11E786-B52F-313A-3710-56D58A130A4F}"/>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FB61E8D3-C57E-0E43-7100-A2E3E03BD56D}"/>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32D4900F-0805-82E7-1213-AB9F87277B14}"/>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74F74314-EC69-7712-628A-97351CC762E8}"/>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B5314C1A-9557-BE11-59E5-3A6D43C91C93}"/>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E3C7B088-D88F-02BA-2CEB-2A3E10BACC80}"/>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A5B941EE-CE1E-B122-A187-F4C8C6AF183E}"/>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35EA72A1-A686-C1D9-82B6-5B69EA936135}"/>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5A55C7F0-8655-07D5-2308-2469114506DF}"/>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269336923"/>
      </p:ext>
    </p:extLst>
  </p:cSld>
  <p:clrMapOvr>
    <a:masterClrMapping/>
  </p:clrMapOvr>
</p:sldLayout>
</file>

<file path=ppt/slideLayouts/slideLayout300.xml><?xml version="1.0" encoding="utf-8"?>
<p:sldLayout xmlns:a="http://schemas.openxmlformats.org/drawingml/2006/main" xmlns:r="http://schemas.openxmlformats.org/officeDocument/2006/relationships" xmlns:p="http://schemas.openxmlformats.org/presentationml/2006/main" preserve="1" userDrawn="1">
  <p:cSld name="4 Column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5" name="Title 14">
            <a:extLst>
              <a:ext uri="{FF2B5EF4-FFF2-40B4-BE49-F238E27FC236}">
                <a16:creationId xmlns:a16="http://schemas.microsoft.com/office/drawing/2014/main" id="{EAD91B94-EA98-484A-C309-7B941BD49803}"/>
              </a:ext>
            </a:extLst>
          </p:cNvPr>
          <p:cNvSpPr>
            <a:spLocks noGrp="1"/>
          </p:cNvSpPr>
          <p:nvPr>
            <p:ph type="title"/>
          </p:nvPr>
        </p:nvSpPr>
        <p:spPr>
          <a:xfrm>
            <a:off x="546101" y="552450"/>
            <a:ext cx="11091862" cy="434975"/>
          </a:xfrm>
        </p:spPr>
        <p:txBody>
          <a:bodyPr/>
          <a:lstStyle/>
          <a:p>
            <a:r>
              <a:rPr lang="en-US"/>
              <a:t>Click to edit Master title style</a:t>
            </a:r>
          </a:p>
        </p:txBody>
      </p:sp>
      <p:sp>
        <p:nvSpPr>
          <p:cNvPr id="3" name="Freeform 5">
            <a:extLst>
              <a:ext uri="{FF2B5EF4-FFF2-40B4-BE49-F238E27FC236}">
                <a16:creationId xmlns:a16="http://schemas.microsoft.com/office/drawing/2014/main" id="{5C3F480E-7787-3C79-2F28-2BD141C8A6B3}"/>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20" name="Text Placeholder 10">
            <a:extLst>
              <a:ext uri="{FF2B5EF4-FFF2-40B4-BE49-F238E27FC236}">
                <a16:creationId xmlns:a16="http://schemas.microsoft.com/office/drawing/2014/main" id="{E816675F-4CFF-1424-BC2E-EB168984C8A9}"/>
              </a:ext>
            </a:extLst>
          </p:cNvPr>
          <p:cNvSpPr>
            <a:spLocks noGrp="1"/>
          </p:cNvSpPr>
          <p:nvPr>
            <p:ph type="body" sz="quarter" idx="21"/>
          </p:nvPr>
        </p:nvSpPr>
        <p:spPr>
          <a:xfrm>
            <a:off x="546100" y="1127125"/>
            <a:ext cx="11094211"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21" name="Text Placeholder 15">
            <a:extLst>
              <a:ext uri="{FF2B5EF4-FFF2-40B4-BE49-F238E27FC236}">
                <a16:creationId xmlns:a16="http://schemas.microsoft.com/office/drawing/2014/main" id="{5ABFA4E5-EE7C-B181-6613-2BCBB984ABF8}"/>
              </a:ext>
            </a:extLst>
          </p:cNvPr>
          <p:cNvSpPr>
            <a:spLocks noGrp="1"/>
          </p:cNvSpPr>
          <p:nvPr>
            <p:ph type="body" sz="quarter" idx="22"/>
          </p:nvPr>
        </p:nvSpPr>
        <p:spPr>
          <a:xfrm>
            <a:off x="546100" y="6019800"/>
            <a:ext cx="685165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22" name="Content Placeholder 22">
            <a:extLst>
              <a:ext uri="{FF2B5EF4-FFF2-40B4-BE49-F238E27FC236}">
                <a16:creationId xmlns:a16="http://schemas.microsoft.com/office/drawing/2014/main" id="{13CECA2D-47BD-D0C9-FDDA-04E397E25899}"/>
              </a:ext>
            </a:extLst>
          </p:cNvPr>
          <p:cNvSpPr>
            <a:spLocks noGrp="1"/>
          </p:cNvSpPr>
          <p:nvPr>
            <p:ph sz="quarter" idx="23"/>
          </p:nvPr>
        </p:nvSpPr>
        <p:spPr>
          <a:xfrm>
            <a:off x="546101" y="2425700"/>
            <a:ext cx="2619374"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3" name="Content Placeholder 24">
            <a:extLst>
              <a:ext uri="{FF2B5EF4-FFF2-40B4-BE49-F238E27FC236}">
                <a16:creationId xmlns:a16="http://schemas.microsoft.com/office/drawing/2014/main" id="{662EF311-9306-5498-F3D9-6F3991FF1E09}"/>
              </a:ext>
            </a:extLst>
          </p:cNvPr>
          <p:cNvSpPr>
            <a:spLocks noGrp="1"/>
          </p:cNvSpPr>
          <p:nvPr>
            <p:ph sz="quarter" idx="24"/>
          </p:nvPr>
        </p:nvSpPr>
        <p:spPr>
          <a:xfrm>
            <a:off x="3367088" y="2425700"/>
            <a:ext cx="2625725"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4" name="Content Placeholder 20">
            <a:extLst>
              <a:ext uri="{FF2B5EF4-FFF2-40B4-BE49-F238E27FC236}">
                <a16:creationId xmlns:a16="http://schemas.microsoft.com/office/drawing/2014/main" id="{3A80FA08-2EA7-E26E-1786-7FC321C07BC6}"/>
              </a:ext>
            </a:extLst>
          </p:cNvPr>
          <p:cNvSpPr>
            <a:spLocks noGrp="1"/>
          </p:cNvSpPr>
          <p:nvPr>
            <p:ph sz="quarter" idx="25"/>
          </p:nvPr>
        </p:nvSpPr>
        <p:spPr>
          <a:xfrm>
            <a:off x="6194426" y="2425701"/>
            <a:ext cx="2619375" cy="344169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5" name="Text Placeholder 33">
            <a:extLst>
              <a:ext uri="{FF2B5EF4-FFF2-40B4-BE49-F238E27FC236}">
                <a16:creationId xmlns:a16="http://schemas.microsoft.com/office/drawing/2014/main" id="{6F3D1EEF-0D0B-1B3D-790A-E903BCE7629F}"/>
              </a:ext>
            </a:extLst>
          </p:cNvPr>
          <p:cNvSpPr>
            <a:spLocks noGrp="1"/>
          </p:cNvSpPr>
          <p:nvPr>
            <p:ph type="body" sz="quarter" idx="29"/>
          </p:nvPr>
        </p:nvSpPr>
        <p:spPr>
          <a:xfrm>
            <a:off x="546100" y="1849436"/>
            <a:ext cx="2619375" cy="296861"/>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36" name="Text Placeholder 35">
            <a:extLst>
              <a:ext uri="{FF2B5EF4-FFF2-40B4-BE49-F238E27FC236}">
                <a16:creationId xmlns:a16="http://schemas.microsoft.com/office/drawing/2014/main" id="{F3E66951-696C-1D73-0C63-711EFABB807E}"/>
              </a:ext>
            </a:extLst>
          </p:cNvPr>
          <p:cNvSpPr>
            <a:spLocks noGrp="1"/>
          </p:cNvSpPr>
          <p:nvPr>
            <p:ph type="body" sz="quarter" idx="30"/>
          </p:nvPr>
        </p:nvSpPr>
        <p:spPr>
          <a:xfrm>
            <a:off x="3367089" y="1849438"/>
            <a:ext cx="2625725" cy="2968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37" name="Text Placeholder 26">
            <a:extLst>
              <a:ext uri="{FF2B5EF4-FFF2-40B4-BE49-F238E27FC236}">
                <a16:creationId xmlns:a16="http://schemas.microsoft.com/office/drawing/2014/main" id="{22CCB024-1C7A-358D-17AA-DB143CC33E1A}"/>
              </a:ext>
            </a:extLst>
          </p:cNvPr>
          <p:cNvSpPr>
            <a:spLocks noGrp="1"/>
          </p:cNvSpPr>
          <p:nvPr>
            <p:ph type="body" sz="quarter" idx="31"/>
          </p:nvPr>
        </p:nvSpPr>
        <p:spPr>
          <a:xfrm>
            <a:off x="6194426" y="1849438"/>
            <a:ext cx="2619375" cy="2968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39" name="Content Placeholder 38">
            <a:extLst>
              <a:ext uri="{FF2B5EF4-FFF2-40B4-BE49-F238E27FC236}">
                <a16:creationId xmlns:a16="http://schemas.microsoft.com/office/drawing/2014/main" id="{4C336508-10E1-4F40-6089-6E416628EAAC}"/>
              </a:ext>
            </a:extLst>
          </p:cNvPr>
          <p:cNvSpPr>
            <a:spLocks noGrp="1"/>
          </p:cNvSpPr>
          <p:nvPr>
            <p:ph sz="quarter" idx="32"/>
          </p:nvPr>
        </p:nvSpPr>
        <p:spPr>
          <a:xfrm>
            <a:off x="9015415" y="2425700"/>
            <a:ext cx="2622548"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1" name="Text Placeholder 40">
            <a:extLst>
              <a:ext uri="{FF2B5EF4-FFF2-40B4-BE49-F238E27FC236}">
                <a16:creationId xmlns:a16="http://schemas.microsoft.com/office/drawing/2014/main" id="{53BBD7EF-C3BF-D4E8-EF2B-6BC68E04ACCA}"/>
              </a:ext>
            </a:extLst>
          </p:cNvPr>
          <p:cNvSpPr>
            <a:spLocks noGrp="1"/>
          </p:cNvSpPr>
          <p:nvPr>
            <p:ph type="body" sz="quarter" idx="33"/>
          </p:nvPr>
        </p:nvSpPr>
        <p:spPr>
          <a:xfrm>
            <a:off x="9015412" y="1849436"/>
            <a:ext cx="2622549" cy="296862"/>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31508F31-FF7C-431E-8840-F90A9D6D6BB7}"/>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20F324AF-4604-BC68-DF52-9173D16B2F9A}"/>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A195C87C-A8C1-EF0F-E54A-86C6A126B59E}"/>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BB18765C-6428-8BC5-0F7F-AC227EF0A74D}"/>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F59345F0-BAC3-4CFD-1E56-D68E766C8EA0}"/>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C2E13A71-D7CF-FC90-C382-E29EE484D60D}"/>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B098EA7C-4CB8-5294-0E3D-DA3DDA751D33}"/>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A598B527-9B86-D470-36F2-19EAB9D0B534}"/>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302739A8-3AB5-BAF0-AA17-65CD5083E724}"/>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67C8C171-BE38-E529-E276-F9214A4F2803}"/>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66EE2F7F-380C-FCB0-4B13-62851E0EACC8}"/>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4B435196-5675-C73C-2A26-F03E4045E2E4}"/>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E08EB757-F7DA-269E-7344-91DC5FF92E75}"/>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8F8526C6-1E24-7346-B993-85316AA11F34}"/>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2" name="Rectangle 41">
                <a:extLst>
                  <a:ext uri="{FF2B5EF4-FFF2-40B4-BE49-F238E27FC236}">
                    <a16:creationId xmlns:a16="http://schemas.microsoft.com/office/drawing/2014/main" id="{6057C186-2F1E-C9FF-8481-4D3BB0848054}"/>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CEFBF9E7-13D1-9178-0D42-BC7022197A5D}"/>
                </a:ext>
              </a:extLst>
            </p:cNvPr>
            <p:cNvGrpSpPr/>
            <p:nvPr userDrawn="1"/>
          </p:nvGrpSpPr>
          <p:grpSpPr>
            <a:xfrm>
              <a:off x="12442019" y="198485"/>
              <a:ext cx="382660" cy="2882942"/>
              <a:chOff x="12742785" y="3716048"/>
              <a:chExt cx="316248" cy="3171236"/>
            </a:xfrm>
          </p:grpSpPr>
          <p:sp>
            <p:nvSpPr>
              <p:cNvPr id="12" name="Rectangle 11">
                <a:extLst>
                  <a:ext uri="{FF2B5EF4-FFF2-40B4-BE49-F238E27FC236}">
                    <a16:creationId xmlns:a16="http://schemas.microsoft.com/office/drawing/2014/main" id="{F4BEB79C-198E-4439-D590-128300F9B6F8}"/>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3" name="Rectangle 12">
                <a:extLst>
                  <a:ext uri="{FF2B5EF4-FFF2-40B4-BE49-F238E27FC236}">
                    <a16:creationId xmlns:a16="http://schemas.microsoft.com/office/drawing/2014/main" id="{5BD14EF4-3167-6143-A1AD-55A1B5CF05CE}"/>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4" name="Rectangle 13">
                <a:extLst>
                  <a:ext uri="{FF2B5EF4-FFF2-40B4-BE49-F238E27FC236}">
                    <a16:creationId xmlns:a16="http://schemas.microsoft.com/office/drawing/2014/main" id="{6CDAC170-0DCF-50A1-3DED-FB8BBB48223F}"/>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C7DFE751-77F4-4002-6123-7EFC77236499}"/>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A1950836-7332-C3CA-EDF9-46A3C3D727AE}"/>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939ACAEE-003F-1B2F-661A-A7CDDA65349A}"/>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B5FCEDCA-01D6-8229-81D8-9CA76C23E10C}"/>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0287BE0D-385C-95E3-FA57-5AD0C5117986}"/>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43F74E9E-9B57-D337-50A5-0C98A604EFB0}"/>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5698BF97-ED86-B619-27CD-2B2C652AD204}"/>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1" name="TextBox 10">
              <a:extLst>
                <a:ext uri="{FF2B5EF4-FFF2-40B4-BE49-F238E27FC236}">
                  <a16:creationId xmlns:a16="http://schemas.microsoft.com/office/drawing/2014/main" id="{F7B72D11-980B-780D-7EE9-949D721F63BE}"/>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3" name="TextBox 42">
            <a:extLst>
              <a:ext uri="{FF2B5EF4-FFF2-40B4-BE49-F238E27FC236}">
                <a16:creationId xmlns:a16="http://schemas.microsoft.com/office/drawing/2014/main" id="{81BEBAD7-6C04-D709-C868-28A410889007}"/>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433954263"/>
      </p:ext>
    </p:extLst>
  </p:cSld>
  <p:clrMapOvr>
    <a:masterClrMapping/>
  </p:clrMapOvr>
</p:sldLayout>
</file>

<file path=ppt/slideLayouts/slideLayout301.xml><?xml version="1.0" encoding="utf-8"?>
<p:sldLayout xmlns:a="http://schemas.openxmlformats.org/drawingml/2006/main" xmlns:r="http://schemas.openxmlformats.org/officeDocument/2006/relationships" xmlns:p="http://schemas.openxmlformats.org/presentationml/2006/main" preserve="1" userDrawn="1">
  <p:cSld name="2 Column with icons / Photo">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p:nvPr>
        </p:nvSpPr>
        <p:spPr>
          <a:xfrm>
            <a:off x="6194424" y="0"/>
            <a:ext cx="5997575" cy="6858000"/>
          </a:xfrm>
          <a:solidFill>
            <a:schemeClr val="bg1">
              <a:lumMod val="65000"/>
            </a:schemeClr>
          </a:solidFill>
        </p:spPr>
        <p:txBody>
          <a:bodyPr anchor="ctr"/>
          <a:lstStyle>
            <a:lvl1pPr algn="ctr">
              <a:defRPr>
                <a:solidFill>
                  <a:schemeClr val="bg1"/>
                </a:solidFill>
              </a:defRPr>
            </a:lvl1pPr>
          </a:lstStyle>
          <a:p>
            <a:r>
              <a:rPr lang="en-US"/>
              <a:t>Click icon to add picture</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bg1"/>
                </a:solidFill>
              </a:defRPr>
            </a:lvl1p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5" name="Title 4">
            <a:extLst>
              <a:ext uri="{FF2B5EF4-FFF2-40B4-BE49-F238E27FC236}">
                <a16:creationId xmlns:a16="http://schemas.microsoft.com/office/drawing/2014/main" id="{37E1B056-6E37-0195-3E1E-328A2FEFCC8B}"/>
              </a:ext>
            </a:extLst>
          </p:cNvPr>
          <p:cNvSpPr>
            <a:spLocks noGrp="1"/>
          </p:cNvSpPr>
          <p:nvPr>
            <p:ph type="title"/>
          </p:nvPr>
        </p:nvSpPr>
        <p:spPr>
          <a:xfrm>
            <a:off x="546100" y="552450"/>
            <a:ext cx="5443379" cy="434975"/>
          </a:xfrm>
        </p:spPr>
        <p:txBody>
          <a:bodyPr/>
          <a:lstStyle/>
          <a:p>
            <a:r>
              <a:rPr lang="en-US"/>
              <a:t>Click to edit Master title style</a:t>
            </a:r>
          </a:p>
        </p:txBody>
      </p:sp>
      <p:sp>
        <p:nvSpPr>
          <p:cNvPr id="3" name="Picture Placeholder 9">
            <a:extLst>
              <a:ext uri="{FF2B5EF4-FFF2-40B4-BE49-F238E27FC236}">
                <a16:creationId xmlns:a16="http://schemas.microsoft.com/office/drawing/2014/main" id="{071C30E2-10A6-5251-1FC6-8810B8777FFE}"/>
              </a:ext>
            </a:extLst>
          </p:cNvPr>
          <p:cNvSpPr>
            <a:spLocks noGrp="1"/>
          </p:cNvSpPr>
          <p:nvPr>
            <p:ph type="pic" sz="quarter" idx="37" hasCustomPrompt="1"/>
          </p:nvPr>
        </p:nvSpPr>
        <p:spPr>
          <a:xfrm>
            <a:off x="546100" y="1849438"/>
            <a:ext cx="722376" cy="720725"/>
          </a:xfrm>
          <a:noFill/>
          <a:ln>
            <a:noFill/>
          </a:ln>
        </p:spPr>
        <p:txBody>
          <a:bodyPr anchor="ctr"/>
          <a:lstStyle>
            <a:lvl1pPr algn="ctr">
              <a:defRPr>
                <a:solidFill>
                  <a:schemeClr val="tx1"/>
                </a:solidFill>
              </a:defRPr>
            </a:lvl1pPr>
          </a:lstStyle>
          <a:p>
            <a:r>
              <a:rPr lang="en-US"/>
              <a:t>Icon</a:t>
            </a:r>
          </a:p>
        </p:txBody>
      </p:sp>
      <p:sp>
        <p:nvSpPr>
          <p:cNvPr id="11" name="Picture Placeholder 9">
            <a:extLst>
              <a:ext uri="{FF2B5EF4-FFF2-40B4-BE49-F238E27FC236}">
                <a16:creationId xmlns:a16="http://schemas.microsoft.com/office/drawing/2014/main" id="{2779889F-8243-735B-D407-39B553561C4A}"/>
              </a:ext>
            </a:extLst>
          </p:cNvPr>
          <p:cNvSpPr>
            <a:spLocks noGrp="1" noChangeAspect="1"/>
          </p:cNvSpPr>
          <p:nvPr>
            <p:ph type="pic" sz="quarter" idx="38" hasCustomPrompt="1"/>
          </p:nvPr>
        </p:nvSpPr>
        <p:spPr>
          <a:xfrm>
            <a:off x="546100" y="3146426"/>
            <a:ext cx="723632" cy="692149"/>
          </a:xfrm>
          <a:noFill/>
          <a:ln>
            <a:noFill/>
          </a:ln>
        </p:spPr>
        <p:txBody>
          <a:bodyPr anchor="ctr"/>
          <a:lstStyle>
            <a:lvl1pPr algn="ctr">
              <a:defRPr>
                <a:solidFill>
                  <a:schemeClr val="tx1"/>
                </a:solidFill>
              </a:defRPr>
            </a:lvl1pPr>
          </a:lstStyle>
          <a:p>
            <a:r>
              <a:rPr lang="en-US"/>
              <a:t>Icon</a:t>
            </a:r>
          </a:p>
        </p:txBody>
      </p:sp>
      <p:sp>
        <p:nvSpPr>
          <p:cNvPr id="12" name="Picture Placeholder 9">
            <a:extLst>
              <a:ext uri="{FF2B5EF4-FFF2-40B4-BE49-F238E27FC236}">
                <a16:creationId xmlns:a16="http://schemas.microsoft.com/office/drawing/2014/main" id="{7E3BD4E3-4BCD-3C87-CEE7-D70639AB32E4}"/>
              </a:ext>
            </a:extLst>
          </p:cNvPr>
          <p:cNvSpPr>
            <a:spLocks noGrp="1"/>
          </p:cNvSpPr>
          <p:nvPr>
            <p:ph type="pic" sz="quarter" idx="39" hasCustomPrompt="1"/>
          </p:nvPr>
        </p:nvSpPr>
        <p:spPr>
          <a:xfrm>
            <a:off x="546100" y="4421188"/>
            <a:ext cx="722376" cy="730249"/>
          </a:xfrm>
          <a:noFill/>
          <a:ln>
            <a:noFill/>
          </a:ln>
        </p:spPr>
        <p:txBody>
          <a:bodyPr anchor="ctr"/>
          <a:lstStyle>
            <a:lvl1pPr algn="ctr">
              <a:defRPr>
                <a:solidFill>
                  <a:schemeClr val="tx1"/>
                </a:solidFill>
              </a:defRPr>
            </a:lvl1pPr>
          </a:lstStyle>
          <a:p>
            <a:r>
              <a:rPr lang="en-US"/>
              <a:t>Icon</a:t>
            </a:r>
          </a:p>
        </p:txBody>
      </p:sp>
      <p:sp>
        <p:nvSpPr>
          <p:cNvPr id="4" name="Freeform 5">
            <a:extLst>
              <a:ext uri="{FF2B5EF4-FFF2-40B4-BE49-F238E27FC236}">
                <a16:creationId xmlns:a16="http://schemas.microsoft.com/office/drawing/2014/main" id="{DC2B09DE-A1A4-4C35-6E17-FAA89478D0BB}"/>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30" name="Text Placeholder 10">
            <a:extLst>
              <a:ext uri="{FF2B5EF4-FFF2-40B4-BE49-F238E27FC236}">
                <a16:creationId xmlns:a16="http://schemas.microsoft.com/office/drawing/2014/main" id="{3CA37D90-0D74-AE2A-B25D-69FCBDEAD1C9}"/>
              </a:ext>
            </a:extLst>
          </p:cNvPr>
          <p:cNvSpPr>
            <a:spLocks noGrp="1"/>
          </p:cNvSpPr>
          <p:nvPr>
            <p:ph type="body" sz="quarter" idx="21"/>
          </p:nvPr>
        </p:nvSpPr>
        <p:spPr>
          <a:xfrm>
            <a:off x="546100" y="1127125"/>
            <a:ext cx="5445125" cy="296863"/>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31" name="Text Placeholder 15">
            <a:extLst>
              <a:ext uri="{FF2B5EF4-FFF2-40B4-BE49-F238E27FC236}">
                <a16:creationId xmlns:a16="http://schemas.microsoft.com/office/drawing/2014/main" id="{91CF4EAB-36B2-D655-23E6-0560D7AA1292}"/>
              </a:ext>
            </a:extLst>
          </p:cNvPr>
          <p:cNvSpPr>
            <a:spLocks noGrp="1"/>
          </p:cNvSpPr>
          <p:nvPr>
            <p:ph type="body" sz="quarter" idx="22"/>
          </p:nvPr>
        </p:nvSpPr>
        <p:spPr>
          <a:xfrm>
            <a:off x="546100" y="6019800"/>
            <a:ext cx="5445125"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33" name="Content Placeholder 32">
            <a:extLst>
              <a:ext uri="{FF2B5EF4-FFF2-40B4-BE49-F238E27FC236}">
                <a16:creationId xmlns:a16="http://schemas.microsoft.com/office/drawing/2014/main" id="{F52E03F2-F72D-3919-6A71-4CEA2D954B96}"/>
              </a:ext>
            </a:extLst>
          </p:cNvPr>
          <p:cNvSpPr>
            <a:spLocks noGrp="1"/>
          </p:cNvSpPr>
          <p:nvPr>
            <p:ph sz="quarter" idx="40"/>
          </p:nvPr>
        </p:nvSpPr>
        <p:spPr>
          <a:xfrm>
            <a:off x="1485901" y="1849438"/>
            <a:ext cx="4505324" cy="998537"/>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35" name="Content Placeholder 34">
            <a:extLst>
              <a:ext uri="{FF2B5EF4-FFF2-40B4-BE49-F238E27FC236}">
                <a16:creationId xmlns:a16="http://schemas.microsoft.com/office/drawing/2014/main" id="{B626F10D-848A-E6CB-7D19-295563F81456}"/>
              </a:ext>
            </a:extLst>
          </p:cNvPr>
          <p:cNvSpPr>
            <a:spLocks noGrp="1"/>
          </p:cNvSpPr>
          <p:nvPr>
            <p:ph sz="quarter" idx="41"/>
          </p:nvPr>
        </p:nvSpPr>
        <p:spPr>
          <a:xfrm>
            <a:off x="1485900" y="3146426"/>
            <a:ext cx="4505325" cy="838200"/>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37" name="Content Placeholder 36">
            <a:extLst>
              <a:ext uri="{FF2B5EF4-FFF2-40B4-BE49-F238E27FC236}">
                <a16:creationId xmlns:a16="http://schemas.microsoft.com/office/drawing/2014/main" id="{FE10D5E1-C329-1061-FDA3-9EC5BE5ECB6F}"/>
              </a:ext>
            </a:extLst>
          </p:cNvPr>
          <p:cNvSpPr>
            <a:spLocks noGrp="1"/>
          </p:cNvSpPr>
          <p:nvPr>
            <p:ph sz="quarter" idx="42"/>
          </p:nvPr>
        </p:nvSpPr>
        <p:spPr>
          <a:xfrm>
            <a:off x="1485900" y="4421189"/>
            <a:ext cx="4505325" cy="1020762"/>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grpSp>
        <p:nvGrpSpPr>
          <p:cNvPr id="2" name="Group 1">
            <a:extLst>
              <a:ext uri="{FF2B5EF4-FFF2-40B4-BE49-F238E27FC236}">
                <a16:creationId xmlns:a16="http://schemas.microsoft.com/office/drawing/2014/main" id="{64D7F97E-CFBB-57F2-6F2D-5DE1E45DD008}"/>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5AA785B6-7011-CD36-1C15-7DFB015C0426}"/>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DBDC9942-39F5-5CCF-E3EA-A0B493EEEFB2}"/>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3" name="Rectangle 12">
              <a:extLst>
                <a:ext uri="{FF2B5EF4-FFF2-40B4-BE49-F238E27FC236}">
                  <a16:creationId xmlns:a16="http://schemas.microsoft.com/office/drawing/2014/main" id="{43F0E191-81F1-80C5-A838-B97C2ACE6F7B}"/>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4" name="Group 13">
              <a:extLst>
                <a:ext uri="{FF2B5EF4-FFF2-40B4-BE49-F238E27FC236}">
                  <a16:creationId xmlns:a16="http://schemas.microsoft.com/office/drawing/2014/main" id="{39E67DDD-1786-0734-6867-7615D6F61308}"/>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E8FB0802-7289-1838-2F92-8EF12C372D24}"/>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4612D53B-1F0C-D671-7CAF-C4D0B9FFF658}"/>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4980F8FA-9426-6114-E745-EA2A8BF6D118}"/>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0A85E03B-D1D2-EA6E-350A-FAE993BCA4C6}"/>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EB9351A8-0725-387F-9D4F-6B2BB7331AD7}"/>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0207B51E-6BA4-E242-D289-F7642265012E}"/>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7349BE1A-E034-AE24-5F78-ACCDA704E654}"/>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44E17DB5-90C6-ACA3-6C15-7A13AEE1D36B}"/>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266BE422-479E-2D11-E9EE-3FEE123F6D6B}"/>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E67AD741-1BA4-F09A-330B-A7D3D8D513F0}"/>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5" name="Group 14">
              <a:extLst>
                <a:ext uri="{FF2B5EF4-FFF2-40B4-BE49-F238E27FC236}">
                  <a16:creationId xmlns:a16="http://schemas.microsoft.com/office/drawing/2014/main" id="{45DD5102-435D-0318-77BC-C3078D70E9C0}"/>
                </a:ext>
              </a:extLst>
            </p:cNvPr>
            <p:cNvGrpSpPr/>
            <p:nvPr userDrawn="1"/>
          </p:nvGrpSpPr>
          <p:grpSpPr>
            <a:xfrm>
              <a:off x="12442019" y="198485"/>
              <a:ext cx="382660" cy="2882942"/>
              <a:chOff x="12742785" y="3716048"/>
              <a:chExt cx="316248" cy="3171236"/>
            </a:xfrm>
          </p:grpSpPr>
          <p:sp>
            <p:nvSpPr>
              <p:cNvPr id="17" name="Rectangle 16">
                <a:extLst>
                  <a:ext uri="{FF2B5EF4-FFF2-40B4-BE49-F238E27FC236}">
                    <a16:creationId xmlns:a16="http://schemas.microsoft.com/office/drawing/2014/main" id="{393270AC-B8C1-E5ED-5410-5035DB172C27}"/>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50438286-72A0-3825-D887-929A01112127}"/>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7EE04E5E-6179-3570-1380-21BB30449DBE}"/>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F15B6616-9A86-F2A4-AC91-430040141FC3}"/>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0FCBB79C-56CF-85C1-5F6D-47B9D60AA179}"/>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C37A7971-72E9-FA6C-9E23-80E89B16F9B9}"/>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B09EDED6-B002-143F-CF3C-BF0EB61B2861}"/>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9BCAB37B-DEFF-D022-A82E-FF17B3A38669}"/>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CA913CE9-BE4E-47F3-673B-896B51BE4348}"/>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AD779FB3-9524-4724-C721-C9E5EFAAC01F}"/>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6" name="TextBox 15">
              <a:extLst>
                <a:ext uri="{FF2B5EF4-FFF2-40B4-BE49-F238E27FC236}">
                  <a16:creationId xmlns:a16="http://schemas.microsoft.com/office/drawing/2014/main" id="{CD596707-EB9B-0B05-81C4-1A0C96947131}"/>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2" name="TextBox 41">
            <a:extLst>
              <a:ext uri="{FF2B5EF4-FFF2-40B4-BE49-F238E27FC236}">
                <a16:creationId xmlns:a16="http://schemas.microsoft.com/office/drawing/2014/main" id="{8AF5B983-0144-0605-41FD-5D8563034E1B}"/>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492399367"/>
      </p:ext>
    </p:extLst>
  </p:cSld>
  <p:clrMapOvr>
    <a:masterClrMapping/>
  </p:clrMapOvr>
</p:sldLayout>
</file>

<file path=ppt/slideLayouts/slideLayout302.xml><?xml version="1.0" encoding="utf-8"?>
<p:sldLayout xmlns:a="http://schemas.openxmlformats.org/drawingml/2006/main" xmlns:r="http://schemas.openxmlformats.org/officeDocument/2006/relationships" xmlns:p="http://schemas.openxmlformats.org/presentationml/2006/main" preserve="1" userDrawn="1">
  <p:cSld name="2 Column, Photo">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p:nvPr>
        </p:nvSpPr>
        <p:spPr>
          <a:xfrm>
            <a:off x="6191886" y="0"/>
            <a:ext cx="6000113" cy="6858000"/>
          </a:xfrm>
          <a:solidFill>
            <a:schemeClr val="bg1">
              <a:lumMod val="65000"/>
            </a:schemeClr>
          </a:solidFill>
        </p:spPr>
        <p:txBody>
          <a:bodyPr anchor="ctr"/>
          <a:lstStyle>
            <a:lvl1pPr algn="ctr">
              <a:defRPr>
                <a:solidFill>
                  <a:schemeClr val="bg1"/>
                </a:solidFill>
              </a:defRPr>
            </a:lvl1pPr>
          </a:lstStyle>
          <a:p>
            <a:r>
              <a:rPr lang="en-US"/>
              <a:t>Click icon to add picture</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bg1"/>
                </a:solidFill>
              </a:defRPr>
            </a:lvl1p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5" name="Title 4">
            <a:extLst>
              <a:ext uri="{FF2B5EF4-FFF2-40B4-BE49-F238E27FC236}">
                <a16:creationId xmlns:a16="http://schemas.microsoft.com/office/drawing/2014/main" id="{37E1B056-6E37-0195-3E1E-328A2FEFCC8B}"/>
              </a:ext>
            </a:extLst>
          </p:cNvPr>
          <p:cNvSpPr>
            <a:spLocks noGrp="1"/>
          </p:cNvSpPr>
          <p:nvPr>
            <p:ph type="title"/>
          </p:nvPr>
        </p:nvSpPr>
        <p:spPr>
          <a:xfrm>
            <a:off x="546101" y="552450"/>
            <a:ext cx="5445124" cy="434975"/>
          </a:xfrm>
        </p:spPr>
        <p:txBody>
          <a:bodyPr/>
          <a:lstStyle/>
          <a:p>
            <a:r>
              <a:rPr lang="en-US"/>
              <a:t>Click to edit Master title style</a:t>
            </a:r>
          </a:p>
        </p:txBody>
      </p:sp>
      <p:sp>
        <p:nvSpPr>
          <p:cNvPr id="4" name="Freeform 5">
            <a:extLst>
              <a:ext uri="{FF2B5EF4-FFF2-40B4-BE49-F238E27FC236}">
                <a16:creationId xmlns:a16="http://schemas.microsoft.com/office/drawing/2014/main" id="{90FFE920-B320-B303-4558-0F631F47685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5" name="Text Placeholder 11">
            <a:extLst>
              <a:ext uri="{FF2B5EF4-FFF2-40B4-BE49-F238E27FC236}">
                <a16:creationId xmlns:a16="http://schemas.microsoft.com/office/drawing/2014/main" id="{5E92B4B8-6955-9D30-1BC3-A16EF74E8AD5}"/>
              </a:ext>
            </a:extLst>
          </p:cNvPr>
          <p:cNvSpPr>
            <a:spLocks noGrp="1"/>
          </p:cNvSpPr>
          <p:nvPr>
            <p:ph type="body" sz="quarter" idx="18"/>
          </p:nvPr>
        </p:nvSpPr>
        <p:spPr>
          <a:xfrm>
            <a:off x="546100" y="1127125"/>
            <a:ext cx="5445125"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6" name="Text Placeholder 15">
            <a:extLst>
              <a:ext uri="{FF2B5EF4-FFF2-40B4-BE49-F238E27FC236}">
                <a16:creationId xmlns:a16="http://schemas.microsoft.com/office/drawing/2014/main" id="{AA9F4984-857B-C872-E78B-8D7B49A19FCB}"/>
              </a:ext>
            </a:extLst>
          </p:cNvPr>
          <p:cNvSpPr>
            <a:spLocks noGrp="1"/>
          </p:cNvSpPr>
          <p:nvPr>
            <p:ph type="body" sz="quarter" idx="19" hasCustomPrompt="1"/>
          </p:nvPr>
        </p:nvSpPr>
        <p:spPr>
          <a:xfrm>
            <a:off x="546100" y="6019800"/>
            <a:ext cx="5445125"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add footnotes or disclaimer information</a:t>
            </a:r>
          </a:p>
        </p:txBody>
      </p:sp>
      <p:sp>
        <p:nvSpPr>
          <p:cNvPr id="17" name="Content Placeholder 25">
            <a:extLst>
              <a:ext uri="{FF2B5EF4-FFF2-40B4-BE49-F238E27FC236}">
                <a16:creationId xmlns:a16="http://schemas.microsoft.com/office/drawing/2014/main" id="{5C8016BC-6435-33AA-70C0-6D27BA55395C}"/>
              </a:ext>
            </a:extLst>
          </p:cNvPr>
          <p:cNvSpPr>
            <a:spLocks noGrp="1"/>
          </p:cNvSpPr>
          <p:nvPr>
            <p:ph sz="quarter" idx="23"/>
          </p:nvPr>
        </p:nvSpPr>
        <p:spPr>
          <a:xfrm>
            <a:off x="546100" y="1849438"/>
            <a:ext cx="5445125"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631995A3-0F61-07CF-245E-BDF60A36D978}"/>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E8857D31-C651-FEBC-D4DE-E1521FA693A2}"/>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36B7DFAB-55FF-B531-612E-2578C241329B}"/>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26249FEA-C95F-53A2-0478-3D637876E65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1" name="Group 10">
              <a:extLst>
                <a:ext uri="{FF2B5EF4-FFF2-40B4-BE49-F238E27FC236}">
                  <a16:creationId xmlns:a16="http://schemas.microsoft.com/office/drawing/2014/main" id="{59AC1053-0774-5185-5E78-6EA9C427C63A}"/>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1DAB16AB-BE24-8AD4-DCC0-FD6636FAFB3C}"/>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4EE6DB92-CC9B-7A4C-3FA0-1CACF848AFED}"/>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45AA3DE0-1272-434B-501C-B3B9124A0C79}"/>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7962FB6B-BC46-F469-159D-352BD79674F9}"/>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5F44128D-9C1F-AEA0-A096-8FAE4B7E16D1}"/>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7354219C-9DB4-6D73-C126-C029776FC9B0}"/>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02E186C6-9FAC-89C0-2B2C-784E622F83DA}"/>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8207801B-FCAE-E332-8F78-33E29591CB08}"/>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820CB441-6A03-6EF0-2658-F6811DADBA72}"/>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CFA17DDF-6BE8-5C10-EBCE-691AB4BF7C4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0870A9E4-C38F-B871-1043-6F29F79D77E6}"/>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2B50E069-505D-3220-106D-E30A7C7898E9}"/>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CB7629F2-F845-096B-A859-6C62F1EF9C1D}"/>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6C1B3BAE-920E-CF7B-07AB-D6CFE9DB3D24}"/>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5BB2EE34-21CA-6E9A-70E0-D48BAAD53360}"/>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00E7FCA9-1920-9A5C-EC43-7EBB3775B252}"/>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4B8084B3-520A-4693-CB68-BF26BB0847F2}"/>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BFFC9CE0-FE32-0E48-14D3-D952B135208E}"/>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DC766E05-1CFA-897F-A478-92B72DA69B0C}"/>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0A9848C6-D65B-BBD3-9037-8E35F39F4280}"/>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CDBE9933-F28A-6F88-2D9B-57DF01C27FE0}"/>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09F542D0-4E71-913A-38F7-22BDFB7E25BC}"/>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84179D5E-A2C1-D138-AC3A-2BD78AB57C41}"/>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630348150"/>
      </p:ext>
    </p:extLst>
  </p:cSld>
  <p:clrMapOvr>
    <a:masterClrMapping/>
  </p:clrMapOvr>
</p:sldLayout>
</file>

<file path=ppt/slideLayouts/slideLayout303.xml><?xml version="1.0" encoding="utf-8"?>
<p:sldLayout xmlns:a="http://schemas.openxmlformats.org/drawingml/2006/main" xmlns:r="http://schemas.openxmlformats.org/officeDocument/2006/relationships" xmlns:p="http://schemas.openxmlformats.org/presentationml/2006/main" preserve="1" userDrawn="1">
  <p:cSld name="2 Column, Photo - Subhead">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p:nvPr>
        </p:nvSpPr>
        <p:spPr>
          <a:xfrm>
            <a:off x="6194424" y="0"/>
            <a:ext cx="5997575" cy="6858000"/>
          </a:xfrm>
          <a:solidFill>
            <a:schemeClr val="bg1">
              <a:lumMod val="65000"/>
            </a:schemeClr>
          </a:solidFill>
        </p:spPr>
        <p:txBody>
          <a:bodyPr anchor="ctr"/>
          <a:lstStyle>
            <a:lvl1pPr algn="ctr">
              <a:defRPr>
                <a:solidFill>
                  <a:schemeClr val="bg1"/>
                </a:solidFill>
              </a:defRPr>
            </a:lvl1pPr>
          </a:lstStyle>
          <a:p>
            <a:r>
              <a:rPr lang="en-US"/>
              <a:t>Click icon to add picture</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bg1"/>
                </a:solidFill>
              </a:defRPr>
            </a:lvl1p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6" name="Title 5">
            <a:extLst>
              <a:ext uri="{FF2B5EF4-FFF2-40B4-BE49-F238E27FC236}">
                <a16:creationId xmlns:a16="http://schemas.microsoft.com/office/drawing/2014/main" id="{FA65A5E6-24CF-BD36-5E96-8042A9E0ECC7}"/>
              </a:ext>
            </a:extLst>
          </p:cNvPr>
          <p:cNvSpPr>
            <a:spLocks noGrp="1"/>
          </p:cNvSpPr>
          <p:nvPr>
            <p:ph type="title"/>
          </p:nvPr>
        </p:nvSpPr>
        <p:spPr>
          <a:xfrm>
            <a:off x="546100" y="552450"/>
            <a:ext cx="5444329" cy="434975"/>
          </a:xfrm>
        </p:spPr>
        <p:txBody>
          <a:bodyPr/>
          <a:lstStyle/>
          <a:p>
            <a:r>
              <a:rPr lang="en-US"/>
              <a:t>Click to edit Master title style</a:t>
            </a:r>
          </a:p>
        </p:txBody>
      </p:sp>
      <p:sp>
        <p:nvSpPr>
          <p:cNvPr id="4" name="Freeform 5">
            <a:extLst>
              <a:ext uri="{FF2B5EF4-FFF2-40B4-BE49-F238E27FC236}">
                <a16:creationId xmlns:a16="http://schemas.microsoft.com/office/drawing/2014/main" id="{83F80ED4-EB7B-394D-C29E-898DB0D61D00}"/>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6" name="Text Placeholder 11">
            <a:extLst>
              <a:ext uri="{FF2B5EF4-FFF2-40B4-BE49-F238E27FC236}">
                <a16:creationId xmlns:a16="http://schemas.microsoft.com/office/drawing/2014/main" id="{163054C7-C247-490C-C290-6EB0D4E9DC74}"/>
              </a:ext>
            </a:extLst>
          </p:cNvPr>
          <p:cNvSpPr>
            <a:spLocks noGrp="1"/>
          </p:cNvSpPr>
          <p:nvPr>
            <p:ph type="body" sz="quarter" idx="23"/>
          </p:nvPr>
        </p:nvSpPr>
        <p:spPr>
          <a:xfrm>
            <a:off x="546100" y="1127125"/>
            <a:ext cx="5445125" cy="292607"/>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7" name="Text Placeholder 13">
            <a:extLst>
              <a:ext uri="{FF2B5EF4-FFF2-40B4-BE49-F238E27FC236}">
                <a16:creationId xmlns:a16="http://schemas.microsoft.com/office/drawing/2014/main" id="{A96A9E9C-CF80-8438-5697-6A29008CD5FA}"/>
              </a:ext>
            </a:extLst>
          </p:cNvPr>
          <p:cNvSpPr>
            <a:spLocks noGrp="1"/>
          </p:cNvSpPr>
          <p:nvPr>
            <p:ph type="body" sz="quarter" idx="24"/>
          </p:nvPr>
        </p:nvSpPr>
        <p:spPr>
          <a:xfrm>
            <a:off x="546100" y="6019801"/>
            <a:ext cx="5445125"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8" name="Content Placeholder 29">
            <a:extLst>
              <a:ext uri="{FF2B5EF4-FFF2-40B4-BE49-F238E27FC236}">
                <a16:creationId xmlns:a16="http://schemas.microsoft.com/office/drawing/2014/main" id="{75ADEAFE-4009-A3BC-3F86-F58A050AF5C0}"/>
              </a:ext>
            </a:extLst>
          </p:cNvPr>
          <p:cNvSpPr>
            <a:spLocks noGrp="1"/>
          </p:cNvSpPr>
          <p:nvPr>
            <p:ph sz="quarter" idx="27"/>
          </p:nvPr>
        </p:nvSpPr>
        <p:spPr>
          <a:xfrm>
            <a:off x="546892" y="2425700"/>
            <a:ext cx="5444333"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9" name="Text Placeholder 33">
            <a:extLst>
              <a:ext uri="{FF2B5EF4-FFF2-40B4-BE49-F238E27FC236}">
                <a16:creationId xmlns:a16="http://schemas.microsoft.com/office/drawing/2014/main" id="{C8FCEF29-492C-8F4E-A702-5AD89C03B6B4}"/>
              </a:ext>
            </a:extLst>
          </p:cNvPr>
          <p:cNvSpPr>
            <a:spLocks noGrp="1"/>
          </p:cNvSpPr>
          <p:nvPr>
            <p:ph type="body" sz="quarter" idx="29"/>
          </p:nvPr>
        </p:nvSpPr>
        <p:spPr>
          <a:xfrm>
            <a:off x="546893" y="1849437"/>
            <a:ext cx="5444332" cy="296861"/>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45A07FDE-C5C4-C8EF-10FD-EC4E0CE084E3}"/>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517F201F-4874-57A3-DA1A-6307DF3B0300}"/>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D4A31D95-F26B-3873-D758-4ACE9E7C7B5A}"/>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340F168C-8776-9306-9275-D32FE23AB961}"/>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1" name="Group 10">
              <a:extLst>
                <a:ext uri="{FF2B5EF4-FFF2-40B4-BE49-F238E27FC236}">
                  <a16:creationId xmlns:a16="http://schemas.microsoft.com/office/drawing/2014/main" id="{34C2D411-3255-7E96-4BFC-1981DE42C960}"/>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3FDD120E-B200-9024-AF20-E843141A8D66}"/>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326E9239-282D-3EE5-B89C-B167F351A93F}"/>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A9729702-9260-E1CD-2AA8-869C4225F124}"/>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CCD7ACB2-D5D6-0B4E-5520-42A2155FC22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4DFE1790-706B-2333-2698-5A49D7B77B3F}"/>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3627A716-0290-FD5E-0A8C-1A3204903BC1}"/>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1785C142-AB26-3737-0D80-5F346C9C5367}"/>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550A49CD-7EF8-F766-8BC2-01BDCEEF8BBC}"/>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370DA7BE-738F-0F22-FB20-ABC784198D15}"/>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9D855911-9F58-ACBD-43A0-0B89FAF3794B}"/>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A598D3AC-77DB-3A4E-EF5D-3D09599C8668}"/>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A6088CE2-2FC7-8F45-5ABA-4523F23F451C}"/>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2F7B4DD3-F5DD-22F1-C6AA-9D96E506FE70}"/>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D5391230-AC92-454E-6E4B-0C7F80C529DC}"/>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D604D980-B993-E8FA-BDE3-DF6AB92FB97F}"/>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18AE9499-43B7-3C3F-0275-55FFF666CC96}"/>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A0C7ED8D-4B6D-911D-4398-BF2C9C3B67FA}"/>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F1FBE29D-6B72-6CF0-47D9-1ECAF45B01CB}"/>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FD0210C5-7DE8-1AA8-131B-867C62B0805D}"/>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59499FEC-7248-9A77-897B-E01CEDC8DF61}"/>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D28D5AF1-DBEC-E632-42C6-564D9F3EC115}"/>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D0B1C5A3-99E9-CBB7-38A1-282CF8B688D7}"/>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5CEA9C6A-72F1-E719-D69B-9A4049C2EB56}"/>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339518629"/>
      </p:ext>
    </p:extLst>
  </p:cSld>
  <p:clrMapOvr>
    <a:masterClrMapping/>
  </p:clrMapOvr>
</p:sldLayout>
</file>

<file path=ppt/slideLayouts/slideLayout304.xml><?xml version="1.0" encoding="utf-8"?>
<p:sldLayout xmlns:a="http://schemas.openxmlformats.org/drawingml/2006/main" xmlns:r="http://schemas.openxmlformats.org/officeDocument/2006/relationships" xmlns:p="http://schemas.openxmlformats.org/presentationml/2006/main" preserve="1" userDrawn="1">
  <p:cSld name="Dynamic Slices 1 / Light">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hasCustomPrompt="1"/>
          </p:nvPr>
        </p:nvSpPr>
        <p:spPr>
          <a:xfrm>
            <a:off x="8142973" y="0"/>
            <a:ext cx="2029968" cy="6167438"/>
          </a:xfrm>
          <a:solidFill>
            <a:schemeClr val="bg1">
              <a:lumMod val="65000"/>
            </a:schemeClr>
          </a:solidFill>
        </p:spPr>
        <p:txBody>
          <a:bodyPr anchor="ctr"/>
          <a:lstStyle>
            <a:lvl1pPr algn="ctr">
              <a:defRPr b="0">
                <a:solidFill>
                  <a:schemeClr val="bg1"/>
                </a:solidFill>
                <a:latin typeface="+mn-lt"/>
              </a:defRPr>
            </a:lvl1pPr>
          </a:lstStyle>
          <a:p>
            <a:r>
              <a:rPr lang="en-US"/>
              <a:t>Dynamic slice crop 1</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6" name="Picture Placeholder 9">
            <a:extLst>
              <a:ext uri="{FF2B5EF4-FFF2-40B4-BE49-F238E27FC236}">
                <a16:creationId xmlns:a16="http://schemas.microsoft.com/office/drawing/2014/main" id="{76B8FFAA-4288-7A55-0BCC-B4A10908B32D}"/>
              </a:ext>
            </a:extLst>
          </p:cNvPr>
          <p:cNvSpPr>
            <a:spLocks noGrp="1"/>
          </p:cNvSpPr>
          <p:nvPr>
            <p:ph type="pic" sz="quarter" idx="14" hasCustomPrompt="1"/>
          </p:nvPr>
        </p:nvSpPr>
        <p:spPr>
          <a:xfrm>
            <a:off x="10162032" y="0"/>
            <a:ext cx="2029968" cy="3984625"/>
          </a:xfrm>
          <a:solidFill>
            <a:schemeClr val="bg1">
              <a:lumMod val="65000"/>
            </a:schemeClr>
          </a:solidFill>
        </p:spPr>
        <p:txBody>
          <a:bodyPr anchor="ctr"/>
          <a:lstStyle>
            <a:lvl1pPr algn="ctr">
              <a:defRPr b="0">
                <a:solidFill>
                  <a:schemeClr val="bg1"/>
                </a:solidFill>
                <a:latin typeface="+mn-lt"/>
              </a:defRPr>
            </a:lvl1pPr>
          </a:lstStyle>
          <a:p>
            <a:pPr marL="0" marR="0" lvl="0" indent="0" algn="ctr" defTabSz="914400" rtl="0" eaLnBrk="1" fontAlgn="auto" latinLnBrk="0" hangingPunct="1">
              <a:lnSpc>
                <a:spcPct val="101000"/>
              </a:lnSpc>
              <a:spcBef>
                <a:spcPts val="0"/>
              </a:spcBef>
              <a:spcAft>
                <a:spcPts val="600"/>
              </a:spcAft>
              <a:buClrTx/>
              <a:buSzTx/>
              <a:buFont typeface="GT America Regular"/>
              <a:buNone/>
              <a:tabLst/>
              <a:defRPr/>
            </a:pPr>
            <a:r>
              <a:rPr lang="en-US"/>
              <a:t>Dynamic slice crop 2</a:t>
            </a:r>
          </a:p>
        </p:txBody>
      </p:sp>
      <p:sp>
        <p:nvSpPr>
          <p:cNvPr id="5" name="Title 4">
            <a:extLst>
              <a:ext uri="{FF2B5EF4-FFF2-40B4-BE49-F238E27FC236}">
                <a16:creationId xmlns:a16="http://schemas.microsoft.com/office/drawing/2014/main" id="{B8ED52C6-CAF9-7CFB-3BBD-C28F1DD35377}"/>
              </a:ext>
            </a:extLst>
          </p:cNvPr>
          <p:cNvSpPr>
            <a:spLocks noGrp="1"/>
          </p:cNvSpPr>
          <p:nvPr>
            <p:ph type="title"/>
          </p:nvPr>
        </p:nvSpPr>
        <p:spPr>
          <a:xfrm>
            <a:off x="546541" y="552450"/>
            <a:ext cx="6851210" cy="434975"/>
          </a:xfrm>
        </p:spPr>
        <p:txBody>
          <a:bodyPr/>
          <a:lstStyle/>
          <a:p>
            <a:r>
              <a:rPr lang="en-US"/>
              <a:t>Click to edit Master title style</a:t>
            </a:r>
          </a:p>
        </p:txBody>
      </p:sp>
      <p:sp>
        <p:nvSpPr>
          <p:cNvPr id="2" name="Freeform 5">
            <a:extLst>
              <a:ext uri="{FF2B5EF4-FFF2-40B4-BE49-F238E27FC236}">
                <a16:creationId xmlns:a16="http://schemas.microsoft.com/office/drawing/2014/main" id="{C80AD849-5BBF-D879-E4D7-75E59F95492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6" name="Text Placeholder 11">
            <a:extLst>
              <a:ext uri="{FF2B5EF4-FFF2-40B4-BE49-F238E27FC236}">
                <a16:creationId xmlns:a16="http://schemas.microsoft.com/office/drawing/2014/main" id="{C6506391-3DB1-9F32-7688-9823C2B43230}"/>
              </a:ext>
            </a:extLst>
          </p:cNvPr>
          <p:cNvSpPr>
            <a:spLocks noGrp="1"/>
          </p:cNvSpPr>
          <p:nvPr>
            <p:ph type="body" sz="quarter" idx="18"/>
          </p:nvPr>
        </p:nvSpPr>
        <p:spPr>
          <a:xfrm>
            <a:off x="546540" y="1127126"/>
            <a:ext cx="6851210" cy="295274"/>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7" name="Text Placeholder 15">
            <a:extLst>
              <a:ext uri="{FF2B5EF4-FFF2-40B4-BE49-F238E27FC236}">
                <a16:creationId xmlns:a16="http://schemas.microsoft.com/office/drawing/2014/main" id="{4C8DB3B3-004C-E921-0B4A-5EE8B997DF71}"/>
              </a:ext>
            </a:extLst>
          </p:cNvPr>
          <p:cNvSpPr>
            <a:spLocks noGrp="1"/>
          </p:cNvSpPr>
          <p:nvPr>
            <p:ph type="body" sz="quarter" idx="19" hasCustomPrompt="1"/>
          </p:nvPr>
        </p:nvSpPr>
        <p:spPr>
          <a:xfrm>
            <a:off x="546541" y="6019800"/>
            <a:ext cx="6851210"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add footnotes or disclaimer information</a:t>
            </a:r>
          </a:p>
        </p:txBody>
      </p:sp>
      <p:sp>
        <p:nvSpPr>
          <p:cNvPr id="18" name="Content Placeholder 25">
            <a:extLst>
              <a:ext uri="{FF2B5EF4-FFF2-40B4-BE49-F238E27FC236}">
                <a16:creationId xmlns:a16="http://schemas.microsoft.com/office/drawing/2014/main" id="{02974D94-9BEF-B148-C21F-FB42A3CC7E5D}"/>
              </a:ext>
            </a:extLst>
          </p:cNvPr>
          <p:cNvSpPr>
            <a:spLocks noGrp="1"/>
          </p:cNvSpPr>
          <p:nvPr>
            <p:ph sz="quarter" idx="23"/>
          </p:nvPr>
        </p:nvSpPr>
        <p:spPr>
          <a:xfrm>
            <a:off x="546540" y="1849438"/>
            <a:ext cx="6851209" cy="401796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3" name="Group 2">
            <a:extLst>
              <a:ext uri="{FF2B5EF4-FFF2-40B4-BE49-F238E27FC236}">
                <a16:creationId xmlns:a16="http://schemas.microsoft.com/office/drawing/2014/main" id="{28A6C5F1-2C3B-2D94-7A70-12E969F7EEA8}"/>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6E09B064-7759-2981-FA43-82BF122D6E3B}"/>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0AE874C0-E1E0-2ED7-84EA-9F8D8F0114F0}"/>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1" name="Rectangle 10">
              <a:extLst>
                <a:ext uri="{FF2B5EF4-FFF2-40B4-BE49-F238E27FC236}">
                  <a16:creationId xmlns:a16="http://schemas.microsoft.com/office/drawing/2014/main" id="{AA0C7B37-50EC-50ED-3CCD-CA4D13B16580}"/>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2" name="Group 11">
              <a:extLst>
                <a:ext uri="{FF2B5EF4-FFF2-40B4-BE49-F238E27FC236}">
                  <a16:creationId xmlns:a16="http://schemas.microsoft.com/office/drawing/2014/main" id="{3877F3B4-BA79-17DF-BA22-386160EFED63}"/>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3B0F506F-D105-C228-AD4D-11A9B7498997}"/>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09845719-5512-4D1E-4FB9-4E36DB8FAF6E}"/>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E674C4CC-6B71-8891-EA54-6CC1ECD07021}"/>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78239093-E9E7-FFC6-9DB6-AFA61112EC81}"/>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0BB7B011-54F3-5887-DB64-6DB8BEC30367}"/>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3A3CA925-4B0B-914C-57C6-CE7321F4C678}"/>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EB48BF75-E7A7-4230-39CA-CFA50FC70149}"/>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59D8BB4D-3F42-B0A8-0F9E-8C2C631FADDA}"/>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F81ADDBF-2EC8-C65A-697A-60819A0C5B57}"/>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B860CEF9-5497-E5D6-2FBC-2AB55A0FD86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3" name="Group 12">
              <a:extLst>
                <a:ext uri="{FF2B5EF4-FFF2-40B4-BE49-F238E27FC236}">
                  <a16:creationId xmlns:a16="http://schemas.microsoft.com/office/drawing/2014/main" id="{C8ECBB1D-0183-574E-21A5-6D78F7C04A70}"/>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4191515E-C521-D5DD-ABB3-0E4A3DF0DB64}"/>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DA051ACF-D6B4-2618-A502-E693AB113180}"/>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0F666EF6-8017-5A74-DB70-1D92918B89E8}"/>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4EC0F7A8-F67F-D813-20FA-D544F38CE862}"/>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7A01A5F6-5BEC-8DFF-B581-198BF7A5F874}"/>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A80B3EB0-491D-E2CE-A0E5-72A508E9362A}"/>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787B8C00-6AFC-56DE-E4DF-5DB34D371FE5}"/>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AFE90641-B141-0235-77AE-C7E8905519FE}"/>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4505A72F-B2F9-EBD6-0F79-95417D590505}"/>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DC5EFAD0-BC1D-F5C1-BB69-91AAE32B82F0}"/>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F33217D4-BFDC-9897-D448-765E00B1A35D}"/>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F1DE03BF-C8A3-06CF-4D0B-0845C3B0687D}"/>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895296392"/>
      </p:ext>
    </p:extLst>
  </p:cSld>
  <p:clrMapOvr>
    <a:masterClrMapping/>
  </p:clrMapOvr>
</p:sldLayout>
</file>

<file path=ppt/slideLayouts/slideLayout305.xml><?xml version="1.0" encoding="utf-8"?>
<p:sldLayout xmlns:a="http://schemas.openxmlformats.org/drawingml/2006/main" xmlns:r="http://schemas.openxmlformats.org/officeDocument/2006/relationships" xmlns:p="http://schemas.openxmlformats.org/presentationml/2006/main" preserve="1" userDrawn="1">
  <p:cSld name="Dynamic Slices 1 / Light - Subhead">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hasCustomPrompt="1"/>
          </p:nvPr>
        </p:nvSpPr>
        <p:spPr>
          <a:xfrm>
            <a:off x="8142973" y="0"/>
            <a:ext cx="2029968" cy="6167438"/>
          </a:xfrm>
          <a:solidFill>
            <a:schemeClr val="bg1">
              <a:lumMod val="65000"/>
            </a:schemeClr>
          </a:solidFill>
        </p:spPr>
        <p:txBody>
          <a:bodyPr anchor="ctr"/>
          <a:lstStyle>
            <a:lvl1pPr algn="ctr">
              <a:defRPr b="0">
                <a:solidFill>
                  <a:schemeClr val="bg1"/>
                </a:solidFill>
                <a:latin typeface="+mn-lt"/>
              </a:defRPr>
            </a:lvl1pPr>
          </a:lstStyle>
          <a:p>
            <a:r>
              <a:rPr lang="en-US"/>
              <a:t>Dynamic slice crop 1</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6" name="Picture Placeholder 9">
            <a:extLst>
              <a:ext uri="{FF2B5EF4-FFF2-40B4-BE49-F238E27FC236}">
                <a16:creationId xmlns:a16="http://schemas.microsoft.com/office/drawing/2014/main" id="{76B8FFAA-4288-7A55-0BCC-B4A10908B32D}"/>
              </a:ext>
            </a:extLst>
          </p:cNvPr>
          <p:cNvSpPr>
            <a:spLocks noGrp="1"/>
          </p:cNvSpPr>
          <p:nvPr>
            <p:ph type="pic" sz="quarter" idx="14" hasCustomPrompt="1"/>
          </p:nvPr>
        </p:nvSpPr>
        <p:spPr>
          <a:xfrm>
            <a:off x="10162032" y="0"/>
            <a:ext cx="2029968" cy="3984625"/>
          </a:xfrm>
          <a:solidFill>
            <a:schemeClr val="bg1">
              <a:lumMod val="65000"/>
            </a:schemeClr>
          </a:solidFill>
        </p:spPr>
        <p:txBody>
          <a:bodyPr anchor="ctr"/>
          <a:lstStyle>
            <a:lvl1pPr algn="ctr">
              <a:defRPr b="0">
                <a:solidFill>
                  <a:schemeClr val="bg1"/>
                </a:solidFill>
                <a:latin typeface="+mn-lt"/>
              </a:defRPr>
            </a:lvl1pPr>
          </a:lstStyle>
          <a:p>
            <a:pPr marL="0" marR="0" lvl="0" indent="0" algn="ctr" defTabSz="914400" rtl="0" eaLnBrk="1" fontAlgn="auto" latinLnBrk="0" hangingPunct="1">
              <a:lnSpc>
                <a:spcPct val="101000"/>
              </a:lnSpc>
              <a:spcBef>
                <a:spcPts val="0"/>
              </a:spcBef>
              <a:spcAft>
                <a:spcPts val="600"/>
              </a:spcAft>
              <a:buClrTx/>
              <a:buSzTx/>
              <a:buFont typeface="GT America Regular"/>
              <a:buNone/>
              <a:tabLst/>
              <a:defRPr/>
            </a:pPr>
            <a:r>
              <a:rPr lang="en-US"/>
              <a:t>Dynamic slice crop 2</a:t>
            </a:r>
          </a:p>
        </p:txBody>
      </p:sp>
      <p:sp>
        <p:nvSpPr>
          <p:cNvPr id="12" name="Title 11">
            <a:extLst>
              <a:ext uri="{FF2B5EF4-FFF2-40B4-BE49-F238E27FC236}">
                <a16:creationId xmlns:a16="http://schemas.microsoft.com/office/drawing/2014/main" id="{4B789C02-8217-29F3-CCBF-88E3D196B36D}"/>
              </a:ext>
            </a:extLst>
          </p:cNvPr>
          <p:cNvSpPr>
            <a:spLocks noGrp="1"/>
          </p:cNvSpPr>
          <p:nvPr>
            <p:ph type="title"/>
          </p:nvPr>
        </p:nvSpPr>
        <p:spPr>
          <a:xfrm>
            <a:off x="546100" y="552450"/>
            <a:ext cx="6851651" cy="434975"/>
          </a:xfrm>
        </p:spPr>
        <p:txBody>
          <a:bodyPr/>
          <a:lstStyle/>
          <a:p>
            <a:r>
              <a:rPr lang="en-US"/>
              <a:t>Click to edit Master title style</a:t>
            </a:r>
          </a:p>
        </p:txBody>
      </p:sp>
      <p:sp>
        <p:nvSpPr>
          <p:cNvPr id="4" name="Freeform 5">
            <a:extLst>
              <a:ext uri="{FF2B5EF4-FFF2-40B4-BE49-F238E27FC236}">
                <a16:creationId xmlns:a16="http://schemas.microsoft.com/office/drawing/2014/main" id="{90F57B56-D11B-9162-7023-12E809D6B100}"/>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5" name="Text Placeholder 11">
            <a:extLst>
              <a:ext uri="{FF2B5EF4-FFF2-40B4-BE49-F238E27FC236}">
                <a16:creationId xmlns:a16="http://schemas.microsoft.com/office/drawing/2014/main" id="{8BA902E5-1959-8D93-356A-51055AFC1FFA}"/>
              </a:ext>
            </a:extLst>
          </p:cNvPr>
          <p:cNvSpPr>
            <a:spLocks noGrp="1"/>
          </p:cNvSpPr>
          <p:nvPr>
            <p:ph type="body" sz="quarter" idx="23"/>
          </p:nvPr>
        </p:nvSpPr>
        <p:spPr>
          <a:xfrm>
            <a:off x="546100" y="1127125"/>
            <a:ext cx="6853046" cy="292607"/>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7" name="Text Placeholder 13">
            <a:extLst>
              <a:ext uri="{FF2B5EF4-FFF2-40B4-BE49-F238E27FC236}">
                <a16:creationId xmlns:a16="http://schemas.microsoft.com/office/drawing/2014/main" id="{D5FC25B8-805C-1612-14FC-B175AA440631}"/>
              </a:ext>
            </a:extLst>
          </p:cNvPr>
          <p:cNvSpPr>
            <a:spLocks noGrp="1"/>
          </p:cNvSpPr>
          <p:nvPr>
            <p:ph type="body" sz="quarter" idx="24"/>
          </p:nvPr>
        </p:nvSpPr>
        <p:spPr>
          <a:xfrm>
            <a:off x="546100" y="6019801"/>
            <a:ext cx="6851649"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1" name="Content Placeholder 29">
            <a:extLst>
              <a:ext uri="{FF2B5EF4-FFF2-40B4-BE49-F238E27FC236}">
                <a16:creationId xmlns:a16="http://schemas.microsoft.com/office/drawing/2014/main" id="{9FBDFEC1-9F37-0749-6D25-E3B502E7E966}"/>
              </a:ext>
            </a:extLst>
          </p:cNvPr>
          <p:cNvSpPr>
            <a:spLocks noGrp="1"/>
          </p:cNvSpPr>
          <p:nvPr>
            <p:ph sz="quarter" idx="27"/>
          </p:nvPr>
        </p:nvSpPr>
        <p:spPr>
          <a:xfrm>
            <a:off x="546894" y="2425700"/>
            <a:ext cx="6850856"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ext Placeholder 33">
            <a:extLst>
              <a:ext uri="{FF2B5EF4-FFF2-40B4-BE49-F238E27FC236}">
                <a16:creationId xmlns:a16="http://schemas.microsoft.com/office/drawing/2014/main" id="{F955E566-2D25-F593-52AC-63C9C65B51E7}"/>
              </a:ext>
            </a:extLst>
          </p:cNvPr>
          <p:cNvSpPr>
            <a:spLocks noGrp="1"/>
          </p:cNvSpPr>
          <p:nvPr>
            <p:ph type="body" sz="quarter" idx="29"/>
          </p:nvPr>
        </p:nvSpPr>
        <p:spPr>
          <a:xfrm>
            <a:off x="546100" y="1849437"/>
            <a:ext cx="6851650" cy="296861"/>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26A40A34-58AE-5002-D30F-8E2B9601E747}"/>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3E2E5091-25EE-C8E5-59A2-10A8F3FBA3C3}"/>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4" name="TextBox 13">
              <a:extLst>
                <a:ext uri="{FF2B5EF4-FFF2-40B4-BE49-F238E27FC236}">
                  <a16:creationId xmlns:a16="http://schemas.microsoft.com/office/drawing/2014/main" id="{56CD702E-59E8-4DBD-275C-CEDC5823E3ED}"/>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5" name="Rectangle 14">
              <a:extLst>
                <a:ext uri="{FF2B5EF4-FFF2-40B4-BE49-F238E27FC236}">
                  <a16:creationId xmlns:a16="http://schemas.microsoft.com/office/drawing/2014/main" id="{29A3EB9F-B296-B103-BDCB-48B8CF4C65B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6" name="Group 15">
              <a:extLst>
                <a:ext uri="{FF2B5EF4-FFF2-40B4-BE49-F238E27FC236}">
                  <a16:creationId xmlns:a16="http://schemas.microsoft.com/office/drawing/2014/main" id="{B19D1F81-82F9-3676-C1FA-5BA36403C0D3}"/>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74887259-315F-C3F9-B27D-492370BD0CFE}"/>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D54A2913-C115-41E8-B5FF-795B7AFF6EE9}"/>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FE9BACE7-B817-0349-B7EF-B9BA2B1F1339}"/>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63C0872A-AB8E-6E29-4BF5-F9AEB2F6F8A5}"/>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794AF5E0-A448-B82A-A83A-E6A52D37CD43}"/>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CF41D7DB-1460-3650-FBB2-ED40F1EDDC55}"/>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12D2FED8-EA24-8D67-6FF7-67015D548170}"/>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210C9405-3DB0-54BA-46CE-76CAA6D5BF3A}"/>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D1CAF4C9-708E-F999-4833-8D7F3ED9A1C6}"/>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8C8113A2-BE50-5255-38F4-BFB4F479E029}"/>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7" name="Group 16">
              <a:extLst>
                <a:ext uri="{FF2B5EF4-FFF2-40B4-BE49-F238E27FC236}">
                  <a16:creationId xmlns:a16="http://schemas.microsoft.com/office/drawing/2014/main" id="{634BEDAE-8F9E-7777-00DC-728879F7FA02}"/>
                </a:ext>
              </a:extLst>
            </p:cNvPr>
            <p:cNvGrpSpPr/>
            <p:nvPr userDrawn="1"/>
          </p:nvGrpSpPr>
          <p:grpSpPr>
            <a:xfrm>
              <a:off x="12442019" y="198485"/>
              <a:ext cx="382660" cy="2882942"/>
              <a:chOff x="12742785" y="3716048"/>
              <a:chExt cx="316248" cy="3171236"/>
            </a:xfrm>
          </p:grpSpPr>
          <p:sp>
            <p:nvSpPr>
              <p:cNvPr id="19" name="Rectangle 18">
                <a:extLst>
                  <a:ext uri="{FF2B5EF4-FFF2-40B4-BE49-F238E27FC236}">
                    <a16:creationId xmlns:a16="http://schemas.microsoft.com/office/drawing/2014/main" id="{E1EAA3D7-D67A-835D-6FFE-508EB836468C}"/>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FA114C71-FCCF-1271-24A9-C9D2A5C9DE31}"/>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B9AF46CC-B0F1-9F71-C55D-2923EEF838F8}"/>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E6C60E18-F069-F72A-BC54-9A6C63019104}"/>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633498D6-7947-C2B9-3418-08B6862FC9D9}"/>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D21ACEA4-8D27-190B-D790-8F78E696BAD6}"/>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46D8E6E4-CB14-5342-A512-CF17DCD1288E}"/>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28FC1C28-74FE-6AD2-CA62-5C27BA21BB23}"/>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2FA01867-18E7-C6D1-7981-3C614BBF2137}"/>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AA796DA3-C505-DB4C-1373-481E0775E014}"/>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8" name="TextBox 17">
              <a:extLst>
                <a:ext uri="{FF2B5EF4-FFF2-40B4-BE49-F238E27FC236}">
                  <a16:creationId xmlns:a16="http://schemas.microsoft.com/office/drawing/2014/main" id="{50EE56D2-1403-3CEF-1FF0-ACF495CB22F4}"/>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99A17318-BC9E-84C0-03ED-3BDDAC8130B7}"/>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093601992"/>
      </p:ext>
    </p:extLst>
  </p:cSld>
  <p:clrMapOvr>
    <a:masterClrMapping/>
  </p:clrMapOvr>
</p:sldLayout>
</file>

<file path=ppt/slideLayouts/slideLayout306.xml><?xml version="1.0" encoding="utf-8"?>
<p:sldLayout xmlns:a="http://schemas.openxmlformats.org/drawingml/2006/main" xmlns:r="http://schemas.openxmlformats.org/officeDocument/2006/relationships" xmlns:p="http://schemas.openxmlformats.org/presentationml/2006/main" preserve="1" userDrawn="1">
  <p:cSld name="Dynamic Slices 1 / Dark">
    <p:bg>
      <p:bgPr>
        <a:solidFill>
          <a:schemeClr val="bg2"/>
        </a:solidFill>
        <a:effectLst/>
      </p:bgPr>
    </p:bg>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hasCustomPrompt="1"/>
          </p:nvPr>
        </p:nvSpPr>
        <p:spPr>
          <a:xfrm>
            <a:off x="8142973" y="0"/>
            <a:ext cx="2029968" cy="6167438"/>
          </a:xfrm>
          <a:solidFill>
            <a:srgbClr val="A6A9AA"/>
          </a:solidFill>
        </p:spPr>
        <p:txBody>
          <a:bodyPr anchor="ctr"/>
          <a:lstStyle>
            <a:lvl1pPr algn="ctr">
              <a:defRPr b="0">
                <a:solidFill>
                  <a:schemeClr val="bg1"/>
                </a:solidFill>
                <a:latin typeface="+mn-lt"/>
              </a:defRPr>
            </a:lvl1pPr>
          </a:lstStyle>
          <a:p>
            <a:r>
              <a:rPr lang="en-US"/>
              <a:t>Dynamic slice crop 1</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rgbClr val="F0F0F1"/>
          </a:solidFill>
          <a:ln w="0" cap="flat">
            <a:noFill/>
            <a:prstDash val="solid"/>
            <a:miter/>
          </a:ln>
        </p:spPr>
        <p:txBody>
          <a:bodyPr rtlCol="0" anchor="ctr"/>
          <a:lstStyle/>
          <a:p>
            <a:endParaRPr lang="en-US"/>
          </a:p>
        </p:txBody>
      </p:sp>
      <p:sp>
        <p:nvSpPr>
          <p:cNvPr id="6" name="Picture Placeholder 9">
            <a:extLst>
              <a:ext uri="{FF2B5EF4-FFF2-40B4-BE49-F238E27FC236}">
                <a16:creationId xmlns:a16="http://schemas.microsoft.com/office/drawing/2014/main" id="{76B8FFAA-4288-7A55-0BCC-B4A10908B32D}"/>
              </a:ext>
            </a:extLst>
          </p:cNvPr>
          <p:cNvSpPr>
            <a:spLocks noGrp="1"/>
          </p:cNvSpPr>
          <p:nvPr>
            <p:ph type="pic" sz="quarter" idx="14" hasCustomPrompt="1"/>
          </p:nvPr>
        </p:nvSpPr>
        <p:spPr>
          <a:xfrm>
            <a:off x="10162032" y="0"/>
            <a:ext cx="2029968" cy="3984625"/>
          </a:xfrm>
          <a:solidFill>
            <a:srgbClr val="A6A9AA"/>
          </a:solidFill>
        </p:spPr>
        <p:txBody>
          <a:bodyPr anchor="ctr"/>
          <a:lstStyle>
            <a:lvl1pPr algn="ctr">
              <a:defRPr b="0">
                <a:solidFill>
                  <a:schemeClr val="bg1"/>
                </a:solidFill>
                <a:latin typeface="+mn-lt"/>
              </a:defRPr>
            </a:lvl1pPr>
          </a:lstStyle>
          <a:p>
            <a:pPr marL="0" marR="0" lvl="0" indent="0" algn="ctr" defTabSz="914400" rtl="0" eaLnBrk="1" fontAlgn="auto" latinLnBrk="0" hangingPunct="1">
              <a:lnSpc>
                <a:spcPct val="101000"/>
              </a:lnSpc>
              <a:spcBef>
                <a:spcPts val="0"/>
              </a:spcBef>
              <a:spcAft>
                <a:spcPts val="600"/>
              </a:spcAft>
              <a:buClrTx/>
              <a:buSzTx/>
              <a:buFont typeface="GT America Regular"/>
              <a:buNone/>
              <a:tabLst/>
              <a:defRPr/>
            </a:pPr>
            <a:r>
              <a:rPr lang="en-US"/>
              <a:t>Dynamic slice crop 2</a:t>
            </a:r>
          </a:p>
        </p:txBody>
      </p:sp>
      <p:sp>
        <p:nvSpPr>
          <p:cNvPr id="5" name="Title 4">
            <a:extLst>
              <a:ext uri="{FF2B5EF4-FFF2-40B4-BE49-F238E27FC236}">
                <a16:creationId xmlns:a16="http://schemas.microsoft.com/office/drawing/2014/main" id="{DFA82EE6-606F-A412-2CF2-001ACBC3F752}"/>
              </a:ext>
            </a:extLst>
          </p:cNvPr>
          <p:cNvSpPr>
            <a:spLocks noGrp="1"/>
          </p:cNvSpPr>
          <p:nvPr>
            <p:ph type="title"/>
          </p:nvPr>
        </p:nvSpPr>
        <p:spPr>
          <a:xfrm>
            <a:off x="546892" y="552449"/>
            <a:ext cx="6849111" cy="434975"/>
          </a:xfrm>
        </p:spPr>
        <p:txBody>
          <a:bodyPr/>
          <a:lstStyle>
            <a:lvl1pPr>
              <a:defRPr>
                <a:solidFill>
                  <a:schemeClr val="accent1"/>
                </a:solidFill>
              </a:defRPr>
            </a:lvl1pPr>
          </a:lstStyle>
          <a:p>
            <a:r>
              <a:rPr lang="en-US"/>
              <a:t>Click to edit Master title style</a:t>
            </a:r>
          </a:p>
        </p:txBody>
      </p:sp>
      <p:sp>
        <p:nvSpPr>
          <p:cNvPr id="4" name="Text Placeholder 11">
            <a:extLst>
              <a:ext uri="{FF2B5EF4-FFF2-40B4-BE49-F238E27FC236}">
                <a16:creationId xmlns:a16="http://schemas.microsoft.com/office/drawing/2014/main" id="{98C27CD0-E7ED-0F06-9583-C2455E4C7100}"/>
              </a:ext>
            </a:extLst>
          </p:cNvPr>
          <p:cNvSpPr>
            <a:spLocks noGrp="1"/>
          </p:cNvSpPr>
          <p:nvPr>
            <p:ph type="body" sz="quarter" idx="18"/>
          </p:nvPr>
        </p:nvSpPr>
        <p:spPr>
          <a:xfrm>
            <a:off x="548640" y="1127126"/>
            <a:ext cx="6849110" cy="295274"/>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tx1"/>
                </a:solidFill>
                <a:latin typeface="+mj-lt"/>
                <a:ea typeface="GT America Regular" charset="0"/>
                <a:cs typeface="GT America Regular" charset="0"/>
              </a:defRPr>
            </a:lvl9pPr>
          </a:lstStyle>
          <a:p>
            <a:pPr lvl="0"/>
            <a:r>
              <a:rPr lang="en-US"/>
              <a:t>Click to edit Master text styles</a:t>
            </a:r>
          </a:p>
        </p:txBody>
      </p:sp>
      <p:sp>
        <p:nvSpPr>
          <p:cNvPr id="16" name="Text Placeholder 15">
            <a:extLst>
              <a:ext uri="{FF2B5EF4-FFF2-40B4-BE49-F238E27FC236}">
                <a16:creationId xmlns:a16="http://schemas.microsoft.com/office/drawing/2014/main" id="{153D2C7A-DCFA-04C5-B25D-045A4E287A01}"/>
              </a:ext>
            </a:extLst>
          </p:cNvPr>
          <p:cNvSpPr>
            <a:spLocks noGrp="1"/>
          </p:cNvSpPr>
          <p:nvPr>
            <p:ph type="body" sz="quarter" idx="19" hasCustomPrompt="1"/>
          </p:nvPr>
        </p:nvSpPr>
        <p:spPr>
          <a:xfrm>
            <a:off x="546540" y="6019800"/>
            <a:ext cx="6849111" cy="292099"/>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add footnotes or disclaimer information</a:t>
            </a:r>
          </a:p>
        </p:txBody>
      </p:sp>
      <p:sp>
        <p:nvSpPr>
          <p:cNvPr id="17" name="Content Placeholder 25">
            <a:extLst>
              <a:ext uri="{FF2B5EF4-FFF2-40B4-BE49-F238E27FC236}">
                <a16:creationId xmlns:a16="http://schemas.microsoft.com/office/drawing/2014/main" id="{C0678888-447D-EFD9-9770-C2B47B8E8D77}"/>
              </a:ext>
            </a:extLst>
          </p:cNvPr>
          <p:cNvSpPr>
            <a:spLocks noGrp="1"/>
          </p:cNvSpPr>
          <p:nvPr>
            <p:ph sz="quarter" idx="23"/>
          </p:nvPr>
        </p:nvSpPr>
        <p:spPr>
          <a:xfrm>
            <a:off x="546540" y="1849438"/>
            <a:ext cx="6851209" cy="4017962"/>
          </a:xfrm>
        </p:spPr>
        <p:txBody>
          <a:bodyPr/>
          <a:lstStyle>
            <a:lvl3pPr>
              <a:buClr>
                <a:schemeClr val="tx1"/>
              </a:buClr>
              <a:defRPr/>
            </a:lvl3pPr>
            <a:lvl5pPr>
              <a:buClr>
                <a:schemeClr val="tx1"/>
              </a:buClr>
              <a:defRPr/>
            </a:lvl5pPr>
            <a:lvl7pPr>
              <a:buClr>
                <a:schemeClr val="tx1"/>
              </a:buClr>
              <a:defRPr/>
            </a:lvl7pPr>
            <a:lvl9pPr>
              <a:buClr>
                <a:schemeClr val="tx1"/>
              </a:buCl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4ACBCAF5-F85E-9260-45D2-E10A69353E47}"/>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1F4F3A24-C0C4-91C5-F133-8BC582EFBA83}"/>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2AEC6B2F-BB56-0E2B-A9A1-B1E2DA6A74B2}"/>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1" name="Rectangle 10">
              <a:extLst>
                <a:ext uri="{FF2B5EF4-FFF2-40B4-BE49-F238E27FC236}">
                  <a16:creationId xmlns:a16="http://schemas.microsoft.com/office/drawing/2014/main" id="{D61A9A6C-A35D-F48B-E57F-4E4481FF6A25}"/>
                </a:ext>
              </a:extLst>
            </p:cNvPr>
            <p:cNvSpPr/>
            <p:nvPr userDrawn="1"/>
          </p:nvSpPr>
          <p:spPr>
            <a:xfrm>
              <a:off x="12356815" y="3592729"/>
              <a:ext cx="553069" cy="3279913"/>
            </a:xfrm>
            <a:prstGeom prst="rect">
              <a:avLst/>
            </a:prstGeom>
            <a:solidFill>
              <a:schemeClr val="bg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2" name="Group 11">
              <a:extLst>
                <a:ext uri="{FF2B5EF4-FFF2-40B4-BE49-F238E27FC236}">
                  <a16:creationId xmlns:a16="http://schemas.microsoft.com/office/drawing/2014/main" id="{F82F64BF-E7A4-C609-C19E-8718CCE2705E}"/>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47D2B2C8-6984-DC71-3F4A-98E810198388}"/>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E1394FEF-A213-6389-85A9-825225D38322}"/>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747BD231-50FB-3617-3FDB-FD20EA3F8075}"/>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B8F9F983-7DF8-B403-C801-BFF885DA98D7}"/>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842FAC56-EDA4-E863-CDFE-25ECCA0EF656}"/>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5FCE494D-C367-FD6C-8CC3-94D1ED3645AE}"/>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75CC33F4-F711-28A4-5CDF-1F05FCA90C05}"/>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CEC6EEC7-9896-05BA-2F94-6498F1C8EFF0}"/>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69201B95-2BC3-3285-F846-F361D7845824}"/>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E79BFA73-4E7A-740E-EF3A-1A622F1230FF}"/>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3" name="Group 12">
              <a:extLst>
                <a:ext uri="{FF2B5EF4-FFF2-40B4-BE49-F238E27FC236}">
                  <a16:creationId xmlns:a16="http://schemas.microsoft.com/office/drawing/2014/main" id="{B4AC643B-CD4B-9901-394F-CCCCA27E0986}"/>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D94879CE-3955-5F1D-736A-278F72927C3C}"/>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C03CF393-2C11-510D-35CB-0C8C48AA9E73}"/>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C827355F-67EF-0151-B97B-0F0EBCF82386}"/>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F949527A-0EE9-9003-3BB4-2876DA3BED09}"/>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1DF9860E-25F4-317B-116A-8B761DB7823F}"/>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0FAD61EE-2609-ABE6-0C43-32CACD37C262}"/>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A661F068-1422-AB79-AADC-889AD458E9A0}"/>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6E3D7DF4-FF8C-5B7A-B7F0-B2DE734AD7FB}"/>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7EC39846-3C08-875D-141F-B20B44240FB2}"/>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6F4C36D5-D0F0-87B9-E84A-6CFC89730C50}"/>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B9D13ED6-5FBB-474A-F32A-2240D9052CA0}"/>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A665DEC4-9D8F-07C2-7F42-18AE65A9EC89}"/>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38125526"/>
      </p:ext>
    </p:extLst>
  </p:cSld>
  <p:clrMapOvr>
    <a:overrideClrMapping bg1="dk1" tx1="lt1" bg2="dk2" tx2="lt2" accent1="accent1" accent2="accent2" accent3="accent3" accent4="accent4" accent5="accent5" accent6="accent6" hlink="hlink" folHlink="folHlink"/>
  </p:clrMapOvr>
</p:sldLayout>
</file>

<file path=ppt/slideLayouts/slideLayout307.xml><?xml version="1.0" encoding="utf-8"?>
<p:sldLayout xmlns:a="http://schemas.openxmlformats.org/drawingml/2006/main" xmlns:r="http://schemas.openxmlformats.org/officeDocument/2006/relationships" xmlns:p="http://schemas.openxmlformats.org/presentationml/2006/main" preserve="1" userDrawn="1">
  <p:cSld name="Dynamic Slices 1 / Dark - Subhead">
    <p:bg>
      <p:bgPr>
        <a:solidFill>
          <a:schemeClr val="bg2"/>
        </a:solidFill>
        <a:effectLst/>
      </p:bgPr>
    </p:bg>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hasCustomPrompt="1"/>
          </p:nvPr>
        </p:nvSpPr>
        <p:spPr>
          <a:xfrm>
            <a:off x="8142973" y="0"/>
            <a:ext cx="2029968" cy="6167438"/>
          </a:xfrm>
          <a:solidFill>
            <a:srgbClr val="A6A9AA"/>
          </a:solidFill>
        </p:spPr>
        <p:txBody>
          <a:bodyPr anchor="ctr"/>
          <a:lstStyle>
            <a:lvl1pPr algn="ctr">
              <a:defRPr b="0">
                <a:solidFill>
                  <a:schemeClr val="bg1"/>
                </a:solidFill>
                <a:latin typeface="+mn-lt"/>
              </a:defRPr>
            </a:lvl1pPr>
          </a:lstStyle>
          <a:p>
            <a:r>
              <a:rPr lang="en-US"/>
              <a:t>Dynamic slice crop 1</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rgbClr val="F0F0F1"/>
          </a:solidFill>
          <a:ln w="0" cap="flat">
            <a:noFill/>
            <a:prstDash val="solid"/>
            <a:miter/>
          </a:ln>
        </p:spPr>
        <p:txBody>
          <a:bodyPr rtlCol="0" anchor="ctr"/>
          <a:lstStyle/>
          <a:p>
            <a:endParaRPr lang="en-US"/>
          </a:p>
        </p:txBody>
      </p:sp>
      <p:sp>
        <p:nvSpPr>
          <p:cNvPr id="6" name="Picture Placeholder 9">
            <a:extLst>
              <a:ext uri="{FF2B5EF4-FFF2-40B4-BE49-F238E27FC236}">
                <a16:creationId xmlns:a16="http://schemas.microsoft.com/office/drawing/2014/main" id="{76B8FFAA-4288-7A55-0BCC-B4A10908B32D}"/>
              </a:ext>
            </a:extLst>
          </p:cNvPr>
          <p:cNvSpPr>
            <a:spLocks noGrp="1"/>
          </p:cNvSpPr>
          <p:nvPr>
            <p:ph type="pic" sz="quarter" idx="14" hasCustomPrompt="1"/>
          </p:nvPr>
        </p:nvSpPr>
        <p:spPr>
          <a:xfrm>
            <a:off x="10162032" y="0"/>
            <a:ext cx="2029968" cy="3984625"/>
          </a:xfrm>
          <a:solidFill>
            <a:srgbClr val="A6A9AA"/>
          </a:solidFill>
        </p:spPr>
        <p:txBody>
          <a:bodyPr anchor="ctr"/>
          <a:lstStyle>
            <a:lvl1pPr algn="ctr">
              <a:defRPr b="0">
                <a:solidFill>
                  <a:schemeClr val="bg1"/>
                </a:solidFill>
                <a:latin typeface="+mn-lt"/>
              </a:defRPr>
            </a:lvl1pPr>
          </a:lstStyle>
          <a:p>
            <a:pPr marL="0" marR="0" lvl="0" indent="0" algn="ctr" defTabSz="914400" rtl="0" eaLnBrk="1" fontAlgn="auto" latinLnBrk="0" hangingPunct="1">
              <a:lnSpc>
                <a:spcPct val="101000"/>
              </a:lnSpc>
              <a:spcBef>
                <a:spcPts val="0"/>
              </a:spcBef>
              <a:spcAft>
                <a:spcPts val="600"/>
              </a:spcAft>
              <a:buClrTx/>
              <a:buSzTx/>
              <a:buFont typeface="GT America Regular"/>
              <a:buNone/>
              <a:tabLst/>
              <a:defRPr/>
            </a:pPr>
            <a:r>
              <a:rPr lang="en-US"/>
              <a:t>Dynamic slice crop 2</a:t>
            </a:r>
          </a:p>
        </p:txBody>
      </p:sp>
      <p:sp>
        <p:nvSpPr>
          <p:cNvPr id="12" name="Title 11">
            <a:extLst>
              <a:ext uri="{FF2B5EF4-FFF2-40B4-BE49-F238E27FC236}">
                <a16:creationId xmlns:a16="http://schemas.microsoft.com/office/drawing/2014/main" id="{2C685442-9E1D-96DF-CF89-A92CB871F5BC}"/>
              </a:ext>
            </a:extLst>
          </p:cNvPr>
          <p:cNvSpPr>
            <a:spLocks noGrp="1"/>
          </p:cNvSpPr>
          <p:nvPr>
            <p:ph type="title"/>
          </p:nvPr>
        </p:nvSpPr>
        <p:spPr>
          <a:xfrm>
            <a:off x="546891" y="552450"/>
            <a:ext cx="6850858" cy="428626"/>
          </a:xfrm>
        </p:spPr>
        <p:txBody>
          <a:bodyPr/>
          <a:lstStyle>
            <a:lvl1pPr>
              <a:defRPr>
                <a:solidFill>
                  <a:schemeClr val="accent1"/>
                </a:solidFill>
              </a:defRPr>
            </a:lvl1pPr>
          </a:lstStyle>
          <a:p>
            <a:r>
              <a:rPr lang="en-US"/>
              <a:t>Click to edit Master title style</a:t>
            </a:r>
          </a:p>
        </p:txBody>
      </p:sp>
      <p:sp>
        <p:nvSpPr>
          <p:cNvPr id="19" name="Text Placeholder 11">
            <a:extLst>
              <a:ext uri="{FF2B5EF4-FFF2-40B4-BE49-F238E27FC236}">
                <a16:creationId xmlns:a16="http://schemas.microsoft.com/office/drawing/2014/main" id="{9E6A5714-8F29-43FB-2C8C-E2BDF9308AA2}"/>
              </a:ext>
            </a:extLst>
          </p:cNvPr>
          <p:cNvSpPr>
            <a:spLocks noGrp="1"/>
          </p:cNvSpPr>
          <p:nvPr>
            <p:ph type="body" sz="quarter" idx="23"/>
          </p:nvPr>
        </p:nvSpPr>
        <p:spPr>
          <a:xfrm>
            <a:off x="546891" y="1127125"/>
            <a:ext cx="6852254" cy="292608"/>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tx1"/>
                </a:solidFill>
                <a:latin typeface="+mj-lt"/>
                <a:ea typeface="GT America Regular" charset="0"/>
                <a:cs typeface="GT America Regular" charset="0"/>
              </a:defRPr>
            </a:lvl9pPr>
          </a:lstStyle>
          <a:p>
            <a:pPr lvl="0"/>
            <a:r>
              <a:rPr lang="en-US"/>
              <a:t>Click to edit Master text styles</a:t>
            </a:r>
          </a:p>
        </p:txBody>
      </p:sp>
      <p:sp>
        <p:nvSpPr>
          <p:cNvPr id="21" name="Text Placeholder 13">
            <a:extLst>
              <a:ext uri="{FF2B5EF4-FFF2-40B4-BE49-F238E27FC236}">
                <a16:creationId xmlns:a16="http://schemas.microsoft.com/office/drawing/2014/main" id="{EECC0D08-185E-0174-824D-5A7A264DB01F}"/>
              </a:ext>
            </a:extLst>
          </p:cNvPr>
          <p:cNvSpPr>
            <a:spLocks noGrp="1"/>
          </p:cNvSpPr>
          <p:nvPr>
            <p:ph type="body" sz="quarter" idx="24"/>
          </p:nvPr>
        </p:nvSpPr>
        <p:spPr>
          <a:xfrm>
            <a:off x="546891" y="6019801"/>
            <a:ext cx="6850857"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chemeClr val="tx1"/>
                </a:solidFill>
                <a:latin typeface="+mn-lt"/>
                <a:ea typeface="GT America Regular" charset="0"/>
                <a:cs typeface="GT America Regular" charset="0"/>
              </a:defRPr>
            </a:lvl9pPr>
          </a:lstStyle>
          <a:p>
            <a:pPr lvl="0"/>
            <a:r>
              <a:rPr lang="en-US"/>
              <a:t>Click to edit Master text styles</a:t>
            </a:r>
          </a:p>
        </p:txBody>
      </p:sp>
      <p:sp>
        <p:nvSpPr>
          <p:cNvPr id="23" name="Text Placeholder 33">
            <a:extLst>
              <a:ext uri="{FF2B5EF4-FFF2-40B4-BE49-F238E27FC236}">
                <a16:creationId xmlns:a16="http://schemas.microsoft.com/office/drawing/2014/main" id="{2B526351-496B-235F-61A3-4656D3654893}"/>
              </a:ext>
            </a:extLst>
          </p:cNvPr>
          <p:cNvSpPr>
            <a:spLocks noGrp="1"/>
          </p:cNvSpPr>
          <p:nvPr>
            <p:ph type="body" sz="quarter" idx="29"/>
          </p:nvPr>
        </p:nvSpPr>
        <p:spPr>
          <a:xfrm>
            <a:off x="539750" y="1849437"/>
            <a:ext cx="6857999" cy="296861"/>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24" name="Content Placeholder 25">
            <a:extLst>
              <a:ext uri="{FF2B5EF4-FFF2-40B4-BE49-F238E27FC236}">
                <a16:creationId xmlns:a16="http://schemas.microsoft.com/office/drawing/2014/main" id="{8D981F7B-3DFA-DAB1-22F5-DA649A21F2D3}"/>
              </a:ext>
            </a:extLst>
          </p:cNvPr>
          <p:cNvSpPr>
            <a:spLocks noGrp="1"/>
          </p:cNvSpPr>
          <p:nvPr>
            <p:ph sz="quarter" idx="45"/>
          </p:nvPr>
        </p:nvSpPr>
        <p:spPr>
          <a:xfrm>
            <a:off x="546891" y="2425700"/>
            <a:ext cx="6850859" cy="3441700"/>
          </a:xfrm>
        </p:spPr>
        <p:txBody>
          <a:bodyPr/>
          <a:lstStyle>
            <a:lvl3pPr>
              <a:buClr>
                <a:schemeClr val="tx1"/>
              </a:buClr>
              <a:defRPr/>
            </a:lvl3pPr>
            <a:lvl5pPr>
              <a:buClr>
                <a:schemeClr val="tx1"/>
              </a:buClr>
              <a:defRPr/>
            </a:lvl5pPr>
            <a:lvl7pPr>
              <a:buClr>
                <a:schemeClr val="tx1"/>
              </a:buClr>
              <a:defRPr/>
            </a:lvl7pPr>
            <a:lvl9pPr>
              <a:buClr>
                <a:schemeClr val="tx1"/>
              </a:buCl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6F61D43C-A85E-D8DC-731E-8BF12DFDB364}"/>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91570C02-39A4-C175-94E6-0557DC2F2D22}"/>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4" name="TextBox 3">
              <a:extLst>
                <a:ext uri="{FF2B5EF4-FFF2-40B4-BE49-F238E27FC236}">
                  <a16:creationId xmlns:a16="http://schemas.microsoft.com/office/drawing/2014/main" id="{B021A883-E647-17A4-F1D7-015C79FE22AB}"/>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5" name="Rectangle 4">
              <a:extLst>
                <a:ext uri="{FF2B5EF4-FFF2-40B4-BE49-F238E27FC236}">
                  <a16:creationId xmlns:a16="http://schemas.microsoft.com/office/drawing/2014/main" id="{E50A1C0E-B02E-63AF-51ED-214F569E58E8}"/>
                </a:ext>
              </a:extLst>
            </p:cNvPr>
            <p:cNvSpPr/>
            <p:nvPr userDrawn="1"/>
          </p:nvSpPr>
          <p:spPr>
            <a:xfrm>
              <a:off x="12356815" y="3592729"/>
              <a:ext cx="553069" cy="3279913"/>
            </a:xfrm>
            <a:prstGeom prst="rect">
              <a:avLst/>
            </a:prstGeom>
            <a:solidFill>
              <a:schemeClr val="bg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11330BC3-F33C-8CB6-A893-FCEDF860857C}"/>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6479F33B-1EFC-E99D-BFFB-A04AB150A35F}"/>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449BAB9C-C689-2196-C08F-E04EA2CF0B6A}"/>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9CD7613A-0AFB-C74F-C9B6-52CE94A8A648}"/>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A9202FD9-697C-C0F1-9664-56D59DA19392}"/>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48A54B93-CC02-CB1D-1204-8A3894D66282}"/>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687830CE-3047-A2AE-8A44-A247DA365CDF}"/>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68F4DAB7-310F-1215-BA7E-D3CEF8F05A0C}"/>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E26002D0-CA3A-ED7C-5E9B-72EAB751B52A}"/>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40FDDC42-5A89-9534-F74E-888B4F378103}"/>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FAE334B0-595A-7E3E-BCB8-744F58CC75A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3E47524E-060E-C612-B048-8BB9DA70FAB6}"/>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A3DA869A-2507-64F7-75DF-4496D0BB35A8}"/>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A11B5AFA-CB9E-A4B5-DEB2-FDC2786E8760}"/>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F2CE912A-E401-D057-2DFA-2ABB20FB8C8F}"/>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F110AF77-78F9-59EB-A9E8-DC3E00E70664}"/>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EE37AE94-D563-EAFA-EEA0-A70105964007}"/>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05A6B808-289E-5026-6F95-11EB7C5CDDFE}"/>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BEAB3F87-D01D-7D73-3740-E6046508CBCF}"/>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F8366785-7F2C-E440-C95D-47D2C0558CB2}"/>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19E4F73C-4E64-468E-943C-18EE6935803C}"/>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93A30129-905E-1C2B-E116-958A8B6D44DC}"/>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473692C5-D1F4-F7D1-79F8-D87EDDCD4E3F}"/>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A3E2CF30-CF3E-0706-D4D0-01145828D0E4}"/>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837087150"/>
      </p:ext>
    </p:extLst>
  </p:cSld>
  <p:clrMapOvr>
    <a:overrideClrMapping bg1="dk1" tx1="lt1" bg2="dk2" tx2="lt2" accent1="accent1" accent2="accent2" accent3="accent3" accent4="accent4" accent5="accent5" accent6="accent6" hlink="hlink" folHlink="folHlink"/>
  </p:clrMapOvr>
</p:sldLayout>
</file>

<file path=ppt/slideLayouts/slideLayout308.xml><?xml version="1.0" encoding="utf-8"?>
<p:sldLayout xmlns:a="http://schemas.openxmlformats.org/drawingml/2006/main" xmlns:r="http://schemas.openxmlformats.org/officeDocument/2006/relationships" xmlns:p="http://schemas.openxmlformats.org/presentationml/2006/main" preserve="1" userDrawn="1">
  <p:cSld name="Dynamic Slices 2 / Light">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a:xfrm>
            <a:off x="4773613" y="6311900"/>
            <a:ext cx="3236581" cy="269875"/>
          </a:xfrm>
        </p:spPr>
        <p:txBody>
          <a:bodyPr/>
          <a:lstStyle>
            <a:lvl1pPr>
              <a:defRPr>
                <a:solidFill>
                  <a:schemeClr val="tx1"/>
                </a:solidFill>
              </a:defRPr>
            </a:lvl1pPr>
          </a:lstStyle>
          <a:p>
            <a:r>
              <a:rPr lang="en-US"/>
              <a:t>See slide 12 for instructions on how to update footer</a:t>
            </a:r>
          </a:p>
        </p:txBody>
      </p:sp>
      <p:sp>
        <p:nvSpPr>
          <p:cNvPr id="5" name="Title 4">
            <a:extLst>
              <a:ext uri="{FF2B5EF4-FFF2-40B4-BE49-F238E27FC236}">
                <a16:creationId xmlns:a16="http://schemas.microsoft.com/office/drawing/2014/main" id="{239C2D3C-EE71-F9D5-90F0-145F2DCE4065}"/>
              </a:ext>
            </a:extLst>
          </p:cNvPr>
          <p:cNvSpPr>
            <a:spLocks noGrp="1"/>
          </p:cNvSpPr>
          <p:nvPr>
            <p:ph type="title"/>
          </p:nvPr>
        </p:nvSpPr>
        <p:spPr>
          <a:xfrm>
            <a:off x="546100" y="552450"/>
            <a:ext cx="5445125" cy="434975"/>
          </a:xfrm>
        </p:spPr>
        <p:txBody>
          <a:bodyPr/>
          <a:lstStyle>
            <a:lvl1pPr>
              <a:defRPr>
                <a:solidFill>
                  <a:schemeClr val="tx2"/>
                </a:solidFill>
              </a:defRPr>
            </a:lvl1pPr>
          </a:lstStyle>
          <a:p>
            <a:r>
              <a:rPr lang="en-US"/>
              <a:t>Click to edit Master title style</a:t>
            </a:r>
          </a:p>
        </p:txBody>
      </p:sp>
      <p:sp>
        <p:nvSpPr>
          <p:cNvPr id="12" name="Picture Placeholder 9">
            <a:extLst>
              <a:ext uri="{FF2B5EF4-FFF2-40B4-BE49-F238E27FC236}">
                <a16:creationId xmlns:a16="http://schemas.microsoft.com/office/drawing/2014/main" id="{44C754A0-D8DE-596F-C5FB-AB25D5782CCF}"/>
              </a:ext>
            </a:extLst>
          </p:cNvPr>
          <p:cNvSpPr>
            <a:spLocks noGrp="1"/>
          </p:cNvSpPr>
          <p:nvPr>
            <p:ph type="pic" sz="quarter" idx="13" hasCustomPrompt="1"/>
          </p:nvPr>
        </p:nvSpPr>
        <p:spPr>
          <a:xfrm>
            <a:off x="6096000" y="0"/>
            <a:ext cx="2029765" cy="1566863"/>
          </a:xfrm>
          <a:solidFill>
            <a:schemeClr val="accent1"/>
          </a:solid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4" name="Freeform 5">
            <a:extLst>
              <a:ext uri="{FF2B5EF4-FFF2-40B4-BE49-F238E27FC236}">
                <a16:creationId xmlns:a16="http://schemas.microsoft.com/office/drawing/2014/main" id="{75E3A3AB-C899-2F14-4772-F41275E73368}"/>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7" name="Text Placeholder 11">
            <a:extLst>
              <a:ext uri="{FF2B5EF4-FFF2-40B4-BE49-F238E27FC236}">
                <a16:creationId xmlns:a16="http://schemas.microsoft.com/office/drawing/2014/main" id="{ECB37E7F-4E3C-E404-9DDD-59DE28C0077B}"/>
              </a:ext>
            </a:extLst>
          </p:cNvPr>
          <p:cNvSpPr>
            <a:spLocks noGrp="1"/>
          </p:cNvSpPr>
          <p:nvPr>
            <p:ph type="body" sz="quarter" idx="18"/>
          </p:nvPr>
        </p:nvSpPr>
        <p:spPr>
          <a:xfrm>
            <a:off x="546100" y="1127126"/>
            <a:ext cx="5445125" cy="295274"/>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8" name="Text Placeholder 15">
            <a:extLst>
              <a:ext uri="{FF2B5EF4-FFF2-40B4-BE49-F238E27FC236}">
                <a16:creationId xmlns:a16="http://schemas.microsoft.com/office/drawing/2014/main" id="{832FAA27-BCE1-37FB-9BE3-8699F7E0E899}"/>
              </a:ext>
            </a:extLst>
          </p:cNvPr>
          <p:cNvSpPr>
            <a:spLocks noGrp="1"/>
          </p:cNvSpPr>
          <p:nvPr>
            <p:ph type="body" sz="quarter" idx="19" hasCustomPrompt="1"/>
          </p:nvPr>
        </p:nvSpPr>
        <p:spPr>
          <a:xfrm>
            <a:off x="546101" y="6019800"/>
            <a:ext cx="6851650"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add footnotes or disclaimer information</a:t>
            </a:r>
          </a:p>
        </p:txBody>
      </p:sp>
      <p:sp>
        <p:nvSpPr>
          <p:cNvPr id="19" name="Content Placeholder 25">
            <a:extLst>
              <a:ext uri="{FF2B5EF4-FFF2-40B4-BE49-F238E27FC236}">
                <a16:creationId xmlns:a16="http://schemas.microsoft.com/office/drawing/2014/main" id="{C6AFCAE6-3A9A-0A39-AF9B-54D500EE9D1A}"/>
              </a:ext>
            </a:extLst>
          </p:cNvPr>
          <p:cNvSpPr>
            <a:spLocks noGrp="1"/>
          </p:cNvSpPr>
          <p:nvPr>
            <p:ph sz="quarter" idx="23"/>
          </p:nvPr>
        </p:nvSpPr>
        <p:spPr>
          <a:xfrm>
            <a:off x="546100" y="1849438"/>
            <a:ext cx="6851650"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Rectangle 1">
            <a:extLst>
              <a:ext uri="{FF2B5EF4-FFF2-40B4-BE49-F238E27FC236}">
                <a16:creationId xmlns:a16="http://schemas.microsoft.com/office/drawing/2014/main" id="{C32F9A93-72A9-3D7C-5E64-1256DD12F966}"/>
              </a:ext>
            </a:extLst>
          </p:cNvPr>
          <p:cNvSpPr/>
          <p:nvPr userDrawn="1"/>
        </p:nvSpPr>
        <p:spPr>
          <a:xfrm>
            <a:off x="8125765" y="1566862"/>
            <a:ext cx="4066235" cy="5291137"/>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Picture Placeholder 9">
            <a:extLst>
              <a:ext uri="{FF2B5EF4-FFF2-40B4-BE49-F238E27FC236}">
                <a16:creationId xmlns:a16="http://schemas.microsoft.com/office/drawing/2014/main" id="{D3E5534D-668A-F3FA-3A87-AF2CA9556356}"/>
              </a:ext>
            </a:extLst>
          </p:cNvPr>
          <p:cNvSpPr>
            <a:spLocks noGrp="1"/>
          </p:cNvSpPr>
          <p:nvPr>
            <p:ph type="pic" sz="quarter" idx="14" hasCustomPrompt="1"/>
          </p:nvPr>
        </p:nvSpPr>
        <p:spPr>
          <a:xfrm>
            <a:off x="8125765" y="1566862"/>
            <a:ext cx="4066235" cy="5291137"/>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grpSp>
        <p:nvGrpSpPr>
          <p:cNvPr id="3" name="Group 2">
            <a:extLst>
              <a:ext uri="{FF2B5EF4-FFF2-40B4-BE49-F238E27FC236}">
                <a16:creationId xmlns:a16="http://schemas.microsoft.com/office/drawing/2014/main" id="{B60A193D-2CF6-BCED-B3AC-176360B1BFFF}"/>
              </a:ext>
            </a:extLst>
          </p:cNvPr>
          <p:cNvGrpSpPr/>
          <p:nvPr userDrawn="1"/>
        </p:nvGrpSpPr>
        <p:grpSpPr>
          <a:xfrm>
            <a:off x="12356815" y="0"/>
            <a:ext cx="756834" cy="6872642"/>
            <a:chOff x="12356815" y="0"/>
            <a:chExt cx="756834" cy="6872642"/>
          </a:xfrm>
        </p:grpSpPr>
        <p:sp>
          <p:nvSpPr>
            <p:cNvPr id="7" name="Rectangle 6">
              <a:extLst>
                <a:ext uri="{FF2B5EF4-FFF2-40B4-BE49-F238E27FC236}">
                  <a16:creationId xmlns:a16="http://schemas.microsoft.com/office/drawing/2014/main" id="{BD65FA19-4FD1-02F6-E504-4609A38F9523}"/>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0" name="TextBox 9">
              <a:extLst>
                <a:ext uri="{FF2B5EF4-FFF2-40B4-BE49-F238E27FC236}">
                  <a16:creationId xmlns:a16="http://schemas.microsoft.com/office/drawing/2014/main" id="{62854DBE-8F06-86BF-53C5-7D122A708A9F}"/>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1" name="Rectangle 10">
              <a:extLst>
                <a:ext uri="{FF2B5EF4-FFF2-40B4-BE49-F238E27FC236}">
                  <a16:creationId xmlns:a16="http://schemas.microsoft.com/office/drawing/2014/main" id="{2AEC8101-9A5F-6BC9-2AE5-4C73CDA2E660}"/>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3" name="Group 12">
              <a:extLst>
                <a:ext uri="{FF2B5EF4-FFF2-40B4-BE49-F238E27FC236}">
                  <a16:creationId xmlns:a16="http://schemas.microsoft.com/office/drawing/2014/main" id="{96FE8A27-E6CE-686B-953A-B628E3EBA235}"/>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647211B5-D2BA-0BF8-36C4-538393C93081}"/>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629FE735-DBF1-A0B9-42A0-BA79526D431C}"/>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AAB182B2-33F6-E30A-4130-FDF14955F1E0}"/>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E65CA1AC-EF1D-61D5-6966-2174FBCB30AA}"/>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87AC4D5F-715F-EBB3-67F6-B05C3A6EB6A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5DB65ED6-795D-0F93-5C8A-0CE69C408CB8}"/>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02B26F0A-A788-7B56-7895-68AE15DC10CF}"/>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ADDDCB85-ED41-D42E-FCF6-36A3B061D32D}"/>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4DF49C1B-53FE-65D1-18B1-E15892927FC0}"/>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F927BB76-BE3A-3B34-8D8D-BA0911C40825}"/>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4" name="Group 13">
              <a:extLst>
                <a:ext uri="{FF2B5EF4-FFF2-40B4-BE49-F238E27FC236}">
                  <a16:creationId xmlns:a16="http://schemas.microsoft.com/office/drawing/2014/main" id="{682C5576-1528-E28E-8AF5-E8223B8125CA}"/>
                </a:ext>
              </a:extLst>
            </p:cNvPr>
            <p:cNvGrpSpPr/>
            <p:nvPr userDrawn="1"/>
          </p:nvGrpSpPr>
          <p:grpSpPr>
            <a:xfrm>
              <a:off x="12442019" y="198485"/>
              <a:ext cx="382660" cy="2882942"/>
              <a:chOff x="12742785" y="3716048"/>
              <a:chExt cx="316248" cy="3171236"/>
            </a:xfrm>
          </p:grpSpPr>
          <p:sp>
            <p:nvSpPr>
              <p:cNvPr id="16" name="Rectangle 15">
                <a:extLst>
                  <a:ext uri="{FF2B5EF4-FFF2-40B4-BE49-F238E27FC236}">
                    <a16:creationId xmlns:a16="http://schemas.microsoft.com/office/drawing/2014/main" id="{55F54825-EEBE-2329-61F0-6AF18D0FE8C4}"/>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9EBF6F8A-69A4-F9F5-E5D9-CC726E1A7934}"/>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63782D92-3DA6-2A6E-1103-B6461D9D6E76}"/>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34FCB400-E289-4ED1-5139-042FB062C9B1}"/>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B3628224-207C-50CA-5916-30EADD85FB96}"/>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D8BF7070-C0D2-58D2-B7A3-7D5510B9D75D}"/>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FE0F667F-9A9E-AA27-10ED-013A38321871}"/>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CD16E8BA-6614-571F-043D-6CD96F73A21B}"/>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009A1E66-1EA5-8A48-0B41-2E7819DA39D9}"/>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915DDD13-9C13-00BE-BF4E-6B666AF48304}"/>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5" name="TextBox 14">
              <a:extLst>
                <a:ext uri="{FF2B5EF4-FFF2-40B4-BE49-F238E27FC236}">
                  <a16:creationId xmlns:a16="http://schemas.microsoft.com/office/drawing/2014/main" id="{F2A8965B-A935-6C28-0700-8963BAE28719}"/>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1BA8E293-E2EB-897C-7458-C1F7D4B55723}"/>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Tree>
    <p:extLst>
      <p:ext uri="{BB962C8B-B14F-4D97-AF65-F5344CB8AC3E}">
        <p14:creationId xmlns:p14="http://schemas.microsoft.com/office/powerpoint/2010/main" val="3321599048"/>
      </p:ext>
    </p:extLst>
  </p:cSld>
  <p:clrMapOvr>
    <a:masterClrMapping/>
  </p:clrMapOvr>
</p:sldLayout>
</file>

<file path=ppt/slideLayouts/slideLayout309.xml><?xml version="1.0" encoding="utf-8"?>
<p:sldLayout xmlns:a="http://schemas.openxmlformats.org/drawingml/2006/main" xmlns:r="http://schemas.openxmlformats.org/officeDocument/2006/relationships" xmlns:p="http://schemas.openxmlformats.org/presentationml/2006/main" preserve="1" userDrawn="1">
  <p:cSld name="Dynamic Slices 2 / Light - Subhea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94E9E3F-0E54-D2AC-2C3B-B2AD042CCF2F}"/>
              </a:ext>
            </a:extLst>
          </p:cNvPr>
          <p:cNvSpPr/>
          <p:nvPr userDrawn="1"/>
        </p:nvSpPr>
        <p:spPr>
          <a:xfrm>
            <a:off x="8125764" y="1566863"/>
            <a:ext cx="4066235" cy="5291136"/>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hasCustomPrompt="1"/>
          </p:nvPr>
        </p:nvSpPr>
        <p:spPr>
          <a:xfrm>
            <a:off x="6096000" y="0"/>
            <a:ext cx="2029765" cy="1566863"/>
          </a:xfrm>
          <a:solidFill>
            <a:schemeClr val="accent1"/>
          </a:solid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a:xfrm>
            <a:off x="4773613" y="6311900"/>
            <a:ext cx="3236581" cy="269875"/>
          </a:xfrm>
        </p:spPr>
        <p:txBody>
          <a:bodyPr/>
          <a:lstStyle>
            <a:lvl1pPr>
              <a:defRPr>
                <a:solidFill>
                  <a:schemeClr val="tx1"/>
                </a:solidFill>
              </a:defRPr>
            </a:lvl1p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12" name="Title 11">
            <a:extLst>
              <a:ext uri="{FF2B5EF4-FFF2-40B4-BE49-F238E27FC236}">
                <a16:creationId xmlns:a16="http://schemas.microsoft.com/office/drawing/2014/main" id="{B6A2B7E6-3059-8E4F-3CF4-F1E41E44420F}"/>
              </a:ext>
            </a:extLst>
          </p:cNvPr>
          <p:cNvSpPr>
            <a:spLocks noGrp="1"/>
          </p:cNvSpPr>
          <p:nvPr>
            <p:ph type="title"/>
          </p:nvPr>
        </p:nvSpPr>
        <p:spPr>
          <a:xfrm>
            <a:off x="546100" y="552450"/>
            <a:ext cx="5441473" cy="434975"/>
          </a:xfrm>
        </p:spPr>
        <p:txBody>
          <a:bodyPr/>
          <a:lstStyle>
            <a:lvl1pPr>
              <a:defRPr>
                <a:solidFill>
                  <a:schemeClr val="tx2"/>
                </a:solidFill>
              </a:defRPr>
            </a:lvl1pPr>
          </a:lstStyle>
          <a:p>
            <a:r>
              <a:rPr lang="en-US"/>
              <a:t>Click to edit Master title style</a:t>
            </a:r>
          </a:p>
        </p:txBody>
      </p:sp>
      <p:sp>
        <p:nvSpPr>
          <p:cNvPr id="3" name="Freeform 5">
            <a:extLst>
              <a:ext uri="{FF2B5EF4-FFF2-40B4-BE49-F238E27FC236}">
                <a16:creationId xmlns:a16="http://schemas.microsoft.com/office/drawing/2014/main" id="{51A2B53C-6D02-BDF9-985B-07222E28EC1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8" name="Text Placeholder 11">
            <a:extLst>
              <a:ext uri="{FF2B5EF4-FFF2-40B4-BE49-F238E27FC236}">
                <a16:creationId xmlns:a16="http://schemas.microsoft.com/office/drawing/2014/main" id="{9D388E5C-FB1D-8ADE-23C8-8F02759F89BF}"/>
              </a:ext>
            </a:extLst>
          </p:cNvPr>
          <p:cNvSpPr>
            <a:spLocks noGrp="1"/>
          </p:cNvSpPr>
          <p:nvPr>
            <p:ph type="body" sz="quarter" idx="23"/>
          </p:nvPr>
        </p:nvSpPr>
        <p:spPr>
          <a:xfrm>
            <a:off x="546100" y="1127125"/>
            <a:ext cx="5445125" cy="292607"/>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9" name="Text Placeholder 13">
            <a:extLst>
              <a:ext uri="{FF2B5EF4-FFF2-40B4-BE49-F238E27FC236}">
                <a16:creationId xmlns:a16="http://schemas.microsoft.com/office/drawing/2014/main" id="{912FB487-0A83-3038-FA1F-1E425681D205}"/>
              </a:ext>
            </a:extLst>
          </p:cNvPr>
          <p:cNvSpPr>
            <a:spLocks noGrp="1"/>
          </p:cNvSpPr>
          <p:nvPr>
            <p:ph type="body" sz="quarter" idx="24"/>
          </p:nvPr>
        </p:nvSpPr>
        <p:spPr>
          <a:xfrm>
            <a:off x="546100" y="6019801"/>
            <a:ext cx="6855345"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20" name="Content Placeholder 29">
            <a:extLst>
              <a:ext uri="{FF2B5EF4-FFF2-40B4-BE49-F238E27FC236}">
                <a16:creationId xmlns:a16="http://schemas.microsoft.com/office/drawing/2014/main" id="{58C0D593-9DC8-91DA-877C-F657119FC2AA}"/>
              </a:ext>
            </a:extLst>
          </p:cNvPr>
          <p:cNvSpPr>
            <a:spLocks noGrp="1"/>
          </p:cNvSpPr>
          <p:nvPr>
            <p:ph sz="quarter" idx="27"/>
          </p:nvPr>
        </p:nvSpPr>
        <p:spPr>
          <a:xfrm>
            <a:off x="550069" y="2425700"/>
            <a:ext cx="6847681"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1" name="Text Placeholder 33">
            <a:extLst>
              <a:ext uri="{FF2B5EF4-FFF2-40B4-BE49-F238E27FC236}">
                <a16:creationId xmlns:a16="http://schemas.microsoft.com/office/drawing/2014/main" id="{F724E384-38F7-2332-6CDE-587ABAE34345}"/>
              </a:ext>
            </a:extLst>
          </p:cNvPr>
          <p:cNvSpPr>
            <a:spLocks noGrp="1"/>
          </p:cNvSpPr>
          <p:nvPr>
            <p:ph type="body" sz="quarter" idx="29"/>
          </p:nvPr>
        </p:nvSpPr>
        <p:spPr>
          <a:xfrm>
            <a:off x="546100" y="1849437"/>
            <a:ext cx="6851650" cy="296861"/>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2" name="Picture Placeholder 9">
            <a:extLst>
              <a:ext uri="{FF2B5EF4-FFF2-40B4-BE49-F238E27FC236}">
                <a16:creationId xmlns:a16="http://schemas.microsoft.com/office/drawing/2014/main" id="{4EB62E2F-2E37-C08A-71AA-5EDB5BF3A79E}"/>
              </a:ext>
            </a:extLst>
          </p:cNvPr>
          <p:cNvSpPr>
            <a:spLocks noGrp="1"/>
          </p:cNvSpPr>
          <p:nvPr>
            <p:ph type="pic" sz="quarter" idx="14" hasCustomPrompt="1"/>
          </p:nvPr>
        </p:nvSpPr>
        <p:spPr>
          <a:xfrm>
            <a:off x="8125765" y="1566862"/>
            <a:ext cx="4066235" cy="5291137"/>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grpSp>
        <p:nvGrpSpPr>
          <p:cNvPr id="5" name="Group 4">
            <a:extLst>
              <a:ext uri="{FF2B5EF4-FFF2-40B4-BE49-F238E27FC236}">
                <a16:creationId xmlns:a16="http://schemas.microsoft.com/office/drawing/2014/main" id="{47C0A75C-E36C-0C46-2F03-6DB3FC764DF9}"/>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9778A2EC-F4E7-8688-B2D6-8C84D19D8EBF}"/>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BB9E47FD-FAEC-7EC8-8924-53D7E1C05AEB}"/>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1" name="Rectangle 10">
              <a:extLst>
                <a:ext uri="{FF2B5EF4-FFF2-40B4-BE49-F238E27FC236}">
                  <a16:creationId xmlns:a16="http://schemas.microsoft.com/office/drawing/2014/main" id="{DFACABFF-0E64-F8A4-B988-37432BD2B15D}"/>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3" name="Group 12">
              <a:extLst>
                <a:ext uri="{FF2B5EF4-FFF2-40B4-BE49-F238E27FC236}">
                  <a16:creationId xmlns:a16="http://schemas.microsoft.com/office/drawing/2014/main" id="{B336D51A-5DF8-069C-5A58-672B68AE780F}"/>
                </a:ext>
              </a:extLst>
            </p:cNvPr>
            <p:cNvGrpSpPr/>
            <p:nvPr userDrawn="1"/>
          </p:nvGrpSpPr>
          <p:grpSpPr>
            <a:xfrm>
              <a:off x="12442019" y="3791214"/>
              <a:ext cx="382660" cy="2882942"/>
              <a:chOff x="14001569" y="3716048"/>
              <a:chExt cx="316248" cy="3171236"/>
            </a:xfrm>
          </p:grpSpPr>
          <p:sp>
            <p:nvSpPr>
              <p:cNvPr id="30" name="Rectangle 29">
                <a:extLst>
                  <a:ext uri="{FF2B5EF4-FFF2-40B4-BE49-F238E27FC236}">
                    <a16:creationId xmlns:a16="http://schemas.microsoft.com/office/drawing/2014/main" id="{68D381C3-AE9F-967B-F0E2-8C13D5CF0459}"/>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AA0CCE5C-A3DC-081D-4841-344B679F52CB}"/>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AB11F0FD-BB94-6CF5-5566-2FC31E74BA30}"/>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25099D5C-4D2E-1DB6-7A4C-A55F4D10A020}"/>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0D019E33-FC63-470D-2779-9972F085EA56}"/>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368B20A9-1874-B81E-12A2-650162EB8D34}"/>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1F63B450-8003-8B79-5847-3F254085D856}"/>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98BA5883-60E9-BF10-E2BC-EDFF2FAB7F71}"/>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4F916BE9-D856-AD9E-3DAC-EDD691430ACD}"/>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AA11C9AB-A626-21AA-218C-C07642723A3B}"/>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4" name="Group 13">
              <a:extLst>
                <a:ext uri="{FF2B5EF4-FFF2-40B4-BE49-F238E27FC236}">
                  <a16:creationId xmlns:a16="http://schemas.microsoft.com/office/drawing/2014/main" id="{2B7FED4C-5DFE-A8EF-8645-2A9350070230}"/>
                </a:ext>
              </a:extLst>
            </p:cNvPr>
            <p:cNvGrpSpPr/>
            <p:nvPr userDrawn="1"/>
          </p:nvGrpSpPr>
          <p:grpSpPr>
            <a:xfrm>
              <a:off x="12442019" y="198485"/>
              <a:ext cx="382660" cy="2882942"/>
              <a:chOff x="12742785" y="3716048"/>
              <a:chExt cx="316248" cy="3171236"/>
            </a:xfrm>
          </p:grpSpPr>
          <p:sp>
            <p:nvSpPr>
              <p:cNvPr id="16" name="Rectangle 15">
                <a:extLst>
                  <a:ext uri="{FF2B5EF4-FFF2-40B4-BE49-F238E27FC236}">
                    <a16:creationId xmlns:a16="http://schemas.microsoft.com/office/drawing/2014/main" id="{CB2437DD-E14E-E575-847E-84CA8EFE5957}"/>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E160AD25-F43E-4A22-0665-B98FE45E599B}"/>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74BE5D80-0F1A-1E9C-F1BB-721CE632F712}"/>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66572DC8-7B31-1BBE-15E2-A74CEB2A145C}"/>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AE177B04-B0A6-2641-B7FD-1E314754FC51}"/>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B18EC749-0657-5C8B-AB22-F7092C5BCCB4}"/>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687AA2FF-D13C-BFA1-EB3A-603C4C034C92}"/>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87812305-980A-D088-3FF5-F17626C68B4E}"/>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CC99DFDC-9105-7635-6266-FE9842440717}"/>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CE614AF1-F2A5-82FF-8BAD-3091E0E71230}"/>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5" name="TextBox 14">
              <a:extLst>
                <a:ext uri="{FF2B5EF4-FFF2-40B4-BE49-F238E27FC236}">
                  <a16:creationId xmlns:a16="http://schemas.microsoft.com/office/drawing/2014/main" id="{D5C0E56F-9736-EBC9-AC53-22A9BF21BBAB}"/>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0" name="TextBox 39">
            <a:extLst>
              <a:ext uri="{FF2B5EF4-FFF2-40B4-BE49-F238E27FC236}">
                <a16:creationId xmlns:a16="http://schemas.microsoft.com/office/drawing/2014/main" id="{E3C0A0C5-70BC-5FD0-B5C8-DD718E667381}"/>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12436180"/>
      </p:ext>
    </p:extLst>
  </p:cSld>
  <p:clrMapOvr>
    <a:masterClrMapping/>
  </p:clrMapOvr>
</p:sldLayout>
</file>

<file path=ppt/slideLayouts/slideLayout310.xml><?xml version="1.0" encoding="utf-8"?>
<p:sldLayout xmlns:a="http://schemas.openxmlformats.org/drawingml/2006/main" xmlns:r="http://schemas.openxmlformats.org/officeDocument/2006/relationships" xmlns:p="http://schemas.openxmlformats.org/presentationml/2006/main" preserve="1" userDrawn="1">
  <p:cSld name="Dynamic Slices 2 / Dark">
    <p:bg>
      <p:bgPr>
        <a:solidFill>
          <a:schemeClr val="tx2"/>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F6308A00-4938-A4F1-3780-B52C6BA58AC5}"/>
              </a:ext>
            </a:extLst>
          </p:cNvPr>
          <p:cNvSpPr/>
          <p:nvPr userDrawn="1"/>
        </p:nvSpPr>
        <p:spPr>
          <a:xfrm>
            <a:off x="8125764" y="1566863"/>
            <a:ext cx="4066235" cy="5291136"/>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Picture Placeholder 9">
            <a:extLst>
              <a:ext uri="{FF2B5EF4-FFF2-40B4-BE49-F238E27FC236}">
                <a16:creationId xmlns:a16="http://schemas.microsoft.com/office/drawing/2014/main" id="{A5C25FA9-2DC2-B06B-E7AA-31258B974C05}"/>
              </a:ext>
            </a:extLst>
          </p:cNvPr>
          <p:cNvSpPr>
            <a:spLocks noGrp="1"/>
          </p:cNvSpPr>
          <p:nvPr>
            <p:ph type="pic" sz="quarter" idx="14" hasCustomPrompt="1"/>
          </p:nvPr>
        </p:nvSpPr>
        <p:spPr>
          <a:xfrm>
            <a:off x="8125765" y="1566862"/>
            <a:ext cx="4066235" cy="5291137"/>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a:xfrm>
            <a:off x="4773613" y="6311900"/>
            <a:ext cx="3236581" cy="269875"/>
          </a:xfrm>
        </p:spPr>
        <p:txBody>
          <a:bodyPr/>
          <a:lstStyle>
            <a:lvl1pPr>
              <a:defRPr>
                <a:solidFill>
                  <a:schemeClr val="bg1"/>
                </a:solidFill>
              </a:defRPr>
            </a:lvl1p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5" name="Title 4">
            <a:extLst>
              <a:ext uri="{FF2B5EF4-FFF2-40B4-BE49-F238E27FC236}">
                <a16:creationId xmlns:a16="http://schemas.microsoft.com/office/drawing/2014/main" id="{239C2D3C-EE71-F9D5-90F0-145F2DCE4065}"/>
              </a:ext>
            </a:extLst>
          </p:cNvPr>
          <p:cNvSpPr>
            <a:spLocks noGrp="1"/>
          </p:cNvSpPr>
          <p:nvPr>
            <p:ph type="title"/>
          </p:nvPr>
        </p:nvSpPr>
        <p:spPr>
          <a:xfrm>
            <a:off x="546892" y="552450"/>
            <a:ext cx="5444333" cy="434975"/>
          </a:xfrm>
        </p:spPr>
        <p:txBody>
          <a:bodyPr/>
          <a:lstStyle>
            <a:lvl1pPr>
              <a:defRPr>
                <a:solidFill>
                  <a:schemeClr val="accent1"/>
                </a:solidFill>
              </a:defRPr>
            </a:lvl1pPr>
          </a:lstStyle>
          <a:p>
            <a:r>
              <a:rPr lang="en-US"/>
              <a:t>Click to edit Master title style</a:t>
            </a:r>
          </a:p>
        </p:txBody>
      </p:sp>
      <p:sp>
        <p:nvSpPr>
          <p:cNvPr id="12" name="Picture Placeholder 9">
            <a:extLst>
              <a:ext uri="{FF2B5EF4-FFF2-40B4-BE49-F238E27FC236}">
                <a16:creationId xmlns:a16="http://schemas.microsoft.com/office/drawing/2014/main" id="{44C754A0-D8DE-596F-C5FB-AB25D5782CCF}"/>
              </a:ext>
            </a:extLst>
          </p:cNvPr>
          <p:cNvSpPr>
            <a:spLocks noGrp="1"/>
          </p:cNvSpPr>
          <p:nvPr>
            <p:ph type="pic" sz="quarter" idx="13" hasCustomPrompt="1"/>
          </p:nvPr>
        </p:nvSpPr>
        <p:spPr>
          <a:xfrm>
            <a:off x="6096000" y="0"/>
            <a:ext cx="2029765" cy="1566863"/>
          </a:xfrm>
          <a:solidFill>
            <a:schemeClr val="accent1"/>
          </a:solid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22" name="Text Placeholder 11">
            <a:extLst>
              <a:ext uri="{FF2B5EF4-FFF2-40B4-BE49-F238E27FC236}">
                <a16:creationId xmlns:a16="http://schemas.microsoft.com/office/drawing/2014/main" id="{A09E7A87-B133-8C2E-3361-C82516967FAB}"/>
              </a:ext>
            </a:extLst>
          </p:cNvPr>
          <p:cNvSpPr>
            <a:spLocks noGrp="1"/>
          </p:cNvSpPr>
          <p:nvPr>
            <p:ph type="body" sz="quarter" idx="18"/>
          </p:nvPr>
        </p:nvSpPr>
        <p:spPr>
          <a:xfrm>
            <a:off x="546892" y="1127125"/>
            <a:ext cx="5444333"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24" name="Content Placeholder 25">
            <a:extLst>
              <a:ext uri="{FF2B5EF4-FFF2-40B4-BE49-F238E27FC236}">
                <a16:creationId xmlns:a16="http://schemas.microsoft.com/office/drawing/2014/main" id="{80128354-9047-7350-5416-848442CCD831}"/>
              </a:ext>
            </a:extLst>
          </p:cNvPr>
          <p:cNvSpPr>
            <a:spLocks noGrp="1"/>
          </p:cNvSpPr>
          <p:nvPr>
            <p:ph sz="quarter" idx="23"/>
          </p:nvPr>
        </p:nvSpPr>
        <p:spPr>
          <a:xfrm>
            <a:off x="546892" y="1849438"/>
            <a:ext cx="6850858" cy="4017961"/>
          </a:xfrm>
        </p:spPr>
        <p:txBody>
          <a:bodyPr/>
          <a:lstStyle>
            <a:lvl1pPr>
              <a:defRPr>
                <a:solidFill>
                  <a:schemeClr val="bg1"/>
                </a:solidFill>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5" name="Text Placeholder 13">
            <a:extLst>
              <a:ext uri="{FF2B5EF4-FFF2-40B4-BE49-F238E27FC236}">
                <a16:creationId xmlns:a16="http://schemas.microsoft.com/office/drawing/2014/main" id="{72CE5105-8928-8980-F557-C8D17BD90A57}"/>
              </a:ext>
            </a:extLst>
          </p:cNvPr>
          <p:cNvSpPr>
            <a:spLocks noGrp="1"/>
          </p:cNvSpPr>
          <p:nvPr>
            <p:ph type="body" sz="quarter" idx="24"/>
          </p:nvPr>
        </p:nvSpPr>
        <p:spPr>
          <a:xfrm>
            <a:off x="546892" y="6019801"/>
            <a:ext cx="6854553"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chemeClr val="bg1"/>
                </a:solidFill>
                <a:latin typeface="+mn-lt"/>
                <a:ea typeface="GT America Regular" charset="0"/>
                <a:cs typeface="GT America Regular" charset="0"/>
              </a:defRPr>
            </a:lvl9pPr>
          </a:lstStyle>
          <a:p>
            <a:pPr lvl="0"/>
            <a:r>
              <a:rPr lang="en-US"/>
              <a:t>Click to edit Master text styles</a:t>
            </a:r>
          </a:p>
        </p:txBody>
      </p:sp>
      <p:grpSp>
        <p:nvGrpSpPr>
          <p:cNvPr id="4" name="Group 3">
            <a:extLst>
              <a:ext uri="{FF2B5EF4-FFF2-40B4-BE49-F238E27FC236}">
                <a16:creationId xmlns:a16="http://schemas.microsoft.com/office/drawing/2014/main" id="{1500F019-0B2A-B9AD-0EF9-EB4AD28152DF}"/>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0BDC9C38-573A-9A88-D8CF-0D58B117A67D}"/>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E29F8A10-FE22-CD18-CF7E-E5262184CE14}"/>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0" name="Rectangle 9">
              <a:extLst>
                <a:ext uri="{FF2B5EF4-FFF2-40B4-BE49-F238E27FC236}">
                  <a16:creationId xmlns:a16="http://schemas.microsoft.com/office/drawing/2014/main" id="{E9FB32F8-A85F-E046-2976-4C94C42ACC4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1" name="Group 10">
              <a:extLst>
                <a:ext uri="{FF2B5EF4-FFF2-40B4-BE49-F238E27FC236}">
                  <a16:creationId xmlns:a16="http://schemas.microsoft.com/office/drawing/2014/main" id="{142B660E-07C4-1A35-7105-E45A55BF32CA}"/>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A650B980-F3FA-384D-A885-9BF104C9B71A}"/>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7613C1A6-0229-3F45-A914-0FD0E1D00181}"/>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3F075C8D-20E1-A9EA-23C8-E39FD08FCB2A}"/>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EB732412-EFD5-B7BA-9120-6F4C55D74D6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BF57B912-F401-8219-1820-665ADD9E975C}"/>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713532CA-BB7C-02DB-AF47-8AD7D68819F3}"/>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77321B19-0B1E-C7C7-2AB0-C7F05D3BCB89}"/>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B60EEA36-CA8B-F7E5-2B3F-D04BFB65DCBD}"/>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A6C6BD2D-6CD7-355A-A676-0D049EE07086}"/>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68858B37-230F-2C80-1ED3-013DDF80236D}"/>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3" name="Group 12">
              <a:extLst>
                <a:ext uri="{FF2B5EF4-FFF2-40B4-BE49-F238E27FC236}">
                  <a16:creationId xmlns:a16="http://schemas.microsoft.com/office/drawing/2014/main" id="{F1351297-E43D-B550-EEAF-FED841509FBE}"/>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FFC6EBB2-CBB9-4076-9313-BAED1D976474}"/>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D87E0615-9EF1-7102-E6EC-7D99ECC6FD40}"/>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6413920F-A20A-E434-5B92-00B4659EB4CF}"/>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414BB875-411C-FC6F-0E70-6B2D714D1306}"/>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33E31F66-F06F-2D91-47FB-27784C7638F4}"/>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EE9B4CC9-328E-8099-5638-219A596E175F}"/>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F617EDFE-BCFB-A856-5034-96079B581D95}"/>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EE312BD7-1915-5F72-110E-E3B8782D1A4B}"/>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5A878505-0F7B-9322-C55E-516DD05249F5}"/>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975BCD4D-A8EA-0895-EAD1-B149FFDA70A9}"/>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4B1A3937-0680-253F-71CA-40E49BDEBF20}"/>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8478F0AA-FC2F-69B9-8EDF-75BBB94D5116}"/>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963495721"/>
      </p:ext>
    </p:extLst>
  </p:cSld>
  <p:clrMapOvr>
    <a:masterClrMapping/>
  </p:clrMapOvr>
</p:sldLayout>
</file>

<file path=ppt/slideLayouts/slideLayout311.xml><?xml version="1.0" encoding="utf-8"?>
<p:sldLayout xmlns:a="http://schemas.openxmlformats.org/drawingml/2006/main" xmlns:r="http://schemas.openxmlformats.org/officeDocument/2006/relationships" xmlns:p="http://schemas.openxmlformats.org/presentationml/2006/main" preserve="1" userDrawn="1">
  <p:cSld name="Dynamic Slices 2 / Dark - Subhead">
    <p:bg>
      <p:bgPr>
        <a:solidFill>
          <a:schemeClr val="tx2"/>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A610EE1-689A-470F-628F-EEA20DE95059}"/>
              </a:ext>
            </a:extLst>
          </p:cNvPr>
          <p:cNvSpPr/>
          <p:nvPr userDrawn="1"/>
        </p:nvSpPr>
        <p:spPr>
          <a:xfrm>
            <a:off x="8125764" y="1566863"/>
            <a:ext cx="4066235" cy="5291136"/>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Picture Placeholder 9">
            <a:extLst>
              <a:ext uri="{FF2B5EF4-FFF2-40B4-BE49-F238E27FC236}">
                <a16:creationId xmlns:a16="http://schemas.microsoft.com/office/drawing/2014/main" id="{4A49D3FC-5492-D318-3220-FE343B99E4C8}"/>
              </a:ext>
            </a:extLst>
          </p:cNvPr>
          <p:cNvSpPr>
            <a:spLocks noGrp="1"/>
          </p:cNvSpPr>
          <p:nvPr>
            <p:ph type="pic" sz="quarter" idx="14" hasCustomPrompt="1"/>
          </p:nvPr>
        </p:nvSpPr>
        <p:spPr>
          <a:xfrm>
            <a:off x="8125765" y="1566862"/>
            <a:ext cx="4066235" cy="5291137"/>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hasCustomPrompt="1"/>
          </p:nvPr>
        </p:nvSpPr>
        <p:spPr>
          <a:xfrm>
            <a:off x="6096000" y="0"/>
            <a:ext cx="2029765" cy="1566863"/>
          </a:xfrm>
          <a:solidFill>
            <a:schemeClr val="accent1"/>
          </a:solid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a:xfrm>
            <a:off x="4773613" y="6311900"/>
            <a:ext cx="3236581" cy="269875"/>
          </a:xfrm>
        </p:spPr>
        <p:txBody>
          <a:bodyPr/>
          <a:lstStyle>
            <a:lvl1pPr>
              <a:defRPr>
                <a:solidFill>
                  <a:schemeClr val="bg1"/>
                </a:solidFill>
              </a:defRPr>
            </a:lvl1p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2" name="Title 11">
            <a:extLst>
              <a:ext uri="{FF2B5EF4-FFF2-40B4-BE49-F238E27FC236}">
                <a16:creationId xmlns:a16="http://schemas.microsoft.com/office/drawing/2014/main" id="{B6A2B7E6-3059-8E4F-3CF4-F1E41E44420F}"/>
              </a:ext>
            </a:extLst>
          </p:cNvPr>
          <p:cNvSpPr>
            <a:spLocks noGrp="1"/>
          </p:cNvSpPr>
          <p:nvPr>
            <p:ph type="title"/>
          </p:nvPr>
        </p:nvSpPr>
        <p:spPr>
          <a:xfrm>
            <a:off x="546100" y="552450"/>
            <a:ext cx="5441473" cy="434975"/>
          </a:xfrm>
        </p:spPr>
        <p:txBody>
          <a:bodyPr/>
          <a:lstStyle>
            <a:lvl1pPr>
              <a:defRPr>
                <a:solidFill>
                  <a:schemeClr val="accent1"/>
                </a:solidFill>
              </a:defRPr>
            </a:lvl1pPr>
          </a:lstStyle>
          <a:p>
            <a:r>
              <a:rPr lang="en-US"/>
              <a:t>Click to edit Master title style</a:t>
            </a:r>
          </a:p>
        </p:txBody>
      </p:sp>
      <p:sp>
        <p:nvSpPr>
          <p:cNvPr id="22" name="Text Placeholder 11">
            <a:extLst>
              <a:ext uri="{FF2B5EF4-FFF2-40B4-BE49-F238E27FC236}">
                <a16:creationId xmlns:a16="http://schemas.microsoft.com/office/drawing/2014/main" id="{9C9BE862-933D-B8D2-1646-E5CF8CEC4FF4}"/>
              </a:ext>
            </a:extLst>
          </p:cNvPr>
          <p:cNvSpPr>
            <a:spLocks noGrp="1"/>
          </p:cNvSpPr>
          <p:nvPr>
            <p:ph type="body" sz="quarter" idx="23"/>
          </p:nvPr>
        </p:nvSpPr>
        <p:spPr>
          <a:xfrm>
            <a:off x="546100" y="1127125"/>
            <a:ext cx="5445125" cy="292607"/>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23" name="Text Placeholder 13">
            <a:extLst>
              <a:ext uri="{FF2B5EF4-FFF2-40B4-BE49-F238E27FC236}">
                <a16:creationId xmlns:a16="http://schemas.microsoft.com/office/drawing/2014/main" id="{2265EDEA-EF70-E7C2-266B-98ED28E8BD71}"/>
              </a:ext>
            </a:extLst>
          </p:cNvPr>
          <p:cNvSpPr>
            <a:spLocks noGrp="1"/>
          </p:cNvSpPr>
          <p:nvPr>
            <p:ph type="body" sz="quarter" idx="24"/>
          </p:nvPr>
        </p:nvSpPr>
        <p:spPr>
          <a:xfrm>
            <a:off x="546100" y="6019801"/>
            <a:ext cx="6851648"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chemeClr val="bg1"/>
                </a:solidFill>
                <a:latin typeface="+mn-lt"/>
                <a:ea typeface="GT America Regular" charset="0"/>
                <a:cs typeface="GT America Regular" charset="0"/>
              </a:defRPr>
            </a:lvl9pPr>
          </a:lstStyle>
          <a:p>
            <a:pPr lvl="0"/>
            <a:r>
              <a:rPr lang="en-US"/>
              <a:t>Click to edit Master text styles</a:t>
            </a:r>
          </a:p>
        </p:txBody>
      </p:sp>
      <p:sp>
        <p:nvSpPr>
          <p:cNvPr id="24" name="Text Placeholder 33">
            <a:extLst>
              <a:ext uri="{FF2B5EF4-FFF2-40B4-BE49-F238E27FC236}">
                <a16:creationId xmlns:a16="http://schemas.microsoft.com/office/drawing/2014/main" id="{BCC2869B-FAAE-3BB6-A892-BE38C3B3A864}"/>
              </a:ext>
            </a:extLst>
          </p:cNvPr>
          <p:cNvSpPr>
            <a:spLocks noGrp="1"/>
          </p:cNvSpPr>
          <p:nvPr>
            <p:ph type="body" sz="quarter" idx="29"/>
          </p:nvPr>
        </p:nvSpPr>
        <p:spPr>
          <a:xfrm>
            <a:off x="546100" y="1849437"/>
            <a:ext cx="6851648" cy="296861"/>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25" name="Content Placeholder 25">
            <a:extLst>
              <a:ext uri="{FF2B5EF4-FFF2-40B4-BE49-F238E27FC236}">
                <a16:creationId xmlns:a16="http://schemas.microsoft.com/office/drawing/2014/main" id="{9D00109D-23D6-35EC-8D08-145972370CD0}"/>
              </a:ext>
            </a:extLst>
          </p:cNvPr>
          <p:cNvSpPr>
            <a:spLocks noGrp="1"/>
          </p:cNvSpPr>
          <p:nvPr>
            <p:ph sz="quarter" idx="45"/>
          </p:nvPr>
        </p:nvSpPr>
        <p:spPr>
          <a:xfrm>
            <a:off x="546100" y="2425700"/>
            <a:ext cx="6851650" cy="3441700"/>
          </a:xfrm>
        </p:spPr>
        <p:txBody>
          <a:bodyPr/>
          <a:lstStyle>
            <a:lvl1pPr>
              <a:defRPr>
                <a:solidFill>
                  <a:schemeClr val="bg1"/>
                </a:solidFill>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41" name="Group 40">
            <a:extLst>
              <a:ext uri="{FF2B5EF4-FFF2-40B4-BE49-F238E27FC236}">
                <a16:creationId xmlns:a16="http://schemas.microsoft.com/office/drawing/2014/main" id="{CEED7497-B020-E8B2-BD14-703EFAD2B9F1}"/>
              </a:ext>
            </a:extLst>
          </p:cNvPr>
          <p:cNvGrpSpPr/>
          <p:nvPr userDrawn="1"/>
        </p:nvGrpSpPr>
        <p:grpSpPr>
          <a:xfrm>
            <a:off x="12356815" y="0"/>
            <a:ext cx="756834" cy="6872642"/>
            <a:chOff x="12356815" y="0"/>
            <a:chExt cx="756834" cy="6872642"/>
          </a:xfrm>
        </p:grpSpPr>
        <p:sp>
          <p:nvSpPr>
            <p:cNvPr id="42" name="Rectangle 41">
              <a:extLst>
                <a:ext uri="{FF2B5EF4-FFF2-40B4-BE49-F238E27FC236}">
                  <a16:creationId xmlns:a16="http://schemas.microsoft.com/office/drawing/2014/main" id="{A48E6A68-A112-1A5F-10E6-58BC4E49E7D7}"/>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43" name="TextBox 42">
              <a:extLst>
                <a:ext uri="{FF2B5EF4-FFF2-40B4-BE49-F238E27FC236}">
                  <a16:creationId xmlns:a16="http://schemas.microsoft.com/office/drawing/2014/main" id="{99D26DA9-AE7A-E9F0-F755-40FE495F9407}"/>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44" name="Rectangle 43">
              <a:extLst>
                <a:ext uri="{FF2B5EF4-FFF2-40B4-BE49-F238E27FC236}">
                  <a16:creationId xmlns:a16="http://schemas.microsoft.com/office/drawing/2014/main" id="{5E7B1FC7-6B9A-AB90-2894-7D2A66D3DC7F}"/>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45" name="Group 44">
              <a:extLst>
                <a:ext uri="{FF2B5EF4-FFF2-40B4-BE49-F238E27FC236}">
                  <a16:creationId xmlns:a16="http://schemas.microsoft.com/office/drawing/2014/main" id="{105299D3-E01A-E3CA-CAC8-F80C48CFD2E9}"/>
                </a:ext>
              </a:extLst>
            </p:cNvPr>
            <p:cNvGrpSpPr/>
            <p:nvPr userDrawn="1"/>
          </p:nvGrpSpPr>
          <p:grpSpPr>
            <a:xfrm>
              <a:off x="12442019" y="3791214"/>
              <a:ext cx="382660" cy="2882942"/>
              <a:chOff x="14001569" y="3716048"/>
              <a:chExt cx="316248" cy="3171236"/>
            </a:xfrm>
          </p:grpSpPr>
          <p:sp>
            <p:nvSpPr>
              <p:cNvPr id="58" name="Rectangle 57">
                <a:extLst>
                  <a:ext uri="{FF2B5EF4-FFF2-40B4-BE49-F238E27FC236}">
                    <a16:creationId xmlns:a16="http://schemas.microsoft.com/office/drawing/2014/main" id="{4A4D537B-AC99-3A24-101C-7DF418E703CF}"/>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9" name="Rectangle 58">
                <a:extLst>
                  <a:ext uri="{FF2B5EF4-FFF2-40B4-BE49-F238E27FC236}">
                    <a16:creationId xmlns:a16="http://schemas.microsoft.com/office/drawing/2014/main" id="{876A2AF9-24CA-BA6D-C601-512DE83B47D4}"/>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0" name="Rectangle 59">
                <a:extLst>
                  <a:ext uri="{FF2B5EF4-FFF2-40B4-BE49-F238E27FC236}">
                    <a16:creationId xmlns:a16="http://schemas.microsoft.com/office/drawing/2014/main" id="{0BE25111-C6ED-8145-64BF-0311CA4A151A}"/>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1" name="Rectangle 60">
                <a:extLst>
                  <a:ext uri="{FF2B5EF4-FFF2-40B4-BE49-F238E27FC236}">
                    <a16:creationId xmlns:a16="http://schemas.microsoft.com/office/drawing/2014/main" id="{7ABCA4FF-6A34-1CC2-E5EE-BF16E5D8D2B1}"/>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2" name="Rectangle 61">
                <a:extLst>
                  <a:ext uri="{FF2B5EF4-FFF2-40B4-BE49-F238E27FC236}">
                    <a16:creationId xmlns:a16="http://schemas.microsoft.com/office/drawing/2014/main" id="{007366EE-C945-9FDB-9134-8CD32165EFAD}"/>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3" name="Rectangle 62">
                <a:extLst>
                  <a:ext uri="{FF2B5EF4-FFF2-40B4-BE49-F238E27FC236}">
                    <a16:creationId xmlns:a16="http://schemas.microsoft.com/office/drawing/2014/main" id="{8F218091-3A7E-0559-1EB8-7616691C8011}"/>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4" name="Rectangle 63">
                <a:extLst>
                  <a:ext uri="{FF2B5EF4-FFF2-40B4-BE49-F238E27FC236}">
                    <a16:creationId xmlns:a16="http://schemas.microsoft.com/office/drawing/2014/main" id="{CEC2AA07-DAE7-C277-17AC-248D335B264A}"/>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5" name="Rectangle 64">
                <a:extLst>
                  <a:ext uri="{FF2B5EF4-FFF2-40B4-BE49-F238E27FC236}">
                    <a16:creationId xmlns:a16="http://schemas.microsoft.com/office/drawing/2014/main" id="{10DC787E-2E1E-AC5E-7255-2B06D862D45D}"/>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6" name="Rectangle 65">
                <a:extLst>
                  <a:ext uri="{FF2B5EF4-FFF2-40B4-BE49-F238E27FC236}">
                    <a16:creationId xmlns:a16="http://schemas.microsoft.com/office/drawing/2014/main" id="{A0A1A756-BA85-C957-354E-2BD7CA57BCFF}"/>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7" name="Rectangle 66">
                <a:extLst>
                  <a:ext uri="{FF2B5EF4-FFF2-40B4-BE49-F238E27FC236}">
                    <a16:creationId xmlns:a16="http://schemas.microsoft.com/office/drawing/2014/main" id="{072A9DBD-0464-595E-0010-DAF490DF80C2}"/>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46" name="Group 45">
              <a:extLst>
                <a:ext uri="{FF2B5EF4-FFF2-40B4-BE49-F238E27FC236}">
                  <a16:creationId xmlns:a16="http://schemas.microsoft.com/office/drawing/2014/main" id="{851E6719-5CAD-7108-5159-D07C4F478FD9}"/>
                </a:ext>
              </a:extLst>
            </p:cNvPr>
            <p:cNvGrpSpPr/>
            <p:nvPr userDrawn="1"/>
          </p:nvGrpSpPr>
          <p:grpSpPr>
            <a:xfrm>
              <a:off x="12442019" y="198485"/>
              <a:ext cx="382660" cy="2882942"/>
              <a:chOff x="12742785" y="3716048"/>
              <a:chExt cx="316248" cy="3171236"/>
            </a:xfrm>
          </p:grpSpPr>
          <p:sp>
            <p:nvSpPr>
              <p:cNvPr id="48" name="Rectangle 47">
                <a:extLst>
                  <a:ext uri="{FF2B5EF4-FFF2-40B4-BE49-F238E27FC236}">
                    <a16:creationId xmlns:a16="http://schemas.microsoft.com/office/drawing/2014/main" id="{76209397-099D-8D1B-DD50-6DD59E8CF4C3}"/>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9" name="Rectangle 48">
                <a:extLst>
                  <a:ext uri="{FF2B5EF4-FFF2-40B4-BE49-F238E27FC236}">
                    <a16:creationId xmlns:a16="http://schemas.microsoft.com/office/drawing/2014/main" id="{EE11CDB5-40FE-D77F-59D0-69585F3B67A9}"/>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0" name="Rectangle 49">
                <a:extLst>
                  <a:ext uri="{FF2B5EF4-FFF2-40B4-BE49-F238E27FC236}">
                    <a16:creationId xmlns:a16="http://schemas.microsoft.com/office/drawing/2014/main" id="{39115CC8-69A9-E6DB-0B5E-F7753D29948C}"/>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1" name="Rectangle 50">
                <a:extLst>
                  <a:ext uri="{FF2B5EF4-FFF2-40B4-BE49-F238E27FC236}">
                    <a16:creationId xmlns:a16="http://schemas.microsoft.com/office/drawing/2014/main" id="{EC2BBB06-CEB4-C6DC-8E7F-0DF7EFD52EA1}"/>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2" name="Rectangle 51">
                <a:extLst>
                  <a:ext uri="{FF2B5EF4-FFF2-40B4-BE49-F238E27FC236}">
                    <a16:creationId xmlns:a16="http://schemas.microsoft.com/office/drawing/2014/main" id="{CB586CB2-06F6-E50C-710C-04102DD261B0}"/>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3" name="Rectangle 52">
                <a:extLst>
                  <a:ext uri="{FF2B5EF4-FFF2-40B4-BE49-F238E27FC236}">
                    <a16:creationId xmlns:a16="http://schemas.microsoft.com/office/drawing/2014/main" id="{B72DC35E-71BE-5C0D-C6A1-F7C9FB5F62E4}"/>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4" name="Rectangle 53">
                <a:extLst>
                  <a:ext uri="{FF2B5EF4-FFF2-40B4-BE49-F238E27FC236}">
                    <a16:creationId xmlns:a16="http://schemas.microsoft.com/office/drawing/2014/main" id="{80191D05-A64C-3E83-D359-180F0C613CA4}"/>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5" name="Rectangle 54">
                <a:extLst>
                  <a:ext uri="{FF2B5EF4-FFF2-40B4-BE49-F238E27FC236}">
                    <a16:creationId xmlns:a16="http://schemas.microsoft.com/office/drawing/2014/main" id="{B227E45E-BA14-618A-3E7E-8487DEB20D82}"/>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6" name="Rectangle 55">
                <a:extLst>
                  <a:ext uri="{FF2B5EF4-FFF2-40B4-BE49-F238E27FC236}">
                    <a16:creationId xmlns:a16="http://schemas.microsoft.com/office/drawing/2014/main" id="{D391371F-96DE-AA7B-9220-8786D122C67C}"/>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7" name="Rectangle 56">
                <a:extLst>
                  <a:ext uri="{FF2B5EF4-FFF2-40B4-BE49-F238E27FC236}">
                    <a16:creationId xmlns:a16="http://schemas.microsoft.com/office/drawing/2014/main" id="{A8ABAA61-B9E4-360E-6AE7-5ACB7B1908FA}"/>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47" name="TextBox 46">
              <a:extLst>
                <a:ext uri="{FF2B5EF4-FFF2-40B4-BE49-F238E27FC236}">
                  <a16:creationId xmlns:a16="http://schemas.microsoft.com/office/drawing/2014/main" id="{F0A44CD2-C5FE-E0DD-2E2C-22551D59A9DA}"/>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68" name="TextBox 67">
            <a:extLst>
              <a:ext uri="{FF2B5EF4-FFF2-40B4-BE49-F238E27FC236}">
                <a16:creationId xmlns:a16="http://schemas.microsoft.com/office/drawing/2014/main" id="{781B1016-8886-1036-EEA6-B3036D915465}"/>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572472065"/>
      </p:ext>
    </p:extLst>
  </p:cSld>
  <p:clrMapOvr>
    <a:masterClrMapping/>
  </p:clrMapOvr>
</p:sldLayout>
</file>

<file path=ppt/slideLayouts/slideLayout312.xml><?xml version="1.0" encoding="utf-8"?>
<p:sldLayout xmlns:a="http://schemas.openxmlformats.org/drawingml/2006/main" xmlns:r="http://schemas.openxmlformats.org/officeDocument/2006/relationships" xmlns:p="http://schemas.openxmlformats.org/presentationml/2006/main" preserve="1" userDrawn="1">
  <p:cSld name="Dynamic Slices 3 / Light">
    <p:spTree>
      <p:nvGrpSpPr>
        <p:cNvPr id="1" name=""/>
        <p:cNvGrpSpPr/>
        <p:nvPr/>
      </p:nvGrpSpPr>
      <p:grpSpPr>
        <a:xfrm>
          <a:off x="0" y="0"/>
          <a:ext cx="0" cy="0"/>
          <a:chOff x="0" y="0"/>
          <a:chExt cx="0" cy="0"/>
        </a:xfrm>
      </p:grpSpPr>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6" name="Title 5">
            <a:extLst>
              <a:ext uri="{FF2B5EF4-FFF2-40B4-BE49-F238E27FC236}">
                <a16:creationId xmlns:a16="http://schemas.microsoft.com/office/drawing/2014/main" id="{DC8B780F-A068-964A-78C1-26D461FDD8F3}"/>
              </a:ext>
            </a:extLst>
          </p:cNvPr>
          <p:cNvSpPr>
            <a:spLocks noGrp="1"/>
          </p:cNvSpPr>
          <p:nvPr>
            <p:ph type="title"/>
          </p:nvPr>
        </p:nvSpPr>
        <p:spPr>
          <a:xfrm>
            <a:off x="546891" y="552450"/>
            <a:ext cx="6850858" cy="434975"/>
          </a:xfrm>
        </p:spPr>
        <p:txBody>
          <a:bodyPr/>
          <a:lstStyle>
            <a:lvl1pPr>
              <a:defRPr>
                <a:solidFill>
                  <a:schemeClr val="tx2"/>
                </a:solidFill>
              </a:defRPr>
            </a:lvl1pPr>
          </a:lstStyle>
          <a:p>
            <a:r>
              <a:rPr lang="en-US"/>
              <a:t>Click to edit Master title style</a:t>
            </a:r>
          </a:p>
        </p:txBody>
      </p:sp>
      <p:sp>
        <p:nvSpPr>
          <p:cNvPr id="10" name="Picture Placeholder 9">
            <a:extLst>
              <a:ext uri="{FF2B5EF4-FFF2-40B4-BE49-F238E27FC236}">
                <a16:creationId xmlns:a16="http://schemas.microsoft.com/office/drawing/2014/main" id="{28364535-ED1A-CBB0-F2E7-B24E32C753E0}"/>
              </a:ext>
            </a:extLst>
          </p:cNvPr>
          <p:cNvSpPr>
            <a:spLocks noGrp="1"/>
          </p:cNvSpPr>
          <p:nvPr>
            <p:ph type="pic" sz="quarter" idx="13" hasCustomPrompt="1"/>
          </p:nvPr>
        </p:nvSpPr>
        <p:spPr>
          <a:xfrm>
            <a:off x="6096000" y="5292725"/>
            <a:ext cx="2029765" cy="1566863"/>
          </a:xfrm>
          <a:solidFill>
            <a:schemeClr val="accent1"/>
          </a:solid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4" name="Freeform 5">
            <a:extLst>
              <a:ext uri="{FF2B5EF4-FFF2-40B4-BE49-F238E27FC236}">
                <a16:creationId xmlns:a16="http://schemas.microsoft.com/office/drawing/2014/main" id="{ABBE180D-A7A0-4B00-05DE-E5D0B283053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6" name="Text Placeholder 11">
            <a:extLst>
              <a:ext uri="{FF2B5EF4-FFF2-40B4-BE49-F238E27FC236}">
                <a16:creationId xmlns:a16="http://schemas.microsoft.com/office/drawing/2014/main" id="{9E4B5CA9-B99A-587A-7D0F-4D043F1DC21F}"/>
              </a:ext>
            </a:extLst>
          </p:cNvPr>
          <p:cNvSpPr>
            <a:spLocks noGrp="1"/>
          </p:cNvSpPr>
          <p:nvPr>
            <p:ph type="body" sz="quarter" idx="18"/>
          </p:nvPr>
        </p:nvSpPr>
        <p:spPr>
          <a:xfrm>
            <a:off x="546100" y="1128713"/>
            <a:ext cx="6851648" cy="293687"/>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7" name="Text Placeholder 15">
            <a:extLst>
              <a:ext uri="{FF2B5EF4-FFF2-40B4-BE49-F238E27FC236}">
                <a16:creationId xmlns:a16="http://schemas.microsoft.com/office/drawing/2014/main" id="{4FCD9D92-5EBB-1267-37DE-7FFC864C27C1}"/>
              </a:ext>
            </a:extLst>
          </p:cNvPr>
          <p:cNvSpPr>
            <a:spLocks noGrp="1"/>
          </p:cNvSpPr>
          <p:nvPr>
            <p:ph type="body" sz="quarter" idx="19" hasCustomPrompt="1"/>
          </p:nvPr>
        </p:nvSpPr>
        <p:spPr>
          <a:xfrm>
            <a:off x="546892" y="6019800"/>
            <a:ext cx="5444333"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add footnotes or disclaimer information</a:t>
            </a:r>
          </a:p>
        </p:txBody>
      </p:sp>
      <p:sp>
        <p:nvSpPr>
          <p:cNvPr id="18" name="Content Placeholder 25">
            <a:extLst>
              <a:ext uri="{FF2B5EF4-FFF2-40B4-BE49-F238E27FC236}">
                <a16:creationId xmlns:a16="http://schemas.microsoft.com/office/drawing/2014/main" id="{A2A7940A-1484-5578-4B6A-6E74DB89CA57}"/>
              </a:ext>
            </a:extLst>
          </p:cNvPr>
          <p:cNvSpPr>
            <a:spLocks noGrp="1"/>
          </p:cNvSpPr>
          <p:nvPr>
            <p:ph sz="quarter" idx="23"/>
          </p:nvPr>
        </p:nvSpPr>
        <p:spPr>
          <a:xfrm>
            <a:off x="546892" y="1849438"/>
            <a:ext cx="6850858" cy="330199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Rectangle 1">
            <a:extLst>
              <a:ext uri="{FF2B5EF4-FFF2-40B4-BE49-F238E27FC236}">
                <a16:creationId xmlns:a16="http://schemas.microsoft.com/office/drawing/2014/main" id="{1E315FF8-12D7-D071-8093-E6198E390C07}"/>
              </a:ext>
            </a:extLst>
          </p:cNvPr>
          <p:cNvSpPr/>
          <p:nvPr userDrawn="1"/>
        </p:nvSpPr>
        <p:spPr>
          <a:xfrm>
            <a:off x="8125764" y="0"/>
            <a:ext cx="4066235" cy="5291136"/>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Picture Placeholder 9">
            <a:extLst>
              <a:ext uri="{FF2B5EF4-FFF2-40B4-BE49-F238E27FC236}">
                <a16:creationId xmlns:a16="http://schemas.microsoft.com/office/drawing/2014/main" id="{A89257F7-621A-5336-6983-2E0294700EF3}"/>
              </a:ext>
            </a:extLst>
          </p:cNvPr>
          <p:cNvSpPr>
            <a:spLocks noGrp="1"/>
          </p:cNvSpPr>
          <p:nvPr>
            <p:ph type="pic" sz="quarter" idx="14" hasCustomPrompt="1"/>
          </p:nvPr>
        </p:nvSpPr>
        <p:spPr>
          <a:xfrm>
            <a:off x="8125765" y="0"/>
            <a:ext cx="4066235" cy="5291137"/>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grpSp>
        <p:nvGrpSpPr>
          <p:cNvPr id="5" name="Group 4">
            <a:extLst>
              <a:ext uri="{FF2B5EF4-FFF2-40B4-BE49-F238E27FC236}">
                <a16:creationId xmlns:a16="http://schemas.microsoft.com/office/drawing/2014/main" id="{CC0D3AC2-B6D5-AFD7-F29B-5D0ECA2C8066}"/>
              </a:ext>
            </a:extLst>
          </p:cNvPr>
          <p:cNvGrpSpPr/>
          <p:nvPr userDrawn="1"/>
        </p:nvGrpSpPr>
        <p:grpSpPr>
          <a:xfrm>
            <a:off x="12356815" y="0"/>
            <a:ext cx="756834" cy="6872642"/>
            <a:chOff x="12356815" y="0"/>
            <a:chExt cx="756834" cy="6872642"/>
          </a:xfrm>
        </p:grpSpPr>
        <p:sp>
          <p:nvSpPr>
            <p:cNvPr id="7" name="Rectangle 6">
              <a:extLst>
                <a:ext uri="{FF2B5EF4-FFF2-40B4-BE49-F238E27FC236}">
                  <a16:creationId xmlns:a16="http://schemas.microsoft.com/office/drawing/2014/main" id="{243866F9-E936-5346-E879-A4E35034012E}"/>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8" name="TextBox 7">
              <a:extLst>
                <a:ext uri="{FF2B5EF4-FFF2-40B4-BE49-F238E27FC236}">
                  <a16:creationId xmlns:a16="http://schemas.microsoft.com/office/drawing/2014/main" id="{C04747FB-32E0-D185-E637-9FBA31308B4B}"/>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1" name="Rectangle 10">
              <a:extLst>
                <a:ext uri="{FF2B5EF4-FFF2-40B4-BE49-F238E27FC236}">
                  <a16:creationId xmlns:a16="http://schemas.microsoft.com/office/drawing/2014/main" id="{29AC48F1-0A28-1BD0-2488-805579E8021C}"/>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2" name="Group 11">
              <a:extLst>
                <a:ext uri="{FF2B5EF4-FFF2-40B4-BE49-F238E27FC236}">
                  <a16:creationId xmlns:a16="http://schemas.microsoft.com/office/drawing/2014/main" id="{C7F9C89D-1DD5-0A76-8D5A-81BB0FA75C18}"/>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29247774-12FD-0D3B-A649-7E081FF303EF}"/>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D4E86C33-D4A2-87F2-DAB1-12622FF2DF5A}"/>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7A2BFF89-9986-8997-37C9-42C759367DA6}"/>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3153A164-6F3B-FEFB-3B24-50526C762E9B}"/>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AA48F97D-837A-9FDC-A103-F39808FA2946}"/>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4E7355EB-C1D1-CE7A-F4BD-FEF8AB6CBDED}"/>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A53CC548-F49A-4F80-85F7-2582F52E83C8}"/>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57307D34-BB3C-5BF2-54FF-A4D7F1EF1888}"/>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C7475EE9-F099-5CF6-05F4-89B41ED866E0}"/>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EE9D1EE2-7C05-8A0E-4411-7A42401E3D5D}"/>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3" name="Group 12">
              <a:extLst>
                <a:ext uri="{FF2B5EF4-FFF2-40B4-BE49-F238E27FC236}">
                  <a16:creationId xmlns:a16="http://schemas.microsoft.com/office/drawing/2014/main" id="{7ADEAF7F-93E5-E618-272A-753EA34FEE68}"/>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06D4761C-7298-5D03-CFCB-E7B775C26FA3}"/>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A28605DD-57BC-7045-8FA0-7612F490057D}"/>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F418F771-E1A6-CBD8-7824-9EEC6DF5A7EA}"/>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54D84406-D031-9BFB-4852-D5112B67B692}"/>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D2C19C5F-3972-CE6F-C305-3C51E7BCCC3C}"/>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982F5249-5265-9218-98B1-E45A1B4DF79A}"/>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92034BD1-F5E2-45CF-6FF3-3743275DD73E}"/>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A27654A6-FB37-2B2D-1F6A-3F6B6D1C08CF}"/>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FE669427-9554-D0EC-4A49-3CC0A15AFA0B}"/>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2F58B44B-B944-5471-6AFD-9DA6A02C451B}"/>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FA11BA5A-FE58-E97E-3270-8A5C8D89E33C}"/>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563E7E32-D8D8-E0EA-B072-D58A22F0767B}"/>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152005958"/>
      </p:ext>
    </p:extLst>
  </p:cSld>
  <p:clrMapOvr>
    <a:masterClrMapping/>
  </p:clrMapOvr>
</p:sldLayout>
</file>

<file path=ppt/slideLayouts/slideLayout313.xml><?xml version="1.0" encoding="utf-8"?>
<p:sldLayout xmlns:a="http://schemas.openxmlformats.org/drawingml/2006/main" xmlns:r="http://schemas.openxmlformats.org/officeDocument/2006/relationships" xmlns:p="http://schemas.openxmlformats.org/presentationml/2006/main" preserve="1" userDrawn="1">
  <p:cSld name="Dynamic Slices 3 / Light - Subhead">
    <p:spTree>
      <p:nvGrpSpPr>
        <p:cNvPr id="1" name=""/>
        <p:cNvGrpSpPr/>
        <p:nvPr/>
      </p:nvGrpSpPr>
      <p:grpSpPr>
        <a:xfrm>
          <a:off x="0" y="0"/>
          <a:ext cx="0" cy="0"/>
          <a:chOff x="0" y="0"/>
          <a:chExt cx="0" cy="0"/>
        </a:xfrm>
      </p:grpSpPr>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8" name="Title 7">
            <a:extLst>
              <a:ext uri="{FF2B5EF4-FFF2-40B4-BE49-F238E27FC236}">
                <a16:creationId xmlns:a16="http://schemas.microsoft.com/office/drawing/2014/main" id="{F08C48AF-02EF-8FA0-A466-0869BF05C3EF}"/>
              </a:ext>
            </a:extLst>
          </p:cNvPr>
          <p:cNvSpPr>
            <a:spLocks noGrp="1"/>
          </p:cNvSpPr>
          <p:nvPr>
            <p:ph type="title"/>
          </p:nvPr>
        </p:nvSpPr>
        <p:spPr>
          <a:xfrm>
            <a:off x="546100" y="552450"/>
            <a:ext cx="6851649" cy="434975"/>
          </a:xfrm>
        </p:spPr>
        <p:txBody>
          <a:bodyPr/>
          <a:lstStyle>
            <a:lvl1pPr>
              <a:defRPr>
                <a:solidFill>
                  <a:schemeClr val="tx2"/>
                </a:solidFill>
              </a:defRPr>
            </a:lvl1pPr>
          </a:lstStyle>
          <a:p>
            <a:r>
              <a:rPr lang="en-US"/>
              <a:t>Click to edit Master title style</a:t>
            </a:r>
          </a:p>
        </p:txBody>
      </p:sp>
      <p:sp>
        <p:nvSpPr>
          <p:cNvPr id="4" name="Freeform 5">
            <a:extLst>
              <a:ext uri="{FF2B5EF4-FFF2-40B4-BE49-F238E27FC236}">
                <a16:creationId xmlns:a16="http://schemas.microsoft.com/office/drawing/2014/main" id="{3A949BFE-ECBB-4316-6710-3684B89FF00C}"/>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7" name="Text Placeholder 11">
            <a:extLst>
              <a:ext uri="{FF2B5EF4-FFF2-40B4-BE49-F238E27FC236}">
                <a16:creationId xmlns:a16="http://schemas.microsoft.com/office/drawing/2014/main" id="{42B1C8D0-9BF5-7D51-4653-BA462E698BF8}"/>
              </a:ext>
            </a:extLst>
          </p:cNvPr>
          <p:cNvSpPr>
            <a:spLocks noGrp="1"/>
          </p:cNvSpPr>
          <p:nvPr>
            <p:ph type="body" sz="quarter" idx="23"/>
          </p:nvPr>
        </p:nvSpPr>
        <p:spPr>
          <a:xfrm>
            <a:off x="546100" y="1127125"/>
            <a:ext cx="6853396" cy="292608"/>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8" name="Text Placeholder 13">
            <a:extLst>
              <a:ext uri="{FF2B5EF4-FFF2-40B4-BE49-F238E27FC236}">
                <a16:creationId xmlns:a16="http://schemas.microsoft.com/office/drawing/2014/main" id="{871AEB0B-0B00-555A-5C9B-C9A03C9EDEEB}"/>
              </a:ext>
            </a:extLst>
          </p:cNvPr>
          <p:cNvSpPr>
            <a:spLocks noGrp="1"/>
          </p:cNvSpPr>
          <p:nvPr>
            <p:ph type="body" sz="quarter" idx="24"/>
          </p:nvPr>
        </p:nvSpPr>
        <p:spPr>
          <a:xfrm>
            <a:off x="546100" y="6019801"/>
            <a:ext cx="5445125"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9" name="Content Placeholder 29">
            <a:extLst>
              <a:ext uri="{FF2B5EF4-FFF2-40B4-BE49-F238E27FC236}">
                <a16:creationId xmlns:a16="http://schemas.microsoft.com/office/drawing/2014/main" id="{B08BBDC8-9EE2-4892-A502-EE24EF94D90E}"/>
              </a:ext>
            </a:extLst>
          </p:cNvPr>
          <p:cNvSpPr>
            <a:spLocks noGrp="1"/>
          </p:cNvSpPr>
          <p:nvPr>
            <p:ph sz="quarter" idx="27"/>
          </p:nvPr>
        </p:nvSpPr>
        <p:spPr>
          <a:xfrm>
            <a:off x="546100" y="2425700"/>
            <a:ext cx="6851650" cy="27257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0" name="Text Placeholder 33">
            <a:extLst>
              <a:ext uri="{FF2B5EF4-FFF2-40B4-BE49-F238E27FC236}">
                <a16:creationId xmlns:a16="http://schemas.microsoft.com/office/drawing/2014/main" id="{49A0AA3E-9575-EECD-E637-A3C1AED8E871}"/>
              </a:ext>
            </a:extLst>
          </p:cNvPr>
          <p:cNvSpPr>
            <a:spLocks noGrp="1"/>
          </p:cNvSpPr>
          <p:nvPr>
            <p:ph type="body" sz="quarter" idx="29"/>
          </p:nvPr>
        </p:nvSpPr>
        <p:spPr>
          <a:xfrm>
            <a:off x="546100" y="1849437"/>
            <a:ext cx="6851650" cy="296861"/>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2" name="Picture Placeholder 9">
            <a:extLst>
              <a:ext uri="{FF2B5EF4-FFF2-40B4-BE49-F238E27FC236}">
                <a16:creationId xmlns:a16="http://schemas.microsoft.com/office/drawing/2014/main" id="{378C4A14-D3BD-0C77-5422-EA4EA16B7E7F}"/>
              </a:ext>
            </a:extLst>
          </p:cNvPr>
          <p:cNvSpPr>
            <a:spLocks noGrp="1"/>
          </p:cNvSpPr>
          <p:nvPr>
            <p:ph type="pic" sz="quarter" idx="13" hasCustomPrompt="1"/>
          </p:nvPr>
        </p:nvSpPr>
        <p:spPr>
          <a:xfrm>
            <a:off x="6096000" y="5292725"/>
            <a:ext cx="2029765" cy="1566863"/>
          </a:xfrm>
          <a:solidFill>
            <a:schemeClr val="accent1"/>
          </a:solid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3" name="Rectangle 2">
            <a:extLst>
              <a:ext uri="{FF2B5EF4-FFF2-40B4-BE49-F238E27FC236}">
                <a16:creationId xmlns:a16="http://schemas.microsoft.com/office/drawing/2014/main" id="{72BB9506-B167-D1C5-0F86-C217EEE5BFC3}"/>
              </a:ext>
            </a:extLst>
          </p:cNvPr>
          <p:cNvSpPr/>
          <p:nvPr userDrawn="1"/>
        </p:nvSpPr>
        <p:spPr>
          <a:xfrm>
            <a:off x="8125764" y="0"/>
            <a:ext cx="4066235" cy="5291136"/>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Picture Placeholder 9">
            <a:extLst>
              <a:ext uri="{FF2B5EF4-FFF2-40B4-BE49-F238E27FC236}">
                <a16:creationId xmlns:a16="http://schemas.microsoft.com/office/drawing/2014/main" id="{1321E794-0491-E9E6-121A-E516B2215417}"/>
              </a:ext>
            </a:extLst>
          </p:cNvPr>
          <p:cNvSpPr>
            <a:spLocks noGrp="1"/>
          </p:cNvSpPr>
          <p:nvPr>
            <p:ph type="pic" sz="quarter" idx="14" hasCustomPrompt="1"/>
          </p:nvPr>
        </p:nvSpPr>
        <p:spPr>
          <a:xfrm>
            <a:off x="8125765" y="0"/>
            <a:ext cx="4066235" cy="5291137"/>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grpSp>
        <p:nvGrpSpPr>
          <p:cNvPr id="6" name="Group 5">
            <a:extLst>
              <a:ext uri="{FF2B5EF4-FFF2-40B4-BE49-F238E27FC236}">
                <a16:creationId xmlns:a16="http://schemas.microsoft.com/office/drawing/2014/main" id="{E2E63A0B-CD89-E1C5-6A2A-C66B84CF7970}"/>
              </a:ext>
            </a:extLst>
          </p:cNvPr>
          <p:cNvGrpSpPr/>
          <p:nvPr userDrawn="1"/>
        </p:nvGrpSpPr>
        <p:grpSpPr>
          <a:xfrm>
            <a:off x="12356815" y="0"/>
            <a:ext cx="756834" cy="6872642"/>
            <a:chOff x="12356815" y="0"/>
            <a:chExt cx="756834" cy="6872642"/>
          </a:xfrm>
        </p:grpSpPr>
        <p:sp>
          <p:nvSpPr>
            <p:cNvPr id="7" name="Rectangle 6">
              <a:extLst>
                <a:ext uri="{FF2B5EF4-FFF2-40B4-BE49-F238E27FC236}">
                  <a16:creationId xmlns:a16="http://schemas.microsoft.com/office/drawing/2014/main" id="{45DB70A4-31CB-6102-3E2A-D6FA98CD0053}"/>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0" name="TextBox 9">
              <a:extLst>
                <a:ext uri="{FF2B5EF4-FFF2-40B4-BE49-F238E27FC236}">
                  <a16:creationId xmlns:a16="http://schemas.microsoft.com/office/drawing/2014/main" id="{AD9D4607-6270-E717-4D41-835D049F0435}"/>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1" name="Rectangle 10">
              <a:extLst>
                <a:ext uri="{FF2B5EF4-FFF2-40B4-BE49-F238E27FC236}">
                  <a16:creationId xmlns:a16="http://schemas.microsoft.com/office/drawing/2014/main" id="{75B87590-74D6-D8DF-065A-D1B3BDD68812}"/>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2" name="Group 11">
              <a:extLst>
                <a:ext uri="{FF2B5EF4-FFF2-40B4-BE49-F238E27FC236}">
                  <a16:creationId xmlns:a16="http://schemas.microsoft.com/office/drawing/2014/main" id="{9D694C48-9FF1-4664-FD81-660DAE81E4E0}"/>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526EF5F0-48BE-1815-1FA2-331B8240DF75}"/>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6E0E84DF-F5B7-A548-C1F6-F0C71A3D86D9}"/>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3A4C8228-71D0-8E3D-E8BE-0F172597FD54}"/>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EA9C23D8-8FD8-238D-3893-26C8E7A88403}"/>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D1BF3D11-78C7-C27E-370A-0D8FABAC048A}"/>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1C4D9ABE-7508-C1A6-2E97-6A9494DC37DF}"/>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2BC38361-5924-88E4-569D-95A4E0BE9CDC}"/>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5E9D7189-0986-C30E-CF0C-640708195142}"/>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BB129E49-9B77-5AE5-3C05-D07BC6D86771}"/>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33F8AD7C-F22B-555E-6CF4-F370553EACF6}"/>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3" name="Group 12">
              <a:extLst>
                <a:ext uri="{FF2B5EF4-FFF2-40B4-BE49-F238E27FC236}">
                  <a16:creationId xmlns:a16="http://schemas.microsoft.com/office/drawing/2014/main" id="{B0DEC751-9C24-ECB6-63E8-0D84A1893110}"/>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3F5B6BC1-E8A9-8495-4E15-CE426524888C}"/>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A7BA631D-2A7E-EE05-AC29-5274F59A7659}"/>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0C495C51-961E-8380-6F9C-16AFEF394B33}"/>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45D9358D-8335-B12F-6179-DEFE0D2C5AB7}"/>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EC7C677D-37CD-FB52-AD6E-4B4995AE3A40}"/>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BA66CB2E-9156-BE3B-D3B9-C31D5C9B2D1F}"/>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B4D0D8D2-67E1-D1FE-53F6-BBA9A51D12D4}"/>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7EABE609-01ED-B04F-84C2-0F2EF40CE004}"/>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AC985E11-EEEE-517A-2700-92736D58F6D9}"/>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CC33383A-AD20-C330-77AA-9FC46442888E}"/>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2FDDF8E7-411E-9C97-CCC1-0AB71C286233}"/>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F3C0566B-300E-AC3F-25C5-4B9F779502DB}"/>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307029893"/>
      </p:ext>
    </p:extLst>
  </p:cSld>
  <p:clrMapOvr>
    <a:masterClrMapping/>
  </p:clrMapOvr>
</p:sldLayout>
</file>

<file path=ppt/slideLayouts/slideLayout314.xml><?xml version="1.0" encoding="utf-8"?>
<p:sldLayout xmlns:a="http://schemas.openxmlformats.org/drawingml/2006/main" xmlns:r="http://schemas.openxmlformats.org/officeDocument/2006/relationships" xmlns:p="http://schemas.openxmlformats.org/presentationml/2006/main" preserve="1" userDrawn="1">
  <p:cSld name="Dynamic Slices 3 / Dark">
    <p:bg>
      <p:bgPr>
        <a:solidFill>
          <a:schemeClr val="tx2"/>
        </a:solidFill>
        <a:effectLst/>
      </p:bgPr>
    </p:bg>
    <p:spTree>
      <p:nvGrpSpPr>
        <p:cNvPr id="1" name=""/>
        <p:cNvGrpSpPr/>
        <p:nvPr/>
      </p:nvGrpSpPr>
      <p:grpSpPr>
        <a:xfrm>
          <a:off x="0" y="0"/>
          <a:ext cx="0" cy="0"/>
          <a:chOff x="0" y="0"/>
          <a:chExt cx="0" cy="0"/>
        </a:xfrm>
      </p:grpSpPr>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6" name="Title 5">
            <a:extLst>
              <a:ext uri="{FF2B5EF4-FFF2-40B4-BE49-F238E27FC236}">
                <a16:creationId xmlns:a16="http://schemas.microsoft.com/office/drawing/2014/main" id="{DC8B780F-A068-964A-78C1-26D461FDD8F3}"/>
              </a:ext>
            </a:extLst>
          </p:cNvPr>
          <p:cNvSpPr>
            <a:spLocks noGrp="1"/>
          </p:cNvSpPr>
          <p:nvPr>
            <p:ph type="title"/>
          </p:nvPr>
        </p:nvSpPr>
        <p:spPr>
          <a:xfrm>
            <a:off x="545147" y="552450"/>
            <a:ext cx="6850856" cy="434975"/>
          </a:xfrm>
        </p:spPr>
        <p:txBody>
          <a:bodyPr/>
          <a:lstStyle>
            <a:lvl1pPr>
              <a:defRPr>
                <a:solidFill>
                  <a:schemeClr val="accent1"/>
                </a:solidFill>
              </a:defRPr>
            </a:lvl1pPr>
          </a:lstStyle>
          <a:p>
            <a:r>
              <a:rPr lang="en-US"/>
              <a:t>Click to edit Master title style</a:t>
            </a:r>
          </a:p>
        </p:txBody>
      </p:sp>
      <p:sp>
        <p:nvSpPr>
          <p:cNvPr id="15" name="Text Placeholder 11">
            <a:extLst>
              <a:ext uri="{FF2B5EF4-FFF2-40B4-BE49-F238E27FC236}">
                <a16:creationId xmlns:a16="http://schemas.microsoft.com/office/drawing/2014/main" id="{E8E7A520-8D19-1EB7-4C7B-61AA51ACCF70}"/>
              </a:ext>
            </a:extLst>
          </p:cNvPr>
          <p:cNvSpPr>
            <a:spLocks noGrp="1"/>
          </p:cNvSpPr>
          <p:nvPr>
            <p:ph type="body" sz="quarter" idx="18"/>
          </p:nvPr>
        </p:nvSpPr>
        <p:spPr>
          <a:xfrm>
            <a:off x="546100" y="1127126"/>
            <a:ext cx="6851649" cy="295274"/>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16" name="Content Placeholder 25">
            <a:extLst>
              <a:ext uri="{FF2B5EF4-FFF2-40B4-BE49-F238E27FC236}">
                <a16:creationId xmlns:a16="http://schemas.microsoft.com/office/drawing/2014/main" id="{28AF4221-65CA-B054-F531-6DBCC5DE6AC0}"/>
              </a:ext>
            </a:extLst>
          </p:cNvPr>
          <p:cNvSpPr>
            <a:spLocks noGrp="1"/>
          </p:cNvSpPr>
          <p:nvPr>
            <p:ph sz="quarter" idx="23"/>
          </p:nvPr>
        </p:nvSpPr>
        <p:spPr>
          <a:xfrm>
            <a:off x="546892" y="1849438"/>
            <a:ext cx="6850857" cy="3302000"/>
          </a:xfrm>
        </p:spPr>
        <p:txBody>
          <a:bodyPr/>
          <a:lstStyle>
            <a:lvl1pPr>
              <a:defRPr>
                <a:solidFill>
                  <a:schemeClr val="bg1"/>
                </a:solidFill>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Text Placeholder 13">
            <a:extLst>
              <a:ext uri="{FF2B5EF4-FFF2-40B4-BE49-F238E27FC236}">
                <a16:creationId xmlns:a16="http://schemas.microsoft.com/office/drawing/2014/main" id="{C1A6F190-ADA1-E908-E0F1-D9B0DC198DAE}"/>
              </a:ext>
            </a:extLst>
          </p:cNvPr>
          <p:cNvSpPr>
            <a:spLocks noGrp="1"/>
          </p:cNvSpPr>
          <p:nvPr>
            <p:ph type="body" sz="quarter" idx="24"/>
          </p:nvPr>
        </p:nvSpPr>
        <p:spPr>
          <a:xfrm>
            <a:off x="546892" y="6019801"/>
            <a:ext cx="5444333"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chemeClr val="bg1"/>
                </a:solidFill>
                <a:latin typeface="+mn-lt"/>
                <a:ea typeface="GT America Regular" charset="0"/>
                <a:cs typeface="GT America Regular" charset="0"/>
              </a:defRPr>
            </a:lvl9pPr>
          </a:lstStyle>
          <a:p>
            <a:pPr lvl="0"/>
            <a:r>
              <a:rPr lang="en-US"/>
              <a:t>Click to edit Master text styles</a:t>
            </a:r>
          </a:p>
        </p:txBody>
      </p:sp>
      <p:sp>
        <p:nvSpPr>
          <p:cNvPr id="2" name="Picture Placeholder 9">
            <a:extLst>
              <a:ext uri="{FF2B5EF4-FFF2-40B4-BE49-F238E27FC236}">
                <a16:creationId xmlns:a16="http://schemas.microsoft.com/office/drawing/2014/main" id="{7DD19302-3490-4363-31D6-A0E59636C5F8}"/>
              </a:ext>
            </a:extLst>
          </p:cNvPr>
          <p:cNvSpPr>
            <a:spLocks noGrp="1"/>
          </p:cNvSpPr>
          <p:nvPr>
            <p:ph type="pic" sz="quarter" idx="13" hasCustomPrompt="1"/>
          </p:nvPr>
        </p:nvSpPr>
        <p:spPr>
          <a:xfrm>
            <a:off x="6096000" y="5292725"/>
            <a:ext cx="2029765" cy="1566863"/>
          </a:xfrm>
          <a:solidFill>
            <a:schemeClr val="accent1"/>
          </a:solid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3" name="Rectangle 2">
            <a:extLst>
              <a:ext uri="{FF2B5EF4-FFF2-40B4-BE49-F238E27FC236}">
                <a16:creationId xmlns:a16="http://schemas.microsoft.com/office/drawing/2014/main" id="{398A8D35-FB18-754A-7B6A-B3BC203A0044}"/>
              </a:ext>
            </a:extLst>
          </p:cNvPr>
          <p:cNvSpPr/>
          <p:nvPr userDrawn="1"/>
        </p:nvSpPr>
        <p:spPr>
          <a:xfrm>
            <a:off x="8125764" y="0"/>
            <a:ext cx="4066235" cy="5291136"/>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Picture Placeholder 9">
            <a:extLst>
              <a:ext uri="{FF2B5EF4-FFF2-40B4-BE49-F238E27FC236}">
                <a16:creationId xmlns:a16="http://schemas.microsoft.com/office/drawing/2014/main" id="{DF234296-5557-C221-1254-5A736D5B7FFF}"/>
              </a:ext>
            </a:extLst>
          </p:cNvPr>
          <p:cNvSpPr>
            <a:spLocks noGrp="1"/>
          </p:cNvSpPr>
          <p:nvPr>
            <p:ph type="pic" sz="quarter" idx="14" hasCustomPrompt="1"/>
          </p:nvPr>
        </p:nvSpPr>
        <p:spPr>
          <a:xfrm>
            <a:off x="8125765" y="0"/>
            <a:ext cx="4066235" cy="5291137"/>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grpSp>
        <p:nvGrpSpPr>
          <p:cNvPr id="5" name="Group 4">
            <a:extLst>
              <a:ext uri="{FF2B5EF4-FFF2-40B4-BE49-F238E27FC236}">
                <a16:creationId xmlns:a16="http://schemas.microsoft.com/office/drawing/2014/main" id="{479B363D-56C0-34D5-43C4-5EBE0B9FE560}"/>
              </a:ext>
            </a:extLst>
          </p:cNvPr>
          <p:cNvGrpSpPr/>
          <p:nvPr userDrawn="1"/>
        </p:nvGrpSpPr>
        <p:grpSpPr>
          <a:xfrm>
            <a:off x="12356815" y="0"/>
            <a:ext cx="756834" cy="6872642"/>
            <a:chOff x="12356815" y="0"/>
            <a:chExt cx="756834" cy="6872642"/>
          </a:xfrm>
        </p:grpSpPr>
        <p:sp>
          <p:nvSpPr>
            <p:cNvPr id="7" name="Rectangle 6">
              <a:extLst>
                <a:ext uri="{FF2B5EF4-FFF2-40B4-BE49-F238E27FC236}">
                  <a16:creationId xmlns:a16="http://schemas.microsoft.com/office/drawing/2014/main" id="{4C0E3BB4-F02F-EB4E-BCCB-12B80A677222}"/>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8" name="TextBox 7">
              <a:extLst>
                <a:ext uri="{FF2B5EF4-FFF2-40B4-BE49-F238E27FC236}">
                  <a16:creationId xmlns:a16="http://schemas.microsoft.com/office/drawing/2014/main" id="{C13B9926-24E9-D6C0-B834-A83C3B365246}"/>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0" name="Rectangle 9">
              <a:extLst>
                <a:ext uri="{FF2B5EF4-FFF2-40B4-BE49-F238E27FC236}">
                  <a16:creationId xmlns:a16="http://schemas.microsoft.com/office/drawing/2014/main" id="{3C00C6B9-F316-7599-CE40-3A35495FCF3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1" name="Group 10">
              <a:extLst>
                <a:ext uri="{FF2B5EF4-FFF2-40B4-BE49-F238E27FC236}">
                  <a16:creationId xmlns:a16="http://schemas.microsoft.com/office/drawing/2014/main" id="{226F0E18-4548-CDBE-5C64-83E289841077}"/>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D36F5767-DD71-CDFB-A856-351AA667708D}"/>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726B03CB-E7C4-29B0-28F0-5132EFEAC58C}"/>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1ADA8E06-07E3-A97A-D6CB-AB6C3018F2A1}"/>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1E362D25-209E-8984-EF45-11ADD3F7E015}"/>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5FAC854B-F5AA-7329-F8FA-7059A597EC71}"/>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7A969ACB-2155-9EE1-26A7-D15A3D1FA11A}"/>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A8576C5E-8706-1000-F71B-D3E809BE47C7}"/>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AACF60D7-E537-BF28-719A-FADE07C76B53}"/>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6AF1CEC6-50FC-8637-01BA-A7E7351FDFE9}"/>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09D4A896-BC47-F225-5291-6072A6FE71E6}"/>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C62F3B3A-8BF2-FB7E-7E3F-FFFD0C348BAB}"/>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59E99FE7-7F57-78D7-0E3D-611ABF3352B4}"/>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74170B5D-E932-396A-F7D4-7934263DC0B2}"/>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A7D10867-B4BB-05D3-4F4A-A609472CD791}"/>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5409F1B4-6DD0-1734-1784-7833EEACF56D}"/>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FAD8762D-DE26-3095-C84B-6652B04CD73C}"/>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C3FEFD3A-996C-C179-7D69-48E8C05DEC8D}"/>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E83C343F-3DC9-9467-2CC7-6F54711EA07D}"/>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5B9EEB28-0C1D-5F77-95B2-E820E006388A}"/>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FF2C969D-7F7F-7B6E-A988-EBA5FEE501D3}"/>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1A87B964-A70E-5FE5-772D-D6AE7D003DC5}"/>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3AB270FA-A8C2-CD62-FC77-CB928FDAD456}"/>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C54487EF-E881-3F73-4591-DFC87B042D38}"/>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09448948"/>
      </p:ext>
    </p:extLst>
  </p:cSld>
  <p:clrMapOvr>
    <a:masterClrMapping/>
  </p:clrMapOvr>
</p:sldLayout>
</file>

<file path=ppt/slideLayouts/slideLayout315.xml><?xml version="1.0" encoding="utf-8"?>
<p:sldLayout xmlns:a="http://schemas.openxmlformats.org/drawingml/2006/main" xmlns:r="http://schemas.openxmlformats.org/officeDocument/2006/relationships" xmlns:p="http://schemas.openxmlformats.org/presentationml/2006/main" preserve="1" userDrawn="1">
  <p:cSld name="Dynamic Slices 3 / Dark - Subhead">
    <p:bg>
      <p:bgPr>
        <a:solidFill>
          <a:schemeClr val="tx2"/>
        </a:solidFill>
        <a:effectLst/>
      </p:bgPr>
    </p:bg>
    <p:spTree>
      <p:nvGrpSpPr>
        <p:cNvPr id="1" name=""/>
        <p:cNvGrpSpPr/>
        <p:nvPr/>
      </p:nvGrpSpPr>
      <p:grpSpPr>
        <a:xfrm>
          <a:off x="0" y="0"/>
          <a:ext cx="0" cy="0"/>
          <a:chOff x="0" y="0"/>
          <a:chExt cx="0" cy="0"/>
        </a:xfrm>
      </p:grpSpPr>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8" name="Title 7">
            <a:extLst>
              <a:ext uri="{FF2B5EF4-FFF2-40B4-BE49-F238E27FC236}">
                <a16:creationId xmlns:a16="http://schemas.microsoft.com/office/drawing/2014/main" id="{F08C48AF-02EF-8FA0-A466-0869BF05C3EF}"/>
              </a:ext>
            </a:extLst>
          </p:cNvPr>
          <p:cNvSpPr>
            <a:spLocks noGrp="1"/>
          </p:cNvSpPr>
          <p:nvPr>
            <p:ph type="title"/>
          </p:nvPr>
        </p:nvSpPr>
        <p:spPr>
          <a:xfrm>
            <a:off x="546100" y="552450"/>
            <a:ext cx="6851649" cy="434975"/>
          </a:xfrm>
        </p:spPr>
        <p:txBody>
          <a:bodyPr/>
          <a:lstStyle>
            <a:lvl1pPr>
              <a:defRPr>
                <a:solidFill>
                  <a:schemeClr val="accent1"/>
                </a:solidFill>
              </a:defRPr>
            </a:lvl1pPr>
          </a:lstStyle>
          <a:p>
            <a:r>
              <a:rPr lang="en-US"/>
              <a:t>Click to edit Master title style</a:t>
            </a:r>
          </a:p>
        </p:txBody>
      </p:sp>
      <p:sp>
        <p:nvSpPr>
          <p:cNvPr id="13" name="Text Placeholder 11">
            <a:extLst>
              <a:ext uri="{FF2B5EF4-FFF2-40B4-BE49-F238E27FC236}">
                <a16:creationId xmlns:a16="http://schemas.microsoft.com/office/drawing/2014/main" id="{C1B3D74E-B270-D5EC-6F1E-2F3F425D169B}"/>
              </a:ext>
            </a:extLst>
          </p:cNvPr>
          <p:cNvSpPr>
            <a:spLocks noGrp="1"/>
          </p:cNvSpPr>
          <p:nvPr>
            <p:ph type="body" sz="quarter" idx="23"/>
          </p:nvPr>
        </p:nvSpPr>
        <p:spPr>
          <a:xfrm>
            <a:off x="546892" y="1127125"/>
            <a:ext cx="6853452" cy="292607"/>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17" name="Text Placeholder 13">
            <a:extLst>
              <a:ext uri="{FF2B5EF4-FFF2-40B4-BE49-F238E27FC236}">
                <a16:creationId xmlns:a16="http://schemas.microsoft.com/office/drawing/2014/main" id="{1F0B1429-1262-BB0D-EEE9-9308631827BA}"/>
              </a:ext>
            </a:extLst>
          </p:cNvPr>
          <p:cNvSpPr>
            <a:spLocks noGrp="1"/>
          </p:cNvSpPr>
          <p:nvPr>
            <p:ph type="body" sz="quarter" idx="24"/>
          </p:nvPr>
        </p:nvSpPr>
        <p:spPr>
          <a:xfrm>
            <a:off x="546892" y="6019801"/>
            <a:ext cx="5444333"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chemeClr val="bg1"/>
                </a:solidFill>
                <a:latin typeface="+mn-lt"/>
                <a:ea typeface="GT America Regular" charset="0"/>
                <a:cs typeface="GT America Regular" charset="0"/>
              </a:defRPr>
            </a:lvl9pPr>
          </a:lstStyle>
          <a:p>
            <a:pPr lvl="0"/>
            <a:r>
              <a:rPr lang="en-US"/>
              <a:t>Click to edit Master text styles</a:t>
            </a:r>
          </a:p>
        </p:txBody>
      </p:sp>
      <p:sp>
        <p:nvSpPr>
          <p:cNvPr id="18" name="Text Placeholder 33">
            <a:extLst>
              <a:ext uri="{FF2B5EF4-FFF2-40B4-BE49-F238E27FC236}">
                <a16:creationId xmlns:a16="http://schemas.microsoft.com/office/drawing/2014/main" id="{FC341142-156C-1A12-BFCF-8E43F622EC84}"/>
              </a:ext>
            </a:extLst>
          </p:cNvPr>
          <p:cNvSpPr>
            <a:spLocks noGrp="1"/>
          </p:cNvSpPr>
          <p:nvPr>
            <p:ph type="body" sz="quarter" idx="29"/>
          </p:nvPr>
        </p:nvSpPr>
        <p:spPr>
          <a:xfrm>
            <a:off x="546892" y="1849437"/>
            <a:ext cx="6850858" cy="296861"/>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9" name="Content Placeholder 25">
            <a:extLst>
              <a:ext uri="{FF2B5EF4-FFF2-40B4-BE49-F238E27FC236}">
                <a16:creationId xmlns:a16="http://schemas.microsoft.com/office/drawing/2014/main" id="{697DE6C5-E6D7-D5B0-D5AF-03E4A50E0461}"/>
              </a:ext>
            </a:extLst>
          </p:cNvPr>
          <p:cNvSpPr>
            <a:spLocks noGrp="1"/>
          </p:cNvSpPr>
          <p:nvPr>
            <p:ph sz="quarter" idx="45"/>
          </p:nvPr>
        </p:nvSpPr>
        <p:spPr>
          <a:xfrm>
            <a:off x="546892" y="2425700"/>
            <a:ext cx="6850858" cy="2725738"/>
          </a:xfrm>
        </p:spPr>
        <p:txBody>
          <a:bodyPr/>
          <a:lstStyle>
            <a:lvl1pPr>
              <a:defRPr>
                <a:solidFill>
                  <a:schemeClr val="bg1"/>
                </a:solidFill>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Picture Placeholder 9">
            <a:extLst>
              <a:ext uri="{FF2B5EF4-FFF2-40B4-BE49-F238E27FC236}">
                <a16:creationId xmlns:a16="http://schemas.microsoft.com/office/drawing/2014/main" id="{C6BD3E9F-3FB2-86B5-5D44-D025A9DEC744}"/>
              </a:ext>
            </a:extLst>
          </p:cNvPr>
          <p:cNvSpPr>
            <a:spLocks noGrp="1"/>
          </p:cNvSpPr>
          <p:nvPr>
            <p:ph type="pic" sz="quarter" idx="13" hasCustomPrompt="1"/>
          </p:nvPr>
        </p:nvSpPr>
        <p:spPr>
          <a:xfrm>
            <a:off x="6096000" y="5292725"/>
            <a:ext cx="2029765" cy="1566863"/>
          </a:xfrm>
          <a:solidFill>
            <a:schemeClr val="accent1"/>
          </a:solid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3" name="Rectangle 2">
            <a:extLst>
              <a:ext uri="{FF2B5EF4-FFF2-40B4-BE49-F238E27FC236}">
                <a16:creationId xmlns:a16="http://schemas.microsoft.com/office/drawing/2014/main" id="{CEE01ADF-2A73-83EE-EE3F-AC171880FCD8}"/>
              </a:ext>
            </a:extLst>
          </p:cNvPr>
          <p:cNvSpPr/>
          <p:nvPr userDrawn="1"/>
        </p:nvSpPr>
        <p:spPr>
          <a:xfrm>
            <a:off x="8125764" y="0"/>
            <a:ext cx="4066235" cy="5291136"/>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Picture Placeholder 9">
            <a:extLst>
              <a:ext uri="{FF2B5EF4-FFF2-40B4-BE49-F238E27FC236}">
                <a16:creationId xmlns:a16="http://schemas.microsoft.com/office/drawing/2014/main" id="{254E1435-77AE-ED78-111D-A9A3F32B09FD}"/>
              </a:ext>
            </a:extLst>
          </p:cNvPr>
          <p:cNvSpPr>
            <a:spLocks noGrp="1"/>
          </p:cNvSpPr>
          <p:nvPr>
            <p:ph type="pic" sz="quarter" idx="14" hasCustomPrompt="1"/>
          </p:nvPr>
        </p:nvSpPr>
        <p:spPr>
          <a:xfrm>
            <a:off x="8125765" y="0"/>
            <a:ext cx="4066235" cy="5291137"/>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grpSp>
        <p:nvGrpSpPr>
          <p:cNvPr id="5" name="Group 4">
            <a:extLst>
              <a:ext uri="{FF2B5EF4-FFF2-40B4-BE49-F238E27FC236}">
                <a16:creationId xmlns:a16="http://schemas.microsoft.com/office/drawing/2014/main" id="{4D07265E-3743-A2E5-A6C8-86AF700CD2EC}"/>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4D932539-2AEF-A84E-2085-2E7CB317D62E}"/>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FCEF6CE8-EC75-9146-6823-37329CE548D6}"/>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0" name="Rectangle 9">
              <a:extLst>
                <a:ext uri="{FF2B5EF4-FFF2-40B4-BE49-F238E27FC236}">
                  <a16:creationId xmlns:a16="http://schemas.microsoft.com/office/drawing/2014/main" id="{41010E6F-4B24-C82D-4C9B-7577816C0D8F}"/>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1" name="Group 10">
              <a:extLst>
                <a:ext uri="{FF2B5EF4-FFF2-40B4-BE49-F238E27FC236}">
                  <a16:creationId xmlns:a16="http://schemas.microsoft.com/office/drawing/2014/main" id="{2F4EA5BA-6D6D-7DC1-E9BA-2299D34DCFF5}"/>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EC88D823-E7E0-2AB0-5305-7BCC8101AD42}"/>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041E4FB9-FB97-6F5F-DFEA-BD783024FC93}"/>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92D62CF0-FFFA-52C9-A681-E54661F191C1}"/>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B0CD0F4F-E91C-F1F8-A7D2-D26CFE2A19CF}"/>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C056DFA6-67A4-5472-073F-E3727407E381}"/>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483BF9C3-1D69-03E0-3968-730433010AC9}"/>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E4E40B05-DFA7-9456-B359-8E3D7149FFB2}"/>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D80D032F-DBA1-91D5-D90A-163C817EA03E}"/>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8F7D7989-A0FF-CA77-27AA-12AA05212ED1}"/>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3ACDB2D4-859D-A62D-A7B3-7BF7CB2F84CC}"/>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A770586D-32CE-2C72-11DC-651C601A4881}"/>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235A8C70-4C64-E578-1BDF-447A5BA87EE8}"/>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54EF3A9C-2DC6-D603-BCD5-15AC8EE38896}"/>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70F0C310-0412-F6E9-3465-299804511743}"/>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DCC248DF-F2FC-FC52-84FE-2BA5379D41B9}"/>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5C10430F-C822-51BA-8C8A-95F308D8F643}"/>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1DA211D6-B749-7037-0B3E-33E5782494A2}"/>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C1A36456-FF47-88F1-1ABE-AD90C5912123}"/>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77CAFF07-E034-5BB7-668A-3C71F2CD725D}"/>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BC02A43D-13E2-53F8-A390-A3C73FAD4C05}"/>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6A52903A-09C2-77EF-CF0E-65C9669BF565}"/>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D9B2B9B3-82BF-BC3D-7BBE-8C56AA725BDA}"/>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AE08BE5B-0A88-2312-C8AC-884ADC63496A}"/>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107452646"/>
      </p:ext>
    </p:extLst>
  </p:cSld>
  <p:clrMapOvr>
    <a:masterClrMapping/>
  </p:clrMapOvr>
</p:sldLayout>
</file>

<file path=ppt/slideLayouts/slideLayout316.xml><?xml version="1.0" encoding="utf-8"?>
<p:sldLayout xmlns:a="http://schemas.openxmlformats.org/drawingml/2006/main" xmlns:r="http://schemas.openxmlformats.org/officeDocument/2006/relationships" xmlns:p="http://schemas.openxmlformats.org/presentationml/2006/main" preserve="1" userDrawn="1">
  <p:cSld name="1 Column - Thirds Right">
    <p:spTree>
      <p:nvGrpSpPr>
        <p:cNvPr id="1" name=""/>
        <p:cNvGrpSpPr/>
        <p:nvPr/>
      </p:nvGrpSpPr>
      <p:grpSpPr>
        <a:xfrm>
          <a:off x="0" y="0"/>
          <a:ext cx="0" cy="0"/>
          <a:chOff x="0" y="0"/>
          <a:chExt cx="0" cy="0"/>
        </a:xfrm>
      </p:grpSpPr>
      <p:sp>
        <p:nvSpPr>
          <p:cNvPr id="45" name="Rectangle 44">
            <a:extLst>
              <a:ext uri="{FF2B5EF4-FFF2-40B4-BE49-F238E27FC236}">
                <a16:creationId xmlns:a16="http://schemas.microsoft.com/office/drawing/2014/main" id="{BB9BC941-343A-ECD1-D9EB-762F51A4DB1C}"/>
              </a:ext>
            </a:extLst>
          </p:cNvPr>
          <p:cNvSpPr/>
          <p:nvPr userDrawn="1"/>
        </p:nvSpPr>
        <p:spPr bwMode="hidden">
          <a:xfrm>
            <a:off x="4072128" y="0"/>
            <a:ext cx="2706624" cy="6858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Rectangle 45">
            <a:extLst>
              <a:ext uri="{FF2B5EF4-FFF2-40B4-BE49-F238E27FC236}">
                <a16:creationId xmlns:a16="http://schemas.microsoft.com/office/drawing/2014/main" id="{A5650459-F1D6-356F-1BD0-28F741FD03A7}"/>
              </a:ext>
            </a:extLst>
          </p:cNvPr>
          <p:cNvSpPr/>
          <p:nvPr userDrawn="1"/>
        </p:nvSpPr>
        <p:spPr bwMode="hidden">
          <a:xfrm>
            <a:off x="6778752" y="0"/>
            <a:ext cx="2706624" cy="6858000"/>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Rectangle 46">
            <a:extLst>
              <a:ext uri="{FF2B5EF4-FFF2-40B4-BE49-F238E27FC236}">
                <a16:creationId xmlns:a16="http://schemas.microsoft.com/office/drawing/2014/main" id="{F231D05A-0C4D-9AD2-7B54-AEC3D27C0526}"/>
              </a:ext>
            </a:extLst>
          </p:cNvPr>
          <p:cNvSpPr/>
          <p:nvPr userDrawn="1"/>
        </p:nvSpPr>
        <p:spPr bwMode="hidden">
          <a:xfrm>
            <a:off x="9485376" y="0"/>
            <a:ext cx="2706624" cy="6858000"/>
          </a:xfrm>
          <a:prstGeom prst="rect">
            <a:avLst/>
          </a:prstGeom>
          <a:solidFill>
            <a:srgbClr val="F0F0F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Picture Placeholder 9">
            <a:extLst>
              <a:ext uri="{FF2B5EF4-FFF2-40B4-BE49-F238E27FC236}">
                <a16:creationId xmlns:a16="http://schemas.microsoft.com/office/drawing/2014/main" id="{CC315AB5-1A8A-0272-124A-17B0C97D4F3F}"/>
              </a:ext>
            </a:extLst>
          </p:cNvPr>
          <p:cNvSpPr>
            <a:spLocks noGrp="1"/>
          </p:cNvSpPr>
          <p:nvPr>
            <p:ph type="pic" sz="quarter" idx="28" hasCustomPrompt="1"/>
          </p:nvPr>
        </p:nvSpPr>
        <p:spPr>
          <a:xfrm>
            <a:off x="4287583" y="1700213"/>
            <a:ext cx="722376" cy="725487"/>
          </a:xfrm>
          <a:noFill/>
          <a:ln>
            <a:noFill/>
          </a:ln>
        </p:spPr>
        <p:txBody>
          <a:bodyPr anchor="b"/>
          <a:lstStyle>
            <a:lvl1pPr algn="ctr">
              <a:defRPr>
                <a:solidFill>
                  <a:schemeClr val="bg1"/>
                </a:solidFill>
              </a:defRPr>
            </a:lvl1pPr>
          </a:lstStyle>
          <a:p>
            <a:r>
              <a:rPr lang="en-US"/>
              <a:t>Icon</a:t>
            </a:r>
          </a:p>
        </p:txBody>
      </p:sp>
      <p:sp>
        <p:nvSpPr>
          <p:cNvPr id="21" name="Picture Placeholder 9">
            <a:extLst>
              <a:ext uri="{FF2B5EF4-FFF2-40B4-BE49-F238E27FC236}">
                <a16:creationId xmlns:a16="http://schemas.microsoft.com/office/drawing/2014/main" id="{9E00C7D1-33B8-8C13-3170-53723F9DC775}"/>
              </a:ext>
            </a:extLst>
          </p:cNvPr>
          <p:cNvSpPr>
            <a:spLocks noGrp="1"/>
          </p:cNvSpPr>
          <p:nvPr>
            <p:ph type="pic" sz="quarter" idx="29" hasCustomPrompt="1"/>
          </p:nvPr>
        </p:nvSpPr>
        <p:spPr>
          <a:xfrm>
            <a:off x="6969823" y="1700213"/>
            <a:ext cx="722376" cy="725487"/>
          </a:xfrm>
          <a:noFill/>
          <a:ln>
            <a:noFill/>
          </a:ln>
        </p:spPr>
        <p:txBody>
          <a:bodyPr anchor="b"/>
          <a:lstStyle>
            <a:lvl1pPr algn="ctr">
              <a:defRPr>
                <a:solidFill>
                  <a:schemeClr val="bg1"/>
                </a:solidFill>
              </a:defRPr>
            </a:lvl1pPr>
          </a:lstStyle>
          <a:p>
            <a:r>
              <a:rPr lang="en-US"/>
              <a:t>Icon</a:t>
            </a:r>
          </a:p>
        </p:txBody>
      </p:sp>
      <p:sp>
        <p:nvSpPr>
          <p:cNvPr id="22" name="Picture Placeholder 9">
            <a:extLst>
              <a:ext uri="{FF2B5EF4-FFF2-40B4-BE49-F238E27FC236}">
                <a16:creationId xmlns:a16="http://schemas.microsoft.com/office/drawing/2014/main" id="{25C2B24F-2F63-693C-4B5C-5218010E6E17}"/>
              </a:ext>
            </a:extLst>
          </p:cNvPr>
          <p:cNvSpPr>
            <a:spLocks noGrp="1"/>
          </p:cNvSpPr>
          <p:nvPr>
            <p:ph type="pic" sz="quarter" idx="30" hasCustomPrompt="1"/>
          </p:nvPr>
        </p:nvSpPr>
        <p:spPr>
          <a:xfrm>
            <a:off x="9695606" y="1700213"/>
            <a:ext cx="722376" cy="725487"/>
          </a:xfrm>
          <a:noFill/>
          <a:ln>
            <a:noFill/>
          </a:ln>
        </p:spPr>
        <p:txBody>
          <a:bodyPr anchor="b"/>
          <a:lstStyle>
            <a:lvl1pPr algn="ctr">
              <a:defRPr>
                <a:solidFill>
                  <a:schemeClr val="tx1"/>
                </a:solidFill>
              </a:defRPr>
            </a:lvl1pPr>
          </a:lstStyle>
          <a:p>
            <a:r>
              <a:rPr lang="en-US"/>
              <a:t>Icon</a:t>
            </a:r>
          </a:p>
        </p:txBody>
      </p:sp>
      <p:sp>
        <p:nvSpPr>
          <p:cNvPr id="6" name="Title 5">
            <a:extLst>
              <a:ext uri="{FF2B5EF4-FFF2-40B4-BE49-F238E27FC236}">
                <a16:creationId xmlns:a16="http://schemas.microsoft.com/office/drawing/2014/main" id="{F70F910A-0FDA-8569-64E0-CDA719003479}"/>
              </a:ext>
            </a:extLst>
          </p:cNvPr>
          <p:cNvSpPr>
            <a:spLocks noGrp="1"/>
          </p:cNvSpPr>
          <p:nvPr>
            <p:ph type="title"/>
          </p:nvPr>
        </p:nvSpPr>
        <p:spPr>
          <a:xfrm>
            <a:off x="546101" y="552450"/>
            <a:ext cx="3513784" cy="434975"/>
          </a:xfrm>
        </p:spPr>
        <p:txBody>
          <a:bodyPr rIns="274320"/>
          <a:lstStyle>
            <a:lvl1pPr>
              <a:defRPr>
                <a:solidFill>
                  <a:schemeClr val="tx2"/>
                </a:solidFill>
              </a:defRPr>
            </a:lvl1pPr>
          </a:lstStyle>
          <a:p>
            <a:r>
              <a:rPr lang="en-US"/>
              <a:t>Click to edit Master title style</a:t>
            </a:r>
          </a:p>
        </p:txBody>
      </p:sp>
      <p:sp>
        <p:nvSpPr>
          <p:cNvPr id="4" name="Freeform 5">
            <a:extLst>
              <a:ext uri="{FF2B5EF4-FFF2-40B4-BE49-F238E27FC236}">
                <a16:creationId xmlns:a16="http://schemas.microsoft.com/office/drawing/2014/main" id="{C6DF79E6-D4E8-1A83-F47C-3A44B264B93E}"/>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35" name="Text Placeholder 10">
            <a:extLst>
              <a:ext uri="{FF2B5EF4-FFF2-40B4-BE49-F238E27FC236}">
                <a16:creationId xmlns:a16="http://schemas.microsoft.com/office/drawing/2014/main" id="{B88CC021-CDD2-6418-1ADC-6959FDAC120A}"/>
              </a:ext>
            </a:extLst>
          </p:cNvPr>
          <p:cNvSpPr>
            <a:spLocks noGrp="1"/>
          </p:cNvSpPr>
          <p:nvPr>
            <p:ph type="body" sz="quarter" idx="21"/>
          </p:nvPr>
        </p:nvSpPr>
        <p:spPr>
          <a:xfrm>
            <a:off x="546100" y="1127125"/>
            <a:ext cx="3310473"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36" name="Text Placeholder 15">
            <a:extLst>
              <a:ext uri="{FF2B5EF4-FFF2-40B4-BE49-F238E27FC236}">
                <a16:creationId xmlns:a16="http://schemas.microsoft.com/office/drawing/2014/main" id="{BC76AFF6-CF90-29B2-6B5F-2F953DE61D0F}"/>
              </a:ext>
            </a:extLst>
          </p:cNvPr>
          <p:cNvSpPr>
            <a:spLocks noGrp="1"/>
          </p:cNvSpPr>
          <p:nvPr>
            <p:ph type="body" sz="quarter" idx="22"/>
          </p:nvPr>
        </p:nvSpPr>
        <p:spPr>
          <a:xfrm>
            <a:off x="546100" y="6019800"/>
            <a:ext cx="3314822"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37" name="Content Placeholder 22">
            <a:extLst>
              <a:ext uri="{FF2B5EF4-FFF2-40B4-BE49-F238E27FC236}">
                <a16:creationId xmlns:a16="http://schemas.microsoft.com/office/drawing/2014/main" id="{97E0F40B-B869-0C41-17E9-7CB4DEBBA384}"/>
              </a:ext>
            </a:extLst>
          </p:cNvPr>
          <p:cNvSpPr>
            <a:spLocks noGrp="1"/>
          </p:cNvSpPr>
          <p:nvPr>
            <p:ph sz="quarter" idx="23"/>
          </p:nvPr>
        </p:nvSpPr>
        <p:spPr>
          <a:xfrm>
            <a:off x="546099" y="1849438"/>
            <a:ext cx="3310473" cy="4017962"/>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39" name="Content Placeholder 38">
            <a:extLst>
              <a:ext uri="{FF2B5EF4-FFF2-40B4-BE49-F238E27FC236}">
                <a16:creationId xmlns:a16="http://schemas.microsoft.com/office/drawing/2014/main" id="{B8FB8A65-64DE-688C-A8C8-69259DE4ACFC}"/>
              </a:ext>
            </a:extLst>
          </p:cNvPr>
          <p:cNvSpPr>
            <a:spLocks noGrp="1"/>
          </p:cNvSpPr>
          <p:nvPr>
            <p:ph sz="quarter" idx="51"/>
          </p:nvPr>
        </p:nvSpPr>
        <p:spPr>
          <a:xfrm>
            <a:off x="4287584" y="2714626"/>
            <a:ext cx="1947672" cy="2727324"/>
          </a:xfrm>
        </p:spPr>
        <p:txBody>
          <a:bodyPr/>
          <a:lstStyle>
            <a:lvl1pPr>
              <a:defRPr b="1">
                <a:solidFill>
                  <a:schemeClr val="bg1"/>
                </a:solidFill>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1" name="Content Placeholder 40">
            <a:extLst>
              <a:ext uri="{FF2B5EF4-FFF2-40B4-BE49-F238E27FC236}">
                <a16:creationId xmlns:a16="http://schemas.microsoft.com/office/drawing/2014/main" id="{83F5807E-64D9-26C9-A052-A940055EC2EC}"/>
              </a:ext>
            </a:extLst>
          </p:cNvPr>
          <p:cNvSpPr>
            <a:spLocks noGrp="1"/>
          </p:cNvSpPr>
          <p:nvPr>
            <p:ph sz="quarter" idx="52"/>
          </p:nvPr>
        </p:nvSpPr>
        <p:spPr>
          <a:xfrm>
            <a:off x="6988240" y="2714625"/>
            <a:ext cx="1947672" cy="2727325"/>
          </a:xfrm>
        </p:spPr>
        <p:txBody>
          <a:bodyPr/>
          <a:lstStyle>
            <a:lvl1pPr>
              <a:defRPr b="1">
                <a:solidFill>
                  <a:schemeClr val="bg1"/>
                </a:solidFill>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3" name="Content Placeholder 42">
            <a:extLst>
              <a:ext uri="{FF2B5EF4-FFF2-40B4-BE49-F238E27FC236}">
                <a16:creationId xmlns:a16="http://schemas.microsoft.com/office/drawing/2014/main" id="{D4223DE0-4467-4663-D8D2-667F2C64D3E3}"/>
              </a:ext>
            </a:extLst>
          </p:cNvPr>
          <p:cNvSpPr>
            <a:spLocks noGrp="1"/>
          </p:cNvSpPr>
          <p:nvPr>
            <p:ph sz="quarter" idx="53"/>
          </p:nvPr>
        </p:nvSpPr>
        <p:spPr>
          <a:xfrm>
            <a:off x="9694862" y="2714625"/>
            <a:ext cx="1943101" cy="2727325"/>
          </a:xfrm>
        </p:spPr>
        <p:txBody>
          <a:bodyPr/>
          <a:lstStyle>
            <a:lvl1pPr>
              <a:defRPr b="1">
                <a:solidFill>
                  <a:schemeClr val="tx2"/>
                </a:solidFill>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7C930647-C925-0065-2526-F24095F4EAA5}"/>
              </a:ext>
            </a:extLst>
          </p:cNvPr>
          <p:cNvGrpSpPr/>
          <p:nvPr userDrawn="1"/>
        </p:nvGrpSpPr>
        <p:grpSpPr>
          <a:xfrm>
            <a:off x="12356815" y="0"/>
            <a:ext cx="756834" cy="6872642"/>
            <a:chOff x="12356815" y="0"/>
            <a:chExt cx="756834" cy="6872642"/>
          </a:xfrm>
        </p:grpSpPr>
        <p:sp>
          <p:nvSpPr>
            <p:cNvPr id="5" name="Rectangle 4">
              <a:extLst>
                <a:ext uri="{FF2B5EF4-FFF2-40B4-BE49-F238E27FC236}">
                  <a16:creationId xmlns:a16="http://schemas.microsoft.com/office/drawing/2014/main" id="{19577CA9-ABAC-2B62-BE71-5872F4297D70}"/>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45F4B5AD-A422-A490-114E-57BA5DEAC45C}"/>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8" name="Rectangle 7">
              <a:extLst>
                <a:ext uri="{FF2B5EF4-FFF2-40B4-BE49-F238E27FC236}">
                  <a16:creationId xmlns:a16="http://schemas.microsoft.com/office/drawing/2014/main" id="{1FABA76C-7796-0FC9-DF1A-CBB563B6E0F9}"/>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66820B3D-4954-F4A7-8B15-866971C52CE6}"/>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C3B516E0-4451-5633-F201-5D7C102B91D2}"/>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446D274A-A48C-8CEA-6825-157FDABA2BC6}"/>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0D485CE5-53AE-00F4-BFC7-6EE31FA7AA96}"/>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B0F7208D-BBAC-2D69-9041-614EF9A884FB}"/>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EC892C34-872B-8D5E-E1F7-0F33BCD6AC47}"/>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270495D2-9BD6-2A92-DFA9-CD8DCC8ACBCF}"/>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DB7EC6E5-D71C-BD8C-6F42-7C7C51B0F119}"/>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EAAA6F67-F3D5-8155-153A-82DC7A4D72AB}"/>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96160E80-CB8B-0170-1CC1-F3CC3ED1A27A}"/>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2" name="Rectangle 41">
                <a:extLst>
                  <a:ext uri="{FF2B5EF4-FFF2-40B4-BE49-F238E27FC236}">
                    <a16:creationId xmlns:a16="http://schemas.microsoft.com/office/drawing/2014/main" id="{6E6C9571-DCE8-3213-65C0-0EA0E758459A}"/>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EA579511-F297-C4BC-C08C-DB53B1B533B4}"/>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3CB78981-26D9-311D-BC5B-5D31080178E9}"/>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6EDDF6B1-FFA2-8B14-7AF3-34BF9029F508}"/>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FEA19526-FCEC-BE07-5300-852A6C5BF71B}"/>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43C0F84E-DB85-3966-54B8-5D656A15DC3B}"/>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0F731B32-23C1-ACE8-0AD4-F7FFEF28338A}"/>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D419114A-8FB0-4539-A1F8-BFEA74605D60}"/>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C420684A-94D0-80AE-8572-F1C5887135EB}"/>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74DF98DB-B192-D6EB-DB60-28647058CECC}"/>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D316C908-6CCA-2B91-FEF0-85084A7064B0}"/>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F7E9C187-8FDB-BED3-1C6A-74715F7EDA3D}"/>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10A62F19-3B6A-C6BE-3467-2B323D91C6FF}"/>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4" name="TextBox 43">
            <a:extLst>
              <a:ext uri="{FF2B5EF4-FFF2-40B4-BE49-F238E27FC236}">
                <a16:creationId xmlns:a16="http://schemas.microsoft.com/office/drawing/2014/main" id="{B88BC211-8CF8-8741-A95A-ABD6889C6615}"/>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Tree>
    <p:extLst>
      <p:ext uri="{BB962C8B-B14F-4D97-AF65-F5344CB8AC3E}">
        <p14:creationId xmlns:p14="http://schemas.microsoft.com/office/powerpoint/2010/main" val="341083407"/>
      </p:ext>
    </p:extLst>
  </p:cSld>
  <p:clrMapOvr>
    <a:masterClrMapping/>
  </p:clrMapOvr>
</p:sldLayout>
</file>

<file path=ppt/slideLayouts/slideLayout317.xml><?xml version="1.0" encoding="utf-8"?>
<p:sldLayout xmlns:a="http://schemas.openxmlformats.org/drawingml/2006/main" xmlns:r="http://schemas.openxmlformats.org/officeDocument/2006/relationships" xmlns:p="http://schemas.openxmlformats.org/presentationml/2006/main" preserve="1" userDrawn="1">
  <p:cSld name="1 Column Left - Custom Columns Right">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DDC42E88-6CA5-D615-F095-E179BC98BD17}"/>
              </a:ext>
            </a:extLst>
          </p:cNvPr>
          <p:cNvSpPr/>
          <p:nvPr userDrawn="1"/>
        </p:nvSpPr>
        <p:spPr bwMode="hidden">
          <a:xfrm>
            <a:off x="4059886" y="0"/>
            <a:ext cx="8132114" cy="6858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itle 5">
            <a:extLst>
              <a:ext uri="{FF2B5EF4-FFF2-40B4-BE49-F238E27FC236}">
                <a16:creationId xmlns:a16="http://schemas.microsoft.com/office/drawing/2014/main" id="{F70F910A-0FDA-8569-64E0-CDA719003479}"/>
              </a:ext>
            </a:extLst>
          </p:cNvPr>
          <p:cNvSpPr>
            <a:spLocks noGrp="1"/>
          </p:cNvSpPr>
          <p:nvPr>
            <p:ph type="title"/>
          </p:nvPr>
        </p:nvSpPr>
        <p:spPr>
          <a:xfrm>
            <a:off x="546099" y="552450"/>
            <a:ext cx="3513785" cy="434975"/>
          </a:xfrm>
        </p:spPr>
        <p:txBody>
          <a:bodyPr rIns="274320"/>
          <a:lstStyle/>
          <a:p>
            <a:r>
              <a:rPr lang="en-US"/>
              <a:t>Click to edit Master title style</a:t>
            </a:r>
          </a:p>
        </p:txBody>
      </p:sp>
      <p:sp>
        <p:nvSpPr>
          <p:cNvPr id="11" name="Footer Placeholder 10">
            <a:extLst>
              <a:ext uri="{FF2B5EF4-FFF2-40B4-BE49-F238E27FC236}">
                <a16:creationId xmlns:a16="http://schemas.microsoft.com/office/drawing/2014/main" id="{BAECEC3D-770F-7250-26AF-412E70DE9C76}"/>
              </a:ext>
            </a:extLst>
          </p:cNvPr>
          <p:cNvSpPr>
            <a:spLocks noGrp="1"/>
          </p:cNvSpPr>
          <p:nvPr>
            <p:ph type="ftr" sz="quarter" idx="33"/>
          </p:nvPr>
        </p:nvSpPr>
        <p:spPr/>
        <p:txBody>
          <a:bodyPr/>
          <a:lstStyle>
            <a:lvl1pPr>
              <a:defRPr>
                <a:solidFill>
                  <a:schemeClr val="bg1"/>
                </a:solidFill>
              </a:defRPr>
            </a:lvl1pPr>
          </a:lstStyle>
          <a:p>
            <a:r>
              <a:rPr lang="en-US"/>
              <a:t>See slide 12 for instructions on how to update footer</a:t>
            </a:r>
          </a:p>
        </p:txBody>
      </p:sp>
      <p:sp>
        <p:nvSpPr>
          <p:cNvPr id="16" name="Slide Number Placeholder 15">
            <a:extLst>
              <a:ext uri="{FF2B5EF4-FFF2-40B4-BE49-F238E27FC236}">
                <a16:creationId xmlns:a16="http://schemas.microsoft.com/office/drawing/2014/main" id="{C768E3CA-EE05-5C0C-7FDE-235DD91067BA}"/>
              </a:ext>
            </a:extLst>
          </p:cNvPr>
          <p:cNvSpPr>
            <a:spLocks noGrp="1"/>
          </p:cNvSpPr>
          <p:nvPr>
            <p:ph type="sldNum" sz="quarter" idx="34"/>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4" name="Freeform 5">
            <a:extLst>
              <a:ext uri="{FF2B5EF4-FFF2-40B4-BE49-F238E27FC236}">
                <a16:creationId xmlns:a16="http://schemas.microsoft.com/office/drawing/2014/main" id="{074E9702-7D53-759A-8744-90315F172A3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27" name="Text Placeholder 10">
            <a:extLst>
              <a:ext uri="{FF2B5EF4-FFF2-40B4-BE49-F238E27FC236}">
                <a16:creationId xmlns:a16="http://schemas.microsoft.com/office/drawing/2014/main" id="{8476A416-A714-4210-10C5-4ECE5403AD92}"/>
              </a:ext>
            </a:extLst>
          </p:cNvPr>
          <p:cNvSpPr>
            <a:spLocks noGrp="1"/>
          </p:cNvSpPr>
          <p:nvPr>
            <p:ph type="body" sz="quarter" idx="21"/>
          </p:nvPr>
        </p:nvSpPr>
        <p:spPr>
          <a:xfrm>
            <a:off x="546100" y="1127125"/>
            <a:ext cx="3310473"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28" name="Text Placeholder 15">
            <a:extLst>
              <a:ext uri="{FF2B5EF4-FFF2-40B4-BE49-F238E27FC236}">
                <a16:creationId xmlns:a16="http://schemas.microsoft.com/office/drawing/2014/main" id="{E821CB68-EA76-1467-1729-66BB76463650}"/>
              </a:ext>
            </a:extLst>
          </p:cNvPr>
          <p:cNvSpPr>
            <a:spLocks noGrp="1"/>
          </p:cNvSpPr>
          <p:nvPr>
            <p:ph type="body" sz="quarter" idx="22"/>
          </p:nvPr>
        </p:nvSpPr>
        <p:spPr>
          <a:xfrm>
            <a:off x="546100" y="6019800"/>
            <a:ext cx="3314822"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29" name="Content Placeholder 22">
            <a:extLst>
              <a:ext uri="{FF2B5EF4-FFF2-40B4-BE49-F238E27FC236}">
                <a16:creationId xmlns:a16="http://schemas.microsoft.com/office/drawing/2014/main" id="{51AAE891-E737-DFDA-7D8D-D6B9BFB4D07E}"/>
              </a:ext>
            </a:extLst>
          </p:cNvPr>
          <p:cNvSpPr>
            <a:spLocks noGrp="1"/>
          </p:cNvSpPr>
          <p:nvPr>
            <p:ph sz="quarter" idx="23"/>
          </p:nvPr>
        </p:nvSpPr>
        <p:spPr>
          <a:xfrm>
            <a:off x="546099" y="1849438"/>
            <a:ext cx="3310473" cy="4017962"/>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31" name="Content Placeholder 30">
            <a:extLst>
              <a:ext uri="{FF2B5EF4-FFF2-40B4-BE49-F238E27FC236}">
                <a16:creationId xmlns:a16="http://schemas.microsoft.com/office/drawing/2014/main" id="{11D2A5E2-5CF6-5A53-7EC3-8225F0D7FD1E}"/>
              </a:ext>
            </a:extLst>
          </p:cNvPr>
          <p:cNvSpPr>
            <a:spLocks noGrp="1"/>
          </p:cNvSpPr>
          <p:nvPr>
            <p:ph sz="quarter" idx="49" hasCustomPrompt="1"/>
          </p:nvPr>
        </p:nvSpPr>
        <p:spPr>
          <a:xfrm>
            <a:off x="4781550" y="552448"/>
            <a:ext cx="2103120" cy="2057400"/>
          </a:xfrm>
        </p:spPr>
        <p:txBody>
          <a:bodyPr/>
          <a:lstStyle>
            <a:lvl1pPr>
              <a:defRPr sz="4800">
                <a:solidFill>
                  <a:schemeClr val="accent1"/>
                </a:solidFill>
                <a:latin typeface="+mj-lt"/>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Tx/>
              <a:defRPr>
                <a:solidFill>
                  <a:schemeClr val="bg1"/>
                </a:solidFill>
              </a:defRPr>
            </a:lvl9pPr>
          </a:lstStyle>
          <a:p>
            <a:pPr lvl="0"/>
            <a:r>
              <a:rPr lang="en-US"/>
              <a:t>00</a:t>
            </a:r>
          </a:p>
          <a:p>
            <a:pPr lvl="1"/>
            <a:r>
              <a:rPr lang="en-US"/>
              <a:t>Second level</a:t>
            </a:r>
          </a:p>
          <a:p>
            <a:pPr lvl="2"/>
            <a:r>
              <a:rPr lang="en-US"/>
              <a:t>Third level</a:t>
            </a:r>
          </a:p>
          <a:p>
            <a:pPr lvl="3"/>
            <a:r>
              <a:rPr lang="en-US"/>
              <a:t>Fourth level</a:t>
            </a:r>
          </a:p>
          <a:p>
            <a:pPr lvl="4"/>
            <a:r>
              <a:rPr lang="en-US"/>
              <a:t>Fifth level</a:t>
            </a:r>
          </a:p>
        </p:txBody>
      </p:sp>
      <p:sp>
        <p:nvSpPr>
          <p:cNvPr id="34" name="Content Placeholder 33">
            <a:extLst>
              <a:ext uri="{FF2B5EF4-FFF2-40B4-BE49-F238E27FC236}">
                <a16:creationId xmlns:a16="http://schemas.microsoft.com/office/drawing/2014/main" id="{1325EC07-DA2D-56D3-9A3C-C6F0509F3655}"/>
              </a:ext>
            </a:extLst>
          </p:cNvPr>
          <p:cNvSpPr>
            <a:spLocks noGrp="1"/>
          </p:cNvSpPr>
          <p:nvPr>
            <p:ph sz="quarter" idx="50" hasCustomPrompt="1"/>
          </p:nvPr>
        </p:nvSpPr>
        <p:spPr>
          <a:xfrm>
            <a:off x="7157707" y="552449"/>
            <a:ext cx="2103120"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Tx/>
              <a:defRPr>
                <a:solidFill>
                  <a:schemeClr val="bg1"/>
                </a:solidFill>
              </a:defRPr>
            </a:lvl9pPr>
          </a:lstStyle>
          <a:p>
            <a:pPr marL="0" lvl="0" indent="0" algn="l" defTabSz="914400" rtl="0" eaLnBrk="1" latinLnBrk="0" hangingPunct="1">
              <a:lnSpc>
                <a:spcPct val="101000"/>
              </a:lnSpc>
              <a:spcBef>
                <a:spcPts val="0"/>
              </a:spcBef>
              <a:spcAft>
                <a:spcPts val="600"/>
              </a:spcAft>
              <a:buFont typeface="GT America Regular"/>
              <a:buNone/>
            </a:pPr>
            <a:r>
              <a:rPr lang="en-US"/>
              <a:t>00</a:t>
            </a:r>
          </a:p>
          <a:p>
            <a:pPr lvl="1"/>
            <a:r>
              <a:rPr lang="en-US"/>
              <a:t>Second level</a:t>
            </a:r>
          </a:p>
          <a:p>
            <a:pPr lvl="2"/>
            <a:r>
              <a:rPr lang="en-US"/>
              <a:t>Third level</a:t>
            </a:r>
          </a:p>
          <a:p>
            <a:pPr lvl="3"/>
            <a:r>
              <a:rPr lang="en-US"/>
              <a:t>Fourth level</a:t>
            </a:r>
          </a:p>
          <a:p>
            <a:pPr lvl="4"/>
            <a:r>
              <a:rPr lang="en-US"/>
              <a:t>Fifth level</a:t>
            </a:r>
          </a:p>
        </p:txBody>
      </p:sp>
      <p:sp>
        <p:nvSpPr>
          <p:cNvPr id="36" name="Content Placeholder 35">
            <a:extLst>
              <a:ext uri="{FF2B5EF4-FFF2-40B4-BE49-F238E27FC236}">
                <a16:creationId xmlns:a16="http://schemas.microsoft.com/office/drawing/2014/main" id="{34DD913C-76A7-91A4-17C2-6A7974B58E09}"/>
              </a:ext>
            </a:extLst>
          </p:cNvPr>
          <p:cNvSpPr>
            <a:spLocks noGrp="1"/>
          </p:cNvSpPr>
          <p:nvPr>
            <p:ph sz="quarter" idx="51" hasCustomPrompt="1"/>
          </p:nvPr>
        </p:nvSpPr>
        <p:spPr>
          <a:xfrm>
            <a:off x="9533864" y="552449"/>
            <a:ext cx="2103120"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Tx/>
              <a:defRPr>
                <a:solidFill>
                  <a:schemeClr val="bg1"/>
                </a:solidFill>
              </a:defRPr>
            </a:lvl9pPr>
          </a:lstStyle>
          <a:p>
            <a:pPr marL="0" lvl="0" indent="0" algn="l" defTabSz="914400" rtl="0" eaLnBrk="1" latinLnBrk="0" hangingPunct="1">
              <a:lnSpc>
                <a:spcPct val="101000"/>
              </a:lnSpc>
              <a:spcBef>
                <a:spcPts val="0"/>
              </a:spcBef>
              <a:spcAft>
                <a:spcPts val="600"/>
              </a:spcAft>
              <a:buFont typeface="GT America Regular"/>
              <a:buNone/>
            </a:pPr>
            <a:r>
              <a:rPr lang="en-US"/>
              <a:t>00</a:t>
            </a:r>
          </a:p>
          <a:p>
            <a:pPr lvl="1"/>
            <a:r>
              <a:rPr lang="en-US"/>
              <a:t>Second level</a:t>
            </a:r>
          </a:p>
          <a:p>
            <a:pPr lvl="2"/>
            <a:r>
              <a:rPr lang="en-US"/>
              <a:t>Third level</a:t>
            </a:r>
          </a:p>
          <a:p>
            <a:pPr lvl="3"/>
            <a:r>
              <a:rPr lang="en-US"/>
              <a:t>Fourth level</a:t>
            </a:r>
          </a:p>
          <a:p>
            <a:pPr lvl="4"/>
            <a:r>
              <a:rPr lang="en-US"/>
              <a:t>Fifth level</a:t>
            </a:r>
          </a:p>
        </p:txBody>
      </p:sp>
      <p:sp>
        <p:nvSpPr>
          <p:cNvPr id="38" name="Content Placeholder 37">
            <a:extLst>
              <a:ext uri="{FF2B5EF4-FFF2-40B4-BE49-F238E27FC236}">
                <a16:creationId xmlns:a16="http://schemas.microsoft.com/office/drawing/2014/main" id="{91F7FEDE-0C8C-BB6B-64FE-0D7DAA4C41CC}"/>
              </a:ext>
            </a:extLst>
          </p:cNvPr>
          <p:cNvSpPr>
            <a:spLocks noGrp="1"/>
          </p:cNvSpPr>
          <p:nvPr>
            <p:ph sz="quarter" idx="52" hasCustomPrompt="1"/>
          </p:nvPr>
        </p:nvSpPr>
        <p:spPr>
          <a:xfrm>
            <a:off x="4781550" y="3013075"/>
            <a:ext cx="2103120"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Tx/>
              <a:defRPr>
                <a:solidFill>
                  <a:schemeClr val="bg1"/>
                </a:solidFill>
              </a:defRPr>
            </a:lvl9pPr>
          </a:lstStyle>
          <a:p>
            <a:pPr marL="0" lvl="0" indent="0" algn="l" defTabSz="914400" rtl="0" eaLnBrk="1" latinLnBrk="0" hangingPunct="1">
              <a:lnSpc>
                <a:spcPct val="101000"/>
              </a:lnSpc>
              <a:spcBef>
                <a:spcPts val="0"/>
              </a:spcBef>
              <a:spcAft>
                <a:spcPts val="600"/>
              </a:spcAft>
              <a:buFont typeface="GT America Regular"/>
              <a:buNone/>
            </a:pPr>
            <a:r>
              <a:rPr lang="en-US"/>
              <a:t>00</a:t>
            </a:r>
          </a:p>
          <a:p>
            <a:pPr lvl="1"/>
            <a:r>
              <a:rPr lang="en-US"/>
              <a:t>Second level</a:t>
            </a:r>
          </a:p>
          <a:p>
            <a:pPr lvl="2"/>
            <a:r>
              <a:rPr lang="en-US"/>
              <a:t>Third level</a:t>
            </a:r>
          </a:p>
          <a:p>
            <a:pPr lvl="3"/>
            <a:r>
              <a:rPr lang="en-US"/>
              <a:t>Fourth level</a:t>
            </a:r>
          </a:p>
          <a:p>
            <a:pPr lvl="4"/>
            <a:r>
              <a:rPr lang="en-US"/>
              <a:t>Fifth level</a:t>
            </a:r>
          </a:p>
        </p:txBody>
      </p:sp>
      <p:sp>
        <p:nvSpPr>
          <p:cNvPr id="40" name="Content Placeholder 39">
            <a:extLst>
              <a:ext uri="{FF2B5EF4-FFF2-40B4-BE49-F238E27FC236}">
                <a16:creationId xmlns:a16="http://schemas.microsoft.com/office/drawing/2014/main" id="{F341F831-D937-52AC-79EE-ED9B317A7A26}"/>
              </a:ext>
            </a:extLst>
          </p:cNvPr>
          <p:cNvSpPr>
            <a:spLocks noGrp="1"/>
          </p:cNvSpPr>
          <p:nvPr>
            <p:ph sz="quarter" idx="53" hasCustomPrompt="1"/>
          </p:nvPr>
        </p:nvSpPr>
        <p:spPr>
          <a:xfrm>
            <a:off x="7157707" y="3013074"/>
            <a:ext cx="2103120"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Tx/>
              <a:defRPr>
                <a:solidFill>
                  <a:schemeClr val="bg1"/>
                </a:solidFill>
              </a:defRPr>
            </a:lvl9pPr>
          </a:lstStyle>
          <a:p>
            <a:pPr marL="0" lvl="0" indent="0" algn="l" defTabSz="914400" rtl="0" eaLnBrk="1" latinLnBrk="0" hangingPunct="1">
              <a:lnSpc>
                <a:spcPct val="101000"/>
              </a:lnSpc>
              <a:spcBef>
                <a:spcPts val="0"/>
              </a:spcBef>
              <a:spcAft>
                <a:spcPts val="600"/>
              </a:spcAft>
              <a:buFont typeface="GT America Regular"/>
              <a:buNone/>
            </a:pPr>
            <a:r>
              <a:rPr lang="en-US"/>
              <a:t>00</a:t>
            </a:r>
          </a:p>
          <a:p>
            <a:pPr lvl="1"/>
            <a:r>
              <a:rPr lang="en-US"/>
              <a:t>Second level</a:t>
            </a:r>
          </a:p>
          <a:p>
            <a:pPr lvl="2"/>
            <a:r>
              <a:rPr lang="en-US"/>
              <a:t>Third level</a:t>
            </a:r>
          </a:p>
          <a:p>
            <a:pPr lvl="3"/>
            <a:r>
              <a:rPr lang="en-US"/>
              <a:t>Fourth level</a:t>
            </a:r>
          </a:p>
          <a:p>
            <a:pPr lvl="4"/>
            <a:r>
              <a:rPr lang="en-US"/>
              <a:t>Fifth level</a:t>
            </a:r>
          </a:p>
        </p:txBody>
      </p:sp>
      <p:sp>
        <p:nvSpPr>
          <p:cNvPr id="42" name="Content Placeholder 41">
            <a:extLst>
              <a:ext uri="{FF2B5EF4-FFF2-40B4-BE49-F238E27FC236}">
                <a16:creationId xmlns:a16="http://schemas.microsoft.com/office/drawing/2014/main" id="{34CDFFDE-72E2-952B-48CC-53250B995DFF}"/>
              </a:ext>
            </a:extLst>
          </p:cNvPr>
          <p:cNvSpPr>
            <a:spLocks noGrp="1"/>
          </p:cNvSpPr>
          <p:nvPr>
            <p:ph sz="quarter" idx="54" hasCustomPrompt="1"/>
          </p:nvPr>
        </p:nvSpPr>
        <p:spPr>
          <a:xfrm>
            <a:off x="9520599" y="3013074"/>
            <a:ext cx="2116385"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Tx/>
              <a:defRPr>
                <a:solidFill>
                  <a:schemeClr val="bg1"/>
                </a:solidFill>
              </a:defRPr>
            </a:lvl9pPr>
          </a:lstStyle>
          <a:p>
            <a:pPr marL="0" lvl="0" indent="0" algn="l" defTabSz="914400" rtl="0" eaLnBrk="1" latinLnBrk="0" hangingPunct="1">
              <a:lnSpc>
                <a:spcPct val="101000"/>
              </a:lnSpc>
              <a:spcBef>
                <a:spcPts val="0"/>
              </a:spcBef>
              <a:spcAft>
                <a:spcPts val="600"/>
              </a:spcAft>
              <a:buFont typeface="GT America Regular"/>
              <a:buNone/>
            </a:pPr>
            <a:r>
              <a:rPr lang="en-US"/>
              <a:t>00</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EAAEDAD4-7B1D-E59A-BA97-6301D2373503}"/>
              </a:ext>
            </a:extLst>
          </p:cNvPr>
          <p:cNvGrpSpPr/>
          <p:nvPr userDrawn="1"/>
        </p:nvGrpSpPr>
        <p:grpSpPr>
          <a:xfrm>
            <a:off x="12356815" y="0"/>
            <a:ext cx="756834" cy="6872642"/>
            <a:chOff x="12356815" y="0"/>
            <a:chExt cx="756834" cy="6872642"/>
          </a:xfrm>
        </p:grpSpPr>
        <p:sp>
          <p:nvSpPr>
            <p:cNvPr id="5" name="Rectangle 4">
              <a:extLst>
                <a:ext uri="{FF2B5EF4-FFF2-40B4-BE49-F238E27FC236}">
                  <a16:creationId xmlns:a16="http://schemas.microsoft.com/office/drawing/2014/main" id="{0BE931A6-2091-8340-0C7E-093313250407}"/>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33E90741-F9CB-168F-8DCF-B6737454BBA5}"/>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8" name="Rectangle 7">
              <a:extLst>
                <a:ext uri="{FF2B5EF4-FFF2-40B4-BE49-F238E27FC236}">
                  <a16:creationId xmlns:a16="http://schemas.microsoft.com/office/drawing/2014/main" id="{F32FE6EE-46CF-7F99-C688-3216B2769D7E}"/>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9" name="Group 8">
              <a:extLst>
                <a:ext uri="{FF2B5EF4-FFF2-40B4-BE49-F238E27FC236}">
                  <a16:creationId xmlns:a16="http://schemas.microsoft.com/office/drawing/2014/main" id="{5665B730-6F90-B9D5-3208-8F2AA19964A5}"/>
                </a:ext>
              </a:extLst>
            </p:cNvPr>
            <p:cNvGrpSpPr/>
            <p:nvPr userDrawn="1"/>
          </p:nvGrpSpPr>
          <p:grpSpPr>
            <a:xfrm>
              <a:off x="12442019" y="3791214"/>
              <a:ext cx="382660" cy="2882942"/>
              <a:chOff x="14001569" y="3716048"/>
              <a:chExt cx="316248" cy="3171236"/>
            </a:xfrm>
          </p:grpSpPr>
          <p:sp>
            <p:nvSpPr>
              <p:cNvPr id="24" name="Rectangle 23">
                <a:extLst>
                  <a:ext uri="{FF2B5EF4-FFF2-40B4-BE49-F238E27FC236}">
                    <a16:creationId xmlns:a16="http://schemas.microsoft.com/office/drawing/2014/main" id="{7A9807DF-826F-EE49-A5FF-DCFC6E7E06BF}"/>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0F7D59AA-6218-333D-C8AB-4B714DC6BDA1}"/>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0FB23A2F-CF28-7C4C-7434-16FE8344486B}"/>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D8D66CFA-1D06-CC3E-EAC4-EFEBE79A77C8}"/>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51D61DD5-44B6-6C16-C263-FC54482706C0}"/>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AB2ACAA0-B5AD-9E6A-8BC2-158DCA3EDF3E}"/>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24CC9552-918D-A99A-E304-6F5286BF97FF}"/>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0CD82511-BAB1-DC1C-01A0-4EFF38EC9EC4}"/>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B2911A88-9742-BDF0-F286-1CF879AC32F2}"/>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BD6DA7BB-2941-8119-C880-C0B17A3789EA}"/>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EB2C39D0-FD28-5784-9119-EC68B0F08089}"/>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129D6D7D-C314-F3D8-5F62-95B0B1868992}"/>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4" name="Rectangle 13">
                <a:extLst>
                  <a:ext uri="{FF2B5EF4-FFF2-40B4-BE49-F238E27FC236}">
                    <a16:creationId xmlns:a16="http://schemas.microsoft.com/office/drawing/2014/main" id="{5CB44431-BDA0-5950-D099-4BE1FC0DDD08}"/>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F1680EF5-7F62-73A6-5ED6-C3C1EFAE4693}"/>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86364995-3867-BB89-4154-971C9F619E1B}"/>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D434F222-6FE1-8C35-13F3-ADC2B968EE28}"/>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0E3C89B8-9517-BB91-2C94-F2FE3F50ADC9}"/>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A942637C-EB25-364E-14B2-42348A364F5D}"/>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D282BF48-9CF3-BE44-1B66-DA96228F5144}"/>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829089D8-040C-1DDF-BACC-7E9E6C1236D8}"/>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6CD07C1F-A9BC-9081-4B2D-650A47386706}"/>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D8D091E1-1492-68A2-8B3C-1E9C77DF5515}"/>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3" name="TextBox 42">
            <a:extLst>
              <a:ext uri="{FF2B5EF4-FFF2-40B4-BE49-F238E27FC236}">
                <a16:creationId xmlns:a16="http://schemas.microsoft.com/office/drawing/2014/main" id="{6DAFFC7D-D942-E990-ABA6-A3AE3F096775}"/>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31303136"/>
      </p:ext>
    </p:extLst>
  </p:cSld>
  <p:clrMapOvr>
    <a:masterClrMapping/>
  </p:clrMapOvr>
</p:sldLayout>
</file>

<file path=ppt/slideLayouts/slideLayout318.xml><?xml version="1.0" encoding="utf-8"?>
<p:sldLayout xmlns:a="http://schemas.openxmlformats.org/drawingml/2006/main" xmlns:r="http://schemas.openxmlformats.org/officeDocument/2006/relationships" xmlns:p="http://schemas.openxmlformats.org/presentationml/2006/main" preserve="1" userDrawn="1">
  <p:cSld name="1 Column Left - Quadrant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F10A8DD4-AFB3-6A0D-E0DC-BE0C252106E0}"/>
              </a:ext>
            </a:extLst>
          </p:cNvPr>
          <p:cNvSpPr>
            <a:spLocks/>
          </p:cNvSpPr>
          <p:nvPr userDrawn="1"/>
        </p:nvSpPr>
        <p:spPr>
          <a:xfrm>
            <a:off x="4055115" y="-3224"/>
            <a:ext cx="8136885" cy="686122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a:extLst>
              <a:ext uri="{FF2B5EF4-FFF2-40B4-BE49-F238E27FC236}">
                <a16:creationId xmlns:a16="http://schemas.microsoft.com/office/drawing/2014/main" id="{5DF7171D-56DB-60BD-88D4-7F7BF6A5CD65}"/>
              </a:ext>
            </a:extLst>
          </p:cNvPr>
          <p:cNvSpPr/>
          <p:nvPr userDrawn="1"/>
        </p:nvSpPr>
        <p:spPr>
          <a:xfrm>
            <a:off x="4055115" y="3429000"/>
            <a:ext cx="4069080" cy="3429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C166F2CC-C885-AE48-D625-8EF6963758F0}"/>
              </a:ext>
            </a:extLst>
          </p:cNvPr>
          <p:cNvSpPr/>
          <p:nvPr userDrawn="1"/>
        </p:nvSpPr>
        <p:spPr>
          <a:xfrm>
            <a:off x="8121341" y="0"/>
            <a:ext cx="4069080" cy="3429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Freeform 5">
            <a:extLst>
              <a:ext uri="{FF2B5EF4-FFF2-40B4-BE49-F238E27FC236}">
                <a16:creationId xmlns:a16="http://schemas.microsoft.com/office/drawing/2014/main" id="{68BA6A1E-20D9-E197-8F00-A2A7CD418E82}"/>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2" name="Text Placeholder 15">
            <a:extLst>
              <a:ext uri="{FF2B5EF4-FFF2-40B4-BE49-F238E27FC236}">
                <a16:creationId xmlns:a16="http://schemas.microsoft.com/office/drawing/2014/main" id="{10D68855-6C8B-26E2-7D19-EF4C14B54255}"/>
              </a:ext>
            </a:extLst>
          </p:cNvPr>
          <p:cNvSpPr>
            <a:spLocks noGrp="1"/>
          </p:cNvSpPr>
          <p:nvPr>
            <p:ph type="body" sz="quarter" idx="46"/>
          </p:nvPr>
        </p:nvSpPr>
        <p:spPr>
          <a:xfrm>
            <a:off x="546100" y="6019800"/>
            <a:ext cx="3314822"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20" name="Content Placeholder 19">
            <a:extLst>
              <a:ext uri="{FF2B5EF4-FFF2-40B4-BE49-F238E27FC236}">
                <a16:creationId xmlns:a16="http://schemas.microsoft.com/office/drawing/2014/main" id="{8C68C4CC-CEF3-3402-F640-B77CCA9E63E6}"/>
              </a:ext>
            </a:extLst>
          </p:cNvPr>
          <p:cNvSpPr>
            <a:spLocks noGrp="1"/>
          </p:cNvSpPr>
          <p:nvPr>
            <p:ph sz="quarter" idx="47" hasCustomPrompt="1"/>
          </p:nvPr>
        </p:nvSpPr>
        <p:spPr>
          <a:xfrm>
            <a:off x="4055115" y="-3223"/>
            <a:ext cx="4069080" cy="3429000"/>
          </a:xfrm>
          <a:noFill/>
        </p:spPr>
        <p:txBody>
          <a:bodyPr lIns="548640" tIns="0" rIns="548640" bIns="0" anchor="ctr"/>
          <a:lstStyle>
            <a:lvl1pPr>
              <a:defRPr b="1">
                <a:solidFill>
                  <a:schemeClr val="bg1"/>
                </a:solidFill>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marL="800100" indent="0">
              <a:buNone/>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Add a photo or chart</a:t>
            </a:r>
          </a:p>
          <a:p>
            <a:pPr lvl="1"/>
            <a:r>
              <a:rPr lang="en-US"/>
              <a:t>Second level</a:t>
            </a:r>
          </a:p>
          <a:p>
            <a:pPr lvl="2"/>
            <a:r>
              <a:rPr lang="en-US"/>
              <a:t>Third level</a:t>
            </a:r>
          </a:p>
          <a:p>
            <a:pPr lvl="3"/>
            <a:r>
              <a:rPr lang="en-US"/>
              <a:t>Fourth level</a:t>
            </a:r>
          </a:p>
          <a:p>
            <a:pPr lvl="4"/>
            <a:r>
              <a:rPr lang="en-US"/>
              <a:t>Fifth level</a:t>
            </a:r>
          </a:p>
        </p:txBody>
      </p:sp>
      <p:sp>
        <p:nvSpPr>
          <p:cNvPr id="22" name="Content Placeholder 21">
            <a:extLst>
              <a:ext uri="{FF2B5EF4-FFF2-40B4-BE49-F238E27FC236}">
                <a16:creationId xmlns:a16="http://schemas.microsoft.com/office/drawing/2014/main" id="{419B93D8-9F40-73DB-5A94-C874C8DAA5C6}"/>
              </a:ext>
            </a:extLst>
          </p:cNvPr>
          <p:cNvSpPr>
            <a:spLocks noGrp="1"/>
          </p:cNvSpPr>
          <p:nvPr>
            <p:ph sz="quarter" idx="48" hasCustomPrompt="1"/>
          </p:nvPr>
        </p:nvSpPr>
        <p:spPr>
          <a:xfrm>
            <a:off x="8496993" y="3747156"/>
            <a:ext cx="3320934" cy="2795912"/>
          </a:xfrm>
          <a:noFill/>
        </p:spPr>
        <p:txBody>
          <a:bodyPr lIns="548640" tIns="0" rIns="548640" bIns="0" anchor="ctr" anchorCtr="0"/>
          <a:lstStyle>
            <a:lvl1pPr>
              <a:defRPr b="1">
                <a:solidFill>
                  <a:schemeClr val="bg1"/>
                </a:solidFill>
              </a:defRPr>
            </a:lvl1pPr>
            <a:lvl2pPr>
              <a:buClrTx/>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Tx/>
              <a:defRPr>
                <a:solidFill>
                  <a:schemeClr val="bg1"/>
                </a:solidFill>
              </a:defRPr>
            </a:lvl9pPr>
          </a:lstStyle>
          <a:p>
            <a:pPr lvl="0"/>
            <a:r>
              <a:rPr lang="en-US"/>
              <a:t>Add a photo or chart</a:t>
            </a:r>
          </a:p>
          <a:p>
            <a:pPr lvl="1"/>
            <a:r>
              <a:rPr lang="en-US"/>
              <a:t>Second level</a:t>
            </a:r>
          </a:p>
          <a:p>
            <a:pPr lvl="2"/>
            <a:r>
              <a:rPr lang="en-US"/>
              <a:t>Third level</a:t>
            </a:r>
          </a:p>
          <a:p>
            <a:pPr lvl="3"/>
            <a:r>
              <a:rPr lang="en-US"/>
              <a:t>Fourth level</a:t>
            </a:r>
          </a:p>
          <a:p>
            <a:pPr lvl="4"/>
            <a:r>
              <a:rPr lang="en-US"/>
              <a:t>Fifth level</a:t>
            </a:r>
          </a:p>
        </p:txBody>
      </p:sp>
      <p:sp>
        <p:nvSpPr>
          <p:cNvPr id="25" name="Content Placeholder 24">
            <a:extLst>
              <a:ext uri="{FF2B5EF4-FFF2-40B4-BE49-F238E27FC236}">
                <a16:creationId xmlns:a16="http://schemas.microsoft.com/office/drawing/2014/main" id="{F6249455-82E8-40E3-5DFB-873B422998AB}"/>
              </a:ext>
            </a:extLst>
          </p:cNvPr>
          <p:cNvSpPr>
            <a:spLocks noGrp="1"/>
          </p:cNvSpPr>
          <p:nvPr>
            <p:ph sz="quarter" idx="49" hasCustomPrompt="1"/>
          </p:nvPr>
        </p:nvSpPr>
        <p:spPr>
          <a:xfrm>
            <a:off x="4055115" y="3429000"/>
            <a:ext cx="4069080" cy="3429000"/>
          </a:xfrm>
          <a:noFill/>
        </p:spPr>
        <p:txBody>
          <a:bodyPr vert="horz" lIns="548640" tIns="0" rIns="548640" bIns="0" rtlCol="0" anchor="ctr">
            <a:normAutofit/>
          </a:bodyPr>
          <a:lstStyle>
            <a:lvl1pPr>
              <a:defRPr lang="en-US" sz="2100" b="0" dirty="0" smtClean="0">
                <a:solidFill>
                  <a:schemeClr val="bg1"/>
                </a:solidFill>
                <a:latin typeface="+mj-lt"/>
              </a:defRPr>
            </a:lvl1pPr>
            <a:lvl2pPr>
              <a:defRPr lang="en-US" dirty="0" smtClean="0">
                <a:solidFill>
                  <a:schemeClr val="bg1"/>
                </a:solidFill>
              </a:defRPr>
            </a:lvl2pPr>
            <a:lvl3pPr>
              <a:buClrTx/>
              <a:defRPr lang="en-US" dirty="0" smtClean="0">
                <a:solidFill>
                  <a:schemeClr val="bg1"/>
                </a:solidFill>
              </a:defRPr>
            </a:lvl3pPr>
            <a:lvl4pPr>
              <a:defRPr lang="en-US" dirty="0" smtClean="0">
                <a:solidFill>
                  <a:schemeClr val="bg1"/>
                </a:solidFill>
              </a:defRPr>
            </a:lvl4pPr>
            <a:lvl5pPr>
              <a:buClrTx/>
              <a:defRPr lang="en-US" dirty="0">
                <a:solidFill>
                  <a:schemeClr val="bg1"/>
                </a:solidFill>
              </a:defRPr>
            </a:lvl5pPr>
            <a:lvl6pPr marL="800100" indent="0">
              <a:buNone/>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Quotes, text, or image</a:t>
            </a:r>
          </a:p>
          <a:p>
            <a:pPr lvl="1"/>
            <a:r>
              <a:rPr lang="en-US"/>
              <a:t>Second level</a:t>
            </a:r>
          </a:p>
          <a:p>
            <a:pPr lvl="2"/>
            <a:r>
              <a:rPr lang="en-US"/>
              <a:t>Third level</a:t>
            </a:r>
          </a:p>
          <a:p>
            <a:pPr lvl="3"/>
            <a:r>
              <a:rPr lang="en-US"/>
              <a:t>Fourth level</a:t>
            </a:r>
          </a:p>
          <a:p>
            <a:pPr lvl="4"/>
            <a:r>
              <a:rPr lang="en-US"/>
              <a:t>Fifth level</a:t>
            </a:r>
          </a:p>
        </p:txBody>
      </p:sp>
      <p:sp>
        <p:nvSpPr>
          <p:cNvPr id="27" name="Content Placeholder 26">
            <a:extLst>
              <a:ext uri="{FF2B5EF4-FFF2-40B4-BE49-F238E27FC236}">
                <a16:creationId xmlns:a16="http://schemas.microsoft.com/office/drawing/2014/main" id="{6433A83F-D9D0-E3DD-A0A1-A356E73FBFB2}"/>
              </a:ext>
            </a:extLst>
          </p:cNvPr>
          <p:cNvSpPr>
            <a:spLocks noGrp="1"/>
          </p:cNvSpPr>
          <p:nvPr>
            <p:ph sz="quarter" idx="50" hasCustomPrompt="1"/>
          </p:nvPr>
        </p:nvSpPr>
        <p:spPr>
          <a:xfrm>
            <a:off x="8122920" y="0"/>
            <a:ext cx="4069080" cy="3429000"/>
          </a:xfrm>
          <a:noFill/>
        </p:spPr>
        <p:txBody>
          <a:bodyPr vert="horz" lIns="548640" tIns="0" rIns="548640" bIns="0" rtlCol="0" anchor="ctr">
            <a:normAutofit/>
          </a:bodyPr>
          <a:lstStyle>
            <a:lvl1pPr>
              <a:defRPr lang="en-US" sz="2100" dirty="0" smtClean="0">
                <a:solidFill>
                  <a:schemeClr val="bg1"/>
                </a:solidFill>
                <a:latin typeface="+mj-lt"/>
              </a:defRPr>
            </a:lvl1pPr>
            <a:lvl2pPr>
              <a:defRPr lang="en-US" dirty="0" smtClean="0">
                <a:solidFill>
                  <a:schemeClr val="bg1"/>
                </a:solidFill>
              </a:defRPr>
            </a:lvl2pPr>
            <a:lvl3pPr>
              <a:buClrTx/>
              <a:defRPr lang="en-US" dirty="0" smtClean="0">
                <a:solidFill>
                  <a:schemeClr val="bg1"/>
                </a:solidFill>
              </a:defRPr>
            </a:lvl3pPr>
            <a:lvl4pPr>
              <a:defRPr lang="en-US" dirty="0" smtClean="0">
                <a:solidFill>
                  <a:schemeClr val="bg1"/>
                </a:solidFill>
              </a:defRPr>
            </a:lvl4pPr>
            <a:lvl5pPr>
              <a:buClrTx/>
              <a:defRPr lang="en-US" dirty="0">
                <a:solidFill>
                  <a:schemeClr val="bg1"/>
                </a:solidFill>
              </a:defRPr>
            </a:lvl5pPr>
            <a:lvl6pPr marL="800100" indent="0">
              <a:buNone/>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Quotes, text, or image</a:t>
            </a:r>
          </a:p>
          <a:p>
            <a:pPr lvl="1"/>
            <a:r>
              <a:rPr lang="en-US"/>
              <a:t>Second level</a:t>
            </a:r>
          </a:p>
          <a:p>
            <a:pPr lvl="2"/>
            <a:r>
              <a:rPr lang="en-US"/>
              <a:t>Third level</a:t>
            </a:r>
          </a:p>
          <a:p>
            <a:pPr lvl="3"/>
            <a:r>
              <a:rPr lang="en-US"/>
              <a:t>Fourth level</a:t>
            </a:r>
          </a:p>
          <a:p>
            <a:pPr lvl="4"/>
            <a:r>
              <a:rPr lang="en-US"/>
              <a:t>Fifth level</a:t>
            </a:r>
          </a:p>
        </p:txBody>
      </p:sp>
      <p:sp>
        <p:nvSpPr>
          <p:cNvPr id="7" name="Title 5">
            <a:extLst>
              <a:ext uri="{FF2B5EF4-FFF2-40B4-BE49-F238E27FC236}">
                <a16:creationId xmlns:a16="http://schemas.microsoft.com/office/drawing/2014/main" id="{48AC8EA4-0D69-7185-E21E-3A998D4C0283}"/>
              </a:ext>
            </a:extLst>
          </p:cNvPr>
          <p:cNvSpPr>
            <a:spLocks noGrp="1"/>
          </p:cNvSpPr>
          <p:nvPr>
            <p:ph type="title"/>
          </p:nvPr>
        </p:nvSpPr>
        <p:spPr>
          <a:xfrm>
            <a:off x="546099" y="552450"/>
            <a:ext cx="3513785" cy="434975"/>
          </a:xfrm>
        </p:spPr>
        <p:txBody>
          <a:bodyPr rIns="274320"/>
          <a:lstStyle/>
          <a:p>
            <a:r>
              <a:rPr lang="en-US"/>
              <a:t>Click to edit Master title style</a:t>
            </a:r>
          </a:p>
        </p:txBody>
      </p:sp>
      <p:sp>
        <p:nvSpPr>
          <p:cNvPr id="8" name="Text Placeholder 10">
            <a:extLst>
              <a:ext uri="{FF2B5EF4-FFF2-40B4-BE49-F238E27FC236}">
                <a16:creationId xmlns:a16="http://schemas.microsoft.com/office/drawing/2014/main" id="{2FE058B6-3992-C015-0C1B-CF5A092DD0C5}"/>
              </a:ext>
            </a:extLst>
          </p:cNvPr>
          <p:cNvSpPr>
            <a:spLocks noGrp="1"/>
          </p:cNvSpPr>
          <p:nvPr>
            <p:ph type="body" sz="quarter" idx="21"/>
          </p:nvPr>
        </p:nvSpPr>
        <p:spPr>
          <a:xfrm>
            <a:off x="546100" y="1127125"/>
            <a:ext cx="3310473"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9" name="Content Placeholder 22">
            <a:extLst>
              <a:ext uri="{FF2B5EF4-FFF2-40B4-BE49-F238E27FC236}">
                <a16:creationId xmlns:a16="http://schemas.microsoft.com/office/drawing/2014/main" id="{C1B56411-5CA6-9842-0E70-A429EA905CD5}"/>
              </a:ext>
            </a:extLst>
          </p:cNvPr>
          <p:cNvSpPr>
            <a:spLocks noGrp="1"/>
          </p:cNvSpPr>
          <p:nvPr>
            <p:ph sz="quarter" idx="23"/>
          </p:nvPr>
        </p:nvSpPr>
        <p:spPr>
          <a:xfrm>
            <a:off x="546099" y="1849438"/>
            <a:ext cx="3310473" cy="4017962"/>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grpSp>
        <p:nvGrpSpPr>
          <p:cNvPr id="6" name="Group 5">
            <a:extLst>
              <a:ext uri="{FF2B5EF4-FFF2-40B4-BE49-F238E27FC236}">
                <a16:creationId xmlns:a16="http://schemas.microsoft.com/office/drawing/2014/main" id="{E6C3AFED-8D2B-B51D-535E-2FC813552EB4}"/>
              </a:ext>
            </a:extLst>
          </p:cNvPr>
          <p:cNvGrpSpPr/>
          <p:nvPr userDrawn="1"/>
        </p:nvGrpSpPr>
        <p:grpSpPr>
          <a:xfrm>
            <a:off x="12356815" y="0"/>
            <a:ext cx="756834" cy="6872642"/>
            <a:chOff x="12356815" y="0"/>
            <a:chExt cx="756834" cy="6872642"/>
          </a:xfrm>
        </p:grpSpPr>
        <p:sp>
          <p:nvSpPr>
            <p:cNvPr id="10" name="Rectangle 9">
              <a:extLst>
                <a:ext uri="{FF2B5EF4-FFF2-40B4-BE49-F238E27FC236}">
                  <a16:creationId xmlns:a16="http://schemas.microsoft.com/office/drawing/2014/main" id="{70E27599-FB1C-7CDA-DA01-22AA36685C21}"/>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1" name="TextBox 10">
              <a:extLst>
                <a:ext uri="{FF2B5EF4-FFF2-40B4-BE49-F238E27FC236}">
                  <a16:creationId xmlns:a16="http://schemas.microsoft.com/office/drawing/2014/main" id="{715FABB6-D6BF-8C8A-8117-AE9037092FB5}"/>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3" name="Rectangle 12">
              <a:extLst>
                <a:ext uri="{FF2B5EF4-FFF2-40B4-BE49-F238E27FC236}">
                  <a16:creationId xmlns:a16="http://schemas.microsoft.com/office/drawing/2014/main" id="{0F42B15B-F0AB-E1AC-FF59-CF1A45C018C4}"/>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4" name="Group 13">
              <a:extLst>
                <a:ext uri="{FF2B5EF4-FFF2-40B4-BE49-F238E27FC236}">
                  <a16:creationId xmlns:a16="http://schemas.microsoft.com/office/drawing/2014/main" id="{053F27CB-47B3-0E9B-94F6-BF14F0494BA1}"/>
                </a:ext>
              </a:extLst>
            </p:cNvPr>
            <p:cNvGrpSpPr/>
            <p:nvPr userDrawn="1"/>
          </p:nvGrpSpPr>
          <p:grpSpPr>
            <a:xfrm>
              <a:off x="12442019" y="3791214"/>
              <a:ext cx="382660" cy="2882942"/>
              <a:chOff x="14001569" y="3716048"/>
              <a:chExt cx="316248" cy="3171236"/>
            </a:xfrm>
          </p:grpSpPr>
          <p:sp>
            <p:nvSpPr>
              <p:cNvPr id="31" name="Rectangle 30">
                <a:extLst>
                  <a:ext uri="{FF2B5EF4-FFF2-40B4-BE49-F238E27FC236}">
                    <a16:creationId xmlns:a16="http://schemas.microsoft.com/office/drawing/2014/main" id="{49F2AB32-A4E2-8375-A9F6-DA4D91B34969}"/>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9235B32A-02FB-0DDE-2945-F8990B7A84D6}"/>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88BF95FA-EABB-F558-0C2B-351FF43B7D6C}"/>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751A466E-D617-6127-968C-50253784DCCA}"/>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9F8E84A1-C527-5640-9A4B-8310BDDE42E3}"/>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67152CFF-2901-D243-0CD8-85BFD0804335}"/>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DFF88491-65E5-47F5-EB77-DA95EF1A1652}"/>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A2917591-03BC-D102-05A2-9A2A8BF5B8E2}"/>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FB680309-EC47-1018-1EA4-D93862E98BC3}"/>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421DFD13-B7B6-5CFF-AA0B-4F49C3B47ED2}"/>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5" name="Group 14">
              <a:extLst>
                <a:ext uri="{FF2B5EF4-FFF2-40B4-BE49-F238E27FC236}">
                  <a16:creationId xmlns:a16="http://schemas.microsoft.com/office/drawing/2014/main" id="{8EB11263-6B25-2312-A75B-8F71912D9AAC}"/>
                </a:ext>
              </a:extLst>
            </p:cNvPr>
            <p:cNvGrpSpPr/>
            <p:nvPr userDrawn="1"/>
          </p:nvGrpSpPr>
          <p:grpSpPr>
            <a:xfrm>
              <a:off x="12442019" y="198485"/>
              <a:ext cx="382660" cy="2882942"/>
              <a:chOff x="12742785" y="3716048"/>
              <a:chExt cx="316248" cy="3171236"/>
            </a:xfrm>
          </p:grpSpPr>
          <p:sp>
            <p:nvSpPr>
              <p:cNvPr id="17" name="Rectangle 16">
                <a:extLst>
                  <a:ext uri="{FF2B5EF4-FFF2-40B4-BE49-F238E27FC236}">
                    <a16:creationId xmlns:a16="http://schemas.microsoft.com/office/drawing/2014/main" id="{408B2D82-0B2B-5036-C40E-2D02987A41E4}"/>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57D9F751-B970-E733-EC26-A36FF4E8C356}"/>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6DE657F7-C593-4995-3FA6-A65F948781C4}"/>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6CE9EE49-A921-C3B3-AE0E-B7E7A5AAF7CD}"/>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7E4068AC-8509-9663-30A0-9F901C8931B0}"/>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0F7BF74A-69B0-198B-1B8C-6FCB070C4C7B}"/>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9025D49A-41AD-FAF7-A615-ADD3C2C4D382}"/>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EF516AED-8C28-A05C-0AA0-3034304BE961}"/>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7EDA72A6-D40B-5875-BE5B-6E7EA5E3086A}"/>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946CAF10-3087-3741-D5A9-7B5156F0A370}"/>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6" name="TextBox 15">
              <a:extLst>
                <a:ext uri="{FF2B5EF4-FFF2-40B4-BE49-F238E27FC236}">
                  <a16:creationId xmlns:a16="http://schemas.microsoft.com/office/drawing/2014/main" id="{F201AE5F-EAB9-1C70-E118-0F7922D1F645}"/>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1" name="TextBox 40">
            <a:extLst>
              <a:ext uri="{FF2B5EF4-FFF2-40B4-BE49-F238E27FC236}">
                <a16:creationId xmlns:a16="http://schemas.microsoft.com/office/drawing/2014/main" id="{C5222764-14A6-97D8-482C-A0A571130378}"/>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976781157"/>
      </p:ext>
    </p:extLst>
  </p:cSld>
  <p:clrMapOvr>
    <a:masterClrMapping/>
  </p:clrMapOvr>
</p:sldLayout>
</file>

<file path=ppt/slideLayouts/slideLayout319.xml><?xml version="1.0" encoding="utf-8"?>
<p:sldLayout xmlns:a="http://schemas.openxmlformats.org/drawingml/2006/main" xmlns:r="http://schemas.openxmlformats.org/officeDocument/2006/relationships" xmlns:p="http://schemas.openxmlformats.org/presentationml/2006/main" preserve="1" userDrawn="1">
  <p:cSld name="5 Column - Icons">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2" name="Title 11">
            <a:extLst>
              <a:ext uri="{FF2B5EF4-FFF2-40B4-BE49-F238E27FC236}">
                <a16:creationId xmlns:a16="http://schemas.microsoft.com/office/drawing/2014/main" id="{91874068-FCB3-3E67-FD8A-888858391AF4}"/>
              </a:ext>
            </a:extLst>
          </p:cNvPr>
          <p:cNvSpPr>
            <a:spLocks noGrp="1"/>
          </p:cNvSpPr>
          <p:nvPr>
            <p:ph type="title"/>
          </p:nvPr>
        </p:nvSpPr>
        <p:spPr>
          <a:xfrm>
            <a:off x="546100" y="552450"/>
            <a:ext cx="11091861" cy="434975"/>
          </a:xfrm>
        </p:spPr>
        <p:txBody>
          <a:bodyPr/>
          <a:lstStyle>
            <a:lvl1pPr>
              <a:defRPr>
                <a:solidFill>
                  <a:schemeClr val="tx2"/>
                </a:solidFill>
              </a:defRPr>
            </a:lvl1pPr>
          </a:lstStyle>
          <a:p>
            <a:r>
              <a:rPr lang="en-US"/>
              <a:t>Click to edit Master title style</a:t>
            </a:r>
          </a:p>
        </p:txBody>
      </p:sp>
      <p:sp>
        <p:nvSpPr>
          <p:cNvPr id="3" name="Picture Placeholder 9">
            <a:extLst>
              <a:ext uri="{FF2B5EF4-FFF2-40B4-BE49-F238E27FC236}">
                <a16:creationId xmlns:a16="http://schemas.microsoft.com/office/drawing/2014/main" id="{FD134F76-7012-6EEC-A825-D898002DCBEA}"/>
              </a:ext>
            </a:extLst>
          </p:cNvPr>
          <p:cNvSpPr>
            <a:spLocks noGrp="1"/>
          </p:cNvSpPr>
          <p:nvPr>
            <p:ph type="pic" sz="quarter" idx="28" hasCustomPrompt="1"/>
          </p:nvPr>
        </p:nvSpPr>
        <p:spPr>
          <a:xfrm>
            <a:off x="545821" y="1849438"/>
            <a:ext cx="694944" cy="720725"/>
          </a:xfrm>
          <a:noFill/>
          <a:ln>
            <a:noFill/>
          </a:ln>
        </p:spPr>
        <p:txBody>
          <a:bodyPr tIns="457200" anchor="ctr">
            <a:normAutofit/>
          </a:bodyPr>
          <a:lstStyle>
            <a:lvl1pPr algn="ctr">
              <a:defRPr sz="1100">
                <a:solidFill>
                  <a:schemeClr val="tx1"/>
                </a:solidFill>
              </a:defRPr>
            </a:lvl1pPr>
          </a:lstStyle>
          <a:p>
            <a:r>
              <a:rPr lang="en-US"/>
              <a:t>Icon</a:t>
            </a:r>
          </a:p>
        </p:txBody>
      </p:sp>
      <p:sp>
        <p:nvSpPr>
          <p:cNvPr id="22" name="Picture Placeholder 9">
            <a:extLst>
              <a:ext uri="{FF2B5EF4-FFF2-40B4-BE49-F238E27FC236}">
                <a16:creationId xmlns:a16="http://schemas.microsoft.com/office/drawing/2014/main" id="{863DF09F-2802-54BC-34C2-BC92D3C8205A}"/>
              </a:ext>
            </a:extLst>
          </p:cNvPr>
          <p:cNvSpPr>
            <a:spLocks noGrp="1"/>
          </p:cNvSpPr>
          <p:nvPr>
            <p:ph type="pic" sz="quarter" idx="36" hasCustomPrompt="1"/>
          </p:nvPr>
        </p:nvSpPr>
        <p:spPr>
          <a:xfrm>
            <a:off x="2802335" y="1849438"/>
            <a:ext cx="694944" cy="720725"/>
          </a:xfrm>
          <a:noFill/>
          <a:ln>
            <a:noFill/>
          </a:ln>
        </p:spPr>
        <p:txBody>
          <a:bodyPr tIns="457200" anchor="ctr">
            <a:normAutofit/>
          </a:bodyPr>
          <a:lstStyle>
            <a:lvl1pPr algn="ctr">
              <a:defRPr sz="1100">
                <a:solidFill>
                  <a:schemeClr val="tx1"/>
                </a:solidFill>
              </a:defRPr>
            </a:lvl1pPr>
          </a:lstStyle>
          <a:p>
            <a:r>
              <a:rPr lang="en-US"/>
              <a:t>Icon</a:t>
            </a:r>
          </a:p>
        </p:txBody>
      </p:sp>
      <p:sp>
        <p:nvSpPr>
          <p:cNvPr id="23" name="Picture Placeholder 9">
            <a:extLst>
              <a:ext uri="{FF2B5EF4-FFF2-40B4-BE49-F238E27FC236}">
                <a16:creationId xmlns:a16="http://schemas.microsoft.com/office/drawing/2014/main" id="{3D2406FE-BD16-3B98-1AC4-2D5AA65FF9D9}"/>
              </a:ext>
            </a:extLst>
          </p:cNvPr>
          <p:cNvSpPr>
            <a:spLocks noGrp="1"/>
          </p:cNvSpPr>
          <p:nvPr>
            <p:ph type="pic" sz="quarter" idx="37" hasCustomPrompt="1"/>
          </p:nvPr>
        </p:nvSpPr>
        <p:spPr>
          <a:xfrm>
            <a:off x="5050633" y="1849438"/>
            <a:ext cx="694944" cy="720725"/>
          </a:xfrm>
          <a:noFill/>
          <a:ln>
            <a:noFill/>
          </a:ln>
        </p:spPr>
        <p:txBody>
          <a:bodyPr tIns="457200" anchor="ctr">
            <a:normAutofit/>
          </a:bodyPr>
          <a:lstStyle>
            <a:lvl1pPr algn="ctr">
              <a:defRPr sz="1100">
                <a:solidFill>
                  <a:schemeClr val="tx1"/>
                </a:solidFill>
              </a:defRPr>
            </a:lvl1pPr>
          </a:lstStyle>
          <a:p>
            <a:r>
              <a:rPr lang="en-US"/>
              <a:t>Icon</a:t>
            </a:r>
          </a:p>
        </p:txBody>
      </p:sp>
      <p:sp>
        <p:nvSpPr>
          <p:cNvPr id="24" name="Picture Placeholder 9">
            <a:extLst>
              <a:ext uri="{FF2B5EF4-FFF2-40B4-BE49-F238E27FC236}">
                <a16:creationId xmlns:a16="http://schemas.microsoft.com/office/drawing/2014/main" id="{18479DC6-6C65-6D06-16A5-DC26A0B633FF}"/>
              </a:ext>
            </a:extLst>
          </p:cNvPr>
          <p:cNvSpPr>
            <a:spLocks noGrp="1"/>
          </p:cNvSpPr>
          <p:nvPr>
            <p:ph type="pic" sz="quarter" idx="38" hasCustomPrompt="1"/>
          </p:nvPr>
        </p:nvSpPr>
        <p:spPr>
          <a:xfrm>
            <a:off x="7298931" y="1849438"/>
            <a:ext cx="694944" cy="720725"/>
          </a:xfrm>
          <a:noFill/>
          <a:ln>
            <a:noFill/>
          </a:ln>
        </p:spPr>
        <p:txBody>
          <a:bodyPr tIns="457200" anchor="ctr">
            <a:normAutofit/>
          </a:bodyPr>
          <a:lstStyle>
            <a:lvl1pPr algn="ctr">
              <a:defRPr sz="1100">
                <a:solidFill>
                  <a:schemeClr val="tx1"/>
                </a:solidFill>
              </a:defRPr>
            </a:lvl1pPr>
          </a:lstStyle>
          <a:p>
            <a:r>
              <a:rPr lang="en-US"/>
              <a:t>Icon</a:t>
            </a:r>
          </a:p>
        </p:txBody>
      </p:sp>
      <p:sp>
        <p:nvSpPr>
          <p:cNvPr id="25" name="Picture Placeholder 9">
            <a:extLst>
              <a:ext uri="{FF2B5EF4-FFF2-40B4-BE49-F238E27FC236}">
                <a16:creationId xmlns:a16="http://schemas.microsoft.com/office/drawing/2014/main" id="{BBAE8DFB-8DC8-374F-6F98-F8A1ADCA2C3C}"/>
              </a:ext>
            </a:extLst>
          </p:cNvPr>
          <p:cNvSpPr>
            <a:spLocks noGrp="1"/>
          </p:cNvSpPr>
          <p:nvPr>
            <p:ph type="pic" sz="quarter" idx="39" hasCustomPrompt="1"/>
          </p:nvPr>
        </p:nvSpPr>
        <p:spPr>
          <a:xfrm>
            <a:off x="9547229" y="1849438"/>
            <a:ext cx="694944" cy="720725"/>
          </a:xfrm>
          <a:noFill/>
          <a:ln>
            <a:noFill/>
          </a:ln>
        </p:spPr>
        <p:txBody>
          <a:bodyPr tIns="457200" anchor="ctr">
            <a:normAutofit/>
          </a:bodyPr>
          <a:lstStyle>
            <a:lvl1pPr algn="ctr">
              <a:defRPr sz="1100">
                <a:solidFill>
                  <a:schemeClr val="tx1"/>
                </a:solidFill>
              </a:defRPr>
            </a:lvl1pPr>
          </a:lstStyle>
          <a:p>
            <a:r>
              <a:rPr lang="en-US"/>
              <a:t>Icon</a:t>
            </a:r>
          </a:p>
        </p:txBody>
      </p:sp>
      <p:sp>
        <p:nvSpPr>
          <p:cNvPr id="2" name="Freeform 5">
            <a:extLst>
              <a:ext uri="{FF2B5EF4-FFF2-40B4-BE49-F238E27FC236}">
                <a16:creationId xmlns:a16="http://schemas.microsoft.com/office/drawing/2014/main" id="{F865BEBC-DC71-5993-E446-743B2380E9F4}"/>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1" name="Text Placeholder 10">
            <a:extLst>
              <a:ext uri="{FF2B5EF4-FFF2-40B4-BE49-F238E27FC236}">
                <a16:creationId xmlns:a16="http://schemas.microsoft.com/office/drawing/2014/main" id="{5155D0AF-DC50-1231-8C20-9614D9642834}"/>
              </a:ext>
            </a:extLst>
          </p:cNvPr>
          <p:cNvSpPr>
            <a:spLocks noGrp="1"/>
          </p:cNvSpPr>
          <p:nvPr>
            <p:ph type="body" sz="quarter" idx="45"/>
          </p:nvPr>
        </p:nvSpPr>
        <p:spPr>
          <a:xfrm>
            <a:off x="546100" y="1127125"/>
            <a:ext cx="11091861"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3" name="Text Placeholder 15">
            <a:extLst>
              <a:ext uri="{FF2B5EF4-FFF2-40B4-BE49-F238E27FC236}">
                <a16:creationId xmlns:a16="http://schemas.microsoft.com/office/drawing/2014/main" id="{23EA351B-2744-2292-EA13-ECF616B5AF66}"/>
              </a:ext>
            </a:extLst>
          </p:cNvPr>
          <p:cNvSpPr>
            <a:spLocks noGrp="1"/>
          </p:cNvSpPr>
          <p:nvPr>
            <p:ph type="body" sz="quarter" idx="46"/>
          </p:nvPr>
        </p:nvSpPr>
        <p:spPr>
          <a:xfrm>
            <a:off x="546100" y="6019800"/>
            <a:ext cx="5445125"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4" name="Content Placeholder 32">
            <a:extLst>
              <a:ext uri="{FF2B5EF4-FFF2-40B4-BE49-F238E27FC236}">
                <a16:creationId xmlns:a16="http://schemas.microsoft.com/office/drawing/2014/main" id="{739AFE11-1479-0079-CBFD-DE22CF1EF3D7}"/>
              </a:ext>
            </a:extLst>
          </p:cNvPr>
          <p:cNvSpPr>
            <a:spLocks noGrp="1"/>
          </p:cNvSpPr>
          <p:nvPr>
            <p:ph sz="quarter" idx="40"/>
          </p:nvPr>
        </p:nvSpPr>
        <p:spPr>
          <a:xfrm>
            <a:off x="546100" y="2715418"/>
            <a:ext cx="1828800" cy="315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Content Placeholder 15">
            <a:extLst>
              <a:ext uri="{FF2B5EF4-FFF2-40B4-BE49-F238E27FC236}">
                <a16:creationId xmlns:a16="http://schemas.microsoft.com/office/drawing/2014/main" id="{0A10D501-BB72-6F51-3E2C-9A5D9855D3B8}"/>
              </a:ext>
            </a:extLst>
          </p:cNvPr>
          <p:cNvSpPr>
            <a:spLocks noGrp="1"/>
          </p:cNvSpPr>
          <p:nvPr>
            <p:ph sz="quarter" idx="47"/>
          </p:nvPr>
        </p:nvSpPr>
        <p:spPr>
          <a:xfrm>
            <a:off x="2802335" y="2714624"/>
            <a:ext cx="1828800" cy="315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sp>
        <p:nvSpPr>
          <p:cNvPr id="18" name="Content Placeholder 17">
            <a:extLst>
              <a:ext uri="{FF2B5EF4-FFF2-40B4-BE49-F238E27FC236}">
                <a16:creationId xmlns:a16="http://schemas.microsoft.com/office/drawing/2014/main" id="{DDF53402-575C-C10C-7E8E-6C99DEA94988}"/>
              </a:ext>
            </a:extLst>
          </p:cNvPr>
          <p:cNvSpPr>
            <a:spLocks noGrp="1"/>
          </p:cNvSpPr>
          <p:nvPr>
            <p:ph sz="quarter" idx="48"/>
          </p:nvPr>
        </p:nvSpPr>
        <p:spPr>
          <a:xfrm>
            <a:off x="5050632" y="2715417"/>
            <a:ext cx="1828800" cy="315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sp>
        <p:nvSpPr>
          <p:cNvPr id="21" name="Content Placeholder 20">
            <a:extLst>
              <a:ext uri="{FF2B5EF4-FFF2-40B4-BE49-F238E27FC236}">
                <a16:creationId xmlns:a16="http://schemas.microsoft.com/office/drawing/2014/main" id="{B95D6E10-7BC7-5B48-5FC8-AA3FBBF31296}"/>
              </a:ext>
            </a:extLst>
          </p:cNvPr>
          <p:cNvSpPr>
            <a:spLocks noGrp="1"/>
          </p:cNvSpPr>
          <p:nvPr>
            <p:ph sz="quarter" idx="49"/>
          </p:nvPr>
        </p:nvSpPr>
        <p:spPr>
          <a:xfrm>
            <a:off x="7298927" y="2716608"/>
            <a:ext cx="1828800" cy="315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sp>
        <p:nvSpPr>
          <p:cNvPr id="34" name="Content Placeholder 33">
            <a:extLst>
              <a:ext uri="{FF2B5EF4-FFF2-40B4-BE49-F238E27FC236}">
                <a16:creationId xmlns:a16="http://schemas.microsoft.com/office/drawing/2014/main" id="{35D3FA32-E657-445D-AFF1-5F98826EF595}"/>
              </a:ext>
            </a:extLst>
          </p:cNvPr>
          <p:cNvSpPr>
            <a:spLocks noGrp="1"/>
          </p:cNvSpPr>
          <p:nvPr>
            <p:ph sz="quarter" idx="50"/>
          </p:nvPr>
        </p:nvSpPr>
        <p:spPr>
          <a:xfrm>
            <a:off x="9547222" y="2714624"/>
            <a:ext cx="1828800" cy="315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grpSp>
        <p:nvGrpSpPr>
          <p:cNvPr id="4" name="Group 3">
            <a:extLst>
              <a:ext uri="{FF2B5EF4-FFF2-40B4-BE49-F238E27FC236}">
                <a16:creationId xmlns:a16="http://schemas.microsoft.com/office/drawing/2014/main" id="{B90427AB-29B5-D8C3-553A-F255898D9147}"/>
              </a:ext>
            </a:extLst>
          </p:cNvPr>
          <p:cNvGrpSpPr/>
          <p:nvPr userDrawn="1"/>
        </p:nvGrpSpPr>
        <p:grpSpPr>
          <a:xfrm>
            <a:off x="12356815" y="0"/>
            <a:ext cx="756834" cy="6872642"/>
            <a:chOff x="12356815" y="0"/>
            <a:chExt cx="756834" cy="6872642"/>
          </a:xfrm>
        </p:grpSpPr>
        <p:sp>
          <p:nvSpPr>
            <p:cNvPr id="5" name="Rectangle 4">
              <a:extLst>
                <a:ext uri="{FF2B5EF4-FFF2-40B4-BE49-F238E27FC236}">
                  <a16:creationId xmlns:a16="http://schemas.microsoft.com/office/drawing/2014/main" id="{A7E5A6D2-8346-C7C9-5DC7-90F42423066B}"/>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9F29526F-9BBF-B7D7-E040-F76741CFBAF1}"/>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8CC6872D-D912-EDF5-404D-8C595577C3D1}"/>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E45E68FF-D3B9-213A-BDB9-75C86880C44D}"/>
                </a:ext>
              </a:extLst>
            </p:cNvPr>
            <p:cNvGrpSpPr/>
            <p:nvPr userDrawn="1"/>
          </p:nvGrpSpPr>
          <p:grpSpPr>
            <a:xfrm>
              <a:off x="12442019" y="3791214"/>
              <a:ext cx="382660" cy="2882942"/>
              <a:chOff x="14001569" y="3716048"/>
              <a:chExt cx="316248" cy="3171236"/>
            </a:xfrm>
          </p:grpSpPr>
          <p:sp>
            <p:nvSpPr>
              <p:cNvPr id="35" name="Rectangle 34">
                <a:extLst>
                  <a:ext uri="{FF2B5EF4-FFF2-40B4-BE49-F238E27FC236}">
                    <a16:creationId xmlns:a16="http://schemas.microsoft.com/office/drawing/2014/main" id="{16FDC8C1-8112-0259-2169-9FF34CF8BB33}"/>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B4E86AA0-59B1-0A56-A978-EBEFD759EEF6}"/>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617D2783-8A1D-E47C-AE82-6C2E09DF21FA}"/>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C2CC9D5C-1E15-CED3-7460-6D7AB16A15EC}"/>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2057C852-B7A6-CC32-AE68-54D8C48E3582}"/>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3BE2957B-BB9C-BB4C-54E0-7E1EBB94AB5F}"/>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2F664ACB-F59B-954C-4465-D698A691FD1F}"/>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2" name="Rectangle 41">
                <a:extLst>
                  <a:ext uri="{FF2B5EF4-FFF2-40B4-BE49-F238E27FC236}">
                    <a16:creationId xmlns:a16="http://schemas.microsoft.com/office/drawing/2014/main" id="{99C34A4D-E282-7DE3-F99D-C3276C90F60C}"/>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3" name="Rectangle 42">
                <a:extLst>
                  <a:ext uri="{FF2B5EF4-FFF2-40B4-BE49-F238E27FC236}">
                    <a16:creationId xmlns:a16="http://schemas.microsoft.com/office/drawing/2014/main" id="{6C74494D-A878-DD6F-EE20-E6E3179C2278}"/>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4" name="Rectangle 43">
                <a:extLst>
                  <a:ext uri="{FF2B5EF4-FFF2-40B4-BE49-F238E27FC236}">
                    <a16:creationId xmlns:a16="http://schemas.microsoft.com/office/drawing/2014/main" id="{89684F70-EA46-B83B-1059-957FF42DA10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5" name="Group 14">
              <a:extLst>
                <a:ext uri="{FF2B5EF4-FFF2-40B4-BE49-F238E27FC236}">
                  <a16:creationId xmlns:a16="http://schemas.microsoft.com/office/drawing/2014/main" id="{B26A8E68-FF0D-F86E-F9B1-242B7BAABDB0}"/>
                </a:ext>
              </a:extLst>
            </p:cNvPr>
            <p:cNvGrpSpPr/>
            <p:nvPr userDrawn="1"/>
          </p:nvGrpSpPr>
          <p:grpSpPr>
            <a:xfrm>
              <a:off x="12442019" y="198485"/>
              <a:ext cx="382660" cy="2882942"/>
              <a:chOff x="12742785" y="3716048"/>
              <a:chExt cx="316248" cy="3171236"/>
            </a:xfrm>
          </p:grpSpPr>
          <p:sp>
            <p:nvSpPr>
              <p:cNvPr id="19" name="Rectangle 18">
                <a:extLst>
                  <a:ext uri="{FF2B5EF4-FFF2-40B4-BE49-F238E27FC236}">
                    <a16:creationId xmlns:a16="http://schemas.microsoft.com/office/drawing/2014/main" id="{DE96B631-4826-BAA5-4808-2788D42C8329}"/>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AE9F8F1B-6271-605B-E210-A6B549F70494}"/>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CF8B4B7B-E0C5-C957-D174-09BE3DEAB6A2}"/>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E63F14B0-62C6-B88F-7B56-A203A0F29ED5}"/>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42E4BF7B-2A48-8D6C-7493-D3152F199257}"/>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59E22A53-3943-8D63-5482-0F2A16787309}"/>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D3FCABB4-54D2-518E-4134-9F254D7480C7}"/>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B7FBEC40-218E-7C23-4709-19139A097B2F}"/>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3F842FC0-DF4D-9632-FE9D-4E7D2FB776B6}"/>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698CCC57-6845-9613-4268-B5F50C22F0B3}"/>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7" name="TextBox 16">
              <a:extLst>
                <a:ext uri="{FF2B5EF4-FFF2-40B4-BE49-F238E27FC236}">
                  <a16:creationId xmlns:a16="http://schemas.microsoft.com/office/drawing/2014/main" id="{C51BFD21-4CE7-7CF8-3A6D-CC9EF3BDDEA2}"/>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5" name="TextBox 44">
            <a:extLst>
              <a:ext uri="{FF2B5EF4-FFF2-40B4-BE49-F238E27FC236}">
                <a16:creationId xmlns:a16="http://schemas.microsoft.com/office/drawing/2014/main" id="{1E5377EC-13FC-F6FE-6C36-AE959BA31713}"/>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066119169"/>
      </p:ext>
    </p:extLst>
  </p:cSld>
  <p:clrMapOvr>
    <a:masterClrMapping/>
  </p:clrMapOvr>
</p:sldLayout>
</file>

<file path=ppt/slideLayouts/slideLayout320.xml><?xml version="1.0" encoding="utf-8"?>
<p:sldLayout xmlns:a="http://schemas.openxmlformats.org/drawingml/2006/main" xmlns:r="http://schemas.openxmlformats.org/officeDocument/2006/relationships" xmlns:p="http://schemas.openxmlformats.org/presentationml/2006/main" preserve="1" userDrawn="1">
  <p:cSld name="3 Column - Photo Top">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noChangeAspect="1"/>
          </p:cNvSpPr>
          <p:nvPr>
            <p:ph type="pic" sz="quarter" idx="13"/>
          </p:nvPr>
        </p:nvSpPr>
        <p:spPr>
          <a:xfrm>
            <a:off x="0" y="0"/>
            <a:ext cx="12192000" cy="3429000"/>
          </a:xfrm>
          <a:solidFill>
            <a:schemeClr val="bg1">
              <a:lumMod val="65000"/>
            </a:schemeClr>
          </a:solidFill>
        </p:spPr>
        <p:txBody>
          <a:bodyPr anchor="ctr"/>
          <a:lstStyle>
            <a:lvl1pPr algn="ctr">
              <a:defRPr>
                <a:solidFill>
                  <a:schemeClr val="bg1"/>
                </a:solidFill>
              </a:defRPr>
            </a:lvl1pPr>
          </a:lstStyle>
          <a:p>
            <a:r>
              <a:rPr lang="en-US"/>
              <a:t>Click icon to add picture</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2" name="Title 11">
            <a:extLst>
              <a:ext uri="{FF2B5EF4-FFF2-40B4-BE49-F238E27FC236}">
                <a16:creationId xmlns:a16="http://schemas.microsoft.com/office/drawing/2014/main" id="{91874068-FCB3-3E67-FD8A-888858391AF4}"/>
              </a:ext>
            </a:extLst>
          </p:cNvPr>
          <p:cNvSpPr>
            <a:spLocks noGrp="1"/>
          </p:cNvSpPr>
          <p:nvPr>
            <p:ph type="title"/>
          </p:nvPr>
        </p:nvSpPr>
        <p:spPr/>
        <p:txBody>
          <a:bodyPr/>
          <a:lstStyle>
            <a:lvl1pPr>
              <a:defRPr>
                <a:solidFill>
                  <a:schemeClr val="bg1"/>
                </a:solidFill>
              </a:defRPr>
            </a:lvl1pPr>
          </a:lstStyle>
          <a:p>
            <a:r>
              <a:rPr lang="en-US"/>
              <a:t>Click to edit Master title style</a:t>
            </a:r>
          </a:p>
        </p:txBody>
      </p:sp>
      <p:sp>
        <p:nvSpPr>
          <p:cNvPr id="3" name="Freeform 5">
            <a:extLst>
              <a:ext uri="{FF2B5EF4-FFF2-40B4-BE49-F238E27FC236}">
                <a16:creationId xmlns:a16="http://schemas.microsoft.com/office/drawing/2014/main" id="{71FB9F00-A1C6-0B41-BCF5-7DBE317FE533}"/>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3" name="Text Placeholder 10">
            <a:extLst>
              <a:ext uri="{FF2B5EF4-FFF2-40B4-BE49-F238E27FC236}">
                <a16:creationId xmlns:a16="http://schemas.microsoft.com/office/drawing/2014/main" id="{89B32E50-9450-0A92-9772-59EA93C40AE7}"/>
              </a:ext>
            </a:extLst>
          </p:cNvPr>
          <p:cNvSpPr>
            <a:spLocks noGrp="1"/>
          </p:cNvSpPr>
          <p:nvPr>
            <p:ph type="body" sz="quarter" idx="45"/>
          </p:nvPr>
        </p:nvSpPr>
        <p:spPr>
          <a:xfrm>
            <a:off x="548640" y="1127125"/>
            <a:ext cx="1108932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14" name="Text Placeholder 15">
            <a:extLst>
              <a:ext uri="{FF2B5EF4-FFF2-40B4-BE49-F238E27FC236}">
                <a16:creationId xmlns:a16="http://schemas.microsoft.com/office/drawing/2014/main" id="{81B1CE43-1A7D-92BC-9BE0-98FB6FC0D573}"/>
              </a:ext>
            </a:extLst>
          </p:cNvPr>
          <p:cNvSpPr>
            <a:spLocks noGrp="1"/>
          </p:cNvSpPr>
          <p:nvPr>
            <p:ph type="body" sz="quarter" idx="46"/>
          </p:nvPr>
        </p:nvSpPr>
        <p:spPr>
          <a:xfrm>
            <a:off x="546100" y="6019800"/>
            <a:ext cx="5445125"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5" name="Content Placeholder 32">
            <a:extLst>
              <a:ext uri="{FF2B5EF4-FFF2-40B4-BE49-F238E27FC236}">
                <a16:creationId xmlns:a16="http://schemas.microsoft.com/office/drawing/2014/main" id="{BA6EB3DD-394B-9F7E-9B89-633914C3BBFB}"/>
              </a:ext>
            </a:extLst>
          </p:cNvPr>
          <p:cNvSpPr>
            <a:spLocks noGrp="1"/>
          </p:cNvSpPr>
          <p:nvPr>
            <p:ph sz="quarter" idx="40"/>
          </p:nvPr>
        </p:nvSpPr>
        <p:spPr>
          <a:xfrm>
            <a:off x="546100" y="3984625"/>
            <a:ext cx="3520440" cy="188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Content Placeholder 15">
            <a:extLst>
              <a:ext uri="{FF2B5EF4-FFF2-40B4-BE49-F238E27FC236}">
                <a16:creationId xmlns:a16="http://schemas.microsoft.com/office/drawing/2014/main" id="{5BB03F0A-D74D-D67C-7DAC-CF0BD1A2F886}"/>
              </a:ext>
            </a:extLst>
          </p:cNvPr>
          <p:cNvSpPr>
            <a:spLocks noGrp="1"/>
          </p:cNvSpPr>
          <p:nvPr>
            <p:ph sz="quarter" idx="47"/>
          </p:nvPr>
        </p:nvSpPr>
        <p:spPr>
          <a:xfrm>
            <a:off x="4328238" y="3984624"/>
            <a:ext cx="3520440" cy="188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sp>
        <p:nvSpPr>
          <p:cNvPr id="20" name="Content Placeholder 17">
            <a:extLst>
              <a:ext uri="{FF2B5EF4-FFF2-40B4-BE49-F238E27FC236}">
                <a16:creationId xmlns:a16="http://schemas.microsoft.com/office/drawing/2014/main" id="{A4CFDEF4-9A06-FDBA-C4CA-F65EF5657C9A}"/>
              </a:ext>
            </a:extLst>
          </p:cNvPr>
          <p:cNvSpPr>
            <a:spLocks noGrp="1"/>
          </p:cNvSpPr>
          <p:nvPr>
            <p:ph sz="quarter" idx="48"/>
          </p:nvPr>
        </p:nvSpPr>
        <p:spPr>
          <a:xfrm>
            <a:off x="8117522" y="3984624"/>
            <a:ext cx="3520440" cy="188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grpSp>
        <p:nvGrpSpPr>
          <p:cNvPr id="2" name="Group 1">
            <a:extLst>
              <a:ext uri="{FF2B5EF4-FFF2-40B4-BE49-F238E27FC236}">
                <a16:creationId xmlns:a16="http://schemas.microsoft.com/office/drawing/2014/main" id="{2C365AED-49EE-AA59-4E2A-FCAFCF616CF2}"/>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841F30C3-28B6-AFCE-B24B-3BDDCBDF97A3}"/>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C24BD654-63BE-D854-FEE5-C494F302EB16}"/>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438BB7AA-F074-D300-D451-3B2A1767239E}"/>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116067C9-69E2-F436-8DBC-097F8E59B29F}"/>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6EDD4E88-B53A-0DEF-FDBD-7A42D590F51C}"/>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FDF567F6-06E2-D3CC-8755-728DC12601F0}"/>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708408F5-57EC-47C9-C70E-9617D6C84949}"/>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E4145798-FA40-E2C3-80A6-C019DE4D5DF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34CE01C7-9485-0275-7348-0F21A6FE8409}"/>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AE7ECE5D-17CC-62C7-ECBD-232FDE25AFE3}"/>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3EAD9019-2BA9-2499-A856-69F2DA015692}"/>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BEB9F995-0DF4-E45D-0D1E-ED4D6067E390}"/>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51BB3C3A-A0E8-A986-9E55-7D7C941B2FFB}"/>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CB895196-3D61-3F2B-9979-A556BE90FFF1}"/>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705879C0-A32D-32A7-D5BA-4C6E07517F05}"/>
                </a:ext>
              </a:extLst>
            </p:cNvPr>
            <p:cNvGrpSpPr/>
            <p:nvPr userDrawn="1"/>
          </p:nvGrpSpPr>
          <p:grpSpPr>
            <a:xfrm>
              <a:off x="12442019" y="198485"/>
              <a:ext cx="382660" cy="2882942"/>
              <a:chOff x="12742785" y="3716048"/>
              <a:chExt cx="316248" cy="3171236"/>
            </a:xfrm>
          </p:grpSpPr>
          <p:sp>
            <p:nvSpPr>
              <p:cNvPr id="18" name="Rectangle 17">
                <a:extLst>
                  <a:ext uri="{FF2B5EF4-FFF2-40B4-BE49-F238E27FC236}">
                    <a16:creationId xmlns:a16="http://schemas.microsoft.com/office/drawing/2014/main" id="{2A5DE2B3-299D-B055-0529-C099D7DCF0AC}"/>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F2699730-3F23-4980-E0BA-3A5305A910FB}"/>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758ECAB0-7910-2A9A-A0FC-309379E1AD9F}"/>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0CCEFAF3-B229-081D-86A0-96021A766899}"/>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817C5D4C-A9D1-1269-BF96-A6774A30698C}"/>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F64CD140-8253-D429-24E9-0D97E417DB24}"/>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DF853F28-D3FF-55D2-8F29-FB132896D292}"/>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1E5CDA5E-7C1D-FA4C-DD8B-5A33A5009E62}"/>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C0CC3D7C-F655-58F8-3747-4D3BD5C787A3}"/>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BB9D4FE9-5534-6ED1-327E-A3336FD1C1B7}"/>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6" name="TextBox 15">
              <a:extLst>
                <a:ext uri="{FF2B5EF4-FFF2-40B4-BE49-F238E27FC236}">
                  <a16:creationId xmlns:a16="http://schemas.microsoft.com/office/drawing/2014/main" id="{E529C02B-282C-F0C2-B83E-A80434C173FE}"/>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BE283BCE-BA0B-BFC6-4147-A83E56AF3BF0}"/>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021956794"/>
      </p:ext>
    </p:extLst>
  </p:cSld>
  <p:clrMapOvr>
    <a:masterClrMapping/>
  </p:clrMapOvr>
</p:sldLayout>
</file>

<file path=ppt/slideLayouts/slideLayout321.xml><?xml version="1.0" encoding="utf-8"?>
<p:sldLayout xmlns:a="http://schemas.openxmlformats.org/drawingml/2006/main" xmlns:r="http://schemas.openxmlformats.org/officeDocument/2006/relationships" xmlns:p="http://schemas.openxmlformats.org/presentationml/2006/main" preserve="1" userDrawn="1">
  <p:cSld name="3 Column - Photo Top/Icons">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noChangeAspect="1"/>
          </p:cNvSpPr>
          <p:nvPr>
            <p:ph type="pic" sz="quarter" idx="13"/>
          </p:nvPr>
        </p:nvSpPr>
        <p:spPr>
          <a:xfrm>
            <a:off x="0" y="0"/>
            <a:ext cx="12192000" cy="2570163"/>
          </a:xfrm>
          <a:solidFill>
            <a:schemeClr val="bg1">
              <a:lumMod val="65000"/>
            </a:schemeClr>
          </a:solidFill>
        </p:spPr>
        <p:txBody>
          <a:bodyPr tIns="548640" anchor="ctr"/>
          <a:lstStyle>
            <a:lvl1pPr algn="ctr">
              <a:defRPr>
                <a:solidFill>
                  <a:schemeClr val="bg1"/>
                </a:solidFill>
              </a:defRPr>
            </a:lvl1pPr>
          </a:lstStyle>
          <a:p>
            <a:r>
              <a:rPr lang="en-US"/>
              <a:t>Click icon to add picture</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1" name="Picture Placeholder 9">
            <a:extLst>
              <a:ext uri="{FF2B5EF4-FFF2-40B4-BE49-F238E27FC236}">
                <a16:creationId xmlns:a16="http://schemas.microsoft.com/office/drawing/2014/main" id="{8C6C4B9C-0B61-5ABC-74A2-BD33D2CF5DE4}"/>
              </a:ext>
            </a:extLst>
          </p:cNvPr>
          <p:cNvSpPr>
            <a:spLocks noGrp="1"/>
          </p:cNvSpPr>
          <p:nvPr>
            <p:ph type="pic" sz="quarter" idx="28" hasCustomPrompt="1"/>
          </p:nvPr>
        </p:nvSpPr>
        <p:spPr>
          <a:xfrm>
            <a:off x="546100" y="3146426"/>
            <a:ext cx="694944" cy="692149"/>
          </a:xfrm>
          <a:noFill/>
          <a:ln>
            <a:noFill/>
          </a:ln>
        </p:spPr>
        <p:txBody>
          <a:bodyPr anchor="ctr"/>
          <a:lstStyle>
            <a:lvl1pPr algn="ctr">
              <a:defRPr>
                <a:solidFill>
                  <a:schemeClr val="tx1"/>
                </a:solidFill>
              </a:defRPr>
            </a:lvl1pPr>
          </a:lstStyle>
          <a:p>
            <a:r>
              <a:rPr lang="en-US"/>
              <a:t>Icon</a:t>
            </a:r>
          </a:p>
        </p:txBody>
      </p:sp>
      <p:sp>
        <p:nvSpPr>
          <p:cNvPr id="12" name="Picture Placeholder 9">
            <a:extLst>
              <a:ext uri="{FF2B5EF4-FFF2-40B4-BE49-F238E27FC236}">
                <a16:creationId xmlns:a16="http://schemas.microsoft.com/office/drawing/2014/main" id="{944A16B1-3C9F-C007-5BDB-4655C3395D3B}"/>
              </a:ext>
            </a:extLst>
          </p:cNvPr>
          <p:cNvSpPr>
            <a:spLocks noGrp="1"/>
          </p:cNvSpPr>
          <p:nvPr>
            <p:ph type="pic" sz="quarter" idx="29" hasCustomPrompt="1"/>
          </p:nvPr>
        </p:nvSpPr>
        <p:spPr>
          <a:xfrm>
            <a:off x="4328238" y="3146426"/>
            <a:ext cx="694944" cy="692150"/>
          </a:xfrm>
          <a:noFill/>
          <a:ln>
            <a:noFill/>
          </a:ln>
        </p:spPr>
        <p:txBody>
          <a:bodyPr anchor="ctr"/>
          <a:lstStyle>
            <a:lvl1pPr algn="ctr">
              <a:defRPr>
                <a:solidFill>
                  <a:schemeClr val="tx1"/>
                </a:solidFill>
              </a:defRPr>
            </a:lvl1pPr>
          </a:lstStyle>
          <a:p>
            <a:r>
              <a:rPr lang="en-US"/>
              <a:t>Icon</a:t>
            </a:r>
          </a:p>
        </p:txBody>
      </p:sp>
      <p:sp>
        <p:nvSpPr>
          <p:cNvPr id="13" name="Picture Placeholder 9">
            <a:extLst>
              <a:ext uri="{FF2B5EF4-FFF2-40B4-BE49-F238E27FC236}">
                <a16:creationId xmlns:a16="http://schemas.microsoft.com/office/drawing/2014/main" id="{A5A79627-D088-B1B1-9F23-A62FAFD9CC75}"/>
              </a:ext>
            </a:extLst>
          </p:cNvPr>
          <p:cNvSpPr>
            <a:spLocks noGrp="1"/>
          </p:cNvSpPr>
          <p:nvPr>
            <p:ph type="pic" sz="quarter" idx="30" hasCustomPrompt="1"/>
          </p:nvPr>
        </p:nvSpPr>
        <p:spPr>
          <a:xfrm>
            <a:off x="8117522" y="3146426"/>
            <a:ext cx="694944" cy="692150"/>
          </a:xfrm>
          <a:noFill/>
          <a:ln>
            <a:noFill/>
          </a:ln>
        </p:spPr>
        <p:txBody>
          <a:bodyPr anchor="ctr"/>
          <a:lstStyle>
            <a:lvl1pPr algn="ctr">
              <a:defRPr>
                <a:solidFill>
                  <a:schemeClr val="tx1"/>
                </a:solidFill>
              </a:defRPr>
            </a:lvl1pPr>
          </a:lstStyle>
          <a:p>
            <a:r>
              <a:rPr lang="en-US"/>
              <a:t>Icon</a:t>
            </a:r>
          </a:p>
        </p:txBody>
      </p:sp>
      <p:sp>
        <p:nvSpPr>
          <p:cNvPr id="4" name="Title 3">
            <a:extLst>
              <a:ext uri="{FF2B5EF4-FFF2-40B4-BE49-F238E27FC236}">
                <a16:creationId xmlns:a16="http://schemas.microsoft.com/office/drawing/2014/main" id="{DBDE9691-3D56-DAA7-8818-1939ACD60B6C}"/>
              </a:ext>
            </a:extLst>
          </p:cNvPr>
          <p:cNvSpPr>
            <a:spLocks noGrp="1"/>
          </p:cNvSpPr>
          <p:nvPr>
            <p:ph type="title"/>
          </p:nvPr>
        </p:nvSpPr>
        <p:spPr/>
        <p:txBody>
          <a:bodyPr/>
          <a:lstStyle>
            <a:lvl1pPr>
              <a:defRPr>
                <a:solidFill>
                  <a:schemeClr val="bg1"/>
                </a:solidFill>
              </a:defRPr>
            </a:lvl1pPr>
          </a:lstStyle>
          <a:p>
            <a:r>
              <a:rPr lang="en-US"/>
              <a:t>Click to edit Master title style</a:t>
            </a:r>
          </a:p>
        </p:txBody>
      </p:sp>
      <p:sp>
        <p:nvSpPr>
          <p:cNvPr id="3" name="Freeform 5">
            <a:extLst>
              <a:ext uri="{FF2B5EF4-FFF2-40B4-BE49-F238E27FC236}">
                <a16:creationId xmlns:a16="http://schemas.microsoft.com/office/drawing/2014/main" id="{A93EB283-34D5-EEA2-8ED6-3A751877E61B}"/>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6" name="Text Placeholder 10">
            <a:extLst>
              <a:ext uri="{FF2B5EF4-FFF2-40B4-BE49-F238E27FC236}">
                <a16:creationId xmlns:a16="http://schemas.microsoft.com/office/drawing/2014/main" id="{6805229E-B1FB-69C3-19F0-88C0E54FE8AD}"/>
              </a:ext>
            </a:extLst>
          </p:cNvPr>
          <p:cNvSpPr>
            <a:spLocks noGrp="1"/>
          </p:cNvSpPr>
          <p:nvPr>
            <p:ph type="body" sz="quarter" idx="45"/>
          </p:nvPr>
        </p:nvSpPr>
        <p:spPr>
          <a:xfrm>
            <a:off x="548640" y="1127125"/>
            <a:ext cx="1108932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17" name="Text Placeholder 15">
            <a:extLst>
              <a:ext uri="{FF2B5EF4-FFF2-40B4-BE49-F238E27FC236}">
                <a16:creationId xmlns:a16="http://schemas.microsoft.com/office/drawing/2014/main" id="{6F3F2673-21ED-7F6B-10C0-910AB986E7A3}"/>
              </a:ext>
            </a:extLst>
          </p:cNvPr>
          <p:cNvSpPr>
            <a:spLocks noGrp="1"/>
          </p:cNvSpPr>
          <p:nvPr>
            <p:ph type="body" sz="quarter" idx="46"/>
          </p:nvPr>
        </p:nvSpPr>
        <p:spPr>
          <a:xfrm>
            <a:off x="546100" y="6019800"/>
            <a:ext cx="5445125"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8" name="Content Placeholder 32">
            <a:extLst>
              <a:ext uri="{FF2B5EF4-FFF2-40B4-BE49-F238E27FC236}">
                <a16:creationId xmlns:a16="http://schemas.microsoft.com/office/drawing/2014/main" id="{A987ED96-C80E-4781-0F7F-E940B58D1115}"/>
              </a:ext>
            </a:extLst>
          </p:cNvPr>
          <p:cNvSpPr>
            <a:spLocks noGrp="1"/>
          </p:cNvSpPr>
          <p:nvPr>
            <p:ph sz="quarter" idx="40"/>
          </p:nvPr>
        </p:nvSpPr>
        <p:spPr>
          <a:xfrm>
            <a:off x="546100" y="3984625"/>
            <a:ext cx="3520440" cy="188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9" name="Content Placeholder 15">
            <a:extLst>
              <a:ext uri="{FF2B5EF4-FFF2-40B4-BE49-F238E27FC236}">
                <a16:creationId xmlns:a16="http://schemas.microsoft.com/office/drawing/2014/main" id="{8E8CFD94-7258-5E47-4E33-9E574B7B0C33}"/>
              </a:ext>
            </a:extLst>
          </p:cNvPr>
          <p:cNvSpPr>
            <a:spLocks noGrp="1"/>
          </p:cNvSpPr>
          <p:nvPr>
            <p:ph sz="quarter" idx="47"/>
          </p:nvPr>
        </p:nvSpPr>
        <p:spPr>
          <a:xfrm>
            <a:off x="4328238" y="3984624"/>
            <a:ext cx="3520440" cy="188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sp>
        <p:nvSpPr>
          <p:cNvPr id="20" name="Content Placeholder 17">
            <a:extLst>
              <a:ext uri="{FF2B5EF4-FFF2-40B4-BE49-F238E27FC236}">
                <a16:creationId xmlns:a16="http://schemas.microsoft.com/office/drawing/2014/main" id="{B9EFDEF9-B5E4-7A79-CE8B-DD409F6BDE1B}"/>
              </a:ext>
            </a:extLst>
          </p:cNvPr>
          <p:cNvSpPr>
            <a:spLocks noGrp="1"/>
          </p:cNvSpPr>
          <p:nvPr>
            <p:ph sz="quarter" idx="48"/>
          </p:nvPr>
        </p:nvSpPr>
        <p:spPr>
          <a:xfrm>
            <a:off x="8117522" y="3984624"/>
            <a:ext cx="3520440" cy="188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grpSp>
        <p:nvGrpSpPr>
          <p:cNvPr id="2" name="Group 1">
            <a:extLst>
              <a:ext uri="{FF2B5EF4-FFF2-40B4-BE49-F238E27FC236}">
                <a16:creationId xmlns:a16="http://schemas.microsoft.com/office/drawing/2014/main" id="{05523900-B6C1-B138-7D49-29CA1ECC768A}"/>
              </a:ext>
            </a:extLst>
          </p:cNvPr>
          <p:cNvGrpSpPr/>
          <p:nvPr userDrawn="1"/>
        </p:nvGrpSpPr>
        <p:grpSpPr>
          <a:xfrm>
            <a:off x="12356815" y="0"/>
            <a:ext cx="756834" cy="6872642"/>
            <a:chOff x="12356815" y="0"/>
            <a:chExt cx="756834" cy="6872642"/>
          </a:xfrm>
        </p:grpSpPr>
        <p:sp>
          <p:nvSpPr>
            <p:cNvPr id="5" name="Rectangle 4">
              <a:extLst>
                <a:ext uri="{FF2B5EF4-FFF2-40B4-BE49-F238E27FC236}">
                  <a16:creationId xmlns:a16="http://schemas.microsoft.com/office/drawing/2014/main" id="{18FD2C69-0D49-31DB-5DBE-7776E429D48A}"/>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A18E9B3C-F5E2-7785-3FE2-CD8A6205E69B}"/>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35BC0A84-A0F5-5EA8-BD9B-94EE101742D2}"/>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4" name="Group 13">
              <a:extLst>
                <a:ext uri="{FF2B5EF4-FFF2-40B4-BE49-F238E27FC236}">
                  <a16:creationId xmlns:a16="http://schemas.microsoft.com/office/drawing/2014/main" id="{8F541EDB-C236-65A5-ECE4-5ACCC57459B4}"/>
                </a:ext>
              </a:extLst>
            </p:cNvPr>
            <p:cNvGrpSpPr/>
            <p:nvPr userDrawn="1"/>
          </p:nvGrpSpPr>
          <p:grpSpPr>
            <a:xfrm>
              <a:off x="12442019" y="3791214"/>
              <a:ext cx="382660" cy="2882942"/>
              <a:chOff x="14001569" y="3716048"/>
              <a:chExt cx="316248" cy="3171236"/>
            </a:xfrm>
          </p:grpSpPr>
          <p:sp>
            <p:nvSpPr>
              <p:cNvPr id="32" name="Rectangle 31">
                <a:extLst>
                  <a:ext uri="{FF2B5EF4-FFF2-40B4-BE49-F238E27FC236}">
                    <a16:creationId xmlns:a16="http://schemas.microsoft.com/office/drawing/2014/main" id="{E14BE022-AD1C-282D-148E-199537BA9B2F}"/>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907BEB51-933D-BA91-BEFB-B5FBBE761C85}"/>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F63DF5D4-CE5E-7452-DA0E-1AA315B29A04}"/>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24DC8893-BCC1-915B-8C68-C99DBA247621}"/>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83A9D11D-A17B-E5EB-E3FB-8891E725AB6B}"/>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240361DA-93A3-3521-C1CB-FD511D973268}"/>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C991C083-D6DE-BB88-337E-BF251C812D7D}"/>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B4CFD476-032E-81F3-0296-6D041BAC973D}"/>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FEB0B929-8BEB-E617-E8BE-CEF857989707}"/>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B679381C-67C3-DFF2-2DC3-CACE01E52EEA}"/>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5" name="Group 14">
              <a:extLst>
                <a:ext uri="{FF2B5EF4-FFF2-40B4-BE49-F238E27FC236}">
                  <a16:creationId xmlns:a16="http://schemas.microsoft.com/office/drawing/2014/main" id="{AE0B6A5D-2411-2C9B-2AAF-ABEE511731C6}"/>
                </a:ext>
              </a:extLst>
            </p:cNvPr>
            <p:cNvGrpSpPr/>
            <p:nvPr userDrawn="1"/>
          </p:nvGrpSpPr>
          <p:grpSpPr>
            <a:xfrm>
              <a:off x="12442019" y="198485"/>
              <a:ext cx="382660" cy="2882942"/>
              <a:chOff x="12742785" y="3716048"/>
              <a:chExt cx="316248" cy="3171236"/>
            </a:xfrm>
          </p:grpSpPr>
          <p:sp>
            <p:nvSpPr>
              <p:cNvPr id="22" name="Rectangle 21">
                <a:extLst>
                  <a:ext uri="{FF2B5EF4-FFF2-40B4-BE49-F238E27FC236}">
                    <a16:creationId xmlns:a16="http://schemas.microsoft.com/office/drawing/2014/main" id="{DA4C0434-0F4A-6E0A-E06B-2D27EA50EB78}"/>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47B146DD-9C34-06DF-9FE2-4E2A1A1C6B7E}"/>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A56571D6-473D-F327-5CDB-69D48EBB3E2A}"/>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099826DE-D7BB-EB5C-39B9-CE8D2EF22B5D}"/>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3713BC80-FFA1-78C9-FE27-547A1E6C72C0}"/>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6CF4A443-CFCA-E5E7-48FA-46CB4809375A}"/>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448B1162-7D6C-27A4-48B2-D1EEBE9E2D3C}"/>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0AE3DC69-91C3-4D2F-D138-0252D44DEA03}"/>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9ACD119C-2FA3-FE38-B9EA-D53597CD3CBD}"/>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263D27CB-5474-6145-56D7-7BD328CF5CD0}"/>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21" name="TextBox 20">
              <a:extLst>
                <a:ext uri="{FF2B5EF4-FFF2-40B4-BE49-F238E27FC236}">
                  <a16:creationId xmlns:a16="http://schemas.microsoft.com/office/drawing/2014/main" id="{761F77DC-3995-8B8D-CBB1-6E3ACA77BA68}"/>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2" name="TextBox 41">
            <a:extLst>
              <a:ext uri="{FF2B5EF4-FFF2-40B4-BE49-F238E27FC236}">
                <a16:creationId xmlns:a16="http://schemas.microsoft.com/office/drawing/2014/main" id="{F589DE97-81C9-5BA6-9D08-077E4E809C48}"/>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960365316"/>
      </p:ext>
    </p:extLst>
  </p:cSld>
  <p:clrMapOvr>
    <a:masterClrMapping/>
  </p:clrMapOvr>
</p:sldLayout>
</file>

<file path=ppt/slideLayouts/slideLayout322.xml><?xml version="1.0" encoding="utf-8"?>
<p:sldLayout xmlns:a="http://schemas.openxmlformats.org/drawingml/2006/main" xmlns:r="http://schemas.openxmlformats.org/officeDocument/2006/relationships" xmlns:p="http://schemas.openxmlformats.org/presentationml/2006/main" preserve="1" userDrawn="1">
  <p:cSld name="3x3 - Photo Top">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noChangeAspect="1"/>
          </p:cNvSpPr>
          <p:nvPr>
            <p:ph type="pic" sz="quarter" idx="13"/>
          </p:nvPr>
        </p:nvSpPr>
        <p:spPr>
          <a:xfrm>
            <a:off x="0" y="1"/>
            <a:ext cx="12192000" cy="1700212"/>
          </a:xfrm>
          <a:solidFill>
            <a:schemeClr val="bg1">
              <a:lumMod val="65000"/>
            </a:schemeClr>
          </a:solidFill>
        </p:spPr>
        <p:txBody>
          <a:bodyPr lIns="2560320" anchor="ctr"/>
          <a:lstStyle>
            <a:lvl1pPr algn="ctr">
              <a:defRPr>
                <a:solidFill>
                  <a:schemeClr val="bg1"/>
                </a:solidFill>
              </a:defRPr>
            </a:lvl1pPr>
          </a:lstStyle>
          <a:p>
            <a:r>
              <a:rPr lang="en-US"/>
              <a:t>Click icon to add picture</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39" name="Picture Placeholder 9">
            <a:extLst>
              <a:ext uri="{FF2B5EF4-FFF2-40B4-BE49-F238E27FC236}">
                <a16:creationId xmlns:a16="http://schemas.microsoft.com/office/drawing/2014/main" id="{DEE24B91-16DE-DAB3-3069-2978764EB319}"/>
              </a:ext>
            </a:extLst>
          </p:cNvPr>
          <p:cNvSpPr>
            <a:spLocks noGrp="1"/>
          </p:cNvSpPr>
          <p:nvPr>
            <p:ph type="pic" sz="quarter" idx="37" hasCustomPrompt="1"/>
          </p:nvPr>
        </p:nvSpPr>
        <p:spPr>
          <a:xfrm>
            <a:off x="546100" y="2006963"/>
            <a:ext cx="731520" cy="707662"/>
          </a:xfrm>
          <a:noFill/>
          <a:ln>
            <a:noFill/>
          </a:ln>
        </p:spPr>
        <p:txBody>
          <a:bodyPr tIns="411480" anchor="ctr">
            <a:normAutofit/>
          </a:bodyPr>
          <a:lstStyle>
            <a:lvl1pPr algn="ctr">
              <a:defRPr sz="1100">
                <a:solidFill>
                  <a:schemeClr val="tx1"/>
                </a:solidFill>
              </a:defRPr>
            </a:lvl1pPr>
          </a:lstStyle>
          <a:p>
            <a:r>
              <a:rPr lang="en-US"/>
              <a:t>Icon</a:t>
            </a:r>
          </a:p>
        </p:txBody>
      </p:sp>
      <p:sp>
        <p:nvSpPr>
          <p:cNvPr id="40" name="Picture Placeholder 9">
            <a:extLst>
              <a:ext uri="{FF2B5EF4-FFF2-40B4-BE49-F238E27FC236}">
                <a16:creationId xmlns:a16="http://schemas.microsoft.com/office/drawing/2014/main" id="{F003E950-C9D0-0278-0715-C906BEF230C3}"/>
              </a:ext>
            </a:extLst>
          </p:cNvPr>
          <p:cNvSpPr>
            <a:spLocks noGrp="1"/>
          </p:cNvSpPr>
          <p:nvPr>
            <p:ph type="pic" sz="quarter" idx="38" hasCustomPrompt="1"/>
          </p:nvPr>
        </p:nvSpPr>
        <p:spPr>
          <a:xfrm>
            <a:off x="4335779" y="2006963"/>
            <a:ext cx="731520" cy="707662"/>
          </a:xfrm>
          <a:noFill/>
          <a:ln>
            <a:noFill/>
          </a:ln>
        </p:spPr>
        <p:txBody>
          <a:bodyPr tIns="411480" anchor="ctr">
            <a:normAutofit/>
          </a:bodyPr>
          <a:lstStyle>
            <a:lvl1pPr algn="ctr">
              <a:defRPr sz="1100">
                <a:solidFill>
                  <a:schemeClr val="tx1"/>
                </a:solidFill>
              </a:defRPr>
            </a:lvl1pPr>
          </a:lstStyle>
          <a:p>
            <a:r>
              <a:rPr lang="en-US"/>
              <a:t>Icon</a:t>
            </a:r>
          </a:p>
        </p:txBody>
      </p:sp>
      <p:sp>
        <p:nvSpPr>
          <p:cNvPr id="41" name="Picture Placeholder 9">
            <a:extLst>
              <a:ext uri="{FF2B5EF4-FFF2-40B4-BE49-F238E27FC236}">
                <a16:creationId xmlns:a16="http://schemas.microsoft.com/office/drawing/2014/main" id="{773CBB8A-601B-B68F-970A-8D6534F2D520}"/>
              </a:ext>
            </a:extLst>
          </p:cNvPr>
          <p:cNvSpPr>
            <a:spLocks noGrp="1"/>
          </p:cNvSpPr>
          <p:nvPr>
            <p:ph type="pic" sz="quarter" idx="39" hasCustomPrompt="1"/>
          </p:nvPr>
        </p:nvSpPr>
        <p:spPr>
          <a:xfrm>
            <a:off x="8131809" y="2006963"/>
            <a:ext cx="731520" cy="707662"/>
          </a:xfrm>
          <a:noFill/>
          <a:ln>
            <a:noFill/>
          </a:ln>
        </p:spPr>
        <p:txBody>
          <a:bodyPr tIns="411480" anchor="ctr">
            <a:normAutofit/>
          </a:bodyPr>
          <a:lstStyle>
            <a:lvl1pPr algn="ctr">
              <a:defRPr sz="1100">
                <a:solidFill>
                  <a:schemeClr val="tx1"/>
                </a:solidFill>
              </a:defRPr>
            </a:lvl1pPr>
          </a:lstStyle>
          <a:p>
            <a:r>
              <a:rPr lang="en-US"/>
              <a:t>Icon</a:t>
            </a:r>
          </a:p>
        </p:txBody>
      </p:sp>
      <p:sp>
        <p:nvSpPr>
          <p:cNvPr id="42" name="Picture Placeholder 9">
            <a:extLst>
              <a:ext uri="{FF2B5EF4-FFF2-40B4-BE49-F238E27FC236}">
                <a16:creationId xmlns:a16="http://schemas.microsoft.com/office/drawing/2014/main" id="{CDAB1DAD-1044-2753-ED1B-2F53ADC1F076}"/>
              </a:ext>
            </a:extLst>
          </p:cNvPr>
          <p:cNvSpPr>
            <a:spLocks noGrp="1"/>
          </p:cNvSpPr>
          <p:nvPr>
            <p:ph type="pic" sz="quarter" idx="40" hasCustomPrompt="1"/>
          </p:nvPr>
        </p:nvSpPr>
        <p:spPr>
          <a:xfrm>
            <a:off x="546100" y="4124325"/>
            <a:ext cx="731520" cy="730250"/>
          </a:xfrm>
          <a:noFill/>
          <a:ln>
            <a:noFill/>
          </a:ln>
        </p:spPr>
        <p:txBody>
          <a:bodyPr tIns="411480" anchor="ctr">
            <a:normAutofit/>
          </a:bodyPr>
          <a:lstStyle>
            <a:lvl1pPr algn="ctr">
              <a:defRPr sz="1100">
                <a:solidFill>
                  <a:schemeClr val="tx1"/>
                </a:solidFill>
              </a:defRPr>
            </a:lvl1pPr>
          </a:lstStyle>
          <a:p>
            <a:r>
              <a:rPr lang="en-US"/>
              <a:t>Icon</a:t>
            </a:r>
          </a:p>
        </p:txBody>
      </p:sp>
      <p:sp>
        <p:nvSpPr>
          <p:cNvPr id="43" name="Picture Placeholder 9">
            <a:extLst>
              <a:ext uri="{FF2B5EF4-FFF2-40B4-BE49-F238E27FC236}">
                <a16:creationId xmlns:a16="http://schemas.microsoft.com/office/drawing/2014/main" id="{8E533476-771C-C1A8-684B-5F369B8AD702}"/>
              </a:ext>
            </a:extLst>
          </p:cNvPr>
          <p:cNvSpPr>
            <a:spLocks noGrp="1"/>
          </p:cNvSpPr>
          <p:nvPr>
            <p:ph type="pic" sz="quarter" idx="41" hasCustomPrompt="1"/>
          </p:nvPr>
        </p:nvSpPr>
        <p:spPr>
          <a:xfrm>
            <a:off x="4335779" y="4124325"/>
            <a:ext cx="731520" cy="730250"/>
          </a:xfrm>
          <a:noFill/>
          <a:ln>
            <a:noFill/>
          </a:ln>
        </p:spPr>
        <p:txBody>
          <a:bodyPr tIns="411480" anchor="ctr">
            <a:normAutofit/>
          </a:bodyPr>
          <a:lstStyle>
            <a:lvl1pPr algn="ctr">
              <a:defRPr sz="1100">
                <a:solidFill>
                  <a:schemeClr val="tx1"/>
                </a:solidFill>
              </a:defRPr>
            </a:lvl1pPr>
          </a:lstStyle>
          <a:p>
            <a:r>
              <a:rPr lang="en-US"/>
              <a:t>Icon</a:t>
            </a:r>
          </a:p>
        </p:txBody>
      </p:sp>
      <p:sp>
        <p:nvSpPr>
          <p:cNvPr id="44" name="Picture Placeholder 9">
            <a:extLst>
              <a:ext uri="{FF2B5EF4-FFF2-40B4-BE49-F238E27FC236}">
                <a16:creationId xmlns:a16="http://schemas.microsoft.com/office/drawing/2014/main" id="{8229F8E0-54EB-CC61-EDE5-D49015E07E9D}"/>
              </a:ext>
            </a:extLst>
          </p:cNvPr>
          <p:cNvSpPr>
            <a:spLocks noGrp="1"/>
          </p:cNvSpPr>
          <p:nvPr>
            <p:ph type="pic" sz="quarter" idx="42" hasCustomPrompt="1"/>
          </p:nvPr>
        </p:nvSpPr>
        <p:spPr>
          <a:xfrm>
            <a:off x="8131809" y="4124325"/>
            <a:ext cx="731520" cy="730250"/>
          </a:xfrm>
          <a:noFill/>
          <a:ln>
            <a:noFill/>
          </a:ln>
        </p:spPr>
        <p:txBody>
          <a:bodyPr tIns="411480" anchor="ctr">
            <a:normAutofit/>
          </a:bodyPr>
          <a:lstStyle>
            <a:lvl1pPr algn="ctr">
              <a:defRPr sz="1100">
                <a:solidFill>
                  <a:schemeClr val="tx1"/>
                </a:solidFill>
              </a:defRPr>
            </a:lvl1pPr>
          </a:lstStyle>
          <a:p>
            <a:r>
              <a:rPr lang="en-US"/>
              <a:t>Icon</a:t>
            </a:r>
          </a:p>
        </p:txBody>
      </p:sp>
      <p:sp>
        <p:nvSpPr>
          <p:cNvPr id="4" name="Title 3">
            <a:extLst>
              <a:ext uri="{FF2B5EF4-FFF2-40B4-BE49-F238E27FC236}">
                <a16:creationId xmlns:a16="http://schemas.microsoft.com/office/drawing/2014/main" id="{38E069FA-BCFF-0525-82A8-9D43A0F7FFAD}"/>
              </a:ext>
            </a:extLst>
          </p:cNvPr>
          <p:cNvSpPr>
            <a:spLocks noGrp="1"/>
          </p:cNvSpPr>
          <p:nvPr>
            <p:ph type="title"/>
          </p:nvPr>
        </p:nvSpPr>
        <p:spPr/>
        <p:txBody>
          <a:bodyPr/>
          <a:lstStyle>
            <a:lvl1pPr>
              <a:defRPr>
                <a:solidFill>
                  <a:schemeClr val="bg1"/>
                </a:solidFill>
              </a:defRPr>
            </a:lvl1pPr>
          </a:lstStyle>
          <a:p>
            <a:r>
              <a:rPr lang="en-US"/>
              <a:t>Click to edit Master title style</a:t>
            </a:r>
          </a:p>
        </p:txBody>
      </p:sp>
      <p:sp>
        <p:nvSpPr>
          <p:cNvPr id="3" name="Freeform 5">
            <a:extLst>
              <a:ext uri="{FF2B5EF4-FFF2-40B4-BE49-F238E27FC236}">
                <a16:creationId xmlns:a16="http://schemas.microsoft.com/office/drawing/2014/main" id="{9770A17F-69E1-3883-06E4-BFC90C571285}"/>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3" name="Text Placeholder 10">
            <a:extLst>
              <a:ext uri="{FF2B5EF4-FFF2-40B4-BE49-F238E27FC236}">
                <a16:creationId xmlns:a16="http://schemas.microsoft.com/office/drawing/2014/main" id="{310489FA-6FE3-5196-57BA-4C39CF6D97C9}"/>
              </a:ext>
            </a:extLst>
          </p:cNvPr>
          <p:cNvSpPr>
            <a:spLocks noGrp="1"/>
          </p:cNvSpPr>
          <p:nvPr>
            <p:ph type="body" sz="quarter" idx="45"/>
          </p:nvPr>
        </p:nvSpPr>
        <p:spPr>
          <a:xfrm>
            <a:off x="548640" y="1127125"/>
            <a:ext cx="5442585"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15" name="Text Placeholder 15">
            <a:extLst>
              <a:ext uri="{FF2B5EF4-FFF2-40B4-BE49-F238E27FC236}">
                <a16:creationId xmlns:a16="http://schemas.microsoft.com/office/drawing/2014/main" id="{9BA8EFE1-927F-55D6-A4B0-B8DDF6AF954B}"/>
              </a:ext>
            </a:extLst>
          </p:cNvPr>
          <p:cNvSpPr>
            <a:spLocks noGrp="1"/>
          </p:cNvSpPr>
          <p:nvPr>
            <p:ph type="body" sz="quarter" idx="46"/>
          </p:nvPr>
        </p:nvSpPr>
        <p:spPr>
          <a:xfrm>
            <a:off x="546100" y="6019800"/>
            <a:ext cx="5445125"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20" name="Content Placeholder 32">
            <a:extLst>
              <a:ext uri="{FF2B5EF4-FFF2-40B4-BE49-F238E27FC236}">
                <a16:creationId xmlns:a16="http://schemas.microsoft.com/office/drawing/2014/main" id="{0C04A2DB-44E7-1779-7153-66AE7C17B9DA}"/>
              </a:ext>
            </a:extLst>
          </p:cNvPr>
          <p:cNvSpPr>
            <a:spLocks noGrp="1"/>
          </p:cNvSpPr>
          <p:nvPr>
            <p:ph sz="quarter" idx="49"/>
          </p:nvPr>
        </p:nvSpPr>
        <p:spPr>
          <a:xfrm>
            <a:off x="546100" y="2847975"/>
            <a:ext cx="3520440" cy="990598"/>
          </a:xfrm>
        </p:spPr>
        <p:txBody>
          <a:bodyPr/>
          <a:lstStyle>
            <a:lvl1pPr>
              <a:defRPr lang="en-US" sz="2000" b="0" i="0" kern="1200" dirty="0" smtClean="0">
                <a:solidFill>
                  <a:schemeClr val="tx2"/>
                </a:solidFill>
                <a:latin typeface="+mj-lt"/>
                <a:ea typeface="GT America Regular" charset="0"/>
                <a:cs typeface="GT America Regular" charset="0"/>
              </a:defRPr>
            </a:lvl1pPr>
          </a:lstStyle>
          <a:p>
            <a:pPr lvl="0"/>
            <a:r>
              <a:rPr lang="en-US"/>
              <a:t>Click to edit Master text styles</a:t>
            </a:r>
          </a:p>
          <a:p>
            <a:pPr lvl="1"/>
            <a:r>
              <a:rPr lang="en-US"/>
              <a:t>Second level</a:t>
            </a:r>
          </a:p>
          <a:p>
            <a:pPr lvl="2"/>
            <a:r>
              <a:rPr lang="en-US"/>
              <a:t>Third level</a:t>
            </a:r>
          </a:p>
        </p:txBody>
      </p:sp>
      <p:sp>
        <p:nvSpPr>
          <p:cNvPr id="24" name="Content Placeholder 15">
            <a:extLst>
              <a:ext uri="{FF2B5EF4-FFF2-40B4-BE49-F238E27FC236}">
                <a16:creationId xmlns:a16="http://schemas.microsoft.com/office/drawing/2014/main" id="{CF9DFE53-830B-1A4C-F472-E0E7B9624139}"/>
              </a:ext>
            </a:extLst>
          </p:cNvPr>
          <p:cNvSpPr>
            <a:spLocks noGrp="1"/>
          </p:cNvSpPr>
          <p:nvPr>
            <p:ph sz="quarter" idx="50"/>
          </p:nvPr>
        </p:nvSpPr>
        <p:spPr>
          <a:xfrm>
            <a:off x="4335779" y="2847975"/>
            <a:ext cx="3520440" cy="990598"/>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25" name="Content Placeholder 17">
            <a:extLst>
              <a:ext uri="{FF2B5EF4-FFF2-40B4-BE49-F238E27FC236}">
                <a16:creationId xmlns:a16="http://schemas.microsoft.com/office/drawing/2014/main" id="{9C6C9551-6B74-0885-811D-B5B985D52982}"/>
              </a:ext>
            </a:extLst>
          </p:cNvPr>
          <p:cNvSpPr>
            <a:spLocks noGrp="1"/>
          </p:cNvSpPr>
          <p:nvPr>
            <p:ph sz="quarter" idx="51"/>
          </p:nvPr>
        </p:nvSpPr>
        <p:spPr>
          <a:xfrm>
            <a:off x="8125460" y="2847975"/>
            <a:ext cx="3520440" cy="990600"/>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26" name="Content Placeholder 20">
            <a:extLst>
              <a:ext uri="{FF2B5EF4-FFF2-40B4-BE49-F238E27FC236}">
                <a16:creationId xmlns:a16="http://schemas.microsoft.com/office/drawing/2014/main" id="{2A0BC643-D0E4-E606-F236-457295E113C5}"/>
              </a:ext>
            </a:extLst>
          </p:cNvPr>
          <p:cNvSpPr>
            <a:spLocks noGrp="1"/>
          </p:cNvSpPr>
          <p:nvPr>
            <p:ph sz="quarter" idx="52"/>
          </p:nvPr>
        </p:nvSpPr>
        <p:spPr>
          <a:xfrm>
            <a:off x="546100" y="5003800"/>
            <a:ext cx="3529172" cy="1016000"/>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27" name="Content Placeholder 33">
            <a:extLst>
              <a:ext uri="{FF2B5EF4-FFF2-40B4-BE49-F238E27FC236}">
                <a16:creationId xmlns:a16="http://schemas.microsoft.com/office/drawing/2014/main" id="{A2615C15-0FEC-C591-F37F-CCD2AAD8F80C}"/>
              </a:ext>
            </a:extLst>
          </p:cNvPr>
          <p:cNvSpPr>
            <a:spLocks noGrp="1"/>
          </p:cNvSpPr>
          <p:nvPr>
            <p:ph sz="quarter" idx="53"/>
          </p:nvPr>
        </p:nvSpPr>
        <p:spPr>
          <a:xfrm>
            <a:off x="4335779" y="5003800"/>
            <a:ext cx="3520440" cy="1015999"/>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29" name="Content Placeholder 28">
            <a:extLst>
              <a:ext uri="{FF2B5EF4-FFF2-40B4-BE49-F238E27FC236}">
                <a16:creationId xmlns:a16="http://schemas.microsoft.com/office/drawing/2014/main" id="{9C9DFC81-DE9E-FF0E-B59B-9F9419556889}"/>
              </a:ext>
            </a:extLst>
          </p:cNvPr>
          <p:cNvSpPr>
            <a:spLocks noGrp="1"/>
          </p:cNvSpPr>
          <p:nvPr>
            <p:ph sz="quarter" idx="54"/>
          </p:nvPr>
        </p:nvSpPr>
        <p:spPr>
          <a:xfrm>
            <a:off x="8116726" y="5003800"/>
            <a:ext cx="3521237" cy="1016000"/>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grpSp>
        <p:nvGrpSpPr>
          <p:cNvPr id="2" name="Group 1">
            <a:extLst>
              <a:ext uri="{FF2B5EF4-FFF2-40B4-BE49-F238E27FC236}">
                <a16:creationId xmlns:a16="http://schemas.microsoft.com/office/drawing/2014/main" id="{BF855D37-451A-A814-0C17-369445433AE6}"/>
              </a:ext>
            </a:extLst>
          </p:cNvPr>
          <p:cNvGrpSpPr/>
          <p:nvPr userDrawn="1"/>
        </p:nvGrpSpPr>
        <p:grpSpPr>
          <a:xfrm>
            <a:off x="12356815" y="0"/>
            <a:ext cx="756834" cy="6872642"/>
            <a:chOff x="12356815" y="0"/>
            <a:chExt cx="756834" cy="6872642"/>
          </a:xfrm>
        </p:grpSpPr>
        <p:sp>
          <p:nvSpPr>
            <p:cNvPr id="5" name="Rectangle 4">
              <a:extLst>
                <a:ext uri="{FF2B5EF4-FFF2-40B4-BE49-F238E27FC236}">
                  <a16:creationId xmlns:a16="http://schemas.microsoft.com/office/drawing/2014/main" id="{CD4F1F01-8454-38F6-8D3B-0C98F3E75E1F}"/>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F7274A4C-30E1-574C-4667-3644372E721F}"/>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4E028A50-7B29-2422-1DD0-A2A9C6765FAE}"/>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1" name="Group 10">
              <a:extLst>
                <a:ext uri="{FF2B5EF4-FFF2-40B4-BE49-F238E27FC236}">
                  <a16:creationId xmlns:a16="http://schemas.microsoft.com/office/drawing/2014/main" id="{87BFE31F-D5EC-1F0A-E734-DADB3E34A852}"/>
                </a:ext>
              </a:extLst>
            </p:cNvPr>
            <p:cNvGrpSpPr/>
            <p:nvPr userDrawn="1"/>
          </p:nvGrpSpPr>
          <p:grpSpPr>
            <a:xfrm>
              <a:off x="12442019" y="3791214"/>
              <a:ext cx="382660" cy="2882942"/>
              <a:chOff x="14001569" y="3716048"/>
              <a:chExt cx="316248" cy="3171236"/>
            </a:xfrm>
          </p:grpSpPr>
          <p:sp>
            <p:nvSpPr>
              <p:cNvPr id="32" name="Rectangle 31">
                <a:extLst>
                  <a:ext uri="{FF2B5EF4-FFF2-40B4-BE49-F238E27FC236}">
                    <a16:creationId xmlns:a16="http://schemas.microsoft.com/office/drawing/2014/main" id="{FE981A5D-03A8-1F7C-888D-0D4DC2C0996D}"/>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542C99CC-C576-DC49-FA69-63B4DAEE2591}"/>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B39C9A65-54D7-DA44-D427-9552B7D16D7E}"/>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C530584C-0DB3-75AD-FAE7-2A4ECCE9BDA3}"/>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83E37567-B5C9-7260-C390-30D2BC44E48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3DA5FE33-8ACF-BFFB-000F-57BAE039C215}"/>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8B6774CB-9DAC-256A-A4CE-10B86752452F}"/>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5" name="Rectangle 44">
                <a:extLst>
                  <a:ext uri="{FF2B5EF4-FFF2-40B4-BE49-F238E27FC236}">
                    <a16:creationId xmlns:a16="http://schemas.microsoft.com/office/drawing/2014/main" id="{5E3A9168-4EEE-8EFB-C335-27A91C2EAA7F}"/>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6" name="Rectangle 45">
                <a:extLst>
                  <a:ext uri="{FF2B5EF4-FFF2-40B4-BE49-F238E27FC236}">
                    <a16:creationId xmlns:a16="http://schemas.microsoft.com/office/drawing/2014/main" id="{BDC26274-1E92-0A54-C79D-398EF7474DB2}"/>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7" name="Rectangle 46">
                <a:extLst>
                  <a:ext uri="{FF2B5EF4-FFF2-40B4-BE49-F238E27FC236}">
                    <a16:creationId xmlns:a16="http://schemas.microsoft.com/office/drawing/2014/main" id="{661C926A-A43D-DC3E-CFDF-42CA29BAA8A5}"/>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A5999CEE-F22B-94B1-2021-3CAD0C4AF1AB}"/>
                </a:ext>
              </a:extLst>
            </p:cNvPr>
            <p:cNvGrpSpPr/>
            <p:nvPr userDrawn="1"/>
          </p:nvGrpSpPr>
          <p:grpSpPr>
            <a:xfrm>
              <a:off x="12442019" y="198485"/>
              <a:ext cx="382660" cy="2882942"/>
              <a:chOff x="12742785" y="3716048"/>
              <a:chExt cx="316248" cy="3171236"/>
            </a:xfrm>
          </p:grpSpPr>
          <p:sp>
            <p:nvSpPr>
              <p:cNvPr id="16" name="Rectangle 15">
                <a:extLst>
                  <a:ext uri="{FF2B5EF4-FFF2-40B4-BE49-F238E27FC236}">
                    <a16:creationId xmlns:a16="http://schemas.microsoft.com/office/drawing/2014/main" id="{CF13E9EA-7D14-5837-D411-AF3C43CC7BED}"/>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499A4BF8-C20F-98C2-D623-75321F992F46}"/>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F4EE941A-BDE9-0AB3-85FF-81AA98FBC756}"/>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1B019714-7667-5459-2047-BD6973BDFB23}"/>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99A3C890-FB93-44DA-57B4-CDCE0DC60798}"/>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856A0FFC-FEFD-EF18-8CAC-33DB683C325E}"/>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D93F4400-D0A7-E6BA-5643-8382A9842558}"/>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EAE0CFD4-A0B3-D4EA-CF77-0CF4D14961EB}"/>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398CB572-5B48-5691-2E32-D330BCCCF06E}"/>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A56F8E14-F166-4A02-DB87-204EC52C6358}"/>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3BB27052-B9D8-01BF-B702-E7CC60692E97}"/>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8" name="TextBox 47">
            <a:extLst>
              <a:ext uri="{FF2B5EF4-FFF2-40B4-BE49-F238E27FC236}">
                <a16:creationId xmlns:a16="http://schemas.microsoft.com/office/drawing/2014/main" id="{B2091325-8528-E4F9-EA3E-71E7FF99B24D}"/>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417080135"/>
      </p:ext>
    </p:extLst>
  </p:cSld>
  <p:clrMapOvr>
    <a:masterClrMapping/>
  </p:clrMapOvr>
</p:sldLayout>
</file>

<file path=ppt/slideLayouts/slideLayout323.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F5D45E11-31A5-E3FC-391B-2853581FD0C8}"/>
              </a:ext>
            </a:extLst>
          </p:cNvPr>
          <p:cNvSpPr>
            <a:spLocks noGrp="1"/>
          </p:cNvSpPr>
          <p:nvPr>
            <p:ph type="ftr" sz="quarter" idx="11"/>
          </p:nvPr>
        </p:nvSpPr>
        <p:spPr/>
        <p:txBody>
          <a:bodyPr/>
          <a:lstStyle/>
          <a:p>
            <a:r>
              <a:rPr lang="en-US"/>
              <a:t>See slide 12 for instructions on how to update footer</a:t>
            </a:r>
          </a:p>
        </p:txBody>
      </p:sp>
      <p:sp>
        <p:nvSpPr>
          <p:cNvPr id="5" name="Slide Number Placeholder 4">
            <a:extLst>
              <a:ext uri="{FF2B5EF4-FFF2-40B4-BE49-F238E27FC236}">
                <a16:creationId xmlns:a16="http://schemas.microsoft.com/office/drawing/2014/main" id="{3601F7DF-30E1-D713-9FFA-757E3563DACB}"/>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9" name="Title 8">
            <a:extLst>
              <a:ext uri="{FF2B5EF4-FFF2-40B4-BE49-F238E27FC236}">
                <a16:creationId xmlns:a16="http://schemas.microsoft.com/office/drawing/2014/main" id="{32664483-5AC8-0F16-9C46-37836889B6E9}"/>
              </a:ext>
            </a:extLst>
          </p:cNvPr>
          <p:cNvSpPr>
            <a:spLocks noGrp="1"/>
          </p:cNvSpPr>
          <p:nvPr>
            <p:ph type="title"/>
          </p:nvPr>
        </p:nvSpPr>
        <p:spPr>
          <a:xfrm>
            <a:off x="546100" y="552450"/>
            <a:ext cx="11091861" cy="434975"/>
          </a:xfrm>
        </p:spPr>
        <p:txBody>
          <a:bodyPr/>
          <a:lstStyle/>
          <a:p>
            <a:r>
              <a:rPr lang="en-US"/>
              <a:t>Click to edit Master title style</a:t>
            </a:r>
          </a:p>
        </p:txBody>
      </p:sp>
      <p:sp>
        <p:nvSpPr>
          <p:cNvPr id="3" name="Freeform 5">
            <a:extLst>
              <a:ext uri="{FF2B5EF4-FFF2-40B4-BE49-F238E27FC236}">
                <a16:creationId xmlns:a16="http://schemas.microsoft.com/office/drawing/2014/main" id="{7FE8C2D7-70E3-CC7C-8803-9B39088A71F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4" name="Text Placeholder 10">
            <a:extLst>
              <a:ext uri="{FF2B5EF4-FFF2-40B4-BE49-F238E27FC236}">
                <a16:creationId xmlns:a16="http://schemas.microsoft.com/office/drawing/2014/main" id="{8D27C407-E192-03E9-638A-6586423552D1}"/>
              </a:ext>
            </a:extLst>
          </p:cNvPr>
          <p:cNvSpPr>
            <a:spLocks noGrp="1"/>
          </p:cNvSpPr>
          <p:nvPr>
            <p:ph type="body" sz="quarter" idx="45"/>
          </p:nvPr>
        </p:nvSpPr>
        <p:spPr>
          <a:xfrm>
            <a:off x="546100" y="1127125"/>
            <a:ext cx="1109186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5" name="Text Placeholder 15">
            <a:extLst>
              <a:ext uri="{FF2B5EF4-FFF2-40B4-BE49-F238E27FC236}">
                <a16:creationId xmlns:a16="http://schemas.microsoft.com/office/drawing/2014/main" id="{00C9B1A6-9BEE-5CDA-ABBB-81C99443866D}"/>
              </a:ext>
            </a:extLst>
          </p:cNvPr>
          <p:cNvSpPr>
            <a:spLocks noGrp="1"/>
          </p:cNvSpPr>
          <p:nvPr>
            <p:ph type="body" sz="quarter" idx="46"/>
          </p:nvPr>
        </p:nvSpPr>
        <p:spPr>
          <a:xfrm>
            <a:off x="546100" y="6019800"/>
            <a:ext cx="5445125"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grpSp>
        <p:nvGrpSpPr>
          <p:cNvPr id="92" name="Group 91">
            <a:extLst>
              <a:ext uri="{FF2B5EF4-FFF2-40B4-BE49-F238E27FC236}">
                <a16:creationId xmlns:a16="http://schemas.microsoft.com/office/drawing/2014/main" id="{0798617E-247E-2737-1739-69175F72DF00}"/>
              </a:ext>
            </a:extLst>
          </p:cNvPr>
          <p:cNvGrpSpPr/>
          <p:nvPr userDrawn="1"/>
        </p:nvGrpSpPr>
        <p:grpSpPr>
          <a:xfrm>
            <a:off x="12356815" y="0"/>
            <a:ext cx="756834" cy="6872642"/>
            <a:chOff x="12356815" y="0"/>
            <a:chExt cx="756834" cy="6872642"/>
          </a:xfrm>
        </p:grpSpPr>
        <p:sp>
          <p:nvSpPr>
            <p:cNvPr id="2" name="Rectangle 1">
              <a:extLst>
                <a:ext uri="{FF2B5EF4-FFF2-40B4-BE49-F238E27FC236}">
                  <a16:creationId xmlns:a16="http://schemas.microsoft.com/office/drawing/2014/main" id="{A8D8143E-0BF4-CD52-C859-DEEB4D250714}"/>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2" name="TextBox 51">
              <a:extLst>
                <a:ext uri="{FF2B5EF4-FFF2-40B4-BE49-F238E27FC236}">
                  <a16:creationId xmlns:a16="http://schemas.microsoft.com/office/drawing/2014/main" id="{BA12C94B-1B42-D761-2F94-3AE3FA3D0E4A}"/>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3" name="Rectangle 62">
              <a:extLst>
                <a:ext uri="{FF2B5EF4-FFF2-40B4-BE49-F238E27FC236}">
                  <a16:creationId xmlns:a16="http://schemas.microsoft.com/office/drawing/2014/main" id="{498A5541-0A28-FFA7-355E-523ACAA049C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69" name="Group 68">
              <a:extLst>
                <a:ext uri="{FF2B5EF4-FFF2-40B4-BE49-F238E27FC236}">
                  <a16:creationId xmlns:a16="http://schemas.microsoft.com/office/drawing/2014/main" id="{50161755-2B78-00C9-A75B-71F84182FE40}"/>
                </a:ext>
              </a:extLst>
            </p:cNvPr>
            <p:cNvGrpSpPr/>
            <p:nvPr userDrawn="1"/>
          </p:nvGrpSpPr>
          <p:grpSpPr>
            <a:xfrm>
              <a:off x="12442019" y="3791214"/>
              <a:ext cx="382660" cy="2882942"/>
              <a:chOff x="14001569" y="3716048"/>
              <a:chExt cx="316248" cy="3171236"/>
            </a:xfrm>
          </p:grpSpPr>
          <p:sp>
            <p:nvSpPr>
              <p:cNvPr id="70" name="Rectangle 69">
                <a:extLst>
                  <a:ext uri="{FF2B5EF4-FFF2-40B4-BE49-F238E27FC236}">
                    <a16:creationId xmlns:a16="http://schemas.microsoft.com/office/drawing/2014/main" id="{D1D05B16-0692-674D-48F8-AD7BBDD9B293}"/>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1" name="Rectangle 70">
                <a:extLst>
                  <a:ext uri="{FF2B5EF4-FFF2-40B4-BE49-F238E27FC236}">
                    <a16:creationId xmlns:a16="http://schemas.microsoft.com/office/drawing/2014/main" id="{1A9D4841-7275-B41A-4187-0A664F3AA979}"/>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2" name="Rectangle 71">
                <a:extLst>
                  <a:ext uri="{FF2B5EF4-FFF2-40B4-BE49-F238E27FC236}">
                    <a16:creationId xmlns:a16="http://schemas.microsoft.com/office/drawing/2014/main" id="{0E1B8A8B-4CC8-7EFB-4533-5C24C8463212}"/>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3" name="Rectangle 72">
                <a:extLst>
                  <a:ext uri="{FF2B5EF4-FFF2-40B4-BE49-F238E27FC236}">
                    <a16:creationId xmlns:a16="http://schemas.microsoft.com/office/drawing/2014/main" id="{81F22297-2327-1EDD-3468-BE9F9A29D15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4" name="Rectangle 73">
                <a:extLst>
                  <a:ext uri="{FF2B5EF4-FFF2-40B4-BE49-F238E27FC236}">
                    <a16:creationId xmlns:a16="http://schemas.microsoft.com/office/drawing/2014/main" id="{B93BF0BB-47B9-DE28-B1E2-8EEA2154770D}"/>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5" name="Rectangle 74">
                <a:extLst>
                  <a:ext uri="{FF2B5EF4-FFF2-40B4-BE49-F238E27FC236}">
                    <a16:creationId xmlns:a16="http://schemas.microsoft.com/office/drawing/2014/main" id="{E6568330-DF08-4678-3BE8-5BCE081D0716}"/>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6" name="Rectangle 75">
                <a:extLst>
                  <a:ext uri="{FF2B5EF4-FFF2-40B4-BE49-F238E27FC236}">
                    <a16:creationId xmlns:a16="http://schemas.microsoft.com/office/drawing/2014/main" id="{3EE71149-E1B3-38BE-6723-9A8827447536}"/>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7" name="Rectangle 76">
                <a:extLst>
                  <a:ext uri="{FF2B5EF4-FFF2-40B4-BE49-F238E27FC236}">
                    <a16:creationId xmlns:a16="http://schemas.microsoft.com/office/drawing/2014/main" id="{CE1A5062-78FB-0249-0CB3-520B18CF9784}"/>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8" name="Rectangle 77">
                <a:extLst>
                  <a:ext uri="{FF2B5EF4-FFF2-40B4-BE49-F238E27FC236}">
                    <a16:creationId xmlns:a16="http://schemas.microsoft.com/office/drawing/2014/main" id="{5223E46D-913A-A332-D764-8586F2A87AB4}"/>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9" name="Rectangle 78">
                <a:extLst>
                  <a:ext uri="{FF2B5EF4-FFF2-40B4-BE49-F238E27FC236}">
                    <a16:creationId xmlns:a16="http://schemas.microsoft.com/office/drawing/2014/main" id="{8678326D-3C78-1ABA-EBEC-B9421DFBFD4C}"/>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80" name="Group 79">
              <a:extLst>
                <a:ext uri="{FF2B5EF4-FFF2-40B4-BE49-F238E27FC236}">
                  <a16:creationId xmlns:a16="http://schemas.microsoft.com/office/drawing/2014/main" id="{7DB46327-FEE7-18F9-8FD7-AEC19B997B21}"/>
                </a:ext>
              </a:extLst>
            </p:cNvPr>
            <p:cNvGrpSpPr/>
            <p:nvPr userDrawn="1"/>
          </p:nvGrpSpPr>
          <p:grpSpPr>
            <a:xfrm>
              <a:off x="12442019" y="198485"/>
              <a:ext cx="382660" cy="2882942"/>
              <a:chOff x="12742785" y="3716048"/>
              <a:chExt cx="316248" cy="3171236"/>
            </a:xfrm>
          </p:grpSpPr>
          <p:sp>
            <p:nvSpPr>
              <p:cNvPr id="81" name="Rectangle 80">
                <a:extLst>
                  <a:ext uri="{FF2B5EF4-FFF2-40B4-BE49-F238E27FC236}">
                    <a16:creationId xmlns:a16="http://schemas.microsoft.com/office/drawing/2014/main" id="{6CAA87FF-3BB2-967F-E898-BBC4F9AA9420}"/>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2" name="Rectangle 81">
                <a:extLst>
                  <a:ext uri="{FF2B5EF4-FFF2-40B4-BE49-F238E27FC236}">
                    <a16:creationId xmlns:a16="http://schemas.microsoft.com/office/drawing/2014/main" id="{829950E0-9E32-A623-6377-1984A86CDBF3}"/>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3" name="Rectangle 82">
                <a:extLst>
                  <a:ext uri="{FF2B5EF4-FFF2-40B4-BE49-F238E27FC236}">
                    <a16:creationId xmlns:a16="http://schemas.microsoft.com/office/drawing/2014/main" id="{C111E6D3-A976-FCC9-AC3D-53A6EB9EC123}"/>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4" name="Rectangle 83">
                <a:extLst>
                  <a:ext uri="{FF2B5EF4-FFF2-40B4-BE49-F238E27FC236}">
                    <a16:creationId xmlns:a16="http://schemas.microsoft.com/office/drawing/2014/main" id="{95E39AE0-5FBF-4BBB-D0B7-B23C3E2455E7}"/>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5" name="Rectangle 84">
                <a:extLst>
                  <a:ext uri="{FF2B5EF4-FFF2-40B4-BE49-F238E27FC236}">
                    <a16:creationId xmlns:a16="http://schemas.microsoft.com/office/drawing/2014/main" id="{48E227D5-94D4-A7B8-6F39-12A9F21F3F2A}"/>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6" name="Rectangle 85">
                <a:extLst>
                  <a:ext uri="{FF2B5EF4-FFF2-40B4-BE49-F238E27FC236}">
                    <a16:creationId xmlns:a16="http://schemas.microsoft.com/office/drawing/2014/main" id="{600ACCB4-2A91-F351-642E-091D959D8464}"/>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7" name="Rectangle 86">
                <a:extLst>
                  <a:ext uri="{FF2B5EF4-FFF2-40B4-BE49-F238E27FC236}">
                    <a16:creationId xmlns:a16="http://schemas.microsoft.com/office/drawing/2014/main" id="{A99970AD-31CA-2616-FF28-2D85AAA1ABC7}"/>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8" name="Rectangle 87">
                <a:extLst>
                  <a:ext uri="{FF2B5EF4-FFF2-40B4-BE49-F238E27FC236}">
                    <a16:creationId xmlns:a16="http://schemas.microsoft.com/office/drawing/2014/main" id="{215D475B-6249-D0E4-65BC-263409A02A19}"/>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9" name="Rectangle 88">
                <a:extLst>
                  <a:ext uri="{FF2B5EF4-FFF2-40B4-BE49-F238E27FC236}">
                    <a16:creationId xmlns:a16="http://schemas.microsoft.com/office/drawing/2014/main" id="{BB424193-F5EB-A39E-341D-C3FB693413E4}"/>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90" name="Rectangle 89">
                <a:extLst>
                  <a:ext uri="{FF2B5EF4-FFF2-40B4-BE49-F238E27FC236}">
                    <a16:creationId xmlns:a16="http://schemas.microsoft.com/office/drawing/2014/main" id="{B49D944C-BABD-9DE1-EE74-B55D21E2F0E1}"/>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91" name="TextBox 90">
              <a:extLst>
                <a:ext uri="{FF2B5EF4-FFF2-40B4-BE49-F238E27FC236}">
                  <a16:creationId xmlns:a16="http://schemas.microsoft.com/office/drawing/2014/main" id="{D4AC6DEF-4491-37A4-C6BB-02578725D591}"/>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128" name="TextBox 127">
            <a:extLst>
              <a:ext uri="{FF2B5EF4-FFF2-40B4-BE49-F238E27FC236}">
                <a16:creationId xmlns:a16="http://schemas.microsoft.com/office/drawing/2014/main" id="{D2DB175A-FFD0-4856-7479-6B34D879AE38}"/>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830909507"/>
      </p:ext>
    </p:extLst>
  </p:cSld>
  <p:clrMapOvr>
    <a:masterClrMapping/>
  </p:clrMapOvr>
</p:sldLayout>
</file>

<file path=ppt/slideLayouts/slideLayout324.xml><?xml version="1.0" encoding="utf-8"?>
<p:sldLayout xmlns:a="http://schemas.openxmlformats.org/drawingml/2006/main" xmlns:r="http://schemas.openxmlformats.org/officeDocument/2006/relationships" xmlns:p="http://schemas.openxmlformats.org/presentationml/2006/main" preserve="1" userDrawn="1">
  <p:cSld name="Title Only - 2/3 - Content">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1358A6F4-B333-A552-568A-94CF983B89AB}"/>
              </a:ext>
            </a:extLst>
          </p:cNvPr>
          <p:cNvSpPr/>
          <p:nvPr userDrawn="1"/>
        </p:nvSpPr>
        <p:spPr>
          <a:xfrm>
            <a:off x="4060168" y="0"/>
            <a:ext cx="8131831" cy="6858000"/>
          </a:xfrm>
          <a:prstGeom prst="rect">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4" name="Footer Placeholder 3">
            <a:extLst>
              <a:ext uri="{FF2B5EF4-FFF2-40B4-BE49-F238E27FC236}">
                <a16:creationId xmlns:a16="http://schemas.microsoft.com/office/drawing/2014/main" id="{F5D45E11-31A5-E3FC-391B-2853581FD0C8}"/>
              </a:ext>
            </a:extLst>
          </p:cNvPr>
          <p:cNvSpPr>
            <a:spLocks noGrp="1"/>
          </p:cNvSpPr>
          <p:nvPr>
            <p:ph type="ftr" sz="quarter" idx="11"/>
          </p:nvPr>
        </p:nvSpPr>
        <p:spPr/>
        <p:txBody>
          <a:bodyPr/>
          <a:lstStyle/>
          <a:p>
            <a:r>
              <a:rPr lang="en-US"/>
              <a:t>See slide 12 for instructions on how to update footer</a:t>
            </a:r>
          </a:p>
        </p:txBody>
      </p:sp>
      <p:sp>
        <p:nvSpPr>
          <p:cNvPr id="5" name="Slide Number Placeholder 4">
            <a:extLst>
              <a:ext uri="{FF2B5EF4-FFF2-40B4-BE49-F238E27FC236}">
                <a16:creationId xmlns:a16="http://schemas.microsoft.com/office/drawing/2014/main" id="{3601F7DF-30E1-D713-9FFA-757E3563DACB}"/>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9" name="Title 8">
            <a:extLst>
              <a:ext uri="{FF2B5EF4-FFF2-40B4-BE49-F238E27FC236}">
                <a16:creationId xmlns:a16="http://schemas.microsoft.com/office/drawing/2014/main" id="{32664483-5AC8-0F16-9C46-37836889B6E9}"/>
              </a:ext>
            </a:extLst>
          </p:cNvPr>
          <p:cNvSpPr>
            <a:spLocks noGrp="1"/>
          </p:cNvSpPr>
          <p:nvPr>
            <p:ph type="title"/>
          </p:nvPr>
        </p:nvSpPr>
        <p:spPr>
          <a:xfrm>
            <a:off x="546101" y="552450"/>
            <a:ext cx="3349252" cy="434975"/>
          </a:xfrm>
        </p:spPr>
        <p:txBody>
          <a:bodyPr/>
          <a:lstStyle/>
          <a:p>
            <a:r>
              <a:rPr lang="en-US"/>
              <a:t>Click to edit Master title style</a:t>
            </a:r>
          </a:p>
        </p:txBody>
      </p:sp>
      <p:sp>
        <p:nvSpPr>
          <p:cNvPr id="3" name="Freeform 5">
            <a:extLst>
              <a:ext uri="{FF2B5EF4-FFF2-40B4-BE49-F238E27FC236}">
                <a16:creationId xmlns:a16="http://schemas.microsoft.com/office/drawing/2014/main" id="{7FE8C2D7-70E3-CC7C-8803-9B39088A71F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4" name="Text Placeholder 10">
            <a:extLst>
              <a:ext uri="{FF2B5EF4-FFF2-40B4-BE49-F238E27FC236}">
                <a16:creationId xmlns:a16="http://schemas.microsoft.com/office/drawing/2014/main" id="{8D27C407-E192-03E9-638A-6586423552D1}"/>
              </a:ext>
            </a:extLst>
          </p:cNvPr>
          <p:cNvSpPr>
            <a:spLocks noGrp="1"/>
          </p:cNvSpPr>
          <p:nvPr>
            <p:ph type="body" sz="quarter" idx="45"/>
          </p:nvPr>
        </p:nvSpPr>
        <p:spPr>
          <a:xfrm>
            <a:off x="546100" y="1127125"/>
            <a:ext cx="334925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5" name="Text Placeholder 15">
            <a:extLst>
              <a:ext uri="{FF2B5EF4-FFF2-40B4-BE49-F238E27FC236}">
                <a16:creationId xmlns:a16="http://schemas.microsoft.com/office/drawing/2014/main" id="{00C9B1A6-9BEE-5CDA-ABBB-81C99443866D}"/>
              </a:ext>
            </a:extLst>
          </p:cNvPr>
          <p:cNvSpPr>
            <a:spLocks noGrp="1"/>
          </p:cNvSpPr>
          <p:nvPr>
            <p:ph type="body" sz="quarter" idx="46"/>
          </p:nvPr>
        </p:nvSpPr>
        <p:spPr>
          <a:xfrm>
            <a:off x="546101" y="6019800"/>
            <a:ext cx="3349252"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grpSp>
        <p:nvGrpSpPr>
          <p:cNvPr id="92" name="Group 91">
            <a:extLst>
              <a:ext uri="{FF2B5EF4-FFF2-40B4-BE49-F238E27FC236}">
                <a16:creationId xmlns:a16="http://schemas.microsoft.com/office/drawing/2014/main" id="{0798617E-247E-2737-1739-69175F72DF00}"/>
              </a:ext>
            </a:extLst>
          </p:cNvPr>
          <p:cNvGrpSpPr/>
          <p:nvPr userDrawn="1"/>
        </p:nvGrpSpPr>
        <p:grpSpPr>
          <a:xfrm>
            <a:off x="12356815" y="0"/>
            <a:ext cx="756834" cy="6872642"/>
            <a:chOff x="12356815" y="0"/>
            <a:chExt cx="756834" cy="6872642"/>
          </a:xfrm>
        </p:grpSpPr>
        <p:sp>
          <p:nvSpPr>
            <p:cNvPr id="2" name="Rectangle 1">
              <a:extLst>
                <a:ext uri="{FF2B5EF4-FFF2-40B4-BE49-F238E27FC236}">
                  <a16:creationId xmlns:a16="http://schemas.microsoft.com/office/drawing/2014/main" id="{A8D8143E-0BF4-CD52-C859-DEEB4D250714}"/>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2" name="TextBox 51">
              <a:extLst>
                <a:ext uri="{FF2B5EF4-FFF2-40B4-BE49-F238E27FC236}">
                  <a16:creationId xmlns:a16="http://schemas.microsoft.com/office/drawing/2014/main" id="{BA12C94B-1B42-D761-2F94-3AE3FA3D0E4A}"/>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3" name="Rectangle 62">
              <a:extLst>
                <a:ext uri="{FF2B5EF4-FFF2-40B4-BE49-F238E27FC236}">
                  <a16:creationId xmlns:a16="http://schemas.microsoft.com/office/drawing/2014/main" id="{498A5541-0A28-FFA7-355E-523ACAA049C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69" name="Group 68">
              <a:extLst>
                <a:ext uri="{FF2B5EF4-FFF2-40B4-BE49-F238E27FC236}">
                  <a16:creationId xmlns:a16="http://schemas.microsoft.com/office/drawing/2014/main" id="{50161755-2B78-00C9-A75B-71F84182FE40}"/>
                </a:ext>
              </a:extLst>
            </p:cNvPr>
            <p:cNvGrpSpPr/>
            <p:nvPr userDrawn="1"/>
          </p:nvGrpSpPr>
          <p:grpSpPr>
            <a:xfrm>
              <a:off x="12442019" y="3791214"/>
              <a:ext cx="382660" cy="2882942"/>
              <a:chOff x="14001569" y="3716048"/>
              <a:chExt cx="316248" cy="3171236"/>
            </a:xfrm>
          </p:grpSpPr>
          <p:sp>
            <p:nvSpPr>
              <p:cNvPr id="70" name="Rectangle 69">
                <a:extLst>
                  <a:ext uri="{FF2B5EF4-FFF2-40B4-BE49-F238E27FC236}">
                    <a16:creationId xmlns:a16="http://schemas.microsoft.com/office/drawing/2014/main" id="{D1D05B16-0692-674D-48F8-AD7BBDD9B293}"/>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1" name="Rectangle 70">
                <a:extLst>
                  <a:ext uri="{FF2B5EF4-FFF2-40B4-BE49-F238E27FC236}">
                    <a16:creationId xmlns:a16="http://schemas.microsoft.com/office/drawing/2014/main" id="{1A9D4841-7275-B41A-4187-0A664F3AA979}"/>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2" name="Rectangle 71">
                <a:extLst>
                  <a:ext uri="{FF2B5EF4-FFF2-40B4-BE49-F238E27FC236}">
                    <a16:creationId xmlns:a16="http://schemas.microsoft.com/office/drawing/2014/main" id="{0E1B8A8B-4CC8-7EFB-4533-5C24C8463212}"/>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3" name="Rectangle 72">
                <a:extLst>
                  <a:ext uri="{FF2B5EF4-FFF2-40B4-BE49-F238E27FC236}">
                    <a16:creationId xmlns:a16="http://schemas.microsoft.com/office/drawing/2014/main" id="{81F22297-2327-1EDD-3468-BE9F9A29D15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4" name="Rectangle 73">
                <a:extLst>
                  <a:ext uri="{FF2B5EF4-FFF2-40B4-BE49-F238E27FC236}">
                    <a16:creationId xmlns:a16="http://schemas.microsoft.com/office/drawing/2014/main" id="{B93BF0BB-47B9-DE28-B1E2-8EEA2154770D}"/>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5" name="Rectangle 74">
                <a:extLst>
                  <a:ext uri="{FF2B5EF4-FFF2-40B4-BE49-F238E27FC236}">
                    <a16:creationId xmlns:a16="http://schemas.microsoft.com/office/drawing/2014/main" id="{E6568330-DF08-4678-3BE8-5BCE081D0716}"/>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6" name="Rectangle 75">
                <a:extLst>
                  <a:ext uri="{FF2B5EF4-FFF2-40B4-BE49-F238E27FC236}">
                    <a16:creationId xmlns:a16="http://schemas.microsoft.com/office/drawing/2014/main" id="{3EE71149-E1B3-38BE-6723-9A8827447536}"/>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7" name="Rectangle 76">
                <a:extLst>
                  <a:ext uri="{FF2B5EF4-FFF2-40B4-BE49-F238E27FC236}">
                    <a16:creationId xmlns:a16="http://schemas.microsoft.com/office/drawing/2014/main" id="{CE1A5062-78FB-0249-0CB3-520B18CF9784}"/>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8" name="Rectangle 77">
                <a:extLst>
                  <a:ext uri="{FF2B5EF4-FFF2-40B4-BE49-F238E27FC236}">
                    <a16:creationId xmlns:a16="http://schemas.microsoft.com/office/drawing/2014/main" id="{5223E46D-913A-A332-D764-8586F2A87AB4}"/>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9" name="Rectangle 78">
                <a:extLst>
                  <a:ext uri="{FF2B5EF4-FFF2-40B4-BE49-F238E27FC236}">
                    <a16:creationId xmlns:a16="http://schemas.microsoft.com/office/drawing/2014/main" id="{8678326D-3C78-1ABA-EBEC-B9421DFBFD4C}"/>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80" name="Group 79">
              <a:extLst>
                <a:ext uri="{FF2B5EF4-FFF2-40B4-BE49-F238E27FC236}">
                  <a16:creationId xmlns:a16="http://schemas.microsoft.com/office/drawing/2014/main" id="{7DB46327-FEE7-18F9-8FD7-AEC19B997B21}"/>
                </a:ext>
              </a:extLst>
            </p:cNvPr>
            <p:cNvGrpSpPr/>
            <p:nvPr userDrawn="1"/>
          </p:nvGrpSpPr>
          <p:grpSpPr>
            <a:xfrm>
              <a:off x="12442019" y="198485"/>
              <a:ext cx="382660" cy="2882942"/>
              <a:chOff x="12742785" y="3716048"/>
              <a:chExt cx="316248" cy="3171236"/>
            </a:xfrm>
          </p:grpSpPr>
          <p:sp>
            <p:nvSpPr>
              <p:cNvPr id="81" name="Rectangle 80">
                <a:extLst>
                  <a:ext uri="{FF2B5EF4-FFF2-40B4-BE49-F238E27FC236}">
                    <a16:creationId xmlns:a16="http://schemas.microsoft.com/office/drawing/2014/main" id="{6CAA87FF-3BB2-967F-E898-BBC4F9AA9420}"/>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2" name="Rectangle 81">
                <a:extLst>
                  <a:ext uri="{FF2B5EF4-FFF2-40B4-BE49-F238E27FC236}">
                    <a16:creationId xmlns:a16="http://schemas.microsoft.com/office/drawing/2014/main" id="{829950E0-9E32-A623-6377-1984A86CDBF3}"/>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3" name="Rectangle 82">
                <a:extLst>
                  <a:ext uri="{FF2B5EF4-FFF2-40B4-BE49-F238E27FC236}">
                    <a16:creationId xmlns:a16="http://schemas.microsoft.com/office/drawing/2014/main" id="{C111E6D3-A976-FCC9-AC3D-53A6EB9EC123}"/>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4" name="Rectangle 83">
                <a:extLst>
                  <a:ext uri="{FF2B5EF4-FFF2-40B4-BE49-F238E27FC236}">
                    <a16:creationId xmlns:a16="http://schemas.microsoft.com/office/drawing/2014/main" id="{95E39AE0-5FBF-4BBB-D0B7-B23C3E2455E7}"/>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5" name="Rectangle 84">
                <a:extLst>
                  <a:ext uri="{FF2B5EF4-FFF2-40B4-BE49-F238E27FC236}">
                    <a16:creationId xmlns:a16="http://schemas.microsoft.com/office/drawing/2014/main" id="{48E227D5-94D4-A7B8-6F39-12A9F21F3F2A}"/>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6" name="Rectangle 85">
                <a:extLst>
                  <a:ext uri="{FF2B5EF4-FFF2-40B4-BE49-F238E27FC236}">
                    <a16:creationId xmlns:a16="http://schemas.microsoft.com/office/drawing/2014/main" id="{600ACCB4-2A91-F351-642E-091D959D8464}"/>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7" name="Rectangle 86">
                <a:extLst>
                  <a:ext uri="{FF2B5EF4-FFF2-40B4-BE49-F238E27FC236}">
                    <a16:creationId xmlns:a16="http://schemas.microsoft.com/office/drawing/2014/main" id="{A99970AD-31CA-2616-FF28-2D85AAA1ABC7}"/>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8" name="Rectangle 87">
                <a:extLst>
                  <a:ext uri="{FF2B5EF4-FFF2-40B4-BE49-F238E27FC236}">
                    <a16:creationId xmlns:a16="http://schemas.microsoft.com/office/drawing/2014/main" id="{215D475B-6249-D0E4-65BC-263409A02A19}"/>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9" name="Rectangle 88">
                <a:extLst>
                  <a:ext uri="{FF2B5EF4-FFF2-40B4-BE49-F238E27FC236}">
                    <a16:creationId xmlns:a16="http://schemas.microsoft.com/office/drawing/2014/main" id="{BB424193-F5EB-A39E-341D-C3FB693413E4}"/>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90" name="Rectangle 89">
                <a:extLst>
                  <a:ext uri="{FF2B5EF4-FFF2-40B4-BE49-F238E27FC236}">
                    <a16:creationId xmlns:a16="http://schemas.microsoft.com/office/drawing/2014/main" id="{B49D944C-BABD-9DE1-EE74-B55D21E2F0E1}"/>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91" name="TextBox 90">
              <a:extLst>
                <a:ext uri="{FF2B5EF4-FFF2-40B4-BE49-F238E27FC236}">
                  <a16:creationId xmlns:a16="http://schemas.microsoft.com/office/drawing/2014/main" id="{D4AC6DEF-4491-37A4-C6BB-02578725D591}"/>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128" name="TextBox 127">
            <a:extLst>
              <a:ext uri="{FF2B5EF4-FFF2-40B4-BE49-F238E27FC236}">
                <a16:creationId xmlns:a16="http://schemas.microsoft.com/office/drawing/2014/main" id="{D2DB175A-FFD0-4856-7479-6B34D879AE38}"/>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74292130"/>
      </p:ext>
    </p:extLst>
  </p:cSld>
  <p:clrMapOvr>
    <a:masterClrMapping/>
  </p:clrMapOvr>
</p:sldLayout>
</file>

<file path=ppt/slideLayouts/slideLayout325.xml><?xml version="1.0" encoding="utf-8"?>
<p:sldLayout xmlns:a="http://schemas.openxmlformats.org/drawingml/2006/main" xmlns:r="http://schemas.openxmlformats.org/officeDocument/2006/relationships" xmlns:p="http://schemas.openxmlformats.org/presentationml/2006/main" preserve="1" userDrawn="1">
  <p:cSld name="Title Only - 2/3 - Content Dark">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1358A6F4-B333-A552-568A-94CF983B89AB}"/>
              </a:ext>
            </a:extLst>
          </p:cNvPr>
          <p:cNvSpPr/>
          <p:nvPr userDrawn="1"/>
        </p:nvSpPr>
        <p:spPr>
          <a:xfrm>
            <a:off x="4060168" y="0"/>
            <a:ext cx="8131831" cy="6858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4" name="Footer Placeholder 3">
            <a:extLst>
              <a:ext uri="{FF2B5EF4-FFF2-40B4-BE49-F238E27FC236}">
                <a16:creationId xmlns:a16="http://schemas.microsoft.com/office/drawing/2014/main" id="{F5D45E11-31A5-E3FC-391B-2853581FD0C8}"/>
              </a:ext>
            </a:extLst>
          </p:cNvPr>
          <p:cNvSpPr>
            <a:spLocks noGrp="1"/>
          </p:cNvSpPr>
          <p:nvPr>
            <p:ph type="ftr" sz="quarter" idx="11"/>
          </p:nvPr>
        </p:nvSpPr>
        <p:spPr/>
        <p:txBody>
          <a:bodyPr/>
          <a:lstStyle>
            <a:lvl1pPr>
              <a:defRPr>
                <a:solidFill>
                  <a:schemeClr val="bg1"/>
                </a:solidFill>
              </a:defRPr>
            </a:lvl1pPr>
          </a:lstStyle>
          <a:p>
            <a:r>
              <a:rPr lang="en-US"/>
              <a:t>See slide 12 for instructions on how to update footer</a:t>
            </a:r>
          </a:p>
        </p:txBody>
      </p:sp>
      <p:sp>
        <p:nvSpPr>
          <p:cNvPr id="5" name="Slide Number Placeholder 4">
            <a:extLst>
              <a:ext uri="{FF2B5EF4-FFF2-40B4-BE49-F238E27FC236}">
                <a16:creationId xmlns:a16="http://schemas.microsoft.com/office/drawing/2014/main" id="{3601F7DF-30E1-D713-9FFA-757E3563DACB}"/>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9" name="Title 8">
            <a:extLst>
              <a:ext uri="{FF2B5EF4-FFF2-40B4-BE49-F238E27FC236}">
                <a16:creationId xmlns:a16="http://schemas.microsoft.com/office/drawing/2014/main" id="{32664483-5AC8-0F16-9C46-37836889B6E9}"/>
              </a:ext>
            </a:extLst>
          </p:cNvPr>
          <p:cNvSpPr>
            <a:spLocks noGrp="1"/>
          </p:cNvSpPr>
          <p:nvPr>
            <p:ph type="title"/>
          </p:nvPr>
        </p:nvSpPr>
        <p:spPr>
          <a:xfrm>
            <a:off x="546101" y="552450"/>
            <a:ext cx="3349252" cy="434975"/>
          </a:xfrm>
        </p:spPr>
        <p:txBody>
          <a:bodyPr/>
          <a:lstStyle/>
          <a:p>
            <a:r>
              <a:rPr lang="en-US"/>
              <a:t>Click to edit Master title style</a:t>
            </a:r>
          </a:p>
        </p:txBody>
      </p:sp>
      <p:sp>
        <p:nvSpPr>
          <p:cNvPr id="3" name="Freeform 5">
            <a:extLst>
              <a:ext uri="{FF2B5EF4-FFF2-40B4-BE49-F238E27FC236}">
                <a16:creationId xmlns:a16="http://schemas.microsoft.com/office/drawing/2014/main" id="{7FE8C2D7-70E3-CC7C-8803-9B39088A71F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4" name="Text Placeholder 10">
            <a:extLst>
              <a:ext uri="{FF2B5EF4-FFF2-40B4-BE49-F238E27FC236}">
                <a16:creationId xmlns:a16="http://schemas.microsoft.com/office/drawing/2014/main" id="{8D27C407-E192-03E9-638A-6586423552D1}"/>
              </a:ext>
            </a:extLst>
          </p:cNvPr>
          <p:cNvSpPr>
            <a:spLocks noGrp="1"/>
          </p:cNvSpPr>
          <p:nvPr>
            <p:ph type="body" sz="quarter" idx="45"/>
          </p:nvPr>
        </p:nvSpPr>
        <p:spPr>
          <a:xfrm>
            <a:off x="546100" y="1127125"/>
            <a:ext cx="334925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5" name="Text Placeholder 15">
            <a:extLst>
              <a:ext uri="{FF2B5EF4-FFF2-40B4-BE49-F238E27FC236}">
                <a16:creationId xmlns:a16="http://schemas.microsoft.com/office/drawing/2014/main" id="{00C9B1A6-9BEE-5CDA-ABBB-81C99443866D}"/>
              </a:ext>
            </a:extLst>
          </p:cNvPr>
          <p:cNvSpPr>
            <a:spLocks noGrp="1"/>
          </p:cNvSpPr>
          <p:nvPr>
            <p:ph type="body" sz="quarter" idx="46"/>
          </p:nvPr>
        </p:nvSpPr>
        <p:spPr>
          <a:xfrm>
            <a:off x="546101" y="6019800"/>
            <a:ext cx="3349252"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grpSp>
        <p:nvGrpSpPr>
          <p:cNvPr id="92" name="Group 91">
            <a:extLst>
              <a:ext uri="{FF2B5EF4-FFF2-40B4-BE49-F238E27FC236}">
                <a16:creationId xmlns:a16="http://schemas.microsoft.com/office/drawing/2014/main" id="{0798617E-247E-2737-1739-69175F72DF00}"/>
              </a:ext>
            </a:extLst>
          </p:cNvPr>
          <p:cNvGrpSpPr/>
          <p:nvPr userDrawn="1"/>
        </p:nvGrpSpPr>
        <p:grpSpPr>
          <a:xfrm>
            <a:off x="12356815" y="0"/>
            <a:ext cx="756834" cy="6872642"/>
            <a:chOff x="12356815" y="0"/>
            <a:chExt cx="756834" cy="6872642"/>
          </a:xfrm>
        </p:grpSpPr>
        <p:sp>
          <p:nvSpPr>
            <p:cNvPr id="2" name="Rectangle 1">
              <a:extLst>
                <a:ext uri="{FF2B5EF4-FFF2-40B4-BE49-F238E27FC236}">
                  <a16:creationId xmlns:a16="http://schemas.microsoft.com/office/drawing/2014/main" id="{A8D8143E-0BF4-CD52-C859-DEEB4D250714}"/>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2" name="TextBox 51">
              <a:extLst>
                <a:ext uri="{FF2B5EF4-FFF2-40B4-BE49-F238E27FC236}">
                  <a16:creationId xmlns:a16="http://schemas.microsoft.com/office/drawing/2014/main" id="{BA12C94B-1B42-D761-2F94-3AE3FA3D0E4A}"/>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3" name="Rectangle 62">
              <a:extLst>
                <a:ext uri="{FF2B5EF4-FFF2-40B4-BE49-F238E27FC236}">
                  <a16:creationId xmlns:a16="http://schemas.microsoft.com/office/drawing/2014/main" id="{498A5541-0A28-FFA7-355E-523ACAA049C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69" name="Group 68">
              <a:extLst>
                <a:ext uri="{FF2B5EF4-FFF2-40B4-BE49-F238E27FC236}">
                  <a16:creationId xmlns:a16="http://schemas.microsoft.com/office/drawing/2014/main" id="{50161755-2B78-00C9-A75B-71F84182FE40}"/>
                </a:ext>
              </a:extLst>
            </p:cNvPr>
            <p:cNvGrpSpPr/>
            <p:nvPr userDrawn="1"/>
          </p:nvGrpSpPr>
          <p:grpSpPr>
            <a:xfrm>
              <a:off x="12442019" y="3791214"/>
              <a:ext cx="382660" cy="2882942"/>
              <a:chOff x="14001569" y="3716048"/>
              <a:chExt cx="316248" cy="3171236"/>
            </a:xfrm>
          </p:grpSpPr>
          <p:sp>
            <p:nvSpPr>
              <p:cNvPr id="70" name="Rectangle 69">
                <a:extLst>
                  <a:ext uri="{FF2B5EF4-FFF2-40B4-BE49-F238E27FC236}">
                    <a16:creationId xmlns:a16="http://schemas.microsoft.com/office/drawing/2014/main" id="{D1D05B16-0692-674D-48F8-AD7BBDD9B293}"/>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1" name="Rectangle 70">
                <a:extLst>
                  <a:ext uri="{FF2B5EF4-FFF2-40B4-BE49-F238E27FC236}">
                    <a16:creationId xmlns:a16="http://schemas.microsoft.com/office/drawing/2014/main" id="{1A9D4841-7275-B41A-4187-0A664F3AA979}"/>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2" name="Rectangle 71">
                <a:extLst>
                  <a:ext uri="{FF2B5EF4-FFF2-40B4-BE49-F238E27FC236}">
                    <a16:creationId xmlns:a16="http://schemas.microsoft.com/office/drawing/2014/main" id="{0E1B8A8B-4CC8-7EFB-4533-5C24C8463212}"/>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3" name="Rectangle 72">
                <a:extLst>
                  <a:ext uri="{FF2B5EF4-FFF2-40B4-BE49-F238E27FC236}">
                    <a16:creationId xmlns:a16="http://schemas.microsoft.com/office/drawing/2014/main" id="{81F22297-2327-1EDD-3468-BE9F9A29D15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4" name="Rectangle 73">
                <a:extLst>
                  <a:ext uri="{FF2B5EF4-FFF2-40B4-BE49-F238E27FC236}">
                    <a16:creationId xmlns:a16="http://schemas.microsoft.com/office/drawing/2014/main" id="{B93BF0BB-47B9-DE28-B1E2-8EEA2154770D}"/>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5" name="Rectangle 74">
                <a:extLst>
                  <a:ext uri="{FF2B5EF4-FFF2-40B4-BE49-F238E27FC236}">
                    <a16:creationId xmlns:a16="http://schemas.microsoft.com/office/drawing/2014/main" id="{E6568330-DF08-4678-3BE8-5BCE081D0716}"/>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6" name="Rectangle 75">
                <a:extLst>
                  <a:ext uri="{FF2B5EF4-FFF2-40B4-BE49-F238E27FC236}">
                    <a16:creationId xmlns:a16="http://schemas.microsoft.com/office/drawing/2014/main" id="{3EE71149-E1B3-38BE-6723-9A8827447536}"/>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7" name="Rectangle 76">
                <a:extLst>
                  <a:ext uri="{FF2B5EF4-FFF2-40B4-BE49-F238E27FC236}">
                    <a16:creationId xmlns:a16="http://schemas.microsoft.com/office/drawing/2014/main" id="{CE1A5062-78FB-0249-0CB3-520B18CF9784}"/>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8" name="Rectangle 77">
                <a:extLst>
                  <a:ext uri="{FF2B5EF4-FFF2-40B4-BE49-F238E27FC236}">
                    <a16:creationId xmlns:a16="http://schemas.microsoft.com/office/drawing/2014/main" id="{5223E46D-913A-A332-D764-8586F2A87AB4}"/>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9" name="Rectangle 78">
                <a:extLst>
                  <a:ext uri="{FF2B5EF4-FFF2-40B4-BE49-F238E27FC236}">
                    <a16:creationId xmlns:a16="http://schemas.microsoft.com/office/drawing/2014/main" id="{8678326D-3C78-1ABA-EBEC-B9421DFBFD4C}"/>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80" name="Group 79">
              <a:extLst>
                <a:ext uri="{FF2B5EF4-FFF2-40B4-BE49-F238E27FC236}">
                  <a16:creationId xmlns:a16="http://schemas.microsoft.com/office/drawing/2014/main" id="{7DB46327-FEE7-18F9-8FD7-AEC19B997B21}"/>
                </a:ext>
              </a:extLst>
            </p:cNvPr>
            <p:cNvGrpSpPr/>
            <p:nvPr userDrawn="1"/>
          </p:nvGrpSpPr>
          <p:grpSpPr>
            <a:xfrm>
              <a:off x="12442019" y="198485"/>
              <a:ext cx="382660" cy="2882942"/>
              <a:chOff x="12742785" y="3716048"/>
              <a:chExt cx="316248" cy="3171236"/>
            </a:xfrm>
          </p:grpSpPr>
          <p:sp>
            <p:nvSpPr>
              <p:cNvPr id="81" name="Rectangle 80">
                <a:extLst>
                  <a:ext uri="{FF2B5EF4-FFF2-40B4-BE49-F238E27FC236}">
                    <a16:creationId xmlns:a16="http://schemas.microsoft.com/office/drawing/2014/main" id="{6CAA87FF-3BB2-967F-E898-BBC4F9AA9420}"/>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2" name="Rectangle 81">
                <a:extLst>
                  <a:ext uri="{FF2B5EF4-FFF2-40B4-BE49-F238E27FC236}">
                    <a16:creationId xmlns:a16="http://schemas.microsoft.com/office/drawing/2014/main" id="{829950E0-9E32-A623-6377-1984A86CDBF3}"/>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3" name="Rectangle 82">
                <a:extLst>
                  <a:ext uri="{FF2B5EF4-FFF2-40B4-BE49-F238E27FC236}">
                    <a16:creationId xmlns:a16="http://schemas.microsoft.com/office/drawing/2014/main" id="{C111E6D3-A976-FCC9-AC3D-53A6EB9EC123}"/>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4" name="Rectangle 83">
                <a:extLst>
                  <a:ext uri="{FF2B5EF4-FFF2-40B4-BE49-F238E27FC236}">
                    <a16:creationId xmlns:a16="http://schemas.microsoft.com/office/drawing/2014/main" id="{95E39AE0-5FBF-4BBB-D0B7-B23C3E2455E7}"/>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5" name="Rectangle 84">
                <a:extLst>
                  <a:ext uri="{FF2B5EF4-FFF2-40B4-BE49-F238E27FC236}">
                    <a16:creationId xmlns:a16="http://schemas.microsoft.com/office/drawing/2014/main" id="{48E227D5-94D4-A7B8-6F39-12A9F21F3F2A}"/>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6" name="Rectangle 85">
                <a:extLst>
                  <a:ext uri="{FF2B5EF4-FFF2-40B4-BE49-F238E27FC236}">
                    <a16:creationId xmlns:a16="http://schemas.microsoft.com/office/drawing/2014/main" id="{600ACCB4-2A91-F351-642E-091D959D8464}"/>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7" name="Rectangle 86">
                <a:extLst>
                  <a:ext uri="{FF2B5EF4-FFF2-40B4-BE49-F238E27FC236}">
                    <a16:creationId xmlns:a16="http://schemas.microsoft.com/office/drawing/2014/main" id="{A99970AD-31CA-2616-FF28-2D85AAA1ABC7}"/>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8" name="Rectangle 87">
                <a:extLst>
                  <a:ext uri="{FF2B5EF4-FFF2-40B4-BE49-F238E27FC236}">
                    <a16:creationId xmlns:a16="http://schemas.microsoft.com/office/drawing/2014/main" id="{215D475B-6249-D0E4-65BC-263409A02A19}"/>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9" name="Rectangle 88">
                <a:extLst>
                  <a:ext uri="{FF2B5EF4-FFF2-40B4-BE49-F238E27FC236}">
                    <a16:creationId xmlns:a16="http://schemas.microsoft.com/office/drawing/2014/main" id="{BB424193-F5EB-A39E-341D-C3FB693413E4}"/>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90" name="Rectangle 89">
                <a:extLst>
                  <a:ext uri="{FF2B5EF4-FFF2-40B4-BE49-F238E27FC236}">
                    <a16:creationId xmlns:a16="http://schemas.microsoft.com/office/drawing/2014/main" id="{B49D944C-BABD-9DE1-EE74-B55D21E2F0E1}"/>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91" name="TextBox 90">
              <a:extLst>
                <a:ext uri="{FF2B5EF4-FFF2-40B4-BE49-F238E27FC236}">
                  <a16:creationId xmlns:a16="http://schemas.microsoft.com/office/drawing/2014/main" id="{D4AC6DEF-4491-37A4-C6BB-02578725D591}"/>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128" name="TextBox 127">
            <a:extLst>
              <a:ext uri="{FF2B5EF4-FFF2-40B4-BE49-F238E27FC236}">
                <a16:creationId xmlns:a16="http://schemas.microsoft.com/office/drawing/2014/main" id="{D2DB175A-FFD0-4856-7479-6B34D879AE38}"/>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067436701"/>
      </p:ext>
    </p:extLst>
  </p:cSld>
  <p:clrMapOvr>
    <a:masterClrMapping/>
  </p:clrMapOvr>
</p:sldLayout>
</file>

<file path=ppt/slideLayouts/slideLayout326.xml><?xml version="1.0" encoding="utf-8"?>
<p:sldLayout xmlns:a="http://schemas.openxmlformats.org/drawingml/2006/main" xmlns:r="http://schemas.openxmlformats.org/officeDocument/2006/relationships" xmlns:p="http://schemas.openxmlformats.org/presentationml/2006/main" preserve="1" userDrawn="1">
  <p:cSld name="Title Only - 3/4 slide">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F5D45E11-31A5-E3FC-391B-2853581FD0C8}"/>
              </a:ext>
            </a:extLst>
          </p:cNvPr>
          <p:cNvSpPr>
            <a:spLocks noGrp="1"/>
          </p:cNvSpPr>
          <p:nvPr>
            <p:ph type="ftr" sz="quarter" idx="11"/>
          </p:nvPr>
        </p:nvSpPr>
        <p:spPr/>
        <p:txBody>
          <a:bodyPr/>
          <a:lstStyle/>
          <a:p>
            <a:r>
              <a:rPr lang="en-US"/>
              <a:t>See slide 12 for instructions on how to update footer</a:t>
            </a:r>
          </a:p>
        </p:txBody>
      </p:sp>
      <p:sp>
        <p:nvSpPr>
          <p:cNvPr id="5" name="Slide Number Placeholder 4">
            <a:extLst>
              <a:ext uri="{FF2B5EF4-FFF2-40B4-BE49-F238E27FC236}">
                <a16:creationId xmlns:a16="http://schemas.microsoft.com/office/drawing/2014/main" id="{3601F7DF-30E1-D713-9FFA-757E3563DACB}"/>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9" name="Title 8">
            <a:extLst>
              <a:ext uri="{FF2B5EF4-FFF2-40B4-BE49-F238E27FC236}">
                <a16:creationId xmlns:a16="http://schemas.microsoft.com/office/drawing/2014/main" id="{32664483-5AC8-0F16-9C46-37836889B6E9}"/>
              </a:ext>
            </a:extLst>
          </p:cNvPr>
          <p:cNvSpPr>
            <a:spLocks noGrp="1"/>
          </p:cNvSpPr>
          <p:nvPr>
            <p:ph type="title"/>
          </p:nvPr>
        </p:nvSpPr>
        <p:spPr>
          <a:xfrm>
            <a:off x="546101" y="552450"/>
            <a:ext cx="3346704" cy="928909"/>
          </a:xfrm>
        </p:spPr>
        <p:txBody>
          <a:bodyPr>
            <a:spAutoFit/>
          </a:bodyPr>
          <a:lstStyle>
            <a:lvl1pPr algn="l">
              <a:defRPr/>
            </a:lvl1pPr>
          </a:lstStyle>
          <a:p>
            <a:r>
              <a:rPr lang="en-US"/>
              <a:t>Click to edit Master title style</a:t>
            </a:r>
          </a:p>
        </p:txBody>
      </p:sp>
      <p:sp>
        <p:nvSpPr>
          <p:cNvPr id="3" name="Freeform 5">
            <a:extLst>
              <a:ext uri="{FF2B5EF4-FFF2-40B4-BE49-F238E27FC236}">
                <a16:creationId xmlns:a16="http://schemas.microsoft.com/office/drawing/2014/main" id="{7FE8C2D7-70E3-CC7C-8803-9B39088A71F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4" name="Text Placeholder 10">
            <a:extLst>
              <a:ext uri="{FF2B5EF4-FFF2-40B4-BE49-F238E27FC236}">
                <a16:creationId xmlns:a16="http://schemas.microsoft.com/office/drawing/2014/main" id="{8D27C407-E192-03E9-638A-6586423552D1}"/>
              </a:ext>
            </a:extLst>
          </p:cNvPr>
          <p:cNvSpPr>
            <a:spLocks noGrp="1"/>
          </p:cNvSpPr>
          <p:nvPr>
            <p:ph type="body" sz="quarter" idx="45" hasCustomPrompt="1"/>
          </p:nvPr>
        </p:nvSpPr>
        <p:spPr>
          <a:xfrm>
            <a:off x="546100" y="1621059"/>
            <a:ext cx="3346704" cy="597792"/>
          </a:xfrm>
        </p:spPr>
        <p:txBody>
          <a:bodyPr>
            <a:sp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a:t>
            </a:r>
            <a:br>
              <a:rPr lang="en-US"/>
            </a:br>
            <a:r>
              <a:rPr lang="en-US"/>
              <a:t>text styles</a:t>
            </a:r>
          </a:p>
        </p:txBody>
      </p:sp>
      <p:sp>
        <p:nvSpPr>
          <p:cNvPr id="15" name="Text Placeholder 15">
            <a:extLst>
              <a:ext uri="{FF2B5EF4-FFF2-40B4-BE49-F238E27FC236}">
                <a16:creationId xmlns:a16="http://schemas.microsoft.com/office/drawing/2014/main" id="{00C9B1A6-9BEE-5CDA-ABBB-81C99443866D}"/>
              </a:ext>
            </a:extLst>
          </p:cNvPr>
          <p:cNvSpPr>
            <a:spLocks noGrp="1"/>
          </p:cNvSpPr>
          <p:nvPr>
            <p:ph type="body" sz="quarter" idx="46"/>
          </p:nvPr>
        </p:nvSpPr>
        <p:spPr>
          <a:xfrm>
            <a:off x="546100" y="6019800"/>
            <a:ext cx="3346704"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179EF073-F30A-9C8F-5885-C3E0BCA23D6B}"/>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F4593785-AB52-FED6-4A7C-F10B60A5189D}"/>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D782C837-C3D6-0514-1BE1-34AECF96DAD4}"/>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8" name="Rectangle 7">
              <a:extLst>
                <a:ext uri="{FF2B5EF4-FFF2-40B4-BE49-F238E27FC236}">
                  <a16:creationId xmlns:a16="http://schemas.microsoft.com/office/drawing/2014/main" id="{ADF6BEDF-685C-96E3-B22D-B301BE775EDC}"/>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C8BFED95-E0E2-E70A-DC69-8D0E19890D7B}"/>
                </a:ext>
              </a:extLst>
            </p:cNvPr>
            <p:cNvGrpSpPr/>
            <p:nvPr userDrawn="1"/>
          </p:nvGrpSpPr>
          <p:grpSpPr>
            <a:xfrm>
              <a:off x="12442019" y="3791214"/>
              <a:ext cx="382660" cy="2882942"/>
              <a:chOff x="14001569" y="3716048"/>
              <a:chExt cx="316248" cy="3171236"/>
            </a:xfrm>
          </p:grpSpPr>
          <p:sp>
            <p:nvSpPr>
              <p:cNvPr id="25" name="Rectangle 24">
                <a:extLst>
                  <a:ext uri="{FF2B5EF4-FFF2-40B4-BE49-F238E27FC236}">
                    <a16:creationId xmlns:a16="http://schemas.microsoft.com/office/drawing/2014/main" id="{7606F56F-E00E-6CB7-93AA-39538C1FEA76}"/>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3739E0FC-366E-5200-C7F2-84F01BC32A1D}"/>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C0C04604-4A22-677B-898A-C64499544372}"/>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2BADAD44-F3D6-110E-6F03-3E9F36DDA347}"/>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376F7867-2655-2173-978E-5EE95AC9CBB2}"/>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BCE8A9B9-4A7B-ED8B-434A-20BE2C23934D}"/>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20EC7DB6-A803-BD4A-CCFA-B89C8F0ED93D}"/>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749ACE2E-E026-4EF1-9634-A73CC6753FA7}"/>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5825CE83-09EB-476B-6CAA-766FED4541AD}"/>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5A0697B3-F35A-2618-9E9E-7CC1D4A77EAA}"/>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DFE72C55-7F1E-D45E-D3AC-A727A77E2F26}"/>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0BD777A6-CFB3-33E4-357D-1C19A004F3BA}"/>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800286F1-B298-E007-EEB9-344B51F2CB4E}"/>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767937A0-C0CA-07B9-908A-2063D139630F}"/>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719A7A41-0709-282D-E2B2-57641C73D2A9}"/>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5CE74D6E-E698-80A5-65F1-55DEA16ADB09}"/>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1B595925-EA4A-6F50-B3C2-08093106234E}"/>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607A1B97-0EBA-47D8-3C33-0B2F536A22A9}"/>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FA7C4531-F8F7-250A-B84A-561891596FC7}"/>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C66C4893-C9D2-65BF-F751-F8BD258CF3AE}"/>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6B686FC3-A23D-35CA-7E70-19D29FF861C1}"/>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F92E1793-18EC-0533-30BD-B982BAD6C556}"/>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5" name="TextBox 34">
            <a:extLst>
              <a:ext uri="{FF2B5EF4-FFF2-40B4-BE49-F238E27FC236}">
                <a16:creationId xmlns:a16="http://schemas.microsoft.com/office/drawing/2014/main" id="{290ADA57-1592-61D1-9588-23D6777C6AD6}"/>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4268680524"/>
      </p:ext>
    </p:extLst>
  </p:cSld>
  <p:clrMapOvr>
    <a:masterClrMapping/>
  </p:clrMapOvr>
</p:sldLayout>
</file>

<file path=ppt/slideLayouts/slideLayout327.xml><?xml version="1.0" encoding="utf-8"?>
<p:sldLayout xmlns:a="http://schemas.openxmlformats.org/drawingml/2006/main" xmlns:r="http://schemas.openxmlformats.org/officeDocument/2006/relationships" xmlns:p="http://schemas.openxmlformats.org/presentationml/2006/main" preserve="1" userDrawn="1">
  <p:cSld name="Freeform">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See slide 12 for instructions on how to update footer</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2" name="Freeform 5">
            <a:extLst>
              <a:ext uri="{FF2B5EF4-FFF2-40B4-BE49-F238E27FC236}">
                <a16:creationId xmlns:a16="http://schemas.microsoft.com/office/drawing/2014/main" id="{5C2DD425-99D8-608C-64B9-B0C461E35CD7}"/>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grpSp>
        <p:nvGrpSpPr>
          <p:cNvPr id="5" name="Group 4">
            <a:extLst>
              <a:ext uri="{FF2B5EF4-FFF2-40B4-BE49-F238E27FC236}">
                <a16:creationId xmlns:a16="http://schemas.microsoft.com/office/drawing/2014/main" id="{E0E059D5-9842-D8F8-4B5E-16257DAFF637}"/>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0004D94E-9634-1193-E33D-A93E2452780D}"/>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8C2FA471-48D6-EE18-426C-62B2BF75A1C7}"/>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8" name="Rectangle 7">
              <a:extLst>
                <a:ext uri="{FF2B5EF4-FFF2-40B4-BE49-F238E27FC236}">
                  <a16:creationId xmlns:a16="http://schemas.microsoft.com/office/drawing/2014/main" id="{92C2D621-1268-67B0-589C-51154EBAC79D}"/>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9" name="Group 8">
              <a:extLst>
                <a:ext uri="{FF2B5EF4-FFF2-40B4-BE49-F238E27FC236}">
                  <a16:creationId xmlns:a16="http://schemas.microsoft.com/office/drawing/2014/main" id="{24D8EA81-7EDD-6AB7-BAA1-0E5116436E61}"/>
                </a:ext>
              </a:extLst>
            </p:cNvPr>
            <p:cNvGrpSpPr/>
            <p:nvPr userDrawn="1"/>
          </p:nvGrpSpPr>
          <p:grpSpPr>
            <a:xfrm>
              <a:off x="12442019" y="3791214"/>
              <a:ext cx="382660" cy="2882942"/>
              <a:chOff x="14001569" y="3716048"/>
              <a:chExt cx="316248" cy="3171236"/>
            </a:xfrm>
          </p:grpSpPr>
          <p:sp>
            <p:nvSpPr>
              <p:cNvPr id="22" name="Rectangle 21">
                <a:extLst>
                  <a:ext uri="{FF2B5EF4-FFF2-40B4-BE49-F238E27FC236}">
                    <a16:creationId xmlns:a16="http://schemas.microsoft.com/office/drawing/2014/main" id="{7B3234D2-DF07-AD2C-2089-0E804A559524}"/>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9730EBEA-AA71-FC4A-9D32-21564C473F87}"/>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0471013E-1BD7-C62C-1A04-E71CAB0E8DC5}"/>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C5DA7F1F-9BB9-A8CA-52B9-DAFFAC457201}"/>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1C0F0A46-936A-E41C-F8BF-5C05A13AA08A}"/>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2A63B6BC-4410-D011-4637-E4AF6A45EAB2}"/>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9FB55402-E789-FC1B-8DD7-B39F3BD009F4}"/>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601304AE-A058-43FE-5EF6-3E4A6B2694BB}"/>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F6DF08AA-0A90-363E-D52D-94DDF14380B7}"/>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4348A43A-F3C7-1691-C155-BCD9743E3040}"/>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42713AC3-C9AD-27CC-9249-0CE084D0133F}"/>
                </a:ext>
              </a:extLst>
            </p:cNvPr>
            <p:cNvGrpSpPr/>
            <p:nvPr userDrawn="1"/>
          </p:nvGrpSpPr>
          <p:grpSpPr>
            <a:xfrm>
              <a:off x="12442019" y="198485"/>
              <a:ext cx="382660" cy="2882942"/>
              <a:chOff x="12742785" y="3716048"/>
              <a:chExt cx="316248" cy="3171236"/>
            </a:xfrm>
          </p:grpSpPr>
          <p:sp>
            <p:nvSpPr>
              <p:cNvPr id="12" name="Rectangle 11">
                <a:extLst>
                  <a:ext uri="{FF2B5EF4-FFF2-40B4-BE49-F238E27FC236}">
                    <a16:creationId xmlns:a16="http://schemas.microsoft.com/office/drawing/2014/main" id="{47414A1D-D891-8C43-B067-1BA0B30F1C62}"/>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3" name="Rectangle 12">
                <a:extLst>
                  <a:ext uri="{FF2B5EF4-FFF2-40B4-BE49-F238E27FC236}">
                    <a16:creationId xmlns:a16="http://schemas.microsoft.com/office/drawing/2014/main" id="{B4500B04-7F55-FF0A-E74A-40DC40E171DB}"/>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4" name="Rectangle 13">
                <a:extLst>
                  <a:ext uri="{FF2B5EF4-FFF2-40B4-BE49-F238E27FC236}">
                    <a16:creationId xmlns:a16="http://schemas.microsoft.com/office/drawing/2014/main" id="{53198B73-CA05-1A74-34B0-C27A9A546E2A}"/>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1CB0027A-3733-D831-6A48-A56B2D94DFEB}"/>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354B3406-AF84-6F41-B046-2BF5BA812A18}"/>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D6DBCBC1-AC8E-4F09-6448-9D2119D58A84}"/>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F4693D3D-5D61-C2A4-D0A4-F8BBC79FFEF9}"/>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853F8DB4-1BEB-C5CE-2C9B-91760C755811}"/>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D146C499-5327-9198-0B93-0C14CA64AC60}"/>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273C23AD-8852-F8A2-4725-A8AC29F098B8}"/>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1" name="TextBox 10">
              <a:extLst>
                <a:ext uri="{FF2B5EF4-FFF2-40B4-BE49-F238E27FC236}">
                  <a16:creationId xmlns:a16="http://schemas.microsoft.com/office/drawing/2014/main" id="{2390719E-B512-BFA7-D4FF-4E6C00CDB5F3}"/>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2" name="TextBox 31">
            <a:extLst>
              <a:ext uri="{FF2B5EF4-FFF2-40B4-BE49-F238E27FC236}">
                <a16:creationId xmlns:a16="http://schemas.microsoft.com/office/drawing/2014/main" id="{D797A2FC-6DF3-E117-D563-1F4F5A9F18B9}"/>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468069457"/>
      </p:ext>
    </p:extLst>
  </p:cSld>
  <p:clrMapOvr>
    <a:masterClrMapping/>
  </p:clrMapOvr>
</p:sldLayout>
</file>

<file path=ppt/slideLayouts/slideLayout328.xml><?xml version="1.0" encoding="utf-8"?>
<p:sldLayout xmlns:a="http://schemas.openxmlformats.org/drawingml/2006/main" xmlns:r="http://schemas.openxmlformats.org/officeDocument/2006/relationships" xmlns:p="http://schemas.openxmlformats.org/presentationml/2006/main" preserve="1" userDrawn="1">
  <p:cSld name="Contact Sheet 4-up">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DDC42E88-6CA5-D615-F095-E179BC98BD17}"/>
              </a:ext>
            </a:extLst>
          </p:cNvPr>
          <p:cNvSpPr/>
          <p:nvPr userDrawn="1"/>
        </p:nvSpPr>
        <p:spPr bwMode="ltGray">
          <a:xfrm>
            <a:off x="2029968" y="987425"/>
            <a:ext cx="2029968" cy="58705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2" name="Rectangle 11">
            <a:extLst>
              <a:ext uri="{FF2B5EF4-FFF2-40B4-BE49-F238E27FC236}">
                <a16:creationId xmlns:a16="http://schemas.microsoft.com/office/drawing/2014/main" id="{34E1A2AF-0ED4-BF22-E0B5-072609F36CD0}"/>
              </a:ext>
            </a:extLst>
          </p:cNvPr>
          <p:cNvSpPr/>
          <p:nvPr userDrawn="1"/>
        </p:nvSpPr>
        <p:spPr bwMode="ltGray">
          <a:xfrm>
            <a:off x="0" y="0"/>
            <a:ext cx="2030571" cy="5586413"/>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Picture Placeholder 9">
            <a:extLst>
              <a:ext uri="{FF2B5EF4-FFF2-40B4-BE49-F238E27FC236}">
                <a16:creationId xmlns:a16="http://schemas.microsoft.com/office/drawing/2014/main" id="{9E00C7D1-33B8-8C13-3170-53723F9DC775}"/>
              </a:ext>
            </a:extLst>
          </p:cNvPr>
          <p:cNvSpPr>
            <a:spLocks noGrp="1"/>
          </p:cNvSpPr>
          <p:nvPr>
            <p:ph type="pic" sz="quarter" idx="29" hasCustomPrompt="1"/>
          </p:nvPr>
        </p:nvSpPr>
        <p:spPr>
          <a:xfrm>
            <a:off x="-1" y="3984625"/>
            <a:ext cx="2025945" cy="1601788"/>
          </a:xfrm>
          <a:noFill/>
          <a:ln>
            <a:noFill/>
          </a:ln>
        </p:spPr>
        <p:txBody>
          <a:bodyPr bIns="731520" anchor="ctr"/>
          <a:lstStyle>
            <a:lvl1pPr algn="ctr">
              <a:defRPr>
                <a:solidFill>
                  <a:schemeClr val="bg1"/>
                </a:solidFill>
                <a:latin typeface="+mn-lt"/>
              </a:defRPr>
            </a:lvl1pPr>
          </a:lstStyle>
          <a:p>
            <a:r>
              <a:rPr lang="en-US"/>
              <a:t>Silhouette</a:t>
            </a:r>
            <a:br>
              <a:rPr lang="en-US"/>
            </a:br>
            <a:r>
              <a:rPr lang="en-US"/>
              <a:t>portrait</a:t>
            </a:r>
          </a:p>
        </p:txBody>
      </p:sp>
      <p:sp>
        <p:nvSpPr>
          <p:cNvPr id="6" name="Rectangle 5">
            <a:extLst>
              <a:ext uri="{FF2B5EF4-FFF2-40B4-BE49-F238E27FC236}">
                <a16:creationId xmlns:a16="http://schemas.microsoft.com/office/drawing/2014/main" id="{DB4AF1C6-2110-AD3D-E932-BB93094FDE3E}"/>
              </a:ext>
            </a:extLst>
          </p:cNvPr>
          <p:cNvSpPr/>
          <p:nvPr userDrawn="1"/>
        </p:nvSpPr>
        <p:spPr bwMode="ltGray">
          <a:xfrm>
            <a:off x="4059936" y="1"/>
            <a:ext cx="2030571" cy="4419599"/>
          </a:xfrm>
          <a:prstGeom prst="rect">
            <a:avLst/>
          </a:prstGeom>
          <a:solidFill>
            <a:srgbClr val="F0F0F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EFC37276-E616-FBAF-DF1A-61E3D82969B3}"/>
              </a:ext>
            </a:extLst>
          </p:cNvPr>
          <p:cNvSpPr/>
          <p:nvPr userDrawn="1"/>
        </p:nvSpPr>
        <p:spPr bwMode="ltGray">
          <a:xfrm>
            <a:off x="6089904" y="2146300"/>
            <a:ext cx="2030571" cy="4711700"/>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Picture Placeholder 9">
            <a:extLst>
              <a:ext uri="{FF2B5EF4-FFF2-40B4-BE49-F238E27FC236}">
                <a16:creationId xmlns:a16="http://schemas.microsoft.com/office/drawing/2014/main" id="{6D983F6C-257C-6C67-6EC3-EBCA44E1E447}"/>
              </a:ext>
            </a:extLst>
          </p:cNvPr>
          <p:cNvSpPr>
            <a:spLocks noGrp="1"/>
          </p:cNvSpPr>
          <p:nvPr>
            <p:ph type="pic" sz="quarter" idx="34" hasCustomPrompt="1"/>
          </p:nvPr>
        </p:nvSpPr>
        <p:spPr>
          <a:xfrm>
            <a:off x="2029968" y="5256211"/>
            <a:ext cx="2029968" cy="1601788"/>
          </a:xfrm>
          <a:noFill/>
          <a:ln>
            <a:noFill/>
          </a:ln>
        </p:spPr>
        <p:txBody>
          <a:bodyPr bIns="731520" anchor="ctr"/>
          <a:lstStyle>
            <a:lvl1pPr algn="ctr">
              <a:defRPr>
                <a:solidFill>
                  <a:schemeClr val="bg1"/>
                </a:solidFill>
                <a:latin typeface="+mn-lt"/>
              </a:defRPr>
            </a:lvl1pPr>
          </a:lstStyle>
          <a:p>
            <a:r>
              <a:rPr lang="en-US"/>
              <a:t>Silhouette</a:t>
            </a:r>
            <a:br>
              <a:rPr lang="en-US"/>
            </a:br>
            <a:r>
              <a:rPr lang="en-US"/>
              <a:t>portrait</a:t>
            </a:r>
          </a:p>
        </p:txBody>
      </p:sp>
      <p:sp>
        <p:nvSpPr>
          <p:cNvPr id="26" name="Picture Placeholder 9">
            <a:extLst>
              <a:ext uri="{FF2B5EF4-FFF2-40B4-BE49-F238E27FC236}">
                <a16:creationId xmlns:a16="http://schemas.microsoft.com/office/drawing/2014/main" id="{B30A2EA1-9831-326D-A8C1-2D549EB4933B}"/>
              </a:ext>
            </a:extLst>
          </p:cNvPr>
          <p:cNvSpPr>
            <a:spLocks noGrp="1"/>
          </p:cNvSpPr>
          <p:nvPr>
            <p:ph type="pic" sz="quarter" idx="35" hasCustomPrompt="1"/>
          </p:nvPr>
        </p:nvSpPr>
        <p:spPr>
          <a:xfrm>
            <a:off x="4059936" y="2817812"/>
            <a:ext cx="2029968" cy="1601788"/>
          </a:xfrm>
          <a:noFill/>
          <a:ln>
            <a:noFill/>
          </a:ln>
        </p:spPr>
        <p:txBody>
          <a:bodyPr bIns="731520" anchor="ctr"/>
          <a:lstStyle>
            <a:lvl1pPr algn="ctr">
              <a:defRPr>
                <a:solidFill>
                  <a:schemeClr val="tx1"/>
                </a:solidFill>
                <a:latin typeface="+mn-lt"/>
              </a:defRPr>
            </a:lvl1pPr>
          </a:lstStyle>
          <a:p>
            <a:r>
              <a:rPr lang="en-US"/>
              <a:t>Silhouette</a:t>
            </a:r>
            <a:br>
              <a:rPr lang="en-US"/>
            </a:br>
            <a:r>
              <a:rPr lang="en-US"/>
              <a:t>portrait</a:t>
            </a:r>
          </a:p>
        </p:txBody>
      </p:sp>
      <p:sp>
        <p:nvSpPr>
          <p:cNvPr id="27" name="Picture Placeholder 9">
            <a:extLst>
              <a:ext uri="{FF2B5EF4-FFF2-40B4-BE49-F238E27FC236}">
                <a16:creationId xmlns:a16="http://schemas.microsoft.com/office/drawing/2014/main" id="{788C71B0-0D1B-0F88-EE68-676FD8926F88}"/>
              </a:ext>
            </a:extLst>
          </p:cNvPr>
          <p:cNvSpPr>
            <a:spLocks noGrp="1"/>
          </p:cNvSpPr>
          <p:nvPr>
            <p:ph type="pic" sz="quarter" idx="36" hasCustomPrompt="1"/>
          </p:nvPr>
        </p:nvSpPr>
        <p:spPr>
          <a:xfrm>
            <a:off x="6089904" y="5225465"/>
            <a:ext cx="2029968" cy="1601788"/>
          </a:xfrm>
          <a:noFill/>
          <a:ln>
            <a:noFill/>
          </a:ln>
        </p:spPr>
        <p:txBody>
          <a:bodyPr bIns="731520" anchor="ctr"/>
          <a:lstStyle>
            <a:lvl1pPr algn="ctr">
              <a:defRPr>
                <a:solidFill>
                  <a:schemeClr val="bg1"/>
                </a:solidFill>
                <a:latin typeface="+mn-lt"/>
              </a:defRPr>
            </a:lvl1pPr>
          </a:lstStyle>
          <a:p>
            <a:r>
              <a:rPr lang="en-US"/>
              <a:t>Silhouette</a:t>
            </a:r>
            <a:br>
              <a:rPr lang="en-US"/>
            </a:br>
            <a:r>
              <a:rPr lang="en-US"/>
              <a:t>portrait</a:t>
            </a:r>
          </a:p>
        </p:txBody>
      </p:sp>
      <p:sp>
        <p:nvSpPr>
          <p:cNvPr id="7" name="Title 6">
            <a:extLst>
              <a:ext uri="{FF2B5EF4-FFF2-40B4-BE49-F238E27FC236}">
                <a16:creationId xmlns:a16="http://schemas.microsoft.com/office/drawing/2014/main" id="{4E7DFA94-D58E-B043-9748-F5C033A80605}"/>
              </a:ext>
            </a:extLst>
          </p:cNvPr>
          <p:cNvSpPr>
            <a:spLocks noGrp="1"/>
          </p:cNvSpPr>
          <p:nvPr>
            <p:ph type="title"/>
          </p:nvPr>
        </p:nvSpPr>
        <p:spPr>
          <a:xfrm>
            <a:off x="7600950" y="548640"/>
            <a:ext cx="4044155" cy="873760"/>
          </a:xfrm>
        </p:spPr>
        <p:txBody>
          <a:bodyPr/>
          <a:lstStyle/>
          <a:p>
            <a:r>
              <a:rPr lang="en-US"/>
              <a:t>Click to edit Master title style</a:t>
            </a:r>
          </a:p>
        </p:txBody>
      </p:sp>
      <p:sp>
        <p:nvSpPr>
          <p:cNvPr id="5" name="Freeform 5">
            <a:extLst>
              <a:ext uri="{FF2B5EF4-FFF2-40B4-BE49-F238E27FC236}">
                <a16:creationId xmlns:a16="http://schemas.microsoft.com/office/drawing/2014/main" id="{39611C4F-B45F-3A80-F10C-1FE235F3B7E0}"/>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20" name="Text Placeholder 19">
            <a:extLst>
              <a:ext uri="{FF2B5EF4-FFF2-40B4-BE49-F238E27FC236}">
                <a16:creationId xmlns:a16="http://schemas.microsoft.com/office/drawing/2014/main" id="{FA57E2A5-07A4-7598-0417-7BDD1699473D}"/>
              </a:ext>
            </a:extLst>
          </p:cNvPr>
          <p:cNvSpPr>
            <a:spLocks noGrp="1"/>
          </p:cNvSpPr>
          <p:nvPr>
            <p:ph type="body" sz="quarter" idx="49" hasCustomPrompt="1"/>
          </p:nvPr>
        </p:nvSpPr>
        <p:spPr>
          <a:xfrm>
            <a:off x="274474" y="552452"/>
            <a:ext cx="1469626" cy="1014412"/>
          </a:xfrm>
        </p:spPr>
        <p:txBody>
          <a:bodyPr>
            <a:normAutofit/>
          </a:bodyPr>
          <a:lstStyle>
            <a:lvl1pPr>
              <a:spcAft>
                <a:spcPts val="200"/>
              </a:spcAft>
              <a:defRPr sz="1200" b="1">
                <a:solidFill>
                  <a:schemeClr val="bg1"/>
                </a:solidFill>
              </a:defRPr>
            </a:lvl1pPr>
            <a:lvl2pPr marL="0" indent="0">
              <a:spcAft>
                <a:spcPts val="0"/>
              </a:spcAft>
              <a:buNone/>
              <a:defRPr sz="1200">
                <a:solidFill>
                  <a:schemeClr val="bg1"/>
                </a:solidFill>
              </a:defRPr>
            </a:lvl2pPr>
            <a:lvl3pPr marL="0" indent="0">
              <a:spcAft>
                <a:spcPts val="0"/>
              </a:spcAft>
              <a:buNone/>
              <a:defRPr sz="1200">
                <a:solidFill>
                  <a:schemeClr val="bg1"/>
                </a:solidFill>
              </a:defRPr>
            </a:lvl3pPr>
            <a:lvl4pPr marL="0" indent="0">
              <a:spcAft>
                <a:spcPts val="0"/>
              </a:spcAft>
              <a:buNone/>
              <a:defRPr sz="1200">
                <a:solidFill>
                  <a:schemeClr val="bg1"/>
                </a:solidFill>
              </a:defRPr>
            </a:lvl4pPr>
            <a:lvl5pPr marL="0" indent="0">
              <a:spcAft>
                <a:spcPts val="0"/>
              </a:spcAft>
              <a:buNone/>
              <a:defRPr sz="1200">
                <a:solidFill>
                  <a:schemeClr val="bg1"/>
                </a:solidFill>
              </a:defRPr>
            </a:lvl5pPr>
            <a:lvl6pPr marL="0" indent="0">
              <a:spcAft>
                <a:spcPts val="0"/>
              </a:spcAft>
              <a:buNone/>
              <a:defRPr>
                <a:solidFill>
                  <a:schemeClr val="bg1"/>
                </a:solidFill>
              </a:defRPr>
            </a:lvl6pPr>
            <a:lvl7pPr marL="0" indent="0">
              <a:spcAft>
                <a:spcPts val="0"/>
              </a:spcAft>
              <a:buNone/>
              <a:defRPr>
                <a:solidFill>
                  <a:schemeClr val="bg1"/>
                </a:solidFill>
              </a:defRPr>
            </a:lvl7pPr>
            <a:lvl8pPr marL="0" indent="0">
              <a:spcAft>
                <a:spcPts val="0"/>
              </a:spcAft>
              <a:buNone/>
              <a:defRPr>
                <a:solidFill>
                  <a:schemeClr val="bg1"/>
                </a:solidFill>
              </a:defRPr>
            </a:lvl8pPr>
            <a:lvl9pPr marL="0" indent="0">
              <a:spcAft>
                <a:spcPts val="0"/>
              </a:spcAft>
              <a:buNone/>
              <a:defRPr>
                <a:solidFill>
                  <a:schemeClr val="bg1"/>
                </a:solidFill>
              </a:defRPr>
            </a:lvl9pPr>
          </a:lstStyle>
          <a:p>
            <a:pPr lvl="0"/>
            <a:r>
              <a:rPr lang="en-US" err="1"/>
              <a:t>Firstname</a:t>
            </a:r>
            <a:r>
              <a:rPr lang="en-US"/>
              <a:t> </a:t>
            </a:r>
            <a:r>
              <a:rPr lang="en-US" err="1"/>
              <a:t>Lastname</a:t>
            </a:r>
            <a:r>
              <a:rPr lang="en-US"/>
              <a:t>, L1</a:t>
            </a:r>
          </a:p>
          <a:p>
            <a:pPr lvl="1"/>
            <a:r>
              <a:rPr lang="en-US"/>
              <a:t>Title/department, L2</a:t>
            </a:r>
          </a:p>
        </p:txBody>
      </p:sp>
      <p:sp>
        <p:nvSpPr>
          <p:cNvPr id="33" name="Text Placeholder 32">
            <a:extLst>
              <a:ext uri="{FF2B5EF4-FFF2-40B4-BE49-F238E27FC236}">
                <a16:creationId xmlns:a16="http://schemas.microsoft.com/office/drawing/2014/main" id="{E601086B-49DB-91F4-74B7-19EC53EE3BBE}"/>
              </a:ext>
            </a:extLst>
          </p:cNvPr>
          <p:cNvSpPr>
            <a:spLocks noGrp="1"/>
          </p:cNvSpPr>
          <p:nvPr>
            <p:ph type="body" sz="quarter" idx="50"/>
          </p:nvPr>
        </p:nvSpPr>
        <p:spPr>
          <a:xfrm>
            <a:off x="2305451" y="1273175"/>
            <a:ext cx="1472184" cy="2416175"/>
          </a:xfrm>
        </p:spPr>
        <p:txBody>
          <a:bodyPr>
            <a:normAutofit/>
          </a:bodyPr>
          <a:lstStyle>
            <a:lvl1pPr marL="0" indent="0">
              <a:buFont typeface="Arial" panose="020B0604020202020204" pitchFamily="34" charset="0"/>
              <a:buNone/>
              <a:defRPr sz="1200" b="1">
                <a:solidFill>
                  <a:schemeClr val="bg1"/>
                </a:solidFill>
              </a:defRPr>
            </a:lvl1pPr>
            <a:lvl2pPr marL="0" indent="0">
              <a:spcAft>
                <a:spcPts val="0"/>
              </a:spcAft>
              <a:buFont typeface="Arial" panose="020B0604020202020204" pitchFamily="34" charset="0"/>
              <a:buNone/>
              <a:defRPr sz="1200">
                <a:solidFill>
                  <a:schemeClr val="bg1"/>
                </a:solidFill>
              </a:defRPr>
            </a:lvl2pPr>
            <a:lvl3pPr marL="0" indent="0">
              <a:spcAft>
                <a:spcPts val="0"/>
              </a:spcAft>
              <a:buFont typeface="Arial" panose="020B0604020202020204" pitchFamily="34" charset="0"/>
              <a:buNone/>
              <a:defRPr sz="1200">
                <a:solidFill>
                  <a:schemeClr val="bg1"/>
                </a:solidFill>
              </a:defRPr>
            </a:lvl3pPr>
            <a:lvl4pPr marL="0" indent="0">
              <a:spcAft>
                <a:spcPts val="0"/>
              </a:spcAft>
              <a:buFont typeface="Arial" panose="020B0604020202020204" pitchFamily="34" charset="0"/>
              <a:buNone/>
              <a:defRPr sz="1200">
                <a:solidFill>
                  <a:schemeClr val="bg1"/>
                </a:solidFill>
              </a:defRPr>
            </a:lvl4pPr>
            <a:lvl5pPr marL="0" indent="0">
              <a:spcAft>
                <a:spcPts val="0"/>
              </a:spcAft>
              <a:buFont typeface="Arial" panose="020B0604020202020204" pitchFamily="34" charset="0"/>
              <a:buNone/>
              <a:defRPr sz="1200">
                <a:solidFill>
                  <a:schemeClr val="bg1"/>
                </a:solidFill>
              </a:defRPr>
            </a:lvl5pPr>
            <a:lvl6pPr marL="0" indent="0">
              <a:spcAft>
                <a:spcPts val="0"/>
              </a:spcAft>
              <a:buNone/>
              <a:defRPr>
                <a:solidFill>
                  <a:schemeClr val="bg1"/>
                </a:solidFill>
              </a:defRPr>
            </a:lvl6pPr>
            <a:lvl7pPr marL="0" indent="0">
              <a:spcAft>
                <a:spcPts val="0"/>
              </a:spcAft>
              <a:buNone/>
              <a:defRPr>
                <a:solidFill>
                  <a:schemeClr val="bg1"/>
                </a:solidFill>
              </a:defRPr>
            </a:lvl7pPr>
            <a:lvl8pPr marL="0" indent="0">
              <a:spcAft>
                <a:spcPts val="0"/>
              </a:spcAft>
              <a:buNone/>
              <a:defRPr>
                <a:solidFill>
                  <a:schemeClr val="bg1"/>
                </a:solidFill>
              </a:defRPr>
            </a:lvl8pPr>
            <a:lvl9pPr marL="0" indent="0">
              <a:spcAft>
                <a:spcPts val="0"/>
              </a:spcAft>
              <a:buNone/>
              <a:defRPr>
                <a:solidFill>
                  <a:schemeClr val="bg1"/>
                </a:solidFill>
              </a:defRPr>
            </a:lvl9pPr>
          </a:lstStyle>
          <a:p>
            <a:pPr lvl="0"/>
            <a:r>
              <a:rPr lang="en-US"/>
              <a:t>Click to edit Master text styles</a:t>
            </a:r>
          </a:p>
          <a:p>
            <a:pPr lvl="1"/>
            <a:r>
              <a:rPr lang="en-US"/>
              <a:t>Second level</a:t>
            </a:r>
          </a:p>
        </p:txBody>
      </p:sp>
      <p:sp>
        <p:nvSpPr>
          <p:cNvPr id="35" name="Text Placeholder 34">
            <a:extLst>
              <a:ext uri="{FF2B5EF4-FFF2-40B4-BE49-F238E27FC236}">
                <a16:creationId xmlns:a16="http://schemas.microsoft.com/office/drawing/2014/main" id="{91795EEA-E69F-C144-C1F3-C2414990FBA1}"/>
              </a:ext>
            </a:extLst>
          </p:cNvPr>
          <p:cNvSpPr>
            <a:spLocks noGrp="1"/>
          </p:cNvSpPr>
          <p:nvPr>
            <p:ph type="body" sz="quarter" idx="51"/>
          </p:nvPr>
        </p:nvSpPr>
        <p:spPr>
          <a:xfrm>
            <a:off x="4339080" y="548641"/>
            <a:ext cx="1472184" cy="1731010"/>
          </a:xfrm>
        </p:spPr>
        <p:txBody>
          <a:bodyPr>
            <a:noAutofit/>
          </a:bodyPr>
          <a:lstStyle>
            <a:lvl1pPr marL="0" indent="0">
              <a:buFont typeface="Arial" panose="020B0604020202020204" pitchFamily="34" charset="0"/>
              <a:buNone/>
              <a:defRPr sz="1200" b="1">
                <a:solidFill>
                  <a:schemeClr val="tx2"/>
                </a:solidFill>
              </a:defRPr>
            </a:lvl1pPr>
            <a:lvl2pPr marL="0" indent="0">
              <a:spcAft>
                <a:spcPts val="0"/>
              </a:spcAft>
              <a:buFont typeface="Arial" panose="020B0604020202020204" pitchFamily="34" charset="0"/>
              <a:buNone/>
              <a:defRPr sz="1200">
                <a:solidFill>
                  <a:schemeClr val="tx1"/>
                </a:solidFill>
              </a:defRPr>
            </a:lvl2pPr>
            <a:lvl3pPr marL="0" indent="0">
              <a:spcAft>
                <a:spcPts val="0"/>
              </a:spcAft>
              <a:buFont typeface="Arial" panose="020B0604020202020204" pitchFamily="34" charset="0"/>
              <a:buNone/>
              <a:defRPr sz="1200">
                <a:solidFill>
                  <a:schemeClr val="tx1"/>
                </a:solidFill>
              </a:defRPr>
            </a:lvl3pPr>
            <a:lvl4pPr marL="0" indent="0">
              <a:spcAft>
                <a:spcPts val="0"/>
              </a:spcAft>
              <a:buFont typeface="Arial" panose="020B0604020202020204" pitchFamily="34" charset="0"/>
              <a:buNone/>
              <a:defRPr sz="1200">
                <a:solidFill>
                  <a:schemeClr val="tx1"/>
                </a:solidFill>
              </a:defRPr>
            </a:lvl4pPr>
            <a:lvl5pPr marL="0" indent="0">
              <a:spcAft>
                <a:spcPts val="0"/>
              </a:spcAft>
              <a:buFont typeface="Arial" panose="020B0604020202020204" pitchFamily="34" charset="0"/>
              <a:buNone/>
              <a:defRPr sz="1200">
                <a:solidFill>
                  <a:schemeClr val="tx1"/>
                </a:solidFill>
              </a:defRPr>
            </a:lvl5pPr>
            <a:lvl6pPr marL="0" indent="0">
              <a:spcAft>
                <a:spcPts val="0"/>
              </a:spcAft>
              <a:buNone/>
              <a:defRPr/>
            </a:lvl6pPr>
            <a:lvl7pPr marL="0" indent="0">
              <a:spcAft>
                <a:spcPts val="0"/>
              </a:spcAft>
              <a:buNone/>
              <a:defRPr/>
            </a:lvl7pPr>
            <a:lvl8pPr marL="0" indent="0">
              <a:spcAft>
                <a:spcPts val="0"/>
              </a:spcAft>
              <a:buNone/>
              <a:defRPr/>
            </a:lvl8pPr>
            <a:lvl9pPr marL="0" indent="0">
              <a:spcAft>
                <a:spcPts val="0"/>
              </a:spcAft>
              <a:buNone/>
              <a:defRPr/>
            </a:lvl9pPr>
          </a:lstStyle>
          <a:p>
            <a:pPr lvl="0"/>
            <a:r>
              <a:rPr lang="en-US"/>
              <a:t>Click to edit Master text styles</a:t>
            </a:r>
          </a:p>
          <a:p>
            <a:pPr lvl="1"/>
            <a:r>
              <a:rPr lang="en-US"/>
              <a:t>Second level</a:t>
            </a:r>
          </a:p>
        </p:txBody>
      </p:sp>
      <p:sp>
        <p:nvSpPr>
          <p:cNvPr id="37" name="Text Placeholder 36">
            <a:extLst>
              <a:ext uri="{FF2B5EF4-FFF2-40B4-BE49-F238E27FC236}">
                <a16:creationId xmlns:a16="http://schemas.microsoft.com/office/drawing/2014/main" id="{2C46E456-167D-6954-BAD6-1AF9A45D1383}"/>
              </a:ext>
            </a:extLst>
          </p:cNvPr>
          <p:cNvSpPr>
            <a:spLocks noGrp="1"/>
          </p:cNvSpPr>
          <p:nvPr>
            <p:ph type="body" sz="quarter" idx="52"/>
          </p:nvPr>
        </p:nvSpPr>
        <p:spPr>
          <a:xfrm>
            <a:off x="6361123" y="2425701"/>
            <a:ext cx="1472184" cy="2141538"/>
          </a:xfrm>
        </p:spPr>
        <p:txBody>
          <a:bodyPr>
            <a:normAutofit/>
          </a:bodyPr>
          <a:lstStyle>
            <a:lvl1pPr marL="0" indent="0">
              <a:buFont typeface="Arial" panose="020B0604020202020204" pitchFamily="34" charset="0"/>
              <a:buNone/>
              <a:defRPr sz="1200" b="1">
                <a:solidFill>
                  <a:schemeClr val="bg1"/>
                </a:solidFill>
              </a:defRPr>
            </a:lvl1pPr>
            <a:lvl2pPr marL="0" indent="0">
              <a:spcAft>
                <a:spcPts val="0"/>
              </a:spcAft>
              <a:buFont typeface="Arial" panose="020B0604020202020204" pitchFamily="34" charset="0"/>
              <a:buNone/>
              <a:defRPr sz="1200">
                <a:solidFill>
                  <a:schemeClr val="bg1"/>
                </a:solidFill>
              </a:defRPr>
            </a:lvl2pPr>
            <a:lvl3pPr marL="0" indent="0">
              <a:spcAft>
                <a:spcPts val="0"/>
              </a:spcAft>
              <a:buFont typeface="Arial" panose="020B0604020202020204" pitchFamily="34" charset="0"/>
              <a:buNone/>
              <a:defRPr sz="1200">
                <a:solidFill>
                  <a:schemeClr val="bg1"/>
                </a:solidFill>
              </a:defRPr>
            </a:lvl3pPr>
            <a:lvl4pPr marL="0" indent="0">
              <a:spcAft>
                <a:spcPts val="0"/>
              </a:spcAft>
              <a:buFont typeface="Arial" panose="020B0604020202020204" pitchFamily="34" charset="0"/>
              <a:buNone/>
              <a:defRPr sz="1200">
                <a:solidFill>
                  <a:schemeClr val="bg1"/>
                </a:solidFill>
              </a:defRPr>
            </a:lvl4pPr>
            <a:lvl5pPr marL="0" indent="0">
              <a:spcAft>
                <a:spcPts val="0"/>
              </a:spcAft>
              <a:buFont typeface="Arial" panose="020B0604020202020204" pitchFamily="34" charset="0"/>
              <a:buNone/>
              <a:defRPr sz="1200">
                <a:solidFill>
                  <a:schemeClr val="bg1"/>
                </a:solidFill>
              </a:defRPr>
            </a:lvl5pPr>
            <a:lvl6pPr marL="0" indent="0">
              <a:spcAft>
                <a:spcPts val="0"/>
              </a:spcAft>
              <a:buNone/>
              <a:defRPr>
                <a:solidFill>
                  <a:schemeClr val="bg1"/>
                </a:solidFill>
              </a:defRPr>
            </a:lvl6pPr>
            <a:lvl7pPr marL="0" indent="0">
              <a:spcAft>
                <a:spcPts val="0"/>
              </a:spcAft>
              <a:buNone/>
              <a:defRPr>
                <a:solidFill>
                  <a:schemeClr val="bg1"/>
                </a:solidFill>
              </a:defRPr>
            </a:lvl7pPr>
            <a:lvl8pPr marL="0" indent="0">
              <a:spcAft>
                <a:spcPts val="0"/>
              </a:spcAft>
              <a:buNone/>
              <a:defRPr>
                <a:solidFill>
                  <a:schemeClr val="bg1"/>
                </a:solidFill>
              </a:defRPr>
            </a:lvl8pPr>
            <a:lvl9pPr marL="0" indent="0">
              <a:spcAft>
                <a:spcPts val="0"/>
              </a:spcAft>
              <a:buNone/>
              <a:defRPr>
                <a:solidFill>
                  <a:schemeClr val="bg1"/>
                </a:solidFill>
              </a:defRPr>
            </a:lvl9pPr>
          </a:lstStyle>
          <a:p>
            <a:pPr lvl="0"/>
            <a:r>
              <a:rPr lang="en-US"/>
              <a:t>Click to edit Master text styles</a:t>
            </a:r>
          </a:p>
          <a:p>
            <a:pPr lvl="1"/>
            <a:r>
              <a:rPr lang="en-US"/>
              <a:t>Second level</a:t>
            </a:r>
          </a:p>
        </p:txBody>
      </p:sp>
      <p:grpSp>
        <p:nvGrpSpPr>
          <p:cNvPr id="2" name="Group 1">
            <a:extLst>
              <a:ext uri="{FF2B5EF4-FFF2-40B4-BE49-F238E27FC236}">
                <a16:creationId xmlns:a16="http://schemas.microsoft.com/office/drawing/2014/main" id="{6D3D5632-646F-61D7-4AE6-BF02FD68B5F5}"/>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CF6E991D-BA97-2E7A-350A-757E3B6809F1}"/>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8" name="TextBox 7">
              <a:extLst>
                <a:ext uri="{FF2B5EF4-FFF2-40B4-BE49-F238E27FC236}">
                  <a16:creationId xmlns:a16="http://schemas.microsoft.com/office/drawing/2014/main" id="{DF10D0AA-C868-4255-6C18-FB7B99C476A7}"/>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1" name="Rectangle 10">
              <a:extLst>
                <a:ext uri="{FF2B5EF4-FFF2-40B4-BE49-F238E27FC236}">
                  <a16:creationId xmlns:a16="http://schemas.microsoft.com/office/drawing/2014/main" id="{CDFB9467-E34A-6CC4-7D6F-0F6859E3CD9F}"/>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3" name="Group 12">
              <a:extLst>
                <a:ext uri="{FF2B5EF4-FFF2-40B4-BE49-F238E27FC236}">
                  <a16:creationId xmlns:a16="http://schemas.microsoft.com/office/drawing/2014/main" id="{04F0E233-43D9-F8E9-74B4-5B4ACA013EAB}"/>
                </a:ext>
              </a:extLst>
            </p:cNvPr>
            <p:cNvGrpSpPr/>
            <p:nvPr userDrawn="1"/>
          </p:nvGrpSpPr>
          <p:grpSpPr>
            <a:xfrm>
              <a:off x="12442019" y="3791214"/>
              <a:ext cx="382660" cy="2882942"/>
              <a:chOff x="14001569" y="3716048"/>
              <a:chExt cx="316248" cy="3171236"/>
            </a:xfrm>
          </p:grpSpPr>
          <p:sp>
            <p:nvSpPr>
              <p:cNvPr id="31" name="Rectangle 30">
                <a:extLst>
                  <a:ext uri="{FF2B5EF4-FFF2-40B4-BE49-F238E27FC236}">
                    <a16:creationId xmlns:a16="http://schemas.microsoft.com/office/drawing/2014/main" id="{582CEAD4-908C-79D2-478B-45E3BB38AC8A}"/>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0F29B89A-CB4E-E848-6D48-46868DA23DBF}"/>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51B61DB6-3676-03AC-77A2-61C592C92B56}"/>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077D612B-3D1E-84B2-636E-E963A68E3C89}"/>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2D3C5B98-6057-FB8A-9CFC-560908C1BC1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83173415-4649-4B55-C2A9-37BD1207407E}"/>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8906B5F4-3F6B-6DE8-937A-0614236CE90A}"/>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3A4C49E8-57C7-8EE8-5B8F-FCA241800E1A}"/>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2" name="Rectangle 41">
                <a:extLst>
                  <a:ext uri="{FF2B5EF4-FFF2-40B4-BE49-F238E27FC236}">
                    <a16:creationId xmlns:a16="http://schemas.microsoft.com/office/drawing/2014/main" id="{5B85209B-AE9E-DFB6-868C-FAEAC50B243A}"/>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3" name="Rectangle 42">
                <a:extLst>
                  <a:ext uri="{FF2B5EF4-FFF2-40B4-BE49-F238E27FC236}">
                    <a16:creationId xmlns:a16="http://schemas.microsoft.com/office/drawing/2014/main" id="{2606DE1F-2D5F-F2A5-E0A3-9E439B2EFBC9}"/>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4" name="Group 13">
              <a:extLst>
                <a:ext uri="{FF2B5EF4-FFF2-40B4-BE49-F238E27FC236}">
                  <a16:creationId xmlns:a16="http://schemas.microsoft.com/office/drawing/2014/main" id="{0F02FA5A-DF41-200A-A03F-E12A5730E243}"/>
                </a:ext>
              </a:extLst>
            </p:cNvPr>
            <p:cNvGrpSpPr/>
            <p:nvPr userDrawn="1"/>
          </p:nvGrpSpPr>
          <p:grpSpPr>
            <a:xfrm>
              <a:off x="12442019" y="198485"/>
              <a:ext cx="382660" cy="2882942"/>
              <a:chOff x="12742785" y="3716048"/>
              <a:chExt cx="316248" cy="3171236"/>
            </a:xfrm>
          </p:grpSpPr>
          <p:sp>
            <p:nvSpPr>
              <p:cNvPr id="16" name="Rectangle 15">
                <a:extLst>
                  <a:ext uri="{FF2B5EF4-FFF2-40B4-BE49-F238E27FC236}">
                    <a16:creationId xmlns:a16="http://schemas.microsoft.com/office/drawing/2014/main" id="{4EA64973-B8DD-14F8-40D8-698BE1F890A5}"/>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4D96F32A-B97D-DA6C-1048-793932E52175}"/>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61FD10D4-9A67-0FBC-9EDA-CBF93C2526EB}"/>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3840499D-3073-9753-BA85-56FF27D606E7}"/>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7BFE54A1-7DD0-BDDA-C492-A90961A4408C}"/>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2A630A88-A124-101D-3DD5-EEE8976462EE}"/>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94D40C7C-5660-E50D-0ACA-D1C9FF9C6721}"/>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C8047313-DD44-CF53-2DA0-090768DE3E34}"/>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3875CB01-77B3-713C-9F33-8D315E597B3D}"/>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5A3927E5-6433-5356-247A-8FE12D23C212}"/>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5" name="TextBox 14">
              <a:extLst>
                <a:ext uri="{FF2B5EF4-FFF2-40B4-BE49-F238E27FC236}">
                  <a16:creationId xmlns:a16="http://schemas.microsoft.com/office/drawing/2014/main" id="{E6F62A93-FE33-3752-002F-E5539899041E}"/>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4" name="TextBox 43">
            <a:extLst>
              <a:ext uri="{FF2B5EF4-FFF2-40B4-BE49-F238E27FC236}">
                <a16:creationId xmlns:a16="http://schemas.microsoft.com/office/drawing/2014/main" id="{5886AEF5-BCDF-42D6-89A2-A7D86403B360}"/>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731541599"/>
      </p:ext>
    </p:extLst>
  </p:cSld>
  <p:clrMapOvr>
    <a:masterClrMapping/>
  </p:clrMapOvr>
</p:sldLayout>
</file>

<file path=ppt/slideLayouts/slideLayout329.xml><?xml version="1.0" encoding="utf-8"?>
<p:sldLayout xmlns:a="http://schemas.openxmlformats.org/drawingml/2006/main" xmlns:r="http://schemas.openxmlformats.org/officeDocument/2006/relationships" xmlns:p="http://schemas.openxmlformats.org/presentationml/2006/main" preserve="1" userDrawn="1">
  <p:cSld name="Contact Sheet 5-up">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1" name="Picture Placeholder 9">
            <a:extLst>
              <a:ext uri="{FF2B5EF4-FFF2-40B4-BE49-F238E27FC236}">
                <a16:creationId xmlns:a16="http://schemas.microsoft.com/office/drawing/2014/main" id="{E5C7C011-127A-0143-3287-56B2493616F3}"/>
              </a:ext>
            </a:extLst>
          </p:cNvPr>
          <p:cNvSpPr>
            <a:spLocks noGrp="1"/>
          </p:cNvSpPr>
          <p:nvPr>
            <p:ph type="pic" sz="quarter" idx="29" hasCustomPrompt="1"/>
          </p:nvPr>
        </p:nvSpPr>
        <p:spPr>
          <a:xfrm>
            <a:off x="539751" y="2146298"/>
            <a:ext cx="1970120" cy="1975104"/>
          </a:xfrm>
          <a:solidFill>
            <a:schemeClr val="accent1"/>
          </a:solidFill>
          <a:ln>
            <a:noFill/>
          </a:ln>
        </p:spPr>
        <p:txBody>
          <a:bodyPr bIns="822960" anchor="ctr"/>
          <a:lstStyle>
            <a:lvl1pPr algn="ctr">
              <a:defRPr>
                <a:solidFill>
                  <a:schemeClr val="bg1"/>
                </a:solidFill>
                <a:latin typeface="+mn-lt"/>
              </a:defRPr>
            </a:lvl1pPr>
          </a:lstStyle>
          <a:p>
            <a:r>
              <a:rPr lang="en-US"/>
              <a:t>Silhouette</a:t>
            </a:r>
            <a:br>
              <a:rPr lang="en-US"/>
            </a:br>
            <a:r>
              <a:rPr lang="en-US"/>
              <a:t>portrait</a:t>
            </a:r>
          </a:p>
        </p:txBody>
      </p:sp>
      <p:sp>
        <p:nvSpPr>
          <p:cNvPr id="25" name="Picture Placeholder 9">
            <a:extLst>
              <a:ext uri="{FF2B5EF4-FFF2-40B4-BE49-F238E27FC236}">
                <a16:creationId xmlns:a16="http://schemas.microsoft.com/office/drawing/2014/main" id="{319024EE-ED5D-FFF1-5239-5C9EE26262F8}"/>
              </a:ext>
            </a:extLst>
          </p:cNvPr>
          <p:cNvSpPr>
            <a:spLocks noGrp="1"/>
          </p:cNvSpPr>
          <p:nvPr>
            <p:ph type="pic" sz="quarter" idx="35" hasCustomPrompt="1"/>
          </p:nvPr>
        </p:nvSpPr>
        <p:spPr>
          <a:xfrm>
            <a:off x="2605055" y="2146299"/>
            <a:ext cx="1970120" cy="1978025"/>
          </a:xfrm>
          <a:solidFill>
            <a:schemeClr val="tx2"/>
          </a:solidFill>
          <a:ln>
            <a:noFill/>
          </a:ln>
        </p:spPr>
        <p:txBody>
          <a:bodyPr bIns="822960" anchor="ctr"/>
          <a:lstStyle>
            <a:lvl1pPr algn="ctr">
              <a:defRPr>
                <a:solidFill>
                  <a:schemeClr val="bg1"/>
                </a:solidFill>
                <a:latin typeface="+mn-lt"/>
              </a:defRPr>
            </a:lvl1pPr>
          </a:lstStyle>
          <a:p>
            <a:r>
              <a:rPr lang="en-US"/>
              <a:t>Silhouette</a:t>
            </a:r>
            <a:br>
              <a:rPr lang="en-US"/>
            </a:br>
            <a:r>
              <a:rPr lang="en-US"/>
              <a:t>portrait</a:t>
            </a:r>
          </a:p>
        </p:txBody>
      </p:sp>
      <p:sp>
        <p:nvSpPr>
          <p:cNvPr id="35" name="Picture Placeholder 9">
            <a:extLst>
              <a:ext uri="{FF2B5EF4-FFF2-40B4-BE49-F238E27FC236}">
                <a16:creationId xmlns:a16="http://schemas.microsoft.com/office/drawing/2014/main" id="{B9B029C9-1EA7-2BAF-AD5E-CED9490ECA94}"/>
              </a:ext>
            </a:extLst>
          </p:cNvPr>
          <p:cNvSpPr>
            <a:spLocks noGrp="1"/>
          </p:cNvSpPr>
          <p:nvPr>
            <p:ph type="pic" sz="quarter" idx="37" hasCustomPrompt="1"/>
          </p:nvPr>
        </p:nvSpPr>
        <p:spPr>
          <a:xfrm>
            <a:off x="4671913" y="2146299"/>
            <a:ext cx="1970120" cy="1978025"/>
          </a:xfrm>
          <a:solidFill>
            <a:srgbClr val="F0F0F1"/>
          </a:solidFill>
          <a:ln>
            <a:noFill/>
          </a:ln>
        </p:spPr>
        <p:txBody>
          <a:bodyPr bIns="822960" anchor="ctr"/>
          <a:lstStyle>
            <a:lvl1pPr algn="ctr">
              <a:defRPr>
                <a:solidFill>
                  <a:srgbClr val="010101"/>
                </a:solidFill>
                <a:latin typeface="+mn-lt"/>
              </a:defRPr>
            </a:lvl1pPr>
          </a:lstStyle>
          <a:p>
            <a:r>
              <a:rPr lang="en-US"/>
              <a:t>Silhouette</a:t>
            </a:r>
            <a:br>
              <a:rPr lang="en-US"/>
            </a:br>
            <a:r>
              <a:rPr lang="en-US"/>
              <a:t>portrait</a:t>
            </a:r>
          </a:p>
        </p:txBody>
      </p:sp>
      <p:sp>
        <p:nvSpPr>
          <p:cNvPr id="37" name="Picture Placeholder 9">
            <a:extLst>
              <a:ext uri="{FF2B5EF4-FFF2-40B4-BE49-F238E27FC236}">
                <a16:creationId xmlns:a16="http://schemas.microsoft.com/office/drawing/2014/main" id="{F673B5EA-D718-4722-DEAB-0821FF57B30E}"/>
              </a:ext>
            </a:extLst>
          </p:cNvPr>
          <p:cNvSpPr>
            <a:spLocks noGrp="1"/>
          </p:cNvSpPr>
          <p:nvPr>
            <p:ph type="pic" sz="quarter" idx="39" hasCustomPrompt="1"/>
          </p:nvPr>
        </p:nvSpPr>
        <p:spPr>
          <a:xfrm>
            <a:off x="6737217" y="2146299"/>
            <a:ext cx="1970120" cy="1978025"/>
          </a:xfrm>
          <a:solidFill>
            <a:schemeClr val="accent1"/>
          </a:solidFill>
          <a:ln>
            <a:noFill/>
          </a:ln>
        </p:spPr>
        <p:txBody>
          <a:bodyPr bIns="822960" anchor="ctr"/>
          <a:lstStyle>
            <a:lvl1pPr algn="ctr">
              <a:defRPr>
                <a:solidFill>
                  <a:schemeClr val="bg1"/>
                </a:solidFill>
                <a:latin typeface="+mn-lt"/>
              </a:defRPr>
            </a:lvl1pPr>
          </a:lstStyle>
          <a:p>
            <a:r>
              <a:rPr lang="en-US"/>
              <a:t>Silhouette</a:t>
            </a:r>
            <a:br>
              <a:rPr lang="en-US"/>
            </a:br>
            <a:r>
              <a:rPr lang="en-US"/>
              <a:t>portrait</a:t>
            </a:r>
          </a:p>
        </p:txBody>
      </p:sp>
      <p:sp>
        <p:nvSpPr>
          <p:cNvPr id="39" name="Picture Placeholder 9">
            <a:extLst>
              <a:ext uri="{FF2B5EF4-FFF2-40B4-BE49-F238E27FC236}">
                <a16:creationId xmlns:a16="http://schemas.microsoft.com/office/drawing/2014/main" id="{E23557D9-4DEB-2508-E9FF-6F918636B4A4}"/>
              </a:ext>
            </a:extLst>
          </p:cNvPr>
          <p:cNvSpPr>
            <a:spLocks noGrp="1"/>
          </p:cNvSpPr>
          <p:nvPr>
            <p:ph type="pic" sz="quarter" idx="41" hasCustomPrompt="1"/>
          </p:nvPr>
        </p:nvSpPr>
        <p:spPr>
          <a:xfrm>
            <a:off x="8804075" y="2146299"/>
            <a:ext cx="1970120" cy="1978025"/>
          </a:xfrm>
          <a:solidFill>
            <a:srgbClr val="F0F0F1"/>
          </a:solidFill>
          <a:ln>
            <a:noFill/>
          </a:ln>
        </p:spPr>
        <p:txBody>
          <a:bodyPr bIns="822960" anchor="ctr"/>
          <a:lstStyle>
            <a:lvl1pPr algn="ctr">
              <a:defRPr>
                <a:solidFill>
                  <a:srgbClr val="010101"/>
                </a:solidFill>
                <a:latin typeface="+mn-lt"/>
              </a:defRPr>
            </a:lvl1pPr>
          </a:lstStyle>
          <a:p>
            <a:r>
              <a:rPr lang="en-US"/>
              <a:t>Silhouette</a:t>
            </a:r>
            <a:br>
              <a:rPr lang="en-US"/>
            </a:br>
            <a:r>
              <a:rPr lang="en-US"/>
              <a:t>portrait</a:t>
            </a:r>
          </a:p>
        </p:txBody>
      </p:sp>
      <p:sp>
        <p:nvSpPr>
          <p:cNvPr id="5" name="Title 4">
            <a:extLst>
              <a:ext uri="{FF2B5EF4-FFF2-40B4-BE49-F238E27FC236}">
                <a16:creationId xmlns:a16="http://schemas.microsoft.com/office/drawing/2014/main" id="{BD67EC75-3424-7B25-247E-1C6B770541DE}"/>
              </a:ext>
            </a:extLst>
          </p:cNvPr>
          <p:cNvSpPr>
            <a:spLocks noGrp="1"/>
          </p:cNvSpPr>
          <p:nvPr>
            <p:ph type="title"/>
          </p:nvPr>
        </p:nvSpPr>
        <p:spPr/>
        <p:txBody>
          <a:bodyPr/>
          <a:lstStyle/>
          <a:p>
            <a:r>
              <a:rPr lang="en-US"/>
              <a:t>Click to edit Master title style</a:t>
            </a:r>
          </a:p>
        </p:txBody>
      </p:sp>
      <p:sp>
        <p:nvSpPr>
          <p:cNvPr id="4" name="Freeform 5">
            <a:extLst>
              <a:ext uri="{FF2B5EF4-FFF2-40B4-BE49-F238E27FC236}">
                <a16:creationId xmlns:a16="http://schemas.microsoft.com/office/drawing/2014/main" id="{9717D698-1CD5-3DBB-E6F0-6A666FC002C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9" name="Text Placeholder 10">
            <a:extLst>
              <a:ext uri="{FF2B5EF4-FFF2-40B4-BE49-F238E27FC236}">
                <a16:creationId xmlns:a16="http://schemas.microsoft.com/office/drawing/2014/main" id="{34072C05-AED5-2EFC-938E-482980433E09}"/>
              </a:ext>
            </a:extLst>
          </p:cNvPr>
          <p:cNvSpPr>
            <a:spLocks noGrp="1"/>
          </p:cNvSpPr>
          <p:nvPr>
            <p:ph type="body" sz="quarter" idx="45"/>
          </p:nvPr>
        </p:nvSpPr>
        <p:spPr>
          <a:xfrm>
            <a:off x="548640" y="1127125"/>
            <a:ext cx="1108932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31" name="Text Placeholder 30">
            <a:extLst>
              <a:ext uri="{FF2B5EF4-FFF2-40B4-BE49-F238E27FC236}">
                <a16:creationId xmlns:a16="http://schemas.microsoft.com/office/drawing/2014/main" id="{903611B5-888A-47D0-AF1C-FE9A83D8B5B5}"/>
              </a:ext>
            </a:extLst>
          </p:cNvPr>
          <p:cNvSpPr>
            <a:spLocks noGrp="1"/>
          </p:cNvSpPr>
          <p:nvPr>
            <p:ph type="body" sz="quarter" idx="46"/>
          </p:nvPr>
        </p:nvSpPr>
        <p:spPr>
          <a:xfrm>
            <a:off x="549274" y="4273549"/>
            <a:ext cx="1975104" cy="1457325"/>
          </a:xfrm>
        </p:spPr>
        <p:txBody>
          <a:bodyPr>
            <a:normAutofit/>
          </a:bodyPr>
          <a:lstStyle>
            <a:lvl1pPr marL="0" indent="0">
              <a:spcAft>
                <a:spcPts val="200"/>
              </a:spcAft>
              <a:buFont typeface="Arial" panose="020B0604020202020204" pitchFamily="34" charset="0"/>
              <a:buNone/>
              <a:defRPr sz="1200" b="1"/>
            </a:lvl1pPr>
            <a:lvl2pPr marL="0" indent="0">
              <a:buNone/>
              <a:defRPr sz="1200"/>
            </a:lvl2pPr>
            <a:lvl3pPr marL="285750" indent="-285750">
              <a:buClrTx/>
              <a:buFont typeface="GT America" charset="0"/>
              <a:buChar char="→"/>
              <a:defRPr sz="1200"/>
            </a:lvl3pPr>
            <a:lvl4pPr marL="285750" indent="-285750">
              <a:buClrTx/>
              <a:buFont typeface="GT America" charset="0"/>
              <a:buChar char="→"/>
              <a:defRPr sz="1200"/>
            </a:lvl4pPr>
            <a:lvl5pPr marL="285750" indent="-285750">
              <a:buClrTx/>
              <a:buFont typeface="GT America" charset="0"/>
              <a:buChar char="→"/>
              <a:defRPr sz="1200"/>
            </a:lvl5pPr>
            <a:lvl6pPr marL="285750" indent="-285750">
              <a:buClrTx/>
              <a:buFont typeface="GT America" charset="0"/>
              <a:buChar char="→"/>
              <a:defRPr sz="1200"/>
            </a:lvl6pPr>
            <a:lvl7pPr marL="285750" indent="-285750">
              <a:buClrTx/>
              <a:buFont typeface="GT America" charset="0"/>
              <a:buChar char="→"/>
              <a:defRPr sz="1200"/>
            </a:lvl7pPr>
            <a:lvl8pPr marL="285750" indent="-285750">
              <a:buClrTx/>
              <a:buFont typeface="GT America" charset="0"/>
              <a:buChar char="→"/>
              <a:defRPr sz="1200"/>
            </a:lvl8pPr>
            <a:lvl9pPr marL="285750" indent="-285750">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33" name="Text Placeholder 32">
            <a:extLst>
              <a:ext uri="{FF2B5EF4-FFF2-40B4-BE49-F238E27FC236}">
                <a16:creationId xmlns:a16="http://schemas.microsoft.com/office/drawing/2014/main" id="{BC98379C-7F1B-56B1-A3CE-AC2464AC4CCA}"/>
              </a:ext>
            </a:extLst>
          </p:cNvPr>
          <p:cNvSpPr>
            <a:spLocks noGrp="1"/>
          </p:cNvSpPr>
          <p:nvPr>
            <p:ph type="body" sz="quarter" idx="47"/>
          </p:nvPr>
        </p:nvSpPr>
        <p:spPr>
          <a:xfrm>
            <a:off x="2625857" y="4273549"/>
            <a:ext cx="1975104" cy="1457325"/>
          </a:xfrm>
        </p:spPr>
        <p:txBody>
          <a:bodyPr>
            <a:normAutofit/>
          </a:bodyPr>
          <a:lstStyle>
            <a:lvl1pPr marL="0" indent="0">
              <a:spcAft>
                <a:spcPts val="200"/>
              </a:spcAft>
              <a:buFont typeface="Arial" panose="020B0604020202020204" pitchFamily="34" charset="0"/>
              <a:buNone/>
              <a:defRPr sz="1200" b="1"/>
            </a:lvl1pPr>
            <a:lvl2pPr marL="0" indent="0">
              <a:buNone/>
              <a:defRPr sz="1200"/>
            </a:lvl2pPr>
            <a:lvl3pPr marL="285750" indent="-285750">
              <a:buClrTx/>
              <a:buFont typeface="GT America" charset="0"/>
              <a:buChar char="→"/>
              <a:defRPr sz="1200"/>
            </a:lvl3pPr>
            <a:lvl4pPr marL="285750" indent="-285750">
              <a:buClrTx/>
              <a:buFont typeface="GT America" charset="0"/>
              <a:buChar char="→"/>
              <a:defRPr sz="1200"/>
            </a:lvl4pPr>
            <a:lvl5pPr marL="285750" indent="-285750">
              <a:buClrTx/>
              <a:buFont typeface="GT America" charset="0"/>
              <a:buChar char="→"/>
              <a:defRPr sz="1200"/>
            </a:lvl5pPr>
            <a:lvl6pPr marL="285750" indent="-285750">
              <a:buClrTx/>
              <a:buFont typeface="GT America" charset="0"/>
              <a:buChar char="→"/>
              <a:defRPr sz="1200"/>
            </a:lvl6pPr>
            <a:lvl7pPr marL="285750" indent="-285750">
              <a:buClrTx/>
              <a:buFont typeface="GT America" charset="0"/>
              <a:buChar char="→"/>
              <a:defRPr sz="1200"/>
            </a:lvl7pPr>
            <a:lvl8pPr marL="285750" indent="-285750">
              <a:buClrTx/>
              <a:buFont typeface="GT America" charset="0"/>
              <a:buChar char="→"/>
              <a:defRPr sz="1200"/>
            </a:lvl8pPr>
            <a:lvl9pPr marL="285750" indent="-285750">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36" name="Text Placeholder 35">
            <a:extLst>
              <a:ext uri="{FF2B5EF4-FFF2-40B4-BE49-F238E27FC236}">
                <a16:creationId xmlns:a16="http://schemas.microsoft.com/office/drawing/2014/main" id="{84EC1E92-0954-710F-591A-C03311440651}"/>
              </a:ext>
            </a:extLst>
          </p:cNvPr>
          <p:cNvSpPr>
            <a:spLocks noGrp="1"/>
          </p:cNvSpPr>
          <p:nvPr>
            <p:ph type="body" sz="quarter" idx="48"/>
          </p:nvPr>
        </p:nvSpPr>
        <p:spPr>
          <a:xfrm>
            <a:off x="4671913" y="4273550"/>
            <a:ext cx="1975104" cy="1457325"/>
          </a:xfrm>
        </p:spPr>
        <p:txBody>
          <a:bodyPr>
            <a:normAutofit/>
          </a:bodyPr>
          <a:lstStyle>
            <a:lvl1pPr marL="0" indent="0">
              <a:spcAft>
                <a:spcPts val="200"/>
              </a:spcAft>
              <a:buFont typeface="Arial" panose="020B0604020202020204" pitchFamily="34" charset="0"/>
              <a:buNone/>
              <a:defRPr sz="1200" b="1"/>
            </a:lvl1pPr>
            <a:lvl2pPr marL="0" indent="0">
              <a:buNone/>
              <a:defRPr sz="1200"/>
            </a:lvl2pPr>
            <a:lvl3pPr marL="285750" indent="-285750">
              <a:buClrTx/>
              <a:buFont typeface="GT America" charset="0"/>
              <a:buChar char="→"/>
              <a:defRPr sz="1200"/>
            </a:lvl3pPr>
            <a:lvl4pPr marL="285750" indent="-285750">
              <a:buClrTx/>
              <a:buFont typeface="GT America" charset="0"/>
              <a:buChar char="→"/>
              <a:defRPr sz="1200"/>
            </a:lvl4pPr>
            <a:lvl5pPr marL="285750" indent="-285750">
              <a:buClrTx/>
              <a:buFont typeface="GT America" charset="0"/>
              <a:buChar char="→"/>
              <a:defRPr sz="1200"/>
            </a:lvl5pPr>
            <a:lvl6pPr marL="285750" indent="-285750">
              <a:buClrTx/>
              <a:buFont typeface="GT America" charset="0"/>
              <a:buChar char="→"/>
              <a:defRPr sz="1200"/>
            </a:lvl6pPr>
            <a:lvl7pPr marL="285750" indent="-285750">
              <a:buClrTx/>
              <a:buFont typeface="GT America" charset="0"/>
              <a:buChar char="→"/>
              <a:defRPr sz="1200"/>
            </a:lvl7pPr>
            <a:lvl8pPr marL="285750" indent="-285750">
              <a:buClrTx/>
              <a:buFont typeface="GT America" charset="0"/>
              <a:buChar char="→"/>
              <a:defRPr sz="1200"/>
            </a:lvl8pPr>
            <a:lvl9pPr marL="285750" indent="-285750">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0" name="Text Placeholder 39">
            <a:extLst>
              <a:ext uri="{FF2B5EF4-FFF2-40B4-BE49-F238E27FC236}">
                <a16:creationId xmlns:a16="http://schemas.microsoft.com/office/drawing/2014/main" id="{FCBF4A80-B697-CED7-AF3C-C632A2E25B53}"/>
              </a:ext>
            </a:extLst>
          </p:cNvPr>
          <p:cNvSpPr>
            <a:spLocks noGrp="1"/>
          </p:cNvSpPr>
          <p:nvPr>
            <p:ph type="body" sz="quarter" idx="49"/>
          </p:nvPr>
        </p:nvSpPr>
        <p:spPr>
          <a:xfrm>
            <a:off x="6737217" y="4273550"/>
            <a:ext cx="1975104" cy="1457325"/>
          </a:xfrm>
        </p:spPr>
        <p:txBody>
          <a:bodyPr>
            <a:normAutofit/>
          </a:bodyPr>
          <a:lstStyle>
            <a:lvl1pPr marL="0" indent="0">
              <a:spcAft>
                <a:spcPts val="200"/>
              </a:spcAft>
              <a:buFont typeface="Arial" panose="020B0604020202020204" pitchFamily="34" charset="0"/>
              <a:buNone/>
              <a:defRPr sz="1200" b="1"/>
            </a:lvl1pPr>
            <a:lvl2pPr marL="0" indent="0">
              <a:buNone/>
              <a:defRPr sz="1200"/>
            </a:lvl2pPr>
            <a:lvl3pPr marL="285750" indent="-285750">
              <a:buClrTx/>
              <a:buFont typeface="GT America" charset="0"/>
              <a:buChar char="→"/>
              <a:defRPr sz="1200"/>
            </a:lvl3pPr>
            <a:lvl4pPr marL="285750" indent="-285750">
              <a:buClrTx/>
              <a:buFont typeface="GT America" charset="0"/>
              <a:buChar char="→"/>
              <a:defRPr sz="1200"/>
            </a:lvl4pPr>
            <a:lvl5pPr marL="285750" indent="-285750">
              <a:buClrTx/>
              <a:buFont typeface="GT America" charset="0"/>
              <a:buChar char="→"/>
              <a:defRPr sz="1200"/>
            </a:lvl5pPr>
            <a:lvl6pPr marL="285750" indent="-285750">
              <a:buClrTx/>
              <a:buFont typeface="GT America" charset="0"/>
              <a:buChar char="→"/>
              <a:defRPr sz="1200"/>
            </a:lvl6pPr>
            <a:lvl7pPr marL="285750" indent="-285750">
              <a:buClrTx/>
              <a:buFont typeface="GT America" charset="0"/>
              <a:buChar char="→"/>
              <a:defRPr sz="1200"/>
            </a:lvl7pPr>
            <a:lvl8pPr marL="285750" indent="-285750">
              <a:buClrTx/>
              <a:buFont typeface="GT America" charset="0"/>
              <a:buChar char="→"/>
              <a:defRPr sz="1200"/>
            </a:lvl8pPr>
            <a:lvl9pPr marL="285750" indent="-285750">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2" name="Text Placeholder 41">
            <a:extLst>
              <a:ext uri="{FF2B5EF4-FFF2-40B4-BE49-F238E27FC236}">
                <a16:creationId xmlns:a16="http://schemas.microsoft.com/office/drawing/2014/main" id="{447A49B2-21EC-9A60-A49A-B88D32D6BCEA}"/>
              </a:ext>
            </a:extLst>
          </p:cNvPr>
          <p:cNvSpPr>
            <a:spLocks noGrp="1"/>
          </p:cNvSpPr>
          <p:nvPr>
            <p:ph type="body" sz="quarter" idx="50"/>
          </p:nvPr>
        </p:nvSpPr>
        <p:spPr>
          <a:xfrm>
            <a:off x="8813800" y="4281487"/>
            <a:ext cx="1975104" cy="1457325"/>
          </a:xfrm>
        </p:spPr>
        <p:txBody>
          <a:bodyPr>
            <a:normAutofit/>
          </a:bodyPr>
          <a:lstStyle>
            <a:lvl1pPr marL="0" indent="0">
              <a:spcAft>
                <a:spcPts val="200"/>
              </a:spcAft>
              <a:buFont typeface="Arial" panose="020B0604020202020204" pitchFamily="34" charset="0"/>
              <a:buNone/>
              <a:defRPr sz="1200" b="1"/>
            </a:lvl1pPr>
            <a:lvl2pPr marL="0" indent="0">
              <a:buNone/>
              <a:defRPr sz="1200"/>
            </a:lvl2pPr>
            <a:lvl3pPr marL="285750" indent="-285750">
              <a:buClrTx/>
              <a:buFont typeface="GT America" charset="0"/>
              <a:buChar char="→"/>
              <a:defRPr sz="1200"/>
            </a:lvl3pPr>
            <a:lvl4pPr marL="0" indent="0">
              <a:buClrTx/>
              <a:buFont typeface="GT America" charset="0"/>
              <a:buNone/>
              <a:defRPr sz="1200"/>
            </a:lvl4pPr>
            <a:lvl5pPr marL="285750" indent="-285750">
              <a:buClrTx/>
              <a:buFont typeface="GT America" charset="0"/>
              <a:buChar char="→"/>
              <a:defRPr sz="1200"/>
            </a:lvl5pPr>
            <a:lvl6pPr marL="285750" indent="-285750">
              <a:buClrTx/>
              <a:buFont typeface="GT America" charset="0"/>
              <a:buChar char="→"/>
              <a:defRPr sz="1200"/>
            </a:lvl6pPr>
            <a:lvl7pPr marL="285750" indent="-285750">
              <a:buClrTx/>
              <a:buFont typeface="GT America" charset="0"/>
              <a:buChar char="→"/>
              <a:defRPr sz="1200"/>
            </a:lvl7pPr>
            <a:lvl8pPr marL="285750" indent="-285750">
              <a:buClrTx/>
              <a:buFont typeface="GT America" charset="0"/>
              <a:buChar char="→"/>
              <a:defRPr sz="1200"/>
            </a:lvl8pPr>
            <a:lvl9pPr marL="285750" indent="-285750">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grpSp>
        <p:nvGrpSpPr>
          <p:cNvPr id="2" name="Group 1">
            <a:extLst>
              <a:ext uri="{FF2B5EF4-FFF2-40B4-BE49-F238E27FC236}">
                <a16:creationId xmlns:a16="http://schemas.microsoft.com/office/drawing/2014/main" id="{3AFD6D26-3DCD-CE96-B5FD-30F3CC02F1AB}"/>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C78B4C26-D64B-7B78-CB4C-6802016EC0C0}"/>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96CE7389-AD19-68AC-ECA0-9A17684EC0B4}"/>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10314AC8-0978-3095-855D-D5D77C062F65}"/>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7D0FD2B2-5E79-0601-1AB5-E0CB1876B698}"/>
                </a:ext>
              </a:extLst>
            </p:cNvPr>
            <p:cNvGrpSpPr/>
            <p:nvPr userDrawn="1"/>
          </p:nvGrpSpPr>
          <p:grpSpPr>
            <a:xfrm>
              <a:off x="12442019" y="3791214"/>
              <a:ext cx="382660" cy="2882942"/>
              <a:chOff x="14001569" y="3716048"/>
              <a:chExt cx="316248" cy="3171236"/>
            </a:xfrm>
          </p:grpSpPr>
          <p:sp>
            <p:nvSpPr>
              <p:cNvPr id="26" name="Rectangle 25">
                <a:extLst>
                  <a:ext uri="{FF2B5EF4-FFF2-40B4-BE49-F238E27FC236}">
                    <a16:creationId xmlns:a16="http://schemas.microsoft.com/office/drawing/2014/main" id="{CB86F89B-F840-A7F0-80F3-53AE1C0FB634}"/>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32CA05E3-8F43-F504-411F-8B9AFCB1C73C}"/>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E39138DF-41AE-96E5-E311-9B03044EAD7D}"/>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A57F3BFE-2C9A-1087-85AD-13BADAA718AA}"/>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BF16A5EA-3C0A-3DDB-968C-1BF332D75F0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FF1BE60D-180B-E3B3-C78E-EC0596784FBE}"/>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334DA9A2-690D-E5AD-3319-3F6DA626A085}"/>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B5D16448-E8FB-1CE5-6B0A-0DC05D027DD6}"/>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47B23071-A580-F566-7CAD-C6192BC75DD5}"/>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3" name="Rectangle 42">
                <a:extLst>
                  <a:ext uri="{FF2B5EF4-FFF2-40B4-BE49-F238E27FC236}">
                    <a16:creationId xmlns:a16="http://schemas.microsoft.com/office/drawing/2014/main" id="{98889C44-94D3-A112-B4DA-DD25CA580F66}"/>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33D3DB2C-6443-33A8-04D7-265FC24206B2}"/>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6E345A6D-1AF6-259A-C96B-1E6DDD6854C3}"/>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983CAEBE-0403-95A9-DCFB-2397DF8927D3}"/>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3CE5E1DF-17D6-2B12-7F32-053CE4E00476}"/>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05120014-27C2-0AB6-D133-E0A4EB9102CA}"/>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DB3A6DCA-9E15-FEFE-A54D-5E1878E86561}"/>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819F524F-D20E-E40F-37B3-960FF49E284C}"/>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525CE540-035C-64D5-6138-5D0EBB605599}"/>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CDCFF4E6-66CA-E598-A86F-5703783307F0}"/>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9F1406D7-9B99-83C6-B88F-9658CDEFC57C}"/>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F3108D09-5C1C-BD3A-298E-C37C7A8D5265}"/>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CCD93950-0A59-53FC-7D96-5CCAD0F38941}"/>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4" name="TextBox 43">
            <a:extLst>
              <a:ext uri="{FF2B5EF4-FFF2-40B4-BE49-F238E27FC236}">
                <a16:creationId xmlns:a16="http://schemas.microsoft.com/office/drawing/2014/main" id="{0DEEA438-F045-8312-895F-E6C49CDCBC96}"/>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559263699"/>
      </p:ext>
    </p:extLst>
  </p:cSld>
  <p:clrMapOvr>
    <a:masterClrMapping/>
  </p:clrMapOvr>
</p:sldLayout>
</file>

<file path=ppt/slideLayouts/slideLayout330.xml><?xml version="1.0" encoding="utf-8"?>
<p:sldLayout xmlns:a="http://schemas.openxmlformats.org/drawingml/2006/main" xmlns:r="http://schemas.openxmlformats.org/officeDocument/2006/relationships" xmlns:p="http://schemas.openxmlformats.org/presentationml/2006/main" preserve="1" userDrawn="1">
  <p:cSld name="Contact sheet 9-up">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1" name="Picture Placeholder 9">
            <a:extLst>
              <a:ext uri="{FF2B5EF4-FFF2-40B4-BE49-F238E27FC236}">
                <a16:creationId xmlns:a16="http://schemas.microsoft.com/office/drawing/2014/main" id="{E5C7C011-127A-0143-3287-56B2493616F3}"/>
              </a:ext>
            </a:extLst>
          </p:cNvPr>
          <p:cNvSpPr>
            <a:spLocks noGrp="1"/>
          </p:cNvSpPr>
          <p:nvPr>
            <p:ph type="pic" sz="quarter" idx="29" hasCustomPrompt="1"/>
          </p:nvPr>
        </p:nvSpPr>
        <p:spPr>
          <a:xfrm>
            <a:off x="548640" y="1849438"/>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28" name="Picture Placeholder 9">
            <a:extLst>
              <a:ext uri="{FF2B5EF4-FFF2-40B4-BE49-F238E27FC236}">
                <a16:creationId xmlns:a16="http://schemas.microsoft.com/office/drawing/2014/main" id="{17A4289C-7601-5CA4-4C3A-5F28EB369581}"/>
              </a:ext>
            </a:extLst>
          </p:cNvPr>
          <p:cNvSpPr>
            <a:spLocks noGrp="1"/>
          </p:cNvSpPr>
          <p:nvPr>
            <p:ph type="pic" sz="quarter" idx="43" hasCustomPrompt="1"/>
          </p:nvPr>
        </p:nvSpPr>
        <p:spPr>
          <a:xfrm>
            <a:off x="548640" y="3295650"/>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31" name="Picture Placeholder 9">
            <a:extLst>
              <a:ext uri="{FF2B5EF4-FFF2-40B4-BE49-F238E27FC236}">
                <a16:creationId xmlns:a16="http://schemas.microsoft.com/office/drawing/2014/main" id="{A0C2F317-7D2F-8DB5-8348-18AA8221AAE9}"/>
              </a:ext>
            </a:extLst>
          </p:cNvPr>
          <p:cNvSpPr>
            <a:spLocks noGrp="1"/>
          </p:cNvSpPr>
          <p:nvPr>
            <p:ph type="pic" sz="quarter" idx="45" hasCustomPrompt="1"/>
          </p:nvPr>
        </p:nvSpPr>
        <p:spPr>
          <a:xfrm>
            <a:off x="548640" y="4743563"/>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55" name="Picture Placeholder 9">
            <a:extLst>
              <a:ext uri="{FF2B5EF4-FFF2-40B4-BE49-F238E27FC236}">
                <a16:creationId xmlns:a16="http://schemas.microsoft.com/office/drawing/2014/main" id="{4471B4C7-4613-EEB3-9308-87F186645DFC}"/>
              </a:ext>
            </a:extLst>
          </p:cNvPr>
          <p:cNvSpPr>
            <a:spLocks noGrp="1"/>
          </p:cNvSpPr>
          <p:nvPr>
            <p:ph type="pic" sz="quarter" idx="47" hasCustomPrompt="1"/>
          </p:nvPr>
        </p:nvSpPr>
        <p:spPr>
          <a:xfrm>
            <a:off x="4407408" y="1844676"/>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58" name="Picture Placeholder 9">
            <a:extLst>
              <a:ext uri="{FF2B5EF4-FFF2-40B4-BE49-F238E27FC236}">
                <a16:creationId xmlns:a16="http://schemas.microsoft.com/office/drawing/2014/main" id="{B81A6CC2-3FF5-E358-9361-9AA641684178}"/>
              </a:ext>
            </a:extLst>
          </p:cNvPr>
          <p:cNvSpPr>
            <a:spLocks noGrp="1"/>
          </p:cNvSpPr>
          <p:nvPr>
            <p:ph type="pic" sz="quarter" idx="49" hasCustomPrompt="1"/>
          </p:nvPr>
        </p:nvSpPr>
        <p:spPr>
          <a:xfrm>
            <a:off x="4404520" y="3290888"/>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61" name="Picture Placeholder 9">
            <a:extLst>
              <a:ext uri="{FF2B5EF4-FFF2-40B4-BE49-F238E27FC236}">
                <a16:creationId xmlns:a16="http://schemas.microsoft.com/office/drawing/2014/main" id="{3936CF0E-0A97-CA96-5F67-097CDDE826A2}"/>
              </a:ext>
            </a:extLst>
          </p:cNvPr>
          <p:cNvSpPr>
            <a:spLocks noGrp="1"/>
          </p:cNvSpPr>
          <p:nvPr>
            <p:ph type="pic" sz="quarter" idx="51" hasCustomPrompt="1"/>
          </p:nvPr>
        </p:nvSpPr>
        <p:spPr>
          <a:xfrm>
            <a:off x="4407408" y="4737100"/>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64" name="Picture Placeholder 9">
            <a:extLst>
              <a:ext uri="{FF2B5EF4-FFF2-40B4-BE49-F238E27FC236}">
                <a16:creationId xmlns:a16="http://schemas.microsoft.com/office/drawing/2014/main" id="{C1D5E855-FA17-F4D0-646B-35CD59AAC6A0}"/>
              </a:ext>
            </a:extLst>
          </p:cNvPr>
          <p:cNvSpPr>
            <a:spLocks noGrp="1"/>
          </p:cNvSpPr>
          <p:nvPr>
            <p:ph type="pic" sz="quarter" idx="53" hasCustomPrompt="1"/>
          </p:nvPr>
        </p:nvSpPr>
        <p:spPr>
          <a:xfrm>
            <a:off x="8211312" y="1849438"/>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67" name="Picture Placeholder 9">
            <a:extLst>
              <a:ext uri="{FF2B5EF4-FFF2-40B4-BE49-F238E27FC236}">
                <a16:creationId xmlns:a16="http://schemas.microsoft.com/office/drawing/2014/main" id="{D5751559-8E90-53E9-D2C3-6C9A57296D6D}"/>
              </a:ext>
            </a:extLst>
          </p:cNvPr>
          <p:cNvSpPr>
            <a:spLocks noGrp="1"/>
          </p:cNvSpPr>
          <p:nvPr>
            <p:ph type="pic" sz="quarter" idx="55" hasCustomPrompt="1"/>
          </p:nvPr>
        </p:nvSpPr>
        <p:spPr>
          <a:xfrm>
            <a:off x="8212138" y="3295650"/>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70" name="Picture Placeholder 9">
            <a:extLst>
              <a:ext uri="{FF2B5EF4-FFF2-40B4-BE49-F238E27FC236}">
                <a16:creationId xmlns:a16="http://schemas.microsoft.com/office/drawing/2014/main" id="{769EC156-0E51-CE48-5482-055D256909C5}"/>
              </a:ext>
            </a:extLst>
          </p:cNvPr>
          <p:cNvSpPr>
            <a:spLocks noGrp="1"/>
          </p:cNvSpPr>
          <p:nvPr>
            <p:ph type="pic" sz="quarter" idx="57" hasCustomPrompt="1"/>
          </p:nvPr>
        </p:nvSpPr>
        <p:spPr>
          <a:xfrm>
            <a:off x="8211312" y="4741862"/>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3" name="Title 2">
            <a:extLst>
              <a:ext uri="{FF2B5EF4-FFF2-40B4-BE49-F238E27FC236}">
                <a16:creationId xmlns:a16="http://schemas.microsoft.com/office/drawing/2014/main" id="{D69619C9-5DB2-E39E-74FF-9877E61A97AB}"/>
              </a:ext>
            </a:extLst>
          </p:cNvPr>
          <p:cNvSpPr>
            <a:spLocks noGrp="1"/>
          </p:cNvSpPr>
          <p:nvPr>
            <p:ph type="title"/>
          </p:nvPr>
        </p:nvSpPr>
        <p:spPr/>
        <p:txBody>
          <a:bodyPr/>
          <a:lstStyle/>
          <a:p>
            <a:r>
              <a:rPr lang="en-US"/>
              <a:t>Click to edit Master title style</a:t>
            </a:r>
          </a:p>
        </p:txBody>
      </p:sp>
      <p:sp>
        <p:nvSpPr>
          <p:cNvPr id="6" name="Freeform 5">
            <a:extLst>
              <a:ext uri="{FF2B5EF4-FFF2-40B4-BE49-F238E27FC236}">
                <a16:creationId xmlns:a16="http://schemas.microsoft.com/office/drawing/2014/main" id="{60E20A95-EEA0-4571-C3C8-4DFEEFF15173}"/>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20" name="Text Placeholder 10">
            <a:extLst>
              <a:ext uri="{FF2B5EF4-FFF2-40B4-BE49-F238E27FC236}">
                <a16:creationId xmlns:a16="http://schemas.microsoft.com/office/drawing/2014/main" id="{1A8F5A52-2BB1-6E01-1280-D7B8E1530E75}"/>
              </a:ext>
            </a:extLst>
          </p:cNvPr>
          <p:cNvSpPr>
            <a:spLocks noGrp="1"/>
          </p:cNvSpPr>
          <p:nvPr>
            <p:ph type="body" sz="quarter" idx="58"/>
          </p:nvPr>
        </p:nvSpPr>
        <p:spPr>
          <a:xfrm>
            <a:off x="548640" y="1127125"/>
            <a:ext cx="1108932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47" name="Text Placeholder 28">
            <a:extLst>
              <a:ext uri="{FF2B5EF4-FFF2-40B4-BE49-F238E27FC236}">
                <a16:creationId xmlns:a16="http://schemas.microsoft.com/office/drawing/2014/main" id="{B33B65D6-52E4-77AB-4814-DB4CF93D6165}"/>
              </a:ext>
            </a:extLst>
          </p:cNvPr>
          <p:cNvSpPr>
            <a:spLocks noGrp="1"/>
          </p:cNvSpPr>
          <p:nvPr>
            <p:ph type="body" sz="quarter" idx="94"/>
          </p:nvPr>
        </p:nvSpPr>
        <p:spPr>
          <a:xfrm>
            <a:off x="1491371" y="1848982"/>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8" name="Text Placeholder 31">
            <a:extLst>
              <a:ext uri="{FF2B5EF4-FFF2-40B4-BE49-F238E27FC236}">
                <a16:creationId xmlns:a16="http://schemas.microsoft.com/office/drawing/2014/main" id="{EB65456B-8D08-C9BF-224B-B9C64A7F7CAA}"/>
              </a:ext>
            </a:extLst>
          </p:cNvPr>
          <p:cNvSpPr>
            <a:spLocks noGrp="1"/>
          </p:cNvSpPr>
          <p:nvPr>
            <p:ph type="body" sz="quarter" idx="60"/>
          </p:nvPr>
        </p:nvSpPr>
        <p:spPr>
          <a:xfrm>
            <a:off x="5347251" y="1851364"/>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9" name="Text Placeholder 33">
            <a:extLst>
              <a:ext uri="{FF2B5EF4-FFF2-40B4-BE49-F238E27FC236}">
                <a16:creationId xmlns:a16="http://schemas.microsoft.com/office/drawing/2014/main" id="{BBD5A27C-9B64-5396-B2F2-8BC953E60E1E}"/>
              </a:ext>
            </a:extLst>
          </p:cNvPr>
          <p:cNvSpPr>
            <a:spLocks noGrp="1"/>
          </p:cNvSpPr>
          <p:nvPr>
            <p:ph type="body" sz="quarter" idx="95"/>
          </p:nvPr>
        </p:nvSpPr>
        <p:spPr>
          <a:xfrm>
            <a:off x="9154043" y="1853745"/>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0" name="Text Placeholder 35">
            <a:extLst>
              <a:ext uri="{FF2B5EF4-FFF2-40B4-BE49-F238E27FC236}">
                <a16:creationId xmlns:a16="http://schemas.microsoft.com/office/drawing/2014/main" id="{4E24BE1D-A414-0921-6B24-228F418599DC}"/>
              </a:ext>
            </a:extLst>
          </p:cNvPr>
          <p:cNvSpPr>
            <a:spLocks noGrp="1"/>
          </p:cNvSpPr>
          <p:nvPr>
            <p:ph type="body" sz="quarter" idx="62"/>
          </p:nvPr>
        </p:nvSpPr>
        <p:spPr>
          <a:xfrm>
            <a:off x="1491371" y="3297351"/>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1" name="Text Placeholder 37">
            <a:extLst>
              <a:ext uri="{FF2B5EF4-FFF2-40B4-BE49-F238E27FC236}">
                <a16:creationId xmlns:a16="http://schemas.microsoft.com/office/drawing/2014/main" id="{C7229E1F-B221-29A9-4121-9AB7571172C8}"/>
              </a:ext>
            </a:extLst>
          </p:cNvPr>
          <p:cNvSpPr>
            <a:spLocks noGrp="1"/>
          </p:cNvSpPr>
          <p:nvPr>
            <p:ph type="body" sz="quarter" idx="96"/>
          </p:nvPr>
        </p:nvSpPr>
        <p:spPr>
          <a:xfrm>
            <a:off x="5347251" y="3297351"/>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2" name="Text Placeholder 39">
            <a:extLst>
              <a:ext uri="{FF2B5EF4-FFF2-40B4-BE49-F238E27FC236}">
                <a16:creationId xmlns:a16="http://schemas.microsoft.com/office/drawing/2014/main" id="{C9D12808-4957-032F-A845-94EEC2925E89}"/>
              </a:ext>
            </a:extLst>
          </p:cNvPr>
          <p:cNvSpPr>
            <a:spLocks noGrp="1"/>
          </p:cNvSpPr>
          <p:nvPr>
            <p:ph type="body" sz="quarter" idx="64"/>
          </p:nvPr>
        </p:nvSpPr>
        <p:spPr>
          <a:xfrm>
            <a:off x="9154043" y="3297351"/>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3" name="Text Placeholder 41">
            <a:extLst>
              <a:ext uri="{FF2B5EF4-FFF2-40B4-BE49-F238E27FC236}">
                <a16:creationId xmlns:a16="http://schemas.microsoft.com/office/drawing/2014/main" id="{B12AD652-87BB-53BF-14D1-7CADF3402526}"/>
              </a:ext>
            </a:extLst>
          </p:cNvPr>
          <p:cNvSpPr>
            <a:spLocks noGrp="1"/>
          </p:cNvSpPr>
          <p:nvPr>
            <p:ph type="body" sz="quarter" idx="97"/>
          </p:nvPr>
        </p:nvSpPr>
        <p:spPr>
          <a:xfrm>
            <a:off x="1491371" y="4748325"/>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4" name="Text Placeholder 43">
            <a:extLst>
              <a:ext uri="{FF2B5EF4-FFF2-40B4-BE49-F238E27FC236}">
                <a16:creationId xmlns:a16="http://schemas.microsoft.com/office/drawing/2014/main" id="{2F5D586D-E682-4214-BDFC-2381008A2DAD}"/>
              </a:ext>
            </a:extLst>
          </p:cNvPr>
          <p:cNvSpPr>
            <a:spLocks noGrp="1"/>
          </p:cNvSpPr>
          <p:nvPr>
            <p:ph type="body" sz="quarter" idx="66"/>
          </p:nvPr>
        </p:nvSpPr>
        <p:spPr>
          <a:xfrm>
            <a:off x="5347251" y="4748325"/>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6" name="Text Placeholder 45">
            <a:extLst>
              <a:ext uri="{FF2B5EF4-FFF2-40B4-BE49-F238E27FC236}">
                <a16:creationId xmlns:a16="http://schemas.microsoft.com/office/drawing/2014/main" id="{CED54B08-20E7-A541-B8ED-9C32BBF3A87B}"/>
              </a:ext>
            </a:extLst>
          </p:cNvPr>
          <p:cNvSpPr>
            <a:spLocks noGrp="1"/>
          </p:cNvSpPr>
          <p:nvPr>
            <p:ph type="body" sz="quarter" idx="98"/>
          </p:nvPr>
        </p:nvSpPr>
        <p:spPr>
          <a:xfrm>
            <a:off x="9154043" y="4732794"/>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grpSp>
        <p:nvGrpSpPr>
          <p:cNvPr id="2" name="Group 1">
            <a:extLst>
              <a:ext uri="{FF2B5EF4-FFF2-40B4-BE49-F238E27FC236}">
                <a16:creationId xmlns:a16="http://schemas.microsoft.com/office/drawing/2014/main" id="{17B0F2C0-925C-7BBB-CF3D-3EFA3023619E}"/>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C5455081-1828-7904-0001-BC934A660606}"/>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3E3D09F2-AB33-1AC4-0D3A-280025571747}"/>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4C9DAD0D-F2A3-3E01-93E0-7707C0D45AE5}"/>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4E58AC6A-2C7D-7015-9DE8-17FFA28EA20C}"/>
                </a:ext>
              </a:extLst>
            </p:cNvPr>
            <p:cNvGrpSpPr/>
            <p:nvPr userDrawn="1"/>
          </p:nvGrpSpPr>
          <p:grpSpPr>
            <a:xfrm>
              <a:off x="12442019" y="3791214"/>
              <a:ext cx="382660" cy="2882942"/>
              <a:chOff x="14001569" y="3716048"/>
              <a:chExt cx="316248" cy="3171236"/>
            </a:xfrm>
          </p:grpSpPr>
          <p:sp>
            <p:nvSpPr>
              <p:cNvPr id="25" name="Rectangle 24">
                <a:extLst>
                  <a:ext uri="{FF2B5EF4-FFF2-40B4-BE49-F238E27FC236}">
                    <a16:creationId xmlns:a16="http://schemas.microsoft.com/office/drawing/2014/main" id="{891E5E40-38FB-1F37-4BD1-9C50B3FC18D0}"/>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C7413532-B27C-76FE-5F2A-E588EC2AA6C7}"/>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2F4DCF72-1B59-0D30-C8E3-5FE91F4601E0}"/>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A3E4DDB1-0EB7-5BAD-1A1B-9ED96B5E1BA1}"/>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2216EACE-097A-1395-53DE-B123BCDF821E}"/>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8E091C54-3F02-74D5-0E35-13526A0BECB5}"/>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1DB032B1-4252-C5EB-CB50-AD40ECFD7F25}"/>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9B51F9E8-8EBF-0DEF-BFD3-947430099245}"/>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57E59CED-015E-B28D-7016-42C6B9733CAB}"/>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BDADD0FF-95DD-40BF-7E4E-087AFA2B038E}"/>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11E61447-0977-329B-6995-18D8B8367957}"/>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23182D1F-8898-AE26-7E5C-BE932F71CCB0}"/>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96A5FAC9-A053-1A4E-4C40-BEAC35EDDEEA}"/>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9C9E7C00-061A-EE94-6C8F-74EE33F50D6F}"/>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DFACD0BF-A135-7E7C-DFB5-7C021BC187F3}"/>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2A1A4C91-A440-142C-FC4E-98884885C19A}"/>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617EB3C2-5272-9EC3-5426-5312EABD7266}"/>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5C844397-3F82-2B40-0393-2B0F1525B5C0}"/>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BF5405CF-E9AD-FBDE-A2E0-E4910238790E}"/>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5DB1EFFC-C24B-75EF-3670-ACB50DF1A3D4}"/>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F657652B-97E6-09ED-E6BA-54D7C70ABB73}"/>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6FE089F0-77C8-7031-39D3-2D3CCCDA73BD}"/>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6D981FC1-C3CE-CE58-C0DB-306D7B61F373}"/>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26094754"/>
      </p:ext>
    </p:extLst>
  </p:cSld>
  <p:clrMapOvr>
    <a:masterClrMapping/>
  </p:clrMapOvr>
</p:sldLayout>
</file>

<file path=ppt/slideLayouts/slideLayout331.xml><?xml version="1.0" encoding="utf-8"?>
<p:sldLayout xmlns:a="http://schemas.openxmlformats.org/drawingml/2006/main" xmlns:r="http://schemas.openxmlformats.org/officeDocument/2006/relationships" xmlns:p="http://schemas.openxmlformats.org/presentationml/2006/main" preserve="1" userDrawn="1">
  <p:cSld name="Contact Sheet 12-up">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1" name="Picture Placeholder 9">
            <a:extLst>
              <a:ext uri="{FF2B5EF4-FFF2-40B4-BE49-F238E27FC236}">
                <a16:creationId xmlns:a16="http://schemas.microsoft.com/office/drawing/2014/main" id="{E5C7C011-127A-0143-3287-56B2493616F3}"/>
              </a:ext>
            </a:extLst>
          </p:cNvPr>
          <p:cNvSpPr>
            <a:spLocks noGrp="1"/>
          </p:cNvSpPr>
          <p:nvPr>
            <p:ph type="pic" sz="quarter" idx="29" hasCustomPrompt="1"/>
          </p:nvPr>
        </p:nvSpPr>
        <p:spPr>
          <a:xfrm>
            <a:off x="546200" y="156240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3" name="Picture Placeholder 9">
            <a:extLst>
              <a:ext uri="{FF2B5EF4-FFF2-40B4-BE49-F238E27FC236}">
                <a16:creationId xmlns:a16="http://schemas.microsoft.com/office/drawing/2014/main" id="{25876E2B-22D5-E023-0774-0D2E4727B88F}"/>
              </a:ext>
            </a:extLst>
          </p:cNvPr>
          <p:cNvSpPr>
            <a:spLocks noGrp="1"/>
          </p:cNvSpPr>
          <p:nvPr>
            <p:ph type="pic" sz="quarter" idx="59" hasCustomPrompt="1"/>
          </p:nvPr>
        </p:nvSpPr>
        <p:spPr>
          <a:xfrm>
            <a:off x="547356" y="313958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6" name="Picture Placeholder 9">
            <a:extLst>
              <a:ext uri="{FF2B5EF4-FFF2-40B4-BE49-F238E27FC236}">
                <a16:creationId xmlns:a16="http://schemas.microsoft.com/office/drawing/2014/main" id="{D6976165-15B0-50D3-48A1-3EEF58B092C0}"/>
              </a:ext>
            </a:extLst>
          </p:cNvPr>
          <p:cNvSpPr>
            <a:spLocks noGrp="1"/>
          </p:cNvSpPr>
          <p:nvPr>
            <p:ph type="pic" sz="quarter" idx="61" hasCustomPrompt="1"/>
          </p:nvPr>
        </p:nvSpPr>
        <p:spPr>
          <a:xfrm>
            <a:off x="554788" y="4705350"/>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12" name="Picture Placeholder 9">
            <a:extLst>
              <a:ext uri="{FF2B5EF4-FFF2-40B4-BE49-F238E27FC236}">
                <a16:creationId xmlns:a16="http://schemas.microsoft.com/office/drawing/2014/main" id="{0CE498C5-374E-D8FE-F156-A53931D853E7}"/>
              </a:ext>
            </a:extLst>
          </p:cNvPr>
          <p:cNvSpPr>
            <a:spLocks noGrp="1"/>
          </p:cNvSpPr>
          <p:nvPr>
            <p:ph type="pic" sz="quarter" idx="63" hasCustomPrompt="1"/>
          </p:nvPr>
        </p:nvSpPr>
        <p:spPr>
          <a:xfrm>
            <a:off x="3365932" y="156240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15" name="Picture Placeholder 9">
            <a:extLst>
              <a:ext uri="{FF2B5EF4-FFF2-40B4-BE49-F238E27FC236}">
                <a16:creationId xmlns:a16="http://schemas.microsoft.com/office/drawing/2014/main" id="{1FCBF2C0-C112-B81E-0578-54F91D1D965D}"/>
              </a:ext>
            </a:extLst>
          </p:cNvPr>
          <p:cNvSpPr>
            <a:spLocks noGrp="1"/>
          </p:cNvSpPr>
          <p:nvPr>
            <p:ph type="pic" sz="quarter" idx="65" hasCustomPrompt="1"/>
          </p:nvPr>
        </p:nvSpPr>
        <p:spPr>
          <a:xfrm>
            <a:off x="3367088" y="313958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17" name="Picture Placeholder 9">
            <a:extLst>
              <a:ext uri="{FF2B5EF4-FFF2-40B4-BE49-F238E27FC236}">
                <a16:creationId xmlns:a16="http://schemas.microsoft.com/office/drawing/2014/main" id="{4C09C1F9-ECED-C5BA-42C5-0EE10E589CC6}"/>
              </a:ext>
            </a:extLst>
          </p:cNvPr>
          <p:cNvSpPr>
            <a:spLocks noGrp="1"/>
          </p:cNvSpPr>
          <p:nvPr>
            <p:ph type="pic" sz="quarter" idx="67" hasCustomPrompt="1"/>
          </p:nvPr>
        </p:nvSpPr>
        <p:spPr>
          <a:xfrm>
            <a:off x="3374520" y="4705350"/>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19" name="Picture Placeholder 9">
            <a:extLst>
              <a:ext uri="{FF2B5EF4-FFF2-40B4-BE49-F238E27FC236}">
                <a16:creationId xmlns:a16="http://schemas.microsoft.com/office/drawing/2014/main" id="{0042FFDF-513A-EC10-98FD-B9C57D062AE0}"/>
              </a:ext>
            </a:extLst>
          </p:cNvPr>
          <p:cNvSpPr>
            <a:spLocks noGrp="1"/>
          </p:cNvSpPr>
          <p:nvPr>
            <p:ph type="pic" sz="quarter" idx="69" hasCustomPrompt="1"/>
          </p:nvPr>
        </p:nvSpPr>
        <p:spPr>
          <a:xfrm>
            <a:off x="6185664" y="156240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22" name="Picture Placeholder 9">
            <a:extLst>
              <a:ext uri="{FF2B5EF4-FFF2-40B4-BE49-F238E27FC236}">
                <a16:creationId xmlns:a16="http://schemas.microsoft.com/office/drawing/2014/main" id="{8BC36A4B-DA0D-6BF1-C4D6-33880787409E}"/>
              </a:ext>
            </a:extLst>
          </p:cNvPr>
          <p:cNvSpPr>
            <a:spLocks noGrp="1"/>
          </p:cNvSpPr>
          <p:nvPr>
            <p:ph type="pic" sz="quarter" idx="71" hasCustomPrompt="1"/>
          </p:nvPr>
        </p:nvSpPr>
        <p:spPr>
          <a:xfrm>
            <a:off x="6186820" y="313958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24" name="Picture Placeholder 9">
            <a:extLst>
              <a:ext uri="{FF2B5EF4-FFF2-40B4-BE49-F238E27FC236}">
                <a16:creationId xmlns:a16="http://schemas.microsoft.com/office/drawing/2014/main" id="{76E7E740-2280-24BA-7A1B-AB4C8412EB3C}"/>
              </a:ext>
            </a:extLst>
          </p:cNvPr>
          <p:cNvSpPr>
            <a:spLocks noGrp="1"/>
          </p:cNvSpPr>
          <p:nvPr>
            <p:ph type="pic" sz="quarter" idx="73" hasCustomPrompt="1"/>
          </p:nvPr>
        </p:nvSpPr>
        <p:spPr>
          <a:xfrm>
            <a:off x="6194252" y="4705350"/>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26" name="Picture Placeholder 9">
            <a:extLst>
              <a:ext uri="{FF2B5EF4-FFF2-40B4-BE49-F238E27FC236}">
                <a16:creationId xmlns:a16="http://schemas.microsoft.com/office/drawing/2014/main" id="{CADD27F9-84C7-1DB2-249A-964A088830A2}"/>
              </a:ext>
            </a:extLst>
          </p:cNvPr>
          <p:cNvSpPr>
            <a:spLocks noGrp="1"/>
          </p:cNvSpPr>
          <p:nvPr>
            <p:ph type="pic" sz="quarter" idx="75" hasCustomPrompt="1"/>
          </p:nvPr>
        </p:nvSpPr>
        <p:spPr>
          <a:xfrm>
            <a:off x="9005396" y="156240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34" name="Picture Placeholder 9">
            <a:extLst>
              <a:ext uri="{FF2B5EF4-FFF2-40B4-BE49-F238E27FC236}">
                <a16:creationId xmlns:a16="http://schemas.microsoft.com/office/drawing/2014/main" id="{FF1E356A-47B8-BFE3-D4E2-B4F8BF65D253}"/>
              </a:ext>
            </a:extLst>
          </p:cNvPr>
          <p:cNvSpPr>
            <a:spLocks noGrp="1"/>
          </p:cNvSpPr>
          <p:nvPr>
            <p:ph type="pic" sz="quarter" idx="77" hasCustomPrompt="1"/>
          </p:nvPr>
        </p:nvSpPr>
        <p:spPr>
          <a:xfrm>
            <a:off x="9006552" y="313958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36" name="Picture Placeholder 9">
            <a:extLst>
              <a:ext uri="{FF2B5EF4-FFF2-40B4-BE49-F238E27FC236}">
                <a16:creationId xmlns:a16="http://schemas.microsoft.com/office/drawing/2014/main" id="{D13123F8-5707-1836-E32B-577B73747D46}"/>
              </a:ext>
            </a:extLst>
          </p:cNvPr>
          <p:cNvSpPr>
            <a:spLocks noGrp="1"/>
          </p:cNvSpPr>
          <p:nvPr>
            <p:ph type="pic" sz="quarter" idx="79" hasCustomPrompt="1"/>
          </p:nvPr>
        </p:nvSpPr>
        <p:spPr>
          <a:xfrm>
            <a:off x="9013984" y="4705350"/>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13" name="Title 12">
            <a:extLst>
              <a:ext uri="{FF2B5EF4-FFF2-40B4-BE49-F238E27FC236}">
                <a16:creationId xmlns:a16="http://schemas.microsoft.com/office/drawing/2014/main" id="{E6ED4069-4F51-A36D-255A-CF77628C85CE}"/>
              </a:ext>
            </a:extLst>
          </p:cNvPr>
          <p:cNvSpPr>
            <a:spLocks noGrp="1"/>
          </p:cNvSpPr>
          <p:nvPr>
            <p:ph type="title"/>
          </p:nvPr>
        </p:nvSpPr>
        <p:spPr/>
        <p:txBody>
          <a:bodyPr/>
          <a:lstStyle/>
          <a:p>
            <a:r>
              <a:rPr lang="en-US"/>
              <a:t>Click to edit Master title style</a:t>
            </a:r>
          </a:p>
        </p:txBody>
      </p:sp>
      <p:sp>
        <p:nvSpPr>
          <p:cNvPr id="7" name="Freeform 5">
            <a:extLst>
              <a:ext uri="{FF2B5EF4-FFF2-40B4-BE49-F238E27FC236}">
                <a16:creationId xmlns:a16="http://schemas.microsoft.com/office/drawing/2014/main" id="{71A8BD57-464A-7786-334E-596380BA0688}"/>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37" name="Text Placeholder 28">
            <a:extLst>
              <a:ext uri="{FF2B5EF4-FFF2-40B4-BE49-F238E27FC236}">
                <a16:creationId xmlns:a16="http://schemas.microsoft.com/office/drawing/2014/main" id="{20725060-FB97-FB2A-839C-88058950AD03}"/>
              </a:ext>
            </a:extLst>
          </p:cNvPr>
          <p:cNvSpPr>
            <a:spLocks noGrp="1"/>
          </p:cNvSpPr>
          <p:nvPr>
            <p:ph type="body" sz="quarter" idx="94"/>
          </p:nvPr>
        </p:nvSpPr>
        <p:spPr>
          <a:xfrm>
            <a:off x="545350" y="2421426"/>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38" name="Text Placeholder 31">
            <a:extLst>
              <a:ext uri="{FF2B5EF4-FFF2-40B4-BE49-F238E27FC236}">
                <a16:creationId xmlns:a16="http://schemas.microsoft.com/office/drawing/2014/main" id="{53AEDA35-ADD6-FCE3-846B-BF1E0A6CA883}"/>
              </a:ext>
            </a:extLst>
          </p:cNvPr>
          <p:cNvSpPr>
            <a:spLocks noGrp="1"/>
          </p:cNvSpPr>
          <p:nvPr>
            <p:ph type="body" sz="quarter" idx="60"/>
          </p:nvPr>
        </p:nvSpPr>
        <p:spPr>
          <a:xfrm>
            <a:off x="3357144" y="2426187"/>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39" name="Text Placeholder 33">
            <a:extLst>
              <a:ext uri="{FF2B5EF4-FFF2-40B4-BE49-F238E27FC236}">
                <a16:creationId xmlns:a16="http://schemas.microsoft.com/office/drawing/2014/main" id="{2C1C50A9-AF10-C8FA-22B4-FD7A9720D11F}"/>
              </a:ext>
            </a:extLst>
          </p:cNvPr>
          <p:cNvSpPr>
            <a:spLocks noGrp="1"/>
          </p:cNvSpPr>
          <p:nvPr>
            <p:ph type="body" sz="quarter" idx="95"/>
          </p:nvPr>
        </p:nvSpPr>
        <p:spPr>
          <a:xfrm>
            <a:off x="6174687" y="2426187"/>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0" name="Text Placeholder 35">
            <a:extLst>
              <a:ext uri="{FF2B5EF4-FFF2-40B4-BE49-F238E27FC236}">
                <a16:creationId xmlns:a16="http://schemas.microsoft.com/office/drawing/2014/main" id="{92186842-A495-47CB-E895-A3B746F32C1C}"/>
              </a:ext>
            </a:extLst>
          </p:cNvPr>
          <p:cNvSpPr>
            <a:spLocks noGrp="1"/>
          </p:cNvSpPr>
          <p:nvPr>
            <p:ph type="body" sz="quarter" idx="62"/>
          </p:nvPr>
        </p:nvSpPr>
        <p:spPr>
          <a:xfrm>
            <a:off x="9005296" y="2429974"/>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1" name="Text Placeholder 37">
            <a:extLst>
              <a:ext uri="{FF2B5EF4-FFF2-40B4-BE49-F238E27FC236}">
                <a16:creationId xmlns:a16="http://schemas.microsoft.com/office/drawing/2014/main" id="{6CA7FDF1-8EA1-3647-617E-68BBEC83B933}"/>
              </a:ext>
            </a:extLst>
          </p:cNvPr>
          <p:cNvSpPr>
            <a:spLocks noGrp="1"/>
          </p:cNvSpPr>
          <p:nvPr>
            <p:ph type="body" sz="quarter" idx="96"/>
          </p:nvPr>
        </p:nvSpPr>
        <p:spPr>
          <a:xfrm>
            <a:off x="543911" y="3997820"/>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2" name="Text Placeholder 39">
            <a:extLst>
              <a:ext uri="{FF2B5EF4-FFF2-40B4-BE49-F238E27FC236}">
                <a16:creationId xmlns:a16="http://schemas.microsoft.com/office/drawing/2014/main" id="{B0B8D82A-323A-DAD8-2FFF-306B1BD8A7B7}"/>
              </a:ext>
            </a:extLst>
          </p:cNvPr>
          <p:cNvSpPr>
            <a:spLocks noGrp="1"/>
          </p:cNvSpPr>
          <p:nvPr>
            <p:ph type="body" sz="quarter" idx="64"/>
          </p:nvPr>
        </p:nvSpPr>
        <p:spPr>
          <a:xfrm>
            <a:off x="3369875" y="3997820"/>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3" name="Text Placeholder 41">
            <a:extLst>
              <a:ext uri="{FF2B5EF4-FFF2-40B4-BE49-F238E27FC236}">
                <a16:creationId xmlns:a16="http://schemas.microsoft.com/office/drawing/2014/main" id="{7F998DD8-A4C0-EDC9-3264-47EC9ABA7F7E}"/>
              </a:ext>
            </a:extLst>
          </p:cNvPr>
          <p:cNvSpPr>
            <a:spLocks noGrp="1"/>
          </p:cNvSpPr>
          <p:nvPr>
            <p:ph type="body" sz="quarter" idx="97"/>
          </p:nvPr>
        </p:nvSpPr>
        <p:spPr>
          <a:xfrm>
            <a:off x="6185564" y="3988842"/>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4" name="Text Placeholder 43">
            <a:extLst>
              <a:ext uri="{FF2B5EF4-FFF2-40B4-BE49-F238E27FC236}">
                <a16:creationId xmlns:a16="http://schemas.microsoft.com/office/drawing/2014/main" id="{D6080B64-327A-4888-7E45-D37CB06BD006}"/>
              </a:ext>
            </a:extLst>
          </p:cNvPr>
          <p:cNvSpPr>
            <a:spLocks noGrp="1"/>
          </p:cNvSpPr>
          <p:nvPr>
            <p:ph type="body" sz="quarter" idx="66"/>
          </p:nvPr>
        </p:nvSpPr>
        <p:spPr>
          <a:xfrm>
            <a:off x="9013984" y="3997820"/>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5" name="Text Placeholder 45">
            <a:extLst>
              <a:ext uri="{FF2B5EF4-FFF2-40B4-BE49-F238E27FC236}">
                <a16:creationId xmlns:a16="http://schemas.microsoft.com/office/drawing/2014/main" id="{A553D40B-8982-89FD-71EF-AFB57D02AF77}"/>
              </a:ext>
            </a:extLst>
          </p:cNvPr>
          <p:cNvSpPr>
            <a:spLocks noGrp="1"/>
          </p:cNvSpPr>
          <p:nvPr>
            <p:ph type="body" sz="quarter" idx="98"/>
          </p:nvPr>
        </p:nvSpPr>
        <p:spPr>
          <a:xfrm>
            <a:off x="554038" y="5572433"/>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7" name="Text Placeholder 46">
            <a:extLst>
              <a:ext uri="{FF2B5EF4-FFF2-40B4-BE49-F238E27FC236}">
                <a16:creationId xmlns:a16="http://schemas.microsoft.com/office/drawing/2014/main" id="{CC20C2B1-E5AA-66A6-3529-09EBEC5AD9E7}"/>
              </a:ext>
            </a:extLst>
          </p:cNvPr>
          <p:cNvSpPr>
            <a:spLocks noGrp="1"/>
          </p:cNvSpPr>
          <p:nvPr>
            <p:ph type="body" sz="quarter" idx="99"/>
          </p:nvPr>
        </p:nvSpPr>
        <p:spPr>
          <a:xfrm>
            <a:off x="3375025" y="5572853"/>
            <a:ext cx="2616775" cy="588235"/>
          </a:xfrm>
        </p:spPr>
        <p:txBody>
          <a:bodyPr>
            <a:noAutofit/>
          </a:bodyPr>
          <a:lstStyle>
            <a:lvl1pPr marL="0" indent="0">
              <a:spcAft>
                <a:spcPts val="200"/>
              </a:spcAft>
              <a:buFont typeface="Arial" panose="020B0604020202020204" pitchFamily="34" charset="0"/>
              <a:buNone/>
              <a:defRPr sz="1200" b="1"/>
            </a:lvl1pPr>
            <a:lvl2pPr marL="0" indent="0">
              <a:spcAft>
                <a:spcPts val="600"/>
              </a:spcAft>
              <a:buFont typeface="Arial" panose="020B0604020202020204" pitchFamily="34" charset="0"/>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9" name="Text Placeholder 48">
            <a:extLst>
              <a:ext uri="{FF2B5EF4-FFF2-40B4-BE49-F238E27FC236}">
                <a16:creationId xmlns:a16="http://schemas.microsoft.com/office/drawing/2014/main" id="{FAD7CA57-DD70-B459-15AA-F71085154014}"/>
              </a:ext>
            </a:extLst>
          </p:cNvPr>
          <p:cNvSpPr>
            <a:spLocks noGrp="1"/>
          </p:cNvSpPr>
          <p:nvPr>
            <p:ph type="body" sz="quarter" idx="100"/>
          </p:nvPr>
        </p:nvSpPr>
        <p:spPr>
          <a:xfrm>
            <a:off x="6194425" y="5588367"/>
            <a:ext cx="2623130" cy="572721"/>
          </a:xfrm>
        </p:spPr>
        <p:txBody>
          <a:bodyPr>
            <a:noAutofit/>
          </a:bodyPr>
          <a:lstStyle>
            <a:lvl1pPr marL="0" indent="0">
              <a:spcAft>
                <a:spcPts val="200"/>
              </a:spcAft>
              <a:buFont typeface="Arial" panose="020B0604020202020204" pitchFamily="34" charset="0"/>
              <a:buNone/>
              <a:defRPr sz="1200" b="1"/>
            </a:lvl1pPr>
            <a:lvl2pPr marL="0" indent="0">
              <a:spcAft>
                <a:spcPts val="600"/>
              </a:spcAft>
              <a:buFont typeface="Arial" panose="020B0604020202020204" pitchFamily="34" charset="0"/>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1" name="Text Placeholder 50">
            <a:extLst>
              <a:ext uri="{FF2B5EF4-FFF2-40B4-BE49-F238E27FC236}">
                <a16:creationId xmlns:a16="http://schemas.microsoft.com/office/drawing/2014/main" id="{EC42BD93-D831-2404-6CB8-8837AFC980E9}"/>
              </a:ext>
            </a:extLst>
          </p:cNvPr>
          <p:cNvSpPr>
            <a:spLocks noGrp="1"/>
          </p:cNvSpPr>
          <p:nvPr>
            <p:ph type="body" sz="quarter" idx="101"/>
          </p:nvPr>
        </p:nvSpPr>
        <p:spPr>
          <a:xfrm>
            <a:off x="9013824" y="5572853"/>
            <a:ext cx="2612537" cy="588235"/>
          </a:xfrm>
        </p:spPr>
        <p:txBody>
          <a:bodyPr>
            <a:noAutofit/>
          </a:bodyPr>
          <a:lstStyle>
            <a:lvl1pPr marL="0" indent="0">
              <a:spcAft>
                <a:spcPts val="200"/>
              </a:spcAft>
              <a:buFont typeface="Arial" panose="020B0604020202020204" pitchFamily="34" charset="0"/>
              <a:buNone/>
              <a:defRPr sz="1200" b="1"/>
            </a:lvl1pPr>
            <a:lvl2pPr marL="0" indent="0">
              <a:spcAft>
                <a:spcPts val="600"/>
              </a:spcAft>
              <a:buFont typeface="Arial" panose="020B0604020202020204" pitchFamily="34" charset="0"/>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2" name="Text Placeholder 10">
            <a:extLst>
              <a:ext uri="{FF2B5EF4-FFF2-40B4-BE49-F238E27FC236}">
                <a16:creationId xmlns:a16="http://schemas.microsoft.com/office/drawing/2014/main" id="{4094CC63-82FC-2C3B-297C-E0DA8033B303}"/>
              </a:ext>
            </a:extLst>
          </p:cNvPr>
          <p:cNvSpPr>
            <a:spLocks noGrp="1"/>
          </p:cNvSpPr>
          <p:nvPr>
            <p:ph type="body" sz="quarter" idx="58"/>
          </p:nvPr>
        </p:nvSpPr>
        <p:spPr>
          <a:xfrm>
            <a:off x="548640" y="1127125"/>
            <a:ext cx="1108932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EFE9299A-5C9A-09B2-F721-7CF1ED381F77}"/>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741AE0C0-D8D9-CD74-63B0-3D53AFEEE23B}"/>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EE8ACD7C-A4DC-8403-6903-36AB5C4836F4}"/>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0" name="Rectangle 9">
              <a:extLst>
                <a:ext uri="{FF2B5EF4-FFF2-40B4-BE49-F238E27FC236}">
                  <a16:creationId xmlns:a16="http://schemas.microsoft.com/office/drawing/2014/main" id="{B7D2A448-BC80-0096-EE5D-464DD000533E}"/>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4" name="Group 13">
              <a:extLst>
                <a:ext uri="{FF2B5EF4-FFF2-40B4-BE49-F238E27FC236}">
                  <a16:creationId xmlns:a16="http://schemas.microsoft.com/office/drawing/2014/main" id="{33EA4EBC-26D6-8344-CFB6-7DF82D0E4C64}"/>
                </a:ext>
              </a:extLst>
            </p:cNvPr>
            <p:cNvGrpSpPr/>
            <p:nvPr userDrawn="1"/>
          </p:nvGrpSpPr>
          <p:grpSpPr>
            <a:xfrm>
              <a:off x="12442019" y="3791214"/>
              <a:ext cx="382660" cy="2882942"/>
              <a:chOff x="14001569" y="3716048"/>
              <a:chExt cx="316248" cy="3171236"/>
            </a:xfrm>
          </p:grpSpPr>
          <p:sp>
            <p:nvSpPr>
              <p:cNvPr id="33" name="Rectangle 32">
                <a:extLst>
                  <a:ext uri="{FF2B5EF4-FFF2-40B4-BE49-F238E27FC236}">
                    <a16:creationId xmlns:a16="http://schemas.microsoft.com/office/drawing/2014/main" id="{3F098FD1-74B6-E7F1-13E9-2631CD73267C}"/>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C187D2EA-780E-1ACF-0B92-4B43F02C0D40}"/>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6" name="Rectangle 45">
                <a:extLst>
                  <a:ext uri="{FF2B5EF4-FFF2-40B4-BE49-F238E27FC236}">
                    <a16:creationId xmlns:a16="http://schemas.microsoft.com/office/drawing/2014/main" id="{1DCB9CA0-605B-EA69-17BE-B6B8526E4B40}"/>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8" name="Rectangle 47">
                <a:extLst>
                  <a:ext uri="{FF2B5EF4-FFF2-40B4-BE49-F238E27FC236}">
                    <a16:creationId xmlns:a16="http://schemas.microsoft.com/office/drawing/2014/main" id="{A030B274-E17D-2EAD-F41F-545A701A0731}"/>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0" name="Rectangle 49">
                <a:extLst>
                  <a:ext uri="{FF2B5EF4-FFF2-40B4-BE49-F238E27FC236}">
                    <a16:creationId xmlns:a16="http://schemas.microsoft.com/office/drawing/2014/main" id="{515A657F-FAC1-540E-431B-4D460D6BD35B}"/>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3" name="Rectangle 52">
                <a:extLst>
                  <a:ext uri="{FF2B5EF4-FFF2-40B4-BE49-F238E27FC236}">
                    <a16:creationId xmlns:a16="http://schemas.microsoft.com/office/drawing/2014/main" id="{E886949A-EBEF-E2B3-6ED0-2841543EA6DA}"/>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4" name="Rectangle 53">
                <a:extLst>
                  <a:ext uri="{FF2B5EF4-FFF2-40B4-BE49-F238E27FC236}">
                    <a16:creationId xmlns:a16="http://schemas.microsoft.com/office/drawing/2014/main" id="{945717C8-1220-29BF-8598-252127384881}"/>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5" name="Rectangle 54">
                <a:extLst>
                  <a:ext uri="{FF2B5EF4-FFF2-40B4-BE49-F238E27FC236}">
                    <a16:creationId xmlns:a16="http://schemas.microsoft.com/office/drawing/2014/main" id="{7CDB89AE-84E2-5380-74D2-C9E21F540C64}"/>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6" name="Rectangle 55">
                <a:extLst>
                  <a:ext uri="{FF2B5EF4-FFF2-40B4-BE49-F238E27FC236}">
                    <a16:creationId xmlns:a16="http://schemas.microsoft.com/office/drawing/2014/main" id="{6652264D-5BC3-C992-B5DD-CAA900052770}"/>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7" name="Rectangle 56">
                <a:extLst>
                  <a:ext uri="{FF2B5EF4-FFF2-40B4-BE49-F238E27FC236}">
                    <a16:creationId xmlns:a16="http://schemas.microsoft.com/office/drawing/2014/main" id="{A172EBD8-F1E6-EB89-4E79-BEFB56479AB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6" name="Group 15">
              <a:extLst>
                <a:ext uri="{FF2B5EF4-FFF2-40B4-BE49-F238E27FC236}">
                  <a16:creationId xmlns:a16="http://schemas.microsoft.com/office/drawing/2014/main" id="{8BC9D47D-AEDF-9E5C-BC2C-71ED7A717880}"/>
                </a:ext>
              </a:extLst>
            </p:cNvPr>
            <p:cNvGrpSpPr/>
            <p:nvPr userDrawn="1"/>
          </p:nvGrpSpPr>
          <p:grpSpPr>
            <a:xfrm>
              <a:off x="12442019" y="198485"/>
              <a:ext cx="382660" cy="2882942"/>
              <a:chOff x="12742785" y="3716048"/>
              <a:chExt cx="316248" cy="3171236"/>
            </a:xfrm>
          </p:grpSpPr>
          <p:sp>
            <p:nvSpPr>
              <p:cNvPr id="20" name="Rectangle 19">
                <a:extLst>
                  <a:ext uri="{FF2B5EF4-FFF2-40B4-BE49-F238E27FC236}">
                    <a16:creationId xmlns:a16="http://schemas.microsoft.com/office/drawing/2014/main" id="{083E2B3D-1201-8777-C5DC-C9FDB51B8C5B}"/>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157D097B-5245-4DF6-1F40-2DF289DEE1F8}"/>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C9411994-708B-2791-E885-A48C13425F77}"/>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B86A457C-E6B6-96DC-05F1-5AAC01B91419}"/>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033EC6BE-C034-93C7-CF9E-BCDA9BEB9E4B}"/>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066FB86E-E885-95C3-814D-3C53B621EC6C}"/>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3AE478E4-4AAD-2E1C-8AEC-3592A5936DEA}"/>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CCD3CF47-5576-EF32-3C3A-3E7F1DD7B084}"/>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E65C9479-A001-C2A4-6CEC-FFE7FFED5212}"/>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C29E4F62-457D-E2B6-E13F-D023E25582D3}"/>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8" name="TextBox 17">
              <a:extLst>
                <a:ext uri="{FF2B5EF4-FFF2-40B4-BE49-F238E27FC236}">
                  <a16:creationId xmlns:a16="http://schemas.microsoft.com/office/drawing/2014/main" id="{62B86A28-473C-AC96-E652-4E694135126B}"/>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58" name="TextBox 57">
            <a:extLst>
              <a:ext uri="{FF2B5EF4-FFF2-40B4-BE49-F238E27FC236}">
                <a16:creationId xmlns:a16="http://schemas.microsoft.com/office/drawing/2014/main" id="{6CF6E76E-05C0-3014-04CC-0075EC938831}"/>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4178689425"/>
      </p:ext>
    </p:extLst>
  </p:cSld>
  <p:clrMapOvr>
    <a:masterClrMapping/>
  </p:clrMapOvr>
</p:sldLayout>
</file>

<file path=ppt/slideLayouts/slideLayout332.xml><?xml version="1.0" encoding="utf-8"?>
<p:sldLayout xmlns:a="http://schemas.openxmlformats.org/drawingml/2006/main" xmlns:r="http://schemas.openxmlformats.org/officeDocument/2006/relationships" xmlns:p="http://schemas.openxmlformats.org/presentationml/2006/main" preserve="1" userDrawn="1">
  <p:cSld name="Biography Spotlight 1">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1" name="Picture Placeholder 9">
            <a:extLst>
              <a:ext uri="{FF2B5EF4-FFF2-40B4-BE49-F238E27FC236}">
                <a16:creationId xmlns:a16="http://schemas.microsoft.com/office/drawing/2014/main" id="{E5C7C011-127A-0143-3287-56B2493616F3}"/>
              </a:ext>
            </a:extLst>
          </p:cNvPr>
          <p:cNvSpPr>
            <a:spLocks noGrp="1"/>
          </p:cNvSpPr>
          <p:nvPr>
            <p:ph type="pic" sz="quarter" idx="29" hasCustomPrompt="1"/>
          </p:nvPr>
        </p:nvSpPr>
        <p:spPr>
          <a:xfrm>
            <a:off x="539751" y="2146298"/>
            <a:ext cx="1970120" cy="1975104"/>
          </a:xfrm>
          <a:solidFill>
            <a:schemeClr val="accent1"/>
          </a:solidFill>
          <a:ln>
            <a:noFill/>
          </a:ln>
        </p:spPr>
        <p:txBody>
          <a:bodyPr anchor="ctr"/>
          <a:lstStyle>
            <a:lvl1pPr algn="ctr">
              <a:defRPr>
                <a:solidFill>
                  <a:schemeClr val="bg1"/>
                </a:solidFill>
                <a:latin typeface="+mn-lt"/>
              </a:defRPr>
            </a:lvl1pPr>
          </a:lstStyle>
          <a:p>
            <a:r>
              <a:rPr lang="en-US"/>
              <a:t>Silhouette</a:t>
            </a:r>
            <a:br>
              <a:rPr lang="en-US"/>
            </a:br>
            <a:r>
              <a:rPr lang="en-US"/>
              <a:t>portrait</a:t>
            </a:r>
          </a:p>
        </p:txBody>
      </p:sp>
      <p:sp>
        <p:nvSpPr>
          <p:cNvPr id="3" name="Title 2">
            <a:extLst>
              <a:ext uri="{FF2B5EF4-FFF2-40B4-BE49-F238E27FC236}">
                <a16:creationId xmlns:a16="http://schemas.microsoft.com/office/drawing/2014/main" id="{1DC8F894-857C-8F07-E60C-2FD30A700DD0}"/>
              </a:ext>
            </a:extLst>
          </p:cNvPr>
          <p:cNvSpPr>
            <a:spLocks noGrp="1"/>
          </p:cNvSpPr>
          <p:nvPr>
            <p:ph type="title"/>
          </p:nvPr>
        </p:nvSpPr>
        <p:spPr/>
        <p:txBody>
          <a:bodyPr/>
          <a:lstStyle/>
          <a:p>
            <a:r>
              <a:rPr lang="en-US"/>
              <a:t>Click to edit Master title style</a:t>
            </a:r>
          </a:p>
        </p:txBody>
      </p:sp>
      <p:sp>
        <p:nvSpPr>
          <p:cNvPr id="2" name="Freeform 5">
            <a:extLst>
              <a:ext uri="{FF2B5EF4-FFF2-40B4-BE49-F238E27FC236}">
                <a16:creationId xmlns:a16="http://schemas.microsoft.com/office/drawing/2014/main" id="{A43186F8-0EA6-5198-1B39-E155A2FB6C3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9" name="Text Placeholder 10">
            <a:extLst>
              <a:ext uri="{FF2B5EF4-FFF2-40B4-BE49-F238E27FC236}">
                <a16:creationId xmlns:a16="http://schemas.microsoft.com/office/drawing/2014/main" id="{59895743-E13E-B246-5F15-74FE000A889A}"/>
              </a:ext>
            </a:extLst>
          </p:cNvPr>
          <p:cNvSpPr>
            <a:spLocks noGrp="1"/>
          </p:cNvSpPr>
          <p:nvPr>
            <p:ph type="body" sz="quarter" idx="58"/>
          </p:nvPr>
        </p:nvSpPr>
        <p:spPr>
          <a:xfrm>
            <a:off x="548640" y="1127125"/>
            <a:ext cx="1108932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21" name="Text Placeholder 28">
            <a:extLst>
              <a:ext uri="{FF2B5EF4-FFF2-40B4-BE49-F238E27FC236}">
                <a16:creationId xmlns:a16="http://schemas.microsoft.com/office/drawing/2014/main" id="{8797249A-0895-640A-3C86-1480F09097A3}"/>
              </a:ext>
            </a:extLst>
          </p:cNvPr>
          <p:cNvSpPr>
            <a:spLocks noGrp="1"/>
          </p:cNvSpPr>
          <p:nvPr>
            <p:ph type="body" sz="quarter" idx="94"/>
          </p:nvPr>
        </p:nvSpPr>
        <p:spPr>
          <a:xfrm>
            <a:off x="539751" y="4273550"/>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23" name="Text Placeholder 22">
            <a:extLst>
              <a:ext uri="{FF2B5EF4-FFF2-40B4-BE49-F238E27FC236}">
                <a16:creationId xmlns:a16="http://schemas.microsoft.com/office/drawing/2014/main" id="{35D47A3C-8E02-4C70-4FB9-43DAB1B59A70}"/>
              </a:ext>
            </a:extLst>
          </p:cNvPr>
          <p:cNvSpPr>
            <a:spLocks noGrp="1"/>
          </p:cNvSpPr>
          <p:nvPr>
            <p:ph type="body" sz="quarter" idx="95"/>
          </p:nvPr>
        </p:nvSpPr>
        <p:spPr>
          <a:xfrm>
            <a:off x="3367088" y="2146298"/>
            <a:ext cx="5448301" cy="3440115"/>
          </a:xfrm>
        </p:spPr>
        <p:txBody>
          <a:bodyPr/>
          <a:lstStyle>
            <a:lvl1pPr>
              <a:defRPr b="1">
                <a:solidFill>
                  <a:schemeClr val="tx2"/>
                </a:solidFill>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4" name="Group 3">
            <a:extLst>
              <a:ext uri="{FF2B5EF4-FFF2-40B4-BE49-F238E27FC236}">
                <a16:creationId xmlns:a16="http://schemas.microsoft.com/office/drawing/2014/main" id="{4B096868-BA0A-19E3-6095-2C9B1E84CB29}"/>
              </a:ext>
            </a:extLst>
          </p:cNvPr>
          <p:cNvGrpSpPr/>
          <p:nvPr userDrawn="1"/>
        </p:nvGrpSpPr>
        <p:grpSpPr>
          <a:xfrm>
            <a:off x="12356815" y="0"/>
            <a:ext cx="756834" cy="6872642"/>
            <a:chOff x="12356815" y="0"/>
            <a:chExt cx="756834" cy="6872642"/>
          </a:xfrm>
        </p:grpSpPr>
        <p:sp>
          <p:nvSpPr>
            <p:cNvPr id="5" name="Rectangle 4">
              <a:extLst>
                <a:ext uri="{FF2B5EF4-FFF2-40B4-BE49-F238E27FC236}">
                  <a16:creationId xmlns:a16="http://schemas.microsoft.com/office/drawing/2014/main" id="{C9C1D8F0-59D2-E858-15B2-D1FB9BCB1CE6}"/>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7224B461-2D03-6167-AF53-4E263CD4930C}"/>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8BD25625-7514-B918-4526-B2E56706101F}"/>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CA687ED7-CB62-1629-8655-810FBD4A50B9}"/>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C424EE67-75D5-F9C8-9B97-1B4C68C75B27}"/>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6AE92E92-F48B-7B5A-934D-806584003B7A}"/>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81E7F1AD-E725-2ADF-E5FF-54112A4CBC1B}"/>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A632694B-767A-0469-5E56-5E57E008EDD8}"/>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D8DB2341-6D52-A4E3-47E5-D9AB88A6870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55061E93-EC8A-F06D-2D6B-515275C03608}"/>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6E2506CC-3084-6ED8-3AC8-1B63E8C427B8}"/>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66F2766D-6B96-AA7C-D007-E8167B1106DE}"/>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078CDE7B-E453-FE52-3AAA-D3AA3D9144C6}"/>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388A9555-5638-665A-95C5-34CF2BC2B900}"/>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C9CF3F3F-6A6A-E913-7C27-07A403363196}"/>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A9D3C849-E0A5-C615-5EC2-8A1FBE113606}"/>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9CADC600-035B-E4DB-86A2-72DB9638B3C8}"/>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C01D5A60-3BEE-5369-1400-D3DFB3FD34C8}"/>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42642D9E-C78C-4A87-C729-437F328065E1}"/>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339CC31C-9948-E24D-D89E-20E53BDA3037}"/>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F2BF1DBD-2CF1-1918-4D00-64CB046EE094}"/>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EC0FB318-8C15-C75D-36F5-D763F1A22D69}"/>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6DC7EF4B-8CCA-7A0C-3CA9-95BBE69D2EB1}"/>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5C4C2CD6-3D8F-F6C7-8BB6-5DDC4416D979}"/>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4CF844C6-1603-E952-9F67-44130A169077}"/>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B4E6CB00-693E-D109-50DD-915A8410581A}"/>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2F214F50-064B-E410-8A6F-5EF67D6E5F4B}"/>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75601034"/>
      </p:ext>
    </p:extLst>
  </p:cSld>
  <p:clrMapOvr>
    <a:masterClrMapping/>
  </p:clrMapOvr>
</p:sldLayout>
</file>

<file path=ppt/slideLayouts/slideLayout333.xml><?xml version="1.0" encoding="utf-8"?>
<p:sldLayout xmlns:a="http://schemas.openxmlformats.org/drawingml/2006/main" xmlns:r="http://schemas.openxmlformats.org/officeDocument/2006/relationships" xmlns:p="http://schemas.openxmlformats.org/presentationml/2006/main" preserve="1" userDrawn="1">
  <p:cSld name="Biography Spotlight 2">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56927C77-4BA5-963C-77AB-D1E17369A031}"/>
              </a:ext>
            </a:extLst>
          </p:cNvPr>
          <p:cNvSpPr/>
          <p:nvPr userDrawn="1"/>
        </p:nvSpPr>
        <p:spPr bwMode="ltGray">
          <a:xfrm>
            <a:off x="0" y="0"/>
            <a:ext cx="4057650" cy="6858000"/>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1" name="Picture Placeholder 9">
            <a:extLst>
              <a:ext uri="{FF2B5EF4-FFF2-40B4-BE49-F238E27FC236}">
                <a16:creationId xmlns:a16="http://schemas.microsoft.com/office/drawing/2014/main" id="{E5C7C011-127A-0143-3287-56B2493616F3}"/>
              </a:ext>
            </a:extLst>
          </p:cNvPr>
          <p:cNvSpPr>
            <a:spLocks noGrp="1"/>
          </p:cNvSpPr>
          <p:nvPr>
            <p:ph type="pic" sz="quarter" idx="29" hasCustomPrompt="1"/>
          </p:nvPr>
        </p:nvSpPr>
        <p:spPr>
          <a:xfrm>
            <a:off x="0" y="2146298"/>
            <a:ext cx="4057649" cy="4711702"/>
          </a:xfrm>
          <a:noFill/>
          <a:ln>
            <a:noFill/>
          </a:ln>
        </p:spPr>
        <p:txBody>
          <a:bodyPr anchor="ctr"/>
          <a:lstStyle>
            <a:lvl1pPr algn="ctr">
              <a:defRPr>
                <a:solidFill>
                  <a:schemeClr val="bg1"/>
                </a:solidFill>
                <a:latin typeface="+mn-lt"/>
              </a:defRPr>
            </a:lvl1pPr>
          </a:lstStyle>
          <a:p>
            <a:r>
              <a:rPr lang="en-US"/>
              <a:t>Silhouette</a:t>
            </a:r>
            <a:br>
              <a:rPr lang="en-US"/>
            </a:br>
            <a:r>
              <a:rPr lang="en-US"/>
              <a:t>portrait</a:t>
            </a:r>
          </a:p>
        </p:txBody>
      </p:sp>
      <p:sp>
        <p:nvSpPr>
          <p:cNvPr id="5" name="Title 4">
            <a:extLst>
              <a:ext uri="{FF2B5EF4-FFF2-40B4-BE49-F238E27FC236}">
                <a16:creationId xmlns:a16="http://schemas.microsoft.com/office/drawing/2014/main" id="{EF9EC52F-C370-604D-C528-F596723637C4}"/>
              </a:ext>
            </a:extLst>
          </p:cNvPr>
          <p:cNvSpPr>
            <a:spLocks noGrp="1"/>
          </p:cNvSpPr>
          <p:nvPr>
            <p:ph type="title"/>
          </p:nvPr>
        </p:nvSpPr>
        <p:spPr>
          <a:xfrm>
            <a:off x="539520" y="552450"/>
            <a:ext cx="3421699" cy="434976"/>
          </a:xfrm>
        </p:spPr>
        <p:txBody>
          <a:bodyPr rIns="274320"/>
          <a:lstStyle>
            <a:lvl1pPr>
              <a:defRPr>
                <a:solidFill>
                  <a:schemeClr val="bg1"/>
                </a:solidFill>
              </a:defRPr>
            </a:lvl1pPr>
          </a:lstStyle>
          <a:p>
            <a:r>
              <a:rPr lang="en-US"/>
              <a:t>Click to edit Master title style</a:t>
            </a:r>
          </a:p>
        </p:txBody>
      </p:sp>
      <p:sp>
        <p:nvSpPr>
          <p:cNvPr id="15" name="Text Placeholder 10">
            <a:extLst>
              <a:ext uri="{FF2B5EF4-FFF2-40B4-BE49-F238E27FC236}">
                <a16:creationId xmlns:a16="http://schemas.microsoft.com/office/drawing/2014/main" id="{C04BF789-84A7-0CA2-9DF8-1B3053E5048C}"/>
              </a:ext>
            </a:extLst>
          </p:cNvPr>
          <p:cNvSpPr>
            <a:spLocks noGrp="1"/>
          </p:cNvSpPr>
          <p:nvPr>
            <p:ph type="body" sz="quarter" idx="58"/>
          </p:nvPr>
        </p:nvSpPr>
        <p:spPr>
          <a:xfrm>
            <a:off x="548640" y="1127125"/>
            <a:ext cx="3421698"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17" name="Text Placeholder 28">
            <a:extLst>
              <a:ext uri="{FF2B5EF4-FFF2-40B4-BE49-F238E27FC236}">
                <a16:creationId xmlns:a16="http://schemas.microsoft.com/office/drawing/2014/main" id="{C3433E12-13DE-2F76-CD91-AD464AFB9124}"/>
              </a:ext>
            </a:extLst>
          </p:cNvPr>
          <p:cNvSpPr>
            <a:spLocks noGrp="1"/>
          </p:cNvSpPr>
          <p:nvPr>
            <p:ph type="body" sz="quarter" idx="94"/>
          </p:nvPr>
        </p:nvSpPr>
        <p:spPr>
          <a:xfrm>
            <a:off x="4784011" y="697706"/>
            <a:ext cx="2623978" cy="1448594"/>
          </a:xfrm>
        </p:spPr>
        <p:txBody>
          <a:bodyPr>
            <a:noAutofit/>
          </a:bodyPr>
          <a:lstStyle>
            <a:lvl1pPr marL="0" indent="0">
              <a:spcAft>
                <a:spcPts val="200"/>
              </a:spcAft>
              <a:buFont typeface="Arial" panose="020B0604020202020204" pitchFamily="34" charset="0"/>
              <a:buNone/>
              <a:defRPr sz="1800" b="1"/>
            </a:lvl1pPr>
            <a:lvl2pPr marL="0" indent="0">
              <a:spcAft>
                <a:spcPts val="600"/>
              </a:spcAft>
              <a:buNone/>
              <a:defRPr sz="1800"/>
            </a:lvl2pPr>
            <a:lvl3pPr marL="228600" indent="-228600">
              <a:spcAft>
                <a:spcPts val="600"/>
              </a:spcAft>
              <a:buClrTx/>
              <a:buFont typeface="GT America" charset="0"/>
              <a:buChar char="→"/>
              <a:defRPr sz="1800"/>
            </a:lvl3pPr>
            <a:lvl4pPr marL="228600" indent="-228600">
              <a:spcAft>
                <a:spcPts val="600"/>
              </a:spcAft>
              <a:buClrTx/>
              <a:buFont typeface="GT America" charset="0"/>
              <a:buChar char="→"/>
              <a:defRPr sz="1800"/>
            </a:lvl4pPr>
            <a:lvl5pPr marL="228600" indent="-228600">
              <a:spcAft>
                <a:spcPts val="600"/>
              </a:spcAft>
              <a:buClrTx/>
              <a:buFont typeface="GT America" charset="0"/>
              <a:buChar char="→"/>
              <a:defRPr sz="1800"/>
            </a:lvl5pPr>
            <a:lvl6pPr marL="228600" indent="-228600">
              <a:spcAft>
                <a:spcPts val="600"/>
              </a:spcAft>
              <a:buClrTx/>
              <a:buFont typeface="GT America" charset="0"/>
              <a:buChar char="→"/>
              <a:defRPr sz="1800"/>
            </a:lvl6pPr>
            <a:lvl7pPr marL="228600" indent="-228600">
              <a:spcAft>
                <a:spcPts val="600"/>
              </a:spcAft>
              <a:buClrTx/>
              <a:buFont typeface="GT America" charset="0"/>
              <a:buChar char="→"/>
              <a:defRPr sz="1800"/>
            </a:lvl7pPr>
            <a:lvl8pPr marL="228600" indent="-228600">
              <a:spcAft>
                <a:spcPts val="600"/>
              </a:spcAft>
              <a:buClrTx/>
              <a:buFont typeface="GT America" charset="0"/>
              <a:buChar char="→"/>
              <a:defRPr sz="1800"/>
            </a:lvl8pPr>
            <a:lvl9pPr marL="228600" indent="-228600">
              <a:spcAft>
                <a:spcPts val="600"/>
              </a:spcAft>
              <a:buClrTx/>
              <a:buFont typeface="GT America" charset="0"/>
              <a:buChar char="→"/>
              <a:defRPr sz="1800"/>
            </a:lvl9pPr>
          </a:lstStyle>
          <a:p>
            <a:pPr lvl="0"/>
            <a:r>
              <a:rPr lang="en-US"/>
              <a:t>Click to edit Master text styles</a:t>
            </a:r>
          </a:p>
          <a:p>
            <a:pPr lvl="1"/>
            <a:r>
              <a:rPr lang="en-US"/>
              <a:t>Second level</a:t>
            </a:r>
          </a:p>
          <a:p>
            <a:pPr lvl="2"/>
            <a:r>
              <a:rPr lang="en-US"/>
              <a:t>Third level</a:t>
            </a:r>
          </a:p>
        </p:txBody>
      </p:sp>
      <p:sp>
        <p:nvSpPr>
          <p:cNvPr id="19" name="Text Placeholder 18">
            <a:extLst>
              <a:ext uri="{FF2B5EF4-FFF2-40B4-BE49-F238E27FC236}">
                <a16:creationId xmlns:a16="http://schemas.microsoft.com/office/drawing/2014/main" id="{A5CC0331-67E4-97F1-FFCC-045A5FC24A40}"/>
              </a:ext>
            </a:extLst>
          </p:cNvPr>
          <p:cNvSpPr>
            <a:spLocks noGrp="1"/>
          </p:cNvSpPr>
          <p:nvPr>
            <p:ph type="body" sz="quarter" idx="95"/>
          </p:nvPr>
        </p:nvSpPr>
        <p:spPr>
          <a:xfrm>
            <a:off x="7600950" y="697706"/>
            <a:ext cx="4037013" cy="4744244"/>
          </a:xfrm>
        </p:spPr>
        <p:txBody>
          <a:bodyPr/>
          <a:lstStyle>
            <a:lvl1pPr>
              <a:defRPr b="1">
                <a:solidFill>
                  <a:schemeClr val="tx2"/>
                </a:solidFill>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DD5AD6E9-FF62-497A-11AF-CB9415BD114A}"/>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1874186D-33FD-6903-B191-D6384A28F713}"/>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B73FE468-76DA-5D69-29E2-B0FF244EAAE3}"/>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AD8F1EE9-265B-39CA-62EA-9BD2295C3F62}"/>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8558D7F8-372B-E957-03D9-F9A7959CC110}"/>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5C57448D-DF93-183A-A7D0-6121BCB5B757}"/>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4D1F3EF1-391C-10E2-C9E4-72E76303A10E}"/>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985CDF30-3E6F-63A3-0FA6-B032C0655F1D}"/>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6F751410-712C-650D-155E-02F2E4967D69}"/>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EF1B59EB-B1A7-7A35-AD72-6876E8BCC825}"/>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DA06A621-B472-E3BC-0400-D63601C0D689}"/>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142BB3B6-659D-A884-6DAF-A14353440EFF}"/>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B5DA8676-F1C0-FD37-81FA-EBB870335304}"/>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BC41173F-E011-1B44-0B7E-829A8CD65185}"/>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94CD6486-30E5-F003-4D63-5E504F81B5BD}"/>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E535541F-F140-B938-7624-73C01A85F44C}"/>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9C490BDB-6FAA-150F-6BD5-AB14C944F191}"/>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074E35F3-9822-16AE-CDC1-F21C118C3F2A}"/>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345A5FDC-CCBA-70C6-8CA3-32A09FF4BF85}"/>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3D4315B3-AF77-33CA-5393-E034780703EB}"/>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B9078D06-2B99-FEE0-6D49-331B0F98B799}"/>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CEAF2C1F-C4AF-4CF4-C250-36B938EDC008}"/>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0FA60219-0C09-9081-58E8-B324A94CCFF4}"/>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CDB51201-CB70-4B1B-1599-4305D009F4EB}"/>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AF208894-6B2A-3DAA-D6A3-68B85B641215}"/>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ED94428B-1049-DC6B-4240-4BC8211B77EB}"/>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5545CEBC-FBFC-FA6E-DED4-EAA4241A8314}"/>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C6B46BA1-C6D2-E918-48C2-BC139423DF7E}"/>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320613703"/>
      </p:ext>
    </p:extLst>
  </p:cSld>
  <p:clrMapOvr>
    <a:masterClrMapping/>
  </p:clrMapOvr>
</p:sldLayout>
</file>

<file path=ppt/slideLayouts/slideLayout334.xml><?xml version="1.0" encoding="utf-8"?>
<p:sldLayout xmlns:a="http://schemas.openxmlformats.org/drawingml/2006/main" xmlns:r="http://schemas.openxmlformats.org/officeDocument/2006/relationships" xmlns:p="http://schemas.openxmlformats.org/presentationml/2006/main" preserve="1" userDrawn="1">
  <p:cSld name="Biography Spotlight 3">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56927C77-4BA5-963C-77AB-D1E17369A031}"/>
              </a:ext>
            </a:extLst>
          </p:cNvPr>
          <p:cNvSpPr/>
          <p:nvPr userDrawn="1"/>
        </p:nvSpPr>
        <p:spPr bwMode="ltGray">
          <a:xfrm>
            <a:off x="0" y="0"/>
            <a:ext cx="4057650" cy="6858000"/>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1" name="Picture Placeholder 9">
            <a:extLst>
              <a:ext uri="{FF2B5EF4-FFF2-40B4-BE49-F238E27FC236}">
                <a16:creationId xmlns:a16="http://schemas.microsoft.com/office/drawing/2014/main" id="{E5C7C011-127A-0143-3287-56B2493616F3}"/>
              </a:ext>
            </a:extLst>
          </p:cNvPr>
          <p:cNvSpPr>
            <a:spLocks noGrp="1"/>
          </p:cNvSpPr>
          <p:nvPr>
            <p:ph type="pic" sz="quarter" idx="29" hasCustomPrompt="1"/>
          </p:nvPr>
        </p:nvSpPr>
        <p:spPr>
          <a:xfrm>
            <a:off x="0" y="2146298"/>
            <a:ext cx="4057649" cy="4711702"/>
          </a:xfrm>
          <a:noFill/>
          <a:ln>
            <a:noFill/>
          </a:ln>
        </p:spPr>
        <p:txBody>
          <a:bodyPr anchor="ctr"/>
          <a:lstStyle>
            <a:lvl1pPr algn="ctr">
              <a:defRPr>
                <a:solidFill>
                  <a:schemeClr val="bg1"/>
                </a:solidFill>
                <a:latin typeface="+mn-lt"/>
              </a:defRPr>
            </a:lvl1pPr>
          </a:lstStyle>
          <a:p>
            <a:r>
              <a:rPr lang="en-US"/>
              <a:t>Silhouette</a:t>
            </a:r>
            <a:br>
              <a:rPr lang="en-US"/>
            </a:br>
            <a:r>
              <a:rPr lang="en-US"/>
              <a:t>portrait</a:t>
            </a:r>
          </a:p>
        </p:txBody>
      </p:sp>
      <p:sp>
        <p:nvSpPr>
          <p:cNvPr id="5" name="Title 4">
            <a:extLst>
              <a:ext uri="{FF2B5EF4-FFF2-40B4-BE49-F238E27FC236}">
                <a16:creationId xmlns:a16="http://schemas.microsoft.com/office/drawing/2014/main" id="{EF9EC52F-C370-604D-C528-F596723637C4}"/>
              </a:ext>
            </a:extLst>
          </p:cNvPr>
          <p:cNvSpPr>
            <a:spLocks noGrp="1"/>
          </p:cNvSpPr>
          <p:nvPr>
            <p:ph type="title"/>
          </p:nvPr>
        </p:nvSpPr>
        <p:spPr>
          <a:xfrm>
            <a:off x="539520" y="552450"/>
            <a:ext cx="3518129" cy="434975"/>
          </a:xfrm>
        </p:spPr>
        <p:txBody>
          <a:bodyPr rIns="274320"/>
          <a:lstStyle>
            <a:lvl1pPr>
              <a:defRPr>
                <a:solidFill>
                  <a:schemeClr val="bg1"/>
                </a:solidFill>
              </a:defRPr>
            </a:lvl1pPr>
          </a:lstStyle>
          <a:p>
            <a:r>
              <a:rPr lang="en-US"/>
              <a:t>Click to edit Master title style</a:t>
            </a:r>
          </a:p>
        </p:txBody>
      </p:sp>
      <p:sp>
        <p:nvSpPr>
          <p:cNvPr id="4" name="Content Placeholder 14">
            <a:extLst>
              <a:ext uri="{FF2B5EF4-FFF2-40B4-BE49-F238E27FC236}">
                <a16:creationId xmlns:a16="http://schemas.microsoft.com/office/drawing/2014/main" id="{0F4207BC-188D-C830-B83A-98B60C773C10}"/>
              </a:ext>
            </a:extLst>
          </p:cNvPr>
          <p:cNvSpPr>
            <a:spLocks noGrp="1"/>
          </p:cNvSpPr>
          <p:nvPr>
            <p:ph sz="quarter" idx="18" hasCustomPrompt="1"/>
          </p:nvPr>
        </p:nvSpPr>
        <p:spPr>
          <a:xfrm>
            <a:off x="4781551" y="697706"/>
            <a:ext cx="6856412" cy="5469732"/>
          </a:xfrm>
        </p:spPr>
        <p:txBody>
          <a:bodyPr numCol="1" spcCol="219456"/>
          <a:lstStyle>
            <a:lvl1pPr>
              <a:spcAft>
                <a:spcPts val="0"/>
              </a:spcAft>
              <a:defRPr sz="1800" b="1">
                <a:solidFill>
                  <a:schemeClr val="tx1"/>
                </a:solidFill>
                <a:latin typeface="+mn-lt"/>
              </a:defRPr>
            </a:lvl1pPr>
            <a:lvl2pPr marL="0" indent="0">
              <a:buNone/>
              <a:defRPr sz="1800" b="0">
                <a:solidFill>
                  <a:schemeClr val="tx1"/>
                </a:solidFill>
              </a:defRPr>
            </a:lvl2pPr>
            <a:lvl3pPr marL="3175" indent="0">
              <a:buFont typeface="GT America Regular" charset="0"/>
              <a:buNone/>
              <a:defRPr sz="1400" b="1">
                <a:solidFill>
                  <a:schemeClr val="tx2"/>
                </a:solidFill>
              </a:defRPr>
            </a:lvl3pPr>
            <a:lvl4pPr marL="0" indent="0">
              <a:buClrTx/>
              <a:buFont typeface="GT America Regular" charset="0"/>
              <a:buNone/>
              <a:defRPr sz="1400"/>
            </a:lvl4pPr>
            <a:lvl5pPr marL="287338" indent="-287338">
              <a:buClrTx/>
              <a:buFont typeface="GT America Regular" charset="0"/>
              <a:buChar char="→"/>
              <a:defRPr sz="1400"/>
            </a:lvl5pPr>
            <a:lvl6pPr marL="458788" indent="-171450">
              <a:buClr>
                <a:schemeClr val="accent1"/>
              </a:buClr>
              <a:buFont typeface="Arial" panose="020B0604020202020204" pitchFamily="34" charset="0"/>
              <a:buChar char="•"/>
              <a:defRPr sz="1300"/>
            </a:lvl6pPr>
            <a:lvl7pPr marL="627063" indent="-174625">
              <a:buClrTx/>
              <a:buFont typeface="GT America Regular" pitchFamily="50" charset="0"/>
              <a:buChar char="–"/>
              <a:defRPr sz="1300"/>
            </a:lvl7pPr>
            <a:lvl8pPr marL="800100" indent="-174625">
              <a:buClr>
                <a:schemeClr val="accent1"/>
              </a:buClr>
              <a:buFont typeface="GT America Regular" charset="0"/>
              <a:buChar char="–"/>
              <a:defRPr sz="1200"/>
            </a:lvl8pPr>
            <a:lvl9pPr marL="973138" indent="-171450">
              <a:buClrTx/>
              <a:buFont typeface="GT America Regular" pitchFamily="50" charset="0"/>
              <a:buChar char="»"/>
              <a:defRPr sz="1200"/>
            </a:lvl9pPr>
          </a:lstStyle>
          <a:p>
            <a:pPr lvl="0"/>
            <a:r>
              <a:rPr lang="en-US" err="1"/>
              <a:t>Firstname</a:t>
            </a:r>
            <a:r>
              <a:rPr lang="en-US"/>
              <a:t> </a:t>
            </a:r>
            <a:r>
              <a:rPr lang="en-US" err="1"/>
              <a:t>Lastname</a:t>
            </a:r>
            <a:r>
              <a:rPr lang="en-US"/>
              <a:t>, first level</a:t>
            </a:r>
          </a:p>
          <a:p>
            <a:pPr lvl="1"/>
            <a:r>
              <a:rPr lang="en-US"/>
              <a:t>Title/department, second level</a:t>
            </a:r>
          </a:p>
          <a:p>
            <a:pPr lvl="2"/>
            <a:r>
              <a:rPr lang="en-US"/>
              <a:t>Introduction or highlighted passage, third level</a:t>
            </a:r>
          </a:p>
          <a:p>
            <a:pPr lvl="3"/>
            <a:r>
              <a:rPr lang="en-US"/>
              <a:t>Fourth level</a:t>
            </a:r>
          </a:p>
          <a:p>
            <a:pPr lvl="4"/>
            <a:r>
              <a:rPr lang="en-US"/>
              <a:t>Fifth level</a:t>
            </a:r>
          </a:p>
          <a:p>
            <a:pPr lvl="5"/>
            <a:r>
              <a:rPr lang="en-US"/>
              <a:t>Sixth level</a:t>
            </a:r>
          </a:p>
          <a:p>
            <a:pPr lvl="6"/>
            <a:r>
              <a:rPr lang="en-US"/>
              <a:t>Seventh level</a:t>
            </a:r>
          </a:p>
          <a:p>
            <a:pPr lvl="7"/>
            <a:r>
              <a:rPr lang="en-US"/>
              <a:t>Eighth level</a:t>
            </a:r>
          </a:p>
          <a:p>
            <a:pPr lvl="8"/>
            <a:r>
              <a:rPr lang="en-US"/>
              <a:t>Ninth level</a:t>
            </a:r>
          </a:p>
        </p:txBody>
      </p:sp>
      <p:sp>
        <p:nvSpPr>
          <p:cNvPr id="16" name="Text Placeholder 10">
            <a:extLst>
              <a:ext uri="{FF2B5EF4-FFF2-40B4-BE49-F238E27FC236}">
                <a16:creationId xmlns:a16="http://schemas.microsoft.com/office/drawing/2014/main" id="{13CB873E-451B-AD74-97A9-A588E4BAB870}"/>
              </a:ext>
            </a:extLst>
          </p:cNvPr>
          <p:cNvSpPr>
            <a:spLocks noGrp="1"/>
          </p:cNvSpPr>
          <p:nvPr>
            <p:ph type="body" sz="quarter" idx="58"/>
          </p:nvPr>
        </p:nvSpPr>
        <p:spPr>
          <a:xfrm>
            <a:off x="548640" y="1127125"/>
            <a:ext cx="3421698"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6CB3DC87-6BC2-6891-C466-17978D1EFFE1}"/>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65D286FD-88A9-580D-3E98-A572911BAF71}"/>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3F8DF8F9-76EF-9000-443C-A55EC4CED06B}"/>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0" name="Rectangle 9">
              <a:extLst>
                <a:ext uri="{FF2B5EF4-FFF2-40B4-BE49-F238E27FC236}">
                  <a16:creationId xmlns:a16="http://schemas.microsoft.com/office/drawing/2014/main" id="{CA4C934D-1931-7BCD-C27C-CEBA215BE65C}"/>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2" name="Group 11">
              <a:extLst>
                <a:ext uri="{FF2B5EF4-FFF2-40B4-BE49-F238E27FC236}">
                  <a16:creationId xmlns:a16="http://schemas.microsoft.com/office/drawing/2014/main" id="{2D408877-B694-3CBC-39C0-E3BB7936EC47}"/>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C5172F9E-B758-6C83-512C-60DDC21D23A2}"/>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D3A74CE5-6DF0-112C-98A1-0BFAEA188D2A}"/>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F5158A55-96F1-4BBD-AED6-20E54C655070}"/>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A0D6069B-E983-6A89-408A-F8640EEF5925}"/>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1C33F830-44E8-5369-F04E-9C9914AD2E36}"/>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798878AC-8BA6-FF4A-5336-193C35421356}"/>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6F9FDA89-7C1E-9F87-6FEA-61188138F046}"/>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F4AD6D11-010E-DADF-2437-38050ED03D5C}"/>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0D103E4A-2145-B62C-156A-4350867335A7}"/>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18E1A2E3-19F0-FA35-5D90-8DB9FCB9A29C}"/>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3" name="Group 12">
              <a:extLst>
                <a:ext uri="{FF2B5EF4-FFF2-40B4-BE49-F238E27FC236}">
                  <a16:creationId xmlns:a16="http://schemas.microsoft.com/office/drawing/2014/main" id="{35C174CD-6B21-FD14-FEA8-F2A05F91BDCA}"/>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430712A2-38DF-2711-03A2-6843141FB050}"/>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527CB448-9982-A5A3-6678-EA6D9B045161}"/>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06ED0848-1008-AF6E-0A7F-AB104ED2BBB8}"/>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D37693EB-EBE2-3BE0-11A6-3514CBCFD0F7}"/>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D514B642-84EF-6CD3-40DC-8C8A0B5CF9A1}"/>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68ED6433-C579-427C-E9B9-C01AD8ECED6D}"/>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B4A51136-78E0-2A73-31C2-D53A486D81E2}"/>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47A8C12C-D490-D3B3-07FF-215B5FC0336E}"/>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958B5853-AF64-14E2-19F4-B6E73B1B0C5A}"/>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28A0BD78-DA46-E3C5-4D9B-2AD41691AA50}"/>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F8C1B507-8BBE-924C-C910-E040F1018AF0}"/>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BBD51D12-CC84-9788-7B13-83BA98DC377D}"/>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160871013"/>
      </p:ext>
    </p:extLst>
  </p:cSld>
  <p:clrMapOvr>
    <a:masterClrMapping/>
  </p:clrMapOvr>
</p:sldLayout>
</file>

<file path=ppt/slideLayouts/slideLayout335.xml><?xml version="1.0" encoding="utf-8"?>
<p:sldLayout xmlns:a="http://schemas.openxmlformats.org/drawingml/2006/main" xmlns:r="http://schemas.openxmlformats.org/officeDocument/2006/relationships" xmlns:p="http://schemas.openxmlformats.org/presentationml/2006/main" preserve="1" userDrawn="1">
  <p:cSld name="Back Cover 1">
    <p:bg>
      <p:bgPr>
        <a:solidFill>
          <a:schemeClr val="bg2"/>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78834B98-F94F-BBE0-213C-85AFCDC4764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t="8922" b="11853"/>
          <a:stretch/>
        </p:blipFill>
        <p:spPr bwMode="hidden">
          <a:xfrm>
            <a:off x="-5621" y="0"/>
            <a:ext cx="12188952" cy="6858000"/>
          </a:xfrm>
          <a:prstGeom prst="rect">
            <a:avLst/>
          </a:prstGeom>
        </p:spPr>
      </p:pic>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4567237"/>
            <a:ext cx="5441950" cy="1165225"/>
          </a:xfrm>
          <a:prstGeom prst="rect">
            <a:avLst/>
          </a:prstGeom>
        </p:spPr>
        <p:txBody>
          <a:bodyPr anchor="b"/>
          <a:lstStyle>
            <a:lvl1pPr>
              <a:defRPr>
                <a:solidFill>
                  <a:schemeClr val="tx1"/>
                </a:solidFill>
              </a:defRPr>
            </a:lvl1pPr>
          </a:lstStyle>
          <a:p>
            <a:r>
              <a:rPr lang="en-US"/>
              <a:t>Click to edit Master title style</a:t>
            </a:r>
          </a:p>
        </p:txBody>
      </p:sp>
      <p:sp>
        <p:nvSpPr>
          <p:cNvPr id="3" name="Freeform 5">
            <a:extLst>
              <a:ext uri="{FF2B5EF4-FFF2-40B4-BE49-F238E27FC236}">
                <a16:creationId xmlns:a16="http://schemas.microsoft.com/office/drawing/2014/main" id="{DBEF819D-FDFF-C217-9B0B-68E353B7B355}"/>
              </a:ext>
            </a:extLst>
          </p:cNvPr>
          <p:cNvSpPr/>
          <p:nvPr userDrawn="1"/>
        </p:nvSpPr>
        <p:spPr bwMode="black">
          <a:xfrm>
            <a:off x="539749" y="502825"/>
            <a:ext cx="11098213" cy="1839149"/>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solidFill>
                <a:schemeClr val="tx1"/>
              </a:solidFill>
            </a:endParaRPr>
          </a:p>
        </p:txBody>
      </p:sp>
      <p:sp>
        <p:nvSpPr>
          <p:cNvPr id="5" name="Text Placeholder 9">
            <a:extLst>
              <a:ext uri="{FF2B5EF4-FFF2-40B4-BE49-F238E27FC236}">
                <a16:creationId xmlns:a16="http://schemas.microsoft.com/office/drawing/2014/main" id="{5FB2903F-88A1-83A6-3840-2C6F40ADA372}"/>
              </a:ext>
            </a:extLst>
          </p:cNvPr>
          <p:cNvSpPr>
            <a:spLocks noGrp="1"/>
          </p:cNvSpPr>
          <p:nvPr>
            <p:ph type="body" sz="quarter" idx="15" hasCustomPrompt="1"/>
          </p:nvPr>
        </p:nvSpPr>
        <p:spPr>
          <a:xfrm>
            <a:off x="10417175" y="6308725"/>
            <a:ext cx="1227138" cy="282575"/>
          </a:xfrm>
        </p:spPr>
        <p:txBody>
          <a:bodyPr anchor="b">
            <a:noAutofit/>
          </a:bodyPr>
          <a:lstStyle>
            <a:lvl1pPr marL="4763" indent="0" algn="r">
              <a:buFont typeface="Arial" panose="020B0604020202020204" pitchFamily="34" charset="0"/>
              <a:buNone/>
              <a:tabLst/>
              <a:defRPr sz="1000">
                <a:solidFill>
                  <a:schemeClr val="tx1"/>
                </a:solidFill>
              </a:defRPr>
            </a:lvl1pPr>
            <a:lvl2pPr marL="4763" indent="0" algn="r">
              <a:buNone/>
              <a:tabLst/>
              <a:defRPr sz="1000">
                <a:solidFill>
                  <a:schemeClr val="tx1"/>
                </a:solidFill>
              </a:defRPr>
            </a:lvl2pPr>
            <a:lvl3pPr marL="4763" indent="0" algn="r">
              <a:buNone/>
              <a:tabLst/>
              <a:defRPr sz="1000">
                <a:solidFill>
                  <a:schemeClr val="tx1"/>
                </a:solidFill>
              </a:defRPr>
            </a:lvl3pPr>
            <a:lvl4pPr marL="4763" indent="0" algn="r">
              <a:buNone/>
              <a:tabLst/>
              <a:defRPr sz="1000">
                <a:solidFill>
                  <a:schemeClr val="tx1"/>
                </a:solidFill>
              </a:defRPr>
            </a:lvl4pPr>
            <a:lvl5pPr marL="4763" indent="0" algn="r">
              <a:buNone/>
              <a:tabLst/>
              <a:defRPr sz="1000">
                <a:solidFill>
                  <a:schemeClr val="tx1"/>
                </a:solidFill>
              </a:defRPr>
            </a:lvl5pPr>
            <a:lvl6pPr marL="4763" indent="0" algn="r">
              <a:buNone/>
              <a:tabLst/>
              <a:defRPr sz="1000">
                <a:solidFill>
                  <a:schemeClr val="tx1"/>
                </a:solidFill>
              </a:defRPr>
            </a:lvl6pPr>
            <a:lvl7pPr marL="4763" indent="0" algn="r">
              <a:buNone/>
              <a:tabLst/>
              <a:defRPr sz="1000">
                <a:solidFill>
                  <a:schemeClr val="tx1"/>
                </a:solidFill>
              </a:defRPr>
            </a:lvl7pPr>
            <a:lvl8pPr marL="4763" indent="0" algn="r">
              <a:buNone/>
              <a:tabLst/>
              <a:defRPr sz="1000">
                <a:solidFill>
                  <a:schemeClr val="tx1"/>
                </a:solidFill>
              </a:defRPr>
            </a:lvl8pPr>
            <a:lvl9pPr marL="4763" indent="0" algn="r">
              <a:buNone/>
              <a:tabLst/>
              <a:defRPr sz="1000">
                <a:solidFill>
                  <a:schemeClr val="tx1"/>
                </a:solidFill>
              </a:defRPr>
            </a:lvl9pPr>
          </a:lstStyle>
          <a:p>
            <a:pPr lvl="0"/>
            <a:r>
              <a:rPr lang="en-US"/>
              <a:t>BX Number</a:t>
            </a:r>
          </a:p>
        </p:txBody>
      </p:sp>
      <p:sp>
        <p:nvSpPr>
          <p:cNvPr id="14" name="Text Placeholder 28">
            <a:extLst>
              <a:ext uri="{FF2B5EF4-FFF2-40B4-BE49-F238E27FC236}">
                <a16:creationId xmlns:a16="http://schemas.microsoft.com/office/drawing/2014/main" id="{E9355155-D34A-C8FB-FD7F-D8F2AFB05465}"/>
              </a:ext>
            </a:extLst>
          </p:cNvPr>
          <p:cNvSpPr>
            <a:spLocks noGrp="1"/>
          </p:cNvSpPr>
          <p:nvPr>
            <p:ph type="body" sz="quarter" idx="94"/>
          </p:nvPr>
        </p:nvSpPr>
        <p:spPr>
          <a:xfrm>
            <a:off x="534487" y="5993489"/>
            <a:ext cx="2623978" cy="588286"/>
          </a:xfrm>
        </p:spPr>
        <p:txBody>
          <a:bodyPr anchor="b">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15" name="Text Placeholder 31">
            <a:extLst>
              <a:ext uri="{FF2B5EF4-FFF2-40B4-BE49-F238E27FC236}">
                <a16:creationId xmlns:a16="http://schemas.microsoft.com/office/drawing/2014/main" id="{C7ABDCD6-3B21-724A-2B90-283DF93F2DD4}"/>
              </a:ext>
            </a:extLst>
          </p:cNvPr>
          <p:cNvSpPr>
            <a:spLocks noGrp="1"/>
          </p:cNvSpPr>
          <p:nvPr>
            <p:ph type="body" sz="quarter" idx="95"/>
          </p:nvPr>
        </p:nvSpPr>
        <p:spPr>
          <a:xfrm>
            <a:off x="3373598" y="6001088"/>
            <a:ext cx="2623978" cy="588286"/>
          </a:xfrm>
        </p:spPr>
        <p:txBody>
          <a:bodyPr anchor="b">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16" name="Text Placeholder 33">
            <a:extLst>
              <a:ext uri="{FF2B5EF4-FFF2-40B4-BE49-F238E27FC236}">
                <a16:creationId xmlns:a16="http://schemas.microsoft.com/office/drawing/2014/main" id="{9B2F4F16-C191-1C55-93DF-40C406D4E32E}"/>
              </a:ext>
            </a:extLst>
          </p:cNvPr>
          <p:cNvSpPr>
            <a:spLocks noGrp="1"/>
          </p:cNvSpPr>
          <p:nvPr>
            <p:ph type="body" sz="quarter" idx="96"/>
          </p:nvPr>
        </p:nvSpPr>
        <p:spPr>
          <a:xfrm>
            <a:off x="6194425" y="5993489"/>
            <a:ext cx="2623978" cy="588286"/>
          </a:xfrm>
        </p:spPr>
        <p:txBody>
          <a:bodyPr anchor="b">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Tree>
    <p:extLst>
      <p:ext uri="{BB962C8B-B14F-4D97-AF65-F5344CB8AC3E}">
        <p14:creationId xmlns:p14="http://schemas.microsoft.com/office/powerpoint/2010/main" val="3123318106"/>
      </p:ext>
    </p:extLst>
  </p:cSld>
  <p:clrMapOvr>
    <a:overrideClrMapping bg1="dk1" tx1="lt1" bg2="dk2" tx2="lt2" accent1="accent1" accent2="accent2" accent3="accent3" accent4="accent4" accent5="accent5" accent6="accent6" hlink="hlink" folHlink="folHlink"/>
  </p:clrMapOvr>
</p:sldLayout>
</file>

<file path=ppt/slideLayouts/slideLayout336.xml><?xml version="1.0" encoding="utf-8"?>
<p:sldLayout xmlns:a="http://schemas.openxmlformats.org/drawingml/2006/main" xmlns:r="http://schemas.openxmlformats.org/officeDocument/2006/relationships" xmlns:p="http://schemas.openxmlformats.org/presentationml/2006/main" preserve="1" userDrawn="1">
  <p:cSld name="Back Cover 2">
    <p:bg>
      <p:bgPr>
        <a:solidFill>
          <a:schemeClr val="bg2"/>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78834B98-F94F-BBE0-213C-85AFCDC4764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t="8922" b="11853"/>
          <a:stretch/>
        </p:blipFill>
        <p:spPr bwMode="hidden">
          <a:xfrm>
            <a:off x="-5621" y="0"/>
            <a:ext cx="12188952" cy="6858000"/>
          </a:xfrm>
          <a:prstGeom prst="rect">
            <a:avLst/>
          </a:prstGeom>
        </p:spPr>
      </p:pic>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4567237"/>
            <a:ext cx="5441950" cy="1165225"/>
          </a:xfrm>
          <a:prstGeom prst="rect">
            <a:avLst/>
          </a:prstGeom>
        </p:spPr>
        <p:txBody>
          <a:bodyPr anchor="b"/>
          <a:lstStyle>
            <a:lvl1pPr>
              <a:defRPr>
                <a:solidFill>
                  <a:schemeClr val="tx1"/>
                </a:solidFill>
              </a:defRPr>
            </a:lvl1pPr>
          </a:lstStyle>
          <a:p>
            <a:r>
              <a:rPr lang="en-US"/>
              <a:t>Click to edit Master title style</a:t>
            </a:r>
          </a:p>
        </p:txBody>
      </p:sp>
      <p:sp>
        <p:nvSpPr>
          <p:cNvPr id="4" name="Freeform 19">
            <a:extLst>
              <a:ext uri="{FF2B5EF4-FFF2-40B4-BE49-F238E27FC236}">
                <a16:creationId xmlns:a16="http://schemas.microsoft.com/office/drawing/2014/main" id="{D3B5462B-E2B3-7CAB-8405-4B77B98FFBAE}"/>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p>
        </p:txBody>
      </p:sp>
      <p:sp>
        <p:nvSpPr>
          <p:cNvPr id="5" name="Text Placeholder 9">
            <a:extLst>
              <a:ext uri="{FF2B5EF4-FFF2-40B4-BE49-F238E27FC236}">
                <a16:creationId xmlns:a16="http://schemas.microsoft.com/office/drawing/2014/main" id="{925BD05B-4745-E7F4-97A1-5C222CC090F5}"/>
              </a:ext>
            </a:extLst>
          </p:cNvPr>
          <p:cNvSpPr>
            <a:spLocks noGrp="1"/>
          </p:cNvSpPr>
          <p:nvPr>
            <p:ph type="body" sz="quarter" idx="15" hasCustomPrompt="1"/>
          </p:nvPr>
        </p:nvSpPr>
        <p:spPr>
          <a:xfrm>
            <a:off x="10417175" y="6308725"/>
            <a:ext cx="1227138" cy="282575"/>
          </a:xfrm>
        </p:spPr>
        <p:txBody>
          <a:bodyPr anchor="b">
            <a:noAutofit/>
          </a:bodyPr>
          <a:lstStyle>
            <a:lvl1pPr marL="4763" indent="0" algn="r">
              <a:buFont typeface="Arial" panose="020B0604020202020204" pitchFamily="34" charset="0"/>
              <a:buNone/>
              <a:tabLst/>
              <a:defRPr sz="1000">
                <a:solidFill>
                  <a:schemeClr val="tx1"/>
                </a:solidFill>
              </a:defRPr>
            </a:lvl1pPr>
            <a:lvl2pPr marL="4763" indent="0" algn="r">
              <a:buNone/>
              <a:tabLst/>
              <a:defRPr sz="1000">
                <a:solidFill>
                  <a:schemeClr val="tx1"/>
                </a:solidFill>
              </a:defRPr>
            </a:lvl2pPr>
            <a:lvl3pPr marL="4763" indent="0" algn="r">
              <a:buNone/>
              <a:tabLst/>
              <a:defRPr sz="1000">
                <a:solidFill>
                  <a:schemeClr val="tx1"/>
                </a:solidFill>
              </a:defRPr>
            </a:lvl3pPr>
            <a:lvl4pPr marL="4763" indent="0" algn="r">
              <a:buNone/>
              <a:tabLst/>
              <a:defRPr sz="1000">
                <a:solidFill>
                  <a:schemeClr val="tx1"/>
                </a:solidFill>
              </a:defRPr>
            </a:lvl4pPr>
            <a:lvl5pPr marL="4763" indent="0" algn="r">
              <a:buNone/>
              <a:tabLst/>
              <a:defRPr sz="1000">
                <a:solidFill>
                  <a:schemeClr val="tx1"/>
                </a:solidFill>
              </a:defRPr>
            </a:lvl5pPr>
            <a:lvl6pPr marL="4763" indent="0" algn="r">
              <a:buNone/>
              <a:tabLst/>
              <a:defRPr sz="1000">
                <a:solidFill>
                  <a:schemeClr val="tx1"/>
                </a:solidFill>
              </a:defRPr>
            </a:lvl6pPr>
            <a:lvl7pPr marL="4763" indent="0" algn="r">
              <a:buNone/>
              <a:tabLst/>
              <a:defRPr sz="1000">
                <a:solidFill>
                  <a:schemeClr val="tx1"/>
                </a:solidFill>
              </a:defRPr>
            </a:lvl7pPr>
            <a:lvl8pPr marL="4763" indent="0" algn="r">
              <a:buNone/>
              <a:tabLst/>
              <a:defRPr sz="1000">
                <a:solidFill>
                  <a:schemeClr val="tx1"/>
                </a:solidFill>
              </a:defRPr>
            </a:lvl8pPr>
            <a:lvl9pPr marL="4763" indent="0" algn="r">
              <a:buNone/>
              <a:tabLst/>
              <a:defRPr sz="1000">
                <a:solidFill>
                  <a:schemeClr val="tx1"/>
                </a:solidFill>
              </a:defRPr>
            </a:lvl9pPr>
          </a:lstStyle>
          <a:p>
            <a:pPr lvl="0"/>
            <a:r>
              <a:rPr lang="en-US"/>
              <a:t>BX Number</a:t>
            </a:r>
          </a:p>
        </p:txBody>
      </p:sp>
    </p:spTree>
    <p:extLst>
      <p:ext uri="{BB962C8B-B14F-4D97-AF65-F5344CB8AC3E}">
        <p14:creationId xmlns:p14="http://schemas.microsoft.com/office/powerpoint/2010/main" val="2589806023"/>
      </p:ext>
    </p:extLst>
  </p:cSld>
  <p:clrMapOvr>
    <a:overrideClrMapping bg1="dk1" tx1="lt1" bg2="dk2" tx2="lt2" accent1="accent1" accent2="accent2" accent3="accent3" accent4="accent4" accent5="accent5" accent6="accent6" hlink="hlink" folHlink="folHlink"/>
  </p:clrMapOvr>
</p:sldLayout>
</file>

<file path=ppt/slideLayouts/slideLayout337.xml><?xml version="1.0" encoding="utf-8"?>
<p:sldLayout xmlns:a="http://schemas.openxmlformats.org/drawingml/2006/main" xmlns:r="http://schemas.openxmlformats.org/officeDocument/2006/relationships" xmlns:p="http://schemas.openxmlformats.org/presentationml/2006/main" preserve="1" userDrawn="1">
  <p:cSld name="Back Cover 3">
    <p:bg>
      <p:bgPr>
        <a:solidFill>
          <a:schemeClr val="bg2"/>
        </a:solidFill>
        <a:effectLst/>
      </p:bgPr>
    </p:bg>
    <p:spTree>
      <p:nvGrpSpPr>
        <p:cNvPr id="1" name=""/>
        <p:cNvGrpSpPr/>
        <p:nvPr/>
      </p:nvGrpSpPr>
      <p:grpSpPr>
        <a:xfrm>
          <a:off x="0" y="0"/>
          <a:ext cx="0" cy="0"/>
          <a:chOff x="0" y="0"/>
          <a:chExt cx="0" cy="0"/>
        </a:xfrm>
      </p:grpSpPr>
      <p:sp>
        <p:nvSpPr>
          <p:cNvPr id="20" name="Freeform 19">
            <a:extLst>
              <a:ext uri="{FF2B5EF4-FFF2-40B4-BE49-F238E27FC236}">
                <a16:creationId xmlns:a16="http://schemas.microsoft.com/office/drawing/2014/main" id="{6732315D-1057-6521-C359-22C1DAF4964C}"/>
              </a:ext>
            </a:extLst>
          </p:cNvPr>
          <p:cNvSpPr/>
          <p:nvPr/>
        </p:nvSpPr>
        <p:spPr>
          <a:xfrm>
            <a:off x="3367088" y="552449"/>
            <a:ext cx="8267463" cy="5677842"/>
          </a:xfrm>
          <a:custGeom>
            <a:avLst/>
            <a:gdLst>
              <a:gd name="connsiteX0" fmla="*/ 6722902 w 8267463"/>
              <a:gd name="connsiteY0" fmla="*/ 0 h 5677842"/>
              <a:gd name="connsiteX1" fmla="*/ 8267463 w 8267463"/>
              <a:gd name="connsiteY1" fmla="*/ 0 h 5677842"/>
              <a:gd name="connsiteX2" fmla="*/ 8267463 w 8267463"/>
              <a:gd name="connsiteY2" fmla="*/ 1419448 h 5677842"/>
              <a:gd name="connsiteX3" fmla="*/ 7275694 w 8267463"/>
              <a:gd name="connsiteY3" fmla="*/ 2749701 h 5677842"/>
              <a:gd name="connsiteX4" fmla="*/ 6942385 w 8267463"/>
              <a:gd name="connsiteY4" fmla="*/ 2749701 h 5677842"/>
              <a:gd name="connsiteX5" fmla="*/ 7381363 w 8267463"/>
              <a:gd name="connsiteY5" fmla="*/ 1541121 h 5677842"/>
              <a:gd name="connsiteX6" fmla="*/ 6722902 w 8267463"/>
              <a:gd name="connsiteY6" fmla="*/ 1541121 h 5677842"/>
              <a:gd name="connsiteX7" fmla="*/ 0 w 8267463"/>
              <a:gd name="connsiteY7" fmla="*/ 0 h 5677842"/>
              <a:gd name="connsiteX8" fmla="*/ 2268085 w 8267463"/>
              <a:gd name="connsiteY8" fmla="*/ 0 h 5677842"/>
              <a:gd name="connsiteX9" fmla="*/ 2975321 w 8267463"/>
              <a:gd name="connsiteY9" fmla="*/ 2920028 h 5677842"/>
              <a:gd name="connsiteX10" fmla="*/ 3146041 w 8267463"/>
              <a:gd name="connsiteY10" fmla="*/ 3731148 h 5677842"/>
              <a:gd name="connsiteX11" fmla="*/ 3316761 w 8267463"/>
              <a:gd name="connsiteY11" fmla="*/ 2920028 h 5677842"/>
              <a:gd name="connsiteX12" fmla="*/ 4024010 w 8267463"/>
              <a:gd name="connsiteY12" fmla="*/ 0 h 5677842"/>
              <a:gd name="connsiteX13" fmla="*/ 6292082 w 8267463"/>
              <a:gd name="connsiteY13" fmla="*/ 0 h 5677842"/>
              <a:gd name="connsiteX14" fmla="*/ 6292082 w 8267463"/>
              <a:gd name="connsiteY14" fmla="*/ 5677842 h 5677842"/>
              <a:gd name="connsiteX15" fmla="*/ 4836940 w 8267463"/>
              <a:gd name="connsiteY15" fmla="*/ 5677842 h 5677842"/>
              <a:gd name="connsiteX16" fmla="*/ 4836940 w 8267463"/>
              <a:gd name="connsiteY16" fmla="*/ 1995360 h 5677842"/>
              <a:gd name="connsiteX17" fmla="*/ 4633708 w 8267463"/>
              <a:gd name="connsiteY17" fmla="*/ 2838921 h 5677842"/>
              <a:gd name="connsiteX18" fmla="*/ 3877684 w 8267463"/>
              <a:gd name="connsiteY18" fmla="*/ 5677842 h 5677842"/>
              <a:gd name="connsiteX19" fmla="*/ 2381886 w 8267463"/>
              <a:gd name="connsiteY19" fmla="*/ 5677842 h 5677842"/>
              <a:gd name="connsiteX20" fmla="*/ 1625861 w 8267463"/>
              <a:gd name="connsiteY20" fmla="*/ 2838921 h 5677842"/>
              <a:gd name="connsiteX21" fmla="*/ 1422629 w 8267463"/>
              <a:gd name="connsiteY21" fmla="*/ 1995360 h 5677842"/>
              <a:gd name="connsiteX22" fmla="*/ 1422629 w 8267463"/>
              <a:gd name="connsiteY22" fmla="*/ 5677842 h 5677842"/>
              <a:gd name="connsiteX23" fmla="*/ 0 w 8267463"/>
              <a:gd name="connsiteY23" fmla="*/ 5677842 h 56778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8267463" h="5677842">
                <a:moveTo>
                  <a:pt x="6722902" y="0"/>
                </a:moveTo>
                <a:lnTo>
                  <a:pt x="8267463" y="0"/>
                </a:lnTo>
                <a:lnTo>
                  <a:pt x="8267463" y="1419448"/>
                </a:lnTo>
                <a:lnTo>
                  <a:pt x="7275694" y="2749701"/>
                </a:lnTo>
                <a:lnTo>
                  <a:pt x="6942385" y="2749701"/>
                </a:lnTo>
                <a:lnTo>
                  <a:pt x="7381363" y="1541121"/>
                </a:lnTo>
                <a:lnTo>
                  <a:pt x="6722902" y="1541121"/>
                </a:lnTo>
                <a:close/>
                <a:moveTo>
                  <a:pt x="0" y="0"/>
                </a:moveTo>
                <a:lnTo>
                  <a:pt x="2268085" y="0"/>
                </a:lnTo>
                <a:lnTo>
                  <a:pt x="2975321" y="2920028"/>
                </a:lnTo>
                <a:lnTo>
                  <a:pt x="3146041" y="3731148"/>
                </a:lnTo>
                <a:lnTo>
                  <a:pt x="3316761" y="2920028"/>
                </a:lnTo>
                <a:lnTo>
                  <a:pt x="4024010" y="0"/>
                </a:lnTo>
                <a:lnTo>
                  <a:pt x="6292082" y="0"/>
                </a:lnTo>
                <a:lnTo>
                  <a:pt x="6292082" y="5677842"/>
                </a:lnTo>
                <a:lnTo>
                  <a:pt x="4836940" y="5677842"/>
                </a:lnTo>
                <a:lnTo>
                  <a:pt x="4836940" y="1995360"/>
                </a:lnTo>
                <a:lnTo>
                  <a:pt x="4633708" y="2838921"/>
                </a:lnTo>
                <a:lnTo>
                  <a:pt x="3877684" y="5677842"/>
                </a:lnTo>
                <a:lnTo>
                  <a:pt x="2381886" y="5677842"/>
                </a:lnTo>
                <a:lnTo>
                  <a:pt x="1625861" y="2838921"/>
                </a:lnTo>
                <a:lnTo>
                  <a:pt x="1422629" y="1995360"/>
                </a:lnTo>
                <a:lnTo>
                  <a:pt x="1422629" y="5677842"/>
                </a:lnTo>
                <a:lnTo>
                  <a:pt x="0" y="5677842"/>
                </a:lnTo>
                <a:close/>
              </a:path>
            </a:pathLst>
          </a:custGeom>
          <a:solidFill>
            <a:schemeClr val="accent1">
              <a:alpha val="25000"/>
            </a:schemeClr>
          </a:solidFill>
          <a:ln w="0" cap="flat">
            <a:noFill/>
            <a:prstDash val="solid"/>
            <a:miter/>
          </a:ln>
        </p:spPr>
        <p:txBody>
          <a:bodyPr rtlCol="0" anchor="ctr"/>
          <a:lstStyle/>
          <a:p>
            <a:endParaRPr lang="en-US"/>
          </a:p>
        </p:txBody>
      </p:sp>
      <p:sp>
        <p:nvSpPr>
          <p:cNvPr id="5" name="Title 1">
            <a:extLst>
              <a:ext uri="{FF2B5EF4-FFF2-40B4-BE49-F238E27FC236}">
                <a16:creationId xmlns:a16="http://schemas.microsoft.com/office/drawing/2014/main" id="{F22CA864-4C06-0E60-3B00-A1D84FC28322}"/>
              </a:ext>
            </a:extLst>
          </p:cNvPr>
          <p:cNvSpPr>
            <a:spLocks noGrp="1"/>
          </p:cNvSpPr>
          <p:nvPr>
            <p:ph type="title"/>
          </p:nvPr>
        </p:nvSpPr>
        <p:spPr>
          <a:xfrm>
            <a:off x="539751" y="4567237"/>
            <a:ext cx="5441950" cy="1165225"/>
          </a:xfrm>
          <a:prstGeom prst="rect">
            <a:avLst/>
          </a:prstGeom>
        </p:spPr>
        <p:txBody>
          <a:bodyPr anchor="b"/>
          <a:lstStyle>
            <a:lvl1pPr>
              <a:defRPr>
                <a:solidFill>
                  <a:schemeClr val="tx1"/>
                </a:solidFill>
              </a:defRPr>
            </a:lvl1pPr>
          </a:lstStyle>
          <a:p>
            <a:r>
              <a:rPr lang="en-US"/>
              <a:t>Click to edit Master title style</a:t>
            </a:r>
          </a:p>
        </p:txBody>
      </p:sp>
      <p:sp>
        <p:nvSpPr>
          <p:cNvPr id="6" name="Freeform 19">
            <a:extLst>
              <a:ext uri="{FF2B5EF4-FFF2-40B4-BE49-F238E27FC236}">
                <a16:creationId xmlns:a16="http://schemas.microsoft.com/office/drawing/2014/main" id="{3EF01857-B116-6C78-4866-FF4DDE73D961}"/>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p>
        </p:txBody>
      </p:sp>
      <p:sp>
        <p:nvSpPr>
          <p:cNvPr id="3" name="Text Placeholder 9">
            <a:extLst>
              <a:ext uri="{FF2B5EF4-FFF2-40B4-BE49-F238E27FC236}">
                <a16:creationId xmlns:a16="http://schemas.microsoft.com/office/drawing/2014/main" id="{2C4DFBF5-AF25-74B3-E64C-151E88405CCD}"/>
              </a:ext>
            </a:extLst>
          </p:cNvPr>
          <p:cNvSpPr>
            <a:spLocks noGrp="1"/>
          </p:cNvSpPr>
          <p:nvPr>
            <p:ph type="body" sz="quarter" idx="15" hasCustomPrompt="1"/>
          </p:nvPr>
        </p:nvSpPr>
        <p:spPr>
          <a:xfrm>
            <a:off x="10417175" y="6308725"/>
            <a:ext cx="1227138" cy="282575"/>
          </a:xfrm>
        </p:spPr>
        <p:txBody>
          <a:bodyPr anchor="b">
            <a:noAutofit/>
          </a:bodyPr>
          <a:lstStyle>
            <a:lvl1pPr marL="4763" indent="0" algn="r">
              <a:buFont typeface="Arial" panose="020B0604020202020204" pitchFamily="34" charset="0"/>
              <a:buNone/>
              <a:tabLst/>
              <a:defRPr sz="1000">
                <a:solidFill>
                  <a:schemeClr val="tx1"/>
                </a:solidFill>
              </a:defRPr>
            </a:lvl1pPr>
            <a:lvl2pPr marL="4763" indent="0" algn="r">
              <a:buNone/>
              <a:tabLst/>
              <a:defRPr sz="1000">
                <a:solidFill>
                  <a:schemeClr val="tx1"/>
                </a:solidFill>
              </a:defRPr>
            </a:lvl2pPr>
            <a:lvl3pPr marL="4763" indent="0" algn="r">
              <a:buNone/>
              <a:tabLst/>
              <a:defRPr sz="1000">
                <a:solidFill>
                  <a:schemeClr val="tx1"/>
                </a:solidFill>
              </a:defRPr>
            </a:lvl3pPr>
            <a:lvl4pPr marL="4763" indent="0" algn="r">
              <a:buNone/>
              <a:tabLst/>
              <a:defRPr sz="1000">
                <a:solidFill>
                  <a:schemeClr val="tx1"/>
                </a:solidFill>
              </a:defRPr>
            </a:lvl4pPr>
            <a:lvl5pPr marL="4763" indent="0" algn="r">
              <a:buNone/>
              <a:tabLst/>
              <a:defRPr sz="1000">
                <a:solidFill>
                  <a:schemeClr val="tx1"/>
                </a:solidFill>
              </a:defRPr>
            </a:lvl5pPr>
            <a:lvl6pPr marL="4763" indent="0" algn="r">
              <a:buNone/>
              <a:tabLst/>
              <a:defRPr sz="1000">
                <a:solidFill>
                  <a:schemeClr val="tx1"/>
                </a:solidFill>
              </a:defRPr>
            </a:lvl6pPr>
            <a:lvl7pPr marL="4763" indent="0" algn="r">
              <a:buNone/>
              <a:tabLst/>
              <a:defRPr sz="1000">
                <a:solidFill>
                  <a:schemeClr val="tx1"/>
                </a:solidFill>
              </a:defRPr>
            </a:lvl7pPr>
            <a:lvl8pPr marL="4763" indent="0" algn="r">
              <a:buNone/>
              <a:tabLst/>
              <a:defRPr sz="1000">
                <a:solidFill>
                  <a:schemeClr val="tx1"/>
                </a:solidFill>
              </a:defRPr>
            </a:lvl8pPr>
            <a:lvl9pPr marL="4763" indent="0" algn="r">
              <a:buNone/>
              <a:tabLst/>
              <a:defRPr sz="1000">
                <a:solidFill>
                  <a:schemeClr val="tx1"/>
                </a:solidFill>
              </a:defRPr>
            </a:lvl9pPr>
          </a:lstStyle>
          <a:p>
            <a:pPr lvl="0"/>
            <a:r>
              <a:rPr lang="en-US"/>
              <a:t>BX Number</a:t>
            </a:r>
          </a:p>
        </p:txBody>
      </p:sp>
    </p:spTree>
    <p:extLst>
      <p:ext uri="{BB962C8B-B14F-4D97-AF65-F5344CB8AC3E}">
        <p14:creationId xmlns:p14="http://schemas.microsoft.com/office/powerpoint/2010/main" val="650906887"/>
      </p:ext>
    </p:extLst>
  </p:cSld>
  <p:clrMapOvr>
    <a:overrideClrMapping bg1="dk1" tx1="lt1" bg2="dk2" tx2="lt2" accent1="accent1" accent2="accent2" accent3="accent3" accent4="accent4" accent5="accent5" accent6="accent6" hlink="hlink" folHlink="folHlink"/>
  </p:clrMapOvr>
</p:sldLayout>
</file>

<file path=ppt/slideLayouts/slideLayout338.xml><?xml version="1.0" encoding="utf-8"?>
<p:sldLayout xmlns:a="http://schemas.openxmlformats.org/drawingml/2006/main" xmlns:r="http://schemas.openxmlformats.org/officeDocument/2006/relationships" xmlns:p="http://schemas.openxmlformats.org/presentationml/2006/main" preserve="1" userDrawn="1">
  <p:cSld name="Back Cover 4">
    <p:bg>
      <p:bgPr>
        <a:solidFill>
          <a:schemeClr val="bg2"/>
        </a:solidFill>
        <a:effectLst/>
      </p:bgPr>
    </p:bg>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F22CA864-4C06-0E60-3B00-A1D84FC28322}"/>
              </a:ext>
            </a:extLst>
          </p:cNvPr>
          <p:cNvSpPr>
            <a:spLocks noGrp="1"/>
          </p:cNvSpPr>
          <p:nvPr>
            <p:ph type="title"/>
          </p:nvPr>
        </p:nvSpPr>
        <p:spPr>
          <a:xfrm>
            <a:off x="539751" y="4567237"/>
            <a:ext cx="5441950" cy="1165225"/>
          </a:xfrm>
          <a:prstGeom prst="rect">
            <a:avLst/>
          </a:prstGeom>
        </p:spPr>
        <p:txBody>
          <a:bodyPr anchor="b"/>
          <a:lstStyle>
            <a:lvl1pPr>
              <a:defRPr>
                <a:solidFill>
                  <a:schemeClr val="tx1"/>
                </a:solidFill>
              </a:defRPr>
            </a:lvl1pPr>
          </a:lstStyle>
          <a:p>
            <a:r>
              <a:rPr lang="en-US"/>
              <a:t>Click to edit Master title style</a:t>
            </a:r>
          </a:p>
        </p:txBody>
      </p:sp>
      <p:sp>
        <p:nvSpPr>
          <p:cNvPr id="6" name="Freeform 19">
            <a:extLst>
              <a:ext uri="{FF2B5EF4-FFF2-40B4-BE49-F238E27FC236}">
                <a16:creationId xmlns:a16="http://schemas.microsoft.com/office/drawing/2014/main" id="{3EF01857-B116-6C78-4866-FF4DDE73D961}"/>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p>
        </p:txBody>
      </p:sp>
      <p:sp>
        <p:nvSpPr>
          <p:cNvPr id="2" name="Picture Placeholder 9">
            <a:extLst>
              <a:ext uri="{FF2B5EF4-FFF2-40B4-BE49-F238E27FC236}">
                <a16:creationId xmlns:a16="http://schemas.microsoft.com/office/drawing/2014/main" id="{65CBF573-59E2-9C93-0DC3-78AAB8C05C25}"/>
              </a:ext>
            </a:extLst>
          </p:cNvPr>
          <p:cNvSpPr>
            <a:spLocks noGrp="1"/>
          </p:cNvSpPr>
          <p:nvPr>
            <p:ph type="pic" sz="quarter" idx="13" hasCustomPrompt="1"/>
          </p:nvPr>
        </p:nvSpPr>
        <p:spPr>
          <a:xfrm>
            <a:off x="8142973" y="0"/>
            <a:ext cx="2029968" cy="6167438"/>
          </a:xfrm>
          <a:solidFill>
            <a:srgbClr val="A6A9AA"/>
          </a:solidFill>
        </p:spPr>
        <p:txBody>
          <a:bodyPr tIns="548640" anchor="ctr"/>
          <a:lstStyle>
            <a:lvl1pPr algn="ctr">
              <a:defRPr b="0">
                <a:solidFill>
                  <a:schemeClr val="tx2"/>
                </a:solidFill>
                <a:latin typeface="+mn-lt"/>
              </a:defRPr>
            </a:lvl1pPr>
          </a:lstStyle>
          <a:p>
            <a:r>
              <a:rPr lang="en-US"/>
              <a:t>Dynamic slice crop 1</a:t>
            </a:r>
          </a:p>
        </p:txBody>
      </p:sp>
      <p:sp>
        <p:nvSpPr>
          <p:cNvPr id="3" name="Picture Placeholder 9">
            <a:extLst>
              <a:ext uri="{FF2B5EF4-FFF2-40B4-BE49-F238E27FC236}">
                <a16:creationId xmlns:a16="http://schemas.microsoft.com/office/drawing/2014/main" id="{611BAA65-5556-8A7C-F1DA-A7D11150A35C}"/>
              </a:ext>
            </a:extLst>
          </p:cNvPr>
          <p:cNvSpPr>
            <a:spLocks noGrp="1"/>
          </p:cNvSpPr>
          <p:nvPr>
            <p:ph type="pic" sz="quarter" idx="14" hasCustomPrompt="1"/>
          </p:nvPr>
        </p:nvSpPr>
        <p:spPr>
          <a:xfrm>
            <a:off x="10162032" y="0"/>
            <a:ext cx="2029968" cy="3984625"/>
          </a:xfrm>
          <a:solidFill>
            <a:srgbClr val="A6A9AA"/>
          </a:solidFill>
        </p:spPr>
        <p:txBody>
          <a:bodyPr tIns="548640" anchor="ctr"/>
          <a:lstStyle>
            <a:lvl1pPr algn="ctr">
              <a:defRPr b="0">
                <a:solidFill>
                  <a:schemeClr val="tx2"/>
                </a:solidFill>
                <a:latin typeface="+mn-lt"/>
              </a:defRPr>
            </a:lvl1pPr>
          </a:lstStyle>
          <a:p>
            <a:pPr marL="0" marR="0" lvl="0" indent="0" algn="ctr" defTabSz="914400" rtl="0" eaLnBrk="1" fontAlgn="auto" latinLnBrk="0" hangingPunct="1">
              <a:lnSpc>
                <a:spcPct val="101000"/>
              </a:lnSpc>
              <a:spcBef>
                <a:spcPts val="0"/>
              </a:spcBef>
              <a:spcAft>
                <a:spcPts val="600"/>
              </a:spcAft>
              <a:buClrTx/>
              <a:buSzTx/>
              <a:buFont typeface="GT America Regular"/>
              <a:buNone/>
              <a:tabLst/>
              <a:defRPr/>
            </a:pPr>
            <a:r>
              <a:rPr lang="en-US"/>
              <a:t>Dynamic slice crop 2</a:t>
            </a:r>
          </a:p>
        </p:txBody>
      </p:sp>
      <p:sp>
        <p:nvSpPr>
          <p:cNvPr id="7" name="Text Placeholder 9">
            <a:extLst>
              <a:ext uri="{FF2B5EF4-FFF2-40B4-BE49-F238E27FC236}">
                <a16:creationId xmlns:a16="http://schemas.microsoft.com/office/drawing/2014/main" id="{E60D21F8-DDF8-0ABD-B77A-99A1823A2B21}"/>
              </a:ext>
            </a:extLst>
          </p:cNvPr>
          <p:cNvSpPr>
            <a:spLocks noGrp="1"/>
          </p:cNvSpPr>
          <p:nvPr>
            <p:ph type="body" sz="quarter" idx="15" hasCustomPrompt="1"/>
          </p:nvPr>
        </p:nvSpPr>
        <p:spPr>
          <a:xfrm>
            <a:off x="10417175" y="6308725"/>
            <a:ext cx="1227138" cy="282575"/>
          </a:xfrm>
        </p:spPr>
        <p:txBody>
          <a:bodyPr anchor="b">
            <a:noAutofit/>
          </a:bodyPr>
          <a:lstStyle>
            <a:lvl1pPr marL="4763" indent="0" algn="r">
              <a:buFont typeface="Arial" panose="020B0604020202020204" pitchFamily="34" charset="0"/>
              <a:buNone/>
              <a:tabLst/>
              <a:defRPr sz="1000">
                <a:solidFill>
                  <a:schemeClr val="tx1"/>
                </a:solidFill>
              </a:defRPr>
            </a:lvl1pPr>
            <a:lvl2pPr marL="4763" indent="0" algn="r">
              <a:buNone/>
              <a:tabLst/>
              <a:defRPr sz="1000">
                <a:solidFill>
                  <a:schemeClr val="tx1"/>
                </a:solidFill>
              </a:defRPr>
            </a:lvl2pPr>
            <a:lvl3pPr marL="4763" indent="0" algn="r">
              <a:buNone/>
              <a:tabLst/>
              <a:defRPr sz="1000">
                <a:solidFill>
                  <a:schemeClr val="tx1"/>
                </a:solidFill>
              </a:defRPr>
            </a:lvl3pPr>
            <a:lvl4pPr marL="4763" indent="0" algn="r">
              <a:buNone/>
              <a:tabLst/>
              <a:defRPr sz="1000">
                <a:solidFill>
                  <a:schemeClr val="tx1"/>
                </a:solidFill>
              </a:defRPr>
            </a:lvl4pPr>
            <a:lvl5pPr marL="4763" indent="0" algn="r">
              <a:buNone/>
              <a:tabLst/>
              <a:defRPr sz="1000">
                <a:solidFill>
                  <a:schemeClr val="tx1"/>
                </a:solidFill>
              </a:defRPr>
            </a:lvl5pPr>
            <a:lvl6pPr marL="4763" indent="0" algn="r">
              <a:buNone/>
              <a:tabLst/>
              <a:defRPr sz="1000">
                <a:solidFill>
                  <a:schemeClr val="tx1"/>
                </a:solidFill>
              </a:defRPr>
            </a:lvl6pPr>
            <a:lvl7pPr marL="4763" indent="0" algn="r">
              <a:buNone/>
              <a:tabLst/>
              <a:defRPr sz="1000">
                <a:solidFill>
                  <a:schemeClr val="tx1"/>
                </a:solidFill>
              </a:defRPr>
            </a:lvl7pPr>
            <a:lvl8pPr marL="4763" indent="0" algn="r">
              <a:buNone/>
              <a:tabLst/>
              <a:defRPr sz="1000">
                <a:solidFill>
                  <a:schemeClr val="tx1"/>
                </a:solidFill>
              </a:defRPr>
            </a:lvl8pPr>
            <a:lvl9pPr marL="4763" indent="0" algn="r">
              <a:buNone/>
              <a:tabLst/>
              <a:defRPr sz="1000">
                <a:solidFill>
                  <a:schemeClr val="tx1"/>
                </a:solidFill>
              </a:defRPr>
            </a:lvl9pPr>
          </a:lstStyle>
          <a:p>
            <a:pPr lvl="0"/>
            <a:r>
              <a:rPr lang="en-US"/>
              <a:t>BX Number</a:t>
            </a:r>
          </a:p>
        </p:txBody>
      </p:sp>
    </p:spTree>
    <p:extLst>
      <p:ext uri="{BB962C8B-B14F-4D97-AF65-F5344CB8AC3E}">
        <p14:creationId xmlns:p14="http://schemas.microsoft.com/office/powerpoint/2010/main" val="2391442019"/>
      </p:ext>
    </p:extLst>
  </p:cSld>
  <p:clrMapOvr>
    <a:overrideClrMapping bg1="dk1" tx1="lt1" bg2="dk2" tx2="lt2" accent1="accent1" accent2="accent2" accent3="accent3" accent4="accent4" accent5="accent5" accent6="accent6" hlink="hlink" folHlink="folHlink"/>
  </p:clrMapOvr>
</p:sldLayout>
</file>

<file path=ppt/slideLayouts/slideLayout339.xml><?xml version="1.0" encoding="utf-8"?>
<p:sldLayout xmlns:a="http://schemas.openxmlformats.org/drawingml/2006/main" xmlns:r="http://schemas.openxmlformats.org/officeDocument/2006/relationships" xmlns:p="http://schemas.openxmlformats.org/presentationml/2006/main" preserve="1" userDrawn="1">
  <p:cSld name="Back Cover 5">
    <p:bg>
      <p:bgPr>
        <a:solidFill>
          <a:schemeClr val="bg2"/>
        </a:solidFill>
        <a:effectLst/>
      </p:bgPr>
    </p:bg>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F22CA864-4C06-0E60-3B00-A1D84FC28322}"/>
              </a:ext>
            </a:extLst>
          </p:cNvPr>
          <p:cNvSpPr>
            <a:spLocks noGrp="1"/>
          </p:cNvSpPr>
          <p:nvPr>
            <p:ph type="title"/>
          </p:nvPr>
        </p:nvSpPr>
        <p:spPr>
          <a:xfrm>
            <a:off x="539751" y="4567237"/>
            <a:ext cx="5441950" cy="1165225"/>
          </a:xfrm>
          <a:prstGeom prst="rect">
            <a:avLst/>
          </a:prstGeom>
        </p:spPr>
        <p:txBody>
          <a:bodyPr anchor="b"/>
          <a:lstStyle>
            <a:lvl1pPr>
              <a:defRPr>
                <a:solidFill>
                  <a:schemeClr val="tx1"/>
                </a:solidFill>
              </a:defRPr>
            </a:lvl1pPr>
          </a:lstStyle>
          <a:p>
            <a:r>
              <a:rPr lang="en-US"/>
              <a:t>Click to edit Master title style</a:t>
            </a:r>
          </a:p>
        </p:txBody>
      </p:sp>
      <p:sp>
        <p:nvSpPr>
          <p:cNvPr id="6" name="Freeform 19">
            <a:extLst>
              <a:ext uri="{FF2B5EF4-FFF2-40B4-BE49-F238E27FC236}">
                <a16:creationId xmlns:a16="http://schemas.microsoft.com/office/drawing/2014/main" id="{3EF01857-B116-6C78-4866-FF4DDE73D961}"/>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p>
        </p:txBody>
      </p:sp>
      <p:sp>
        <p:nvSpPr>
          <p:cNvPr id="2" name="Picture Placeholder 9">
            <a:extLst>
              <a:ext uri="{FF2B5EF4-FFF2-40B4-BE49-F238E27FC236}">
                <a16:creationId xmlns:a16="http://schemas.microsoft.com/office/drawing/2014/main" id="{65CBF573-59E2-9C93-0DC3-78AAB8C05C25}"/>
              </a:ext>
            </a:extLst>
          </p:cNvPr>
          <p:cNvSpPr>
            <a:spLocks noGrp="1"/>
          </p:cNvSpPr>
          <p:nvPr>
            <p:ph type="pic" sz="quarter" idx="13" hasCustomPrompt="1"/>
          </p:nvPr>
        </p:nvSpPr>
        <p:spPr>
          <a:xfrm>
            <a:off x="6096000" y="2425700"/>
            <a:ext cx="2029968" cy="4432300"/>
          </a:xfrm>
          <a:solidFill>
            <a:srgbClr val="A6A9AA"/>
          </a:solidFill>
        </p:spPr>
        <p:txBody>
          <a:bodyPr tIns="548640" anchor="ctr"/>
          <a:lstStyle>
            <a:lvl1pPr algn="ctr">
              <a:defRPr b="0">
                <a:solidFill>
                  <a:schemeClr val="tx2"/>
                </a:solidFill>
                <a:latin typeface="+mn-lt"/>
              </a:defRPr>
            </a:lvl1pPr>
          </a:lstStyle>
          <a:p>
            <a:r>
              <a:rPr lang="en-US"/>
              <a:t>Dynamic slice crop 1</a:t>
            </a:r>
          </a:p>
        </p:txBody>
      </p:sp>
      <p:sp>
        <p:nvSpPr>
          <p:cNvPr id="3" name="Picture Placeholder 9">
            <a:extLst>
              <a:ext uri="{FF2B5EF4-FFF2-40B4-BE49-F238E27FC236}">
                <a16:creationId xmlns:a16="http://schemas.microsoft.com/office/drawing/2014/main" id="{611BAA65-5556-8A7C-F1DA-A7D11150A35C}"/>
              </a:ext>
            </a:extLst>
          </p:cNvPr>
          <p:cNvSpPr>
            <a:spLocks noGrp="1"/>
          </p:cNvSpPr>
          <p:nvPr>
            <p:ph type="pic" sz="quarter" idx="14" hasCustomPrompt="1"/>
          </p:nvPr>
        </p:nvSpPr>
        <p:spPr>
          <a:xfrm>
            <a:off x="8125968" y="0"/>
            <a:ext cx="4066032" cy="4567237"/>
          </a:xfrm>
          <a:solidFill>
            <a:srgbClr val="A6A9AA"/>
          </a:solidFill>
        </p:spPr>
        <p:txBody>
          <a:bodyPr tIns="548640" anchor="ctr"/>
          <a:lstStyle>
            <a:lvl1pPr algn="ctr">
              <a:defRPr b="0">
                <a:solidFill>
                  <a:schemeClr val="tx2"/>
                </a:solidFill>
                <a:latin typeface="+mn-lt"/>
              </a:defRPr>
            </a:lvl1pPr>
          </a:lstStyle>
          <a:p>
            <a:pPr marL="0" marR="0" lvl="0" indent="0" algn="ctr" defTabSz="914400" rtl="0" eaLnBrk="1" fontAlgn="auto" latinLnBrk="0" hangingPunct="1">
              <a:lnSpc>
                <a:spcPct val="101000"/>
              </a:lnSpc>
              <a:spcBef>
                <a:spcPts val="0"/>
              </a:spcBef>
              <a:spcAft>
                <a:spcPts val="600"/>
              </a:spcAft>
              <a:buClrTx/>
              <a:buSzTx/>
              <a:buFont typeface="GT America Regular"/>
              <a:buNone/>
              <a:tabLst/>
              <a:defRPr/>
            </a:pPr>
            <a:r>
              <a:rPr lang="en-US"/>
              <a:t>Dynamic slice crop 2</a:t>
            </a:r>
          </a:p>
        </p:txBody>
      </p:sp>
      <p:sp>
        <p:nvSpPr>
          <p:cNvPr id="4" name="Text Placeholder 9">
            <a:extLst>
              <a:ext uri="{FF2B5EF4-FFF2-40B4-BE49-F238E27FC236}">
                <a16:creationId xmlns:a16="http://schemas.microsoft.com/office/drawing/2014/main" id="{0A81BF85-E531-3686-907C-CABBA5BF2785}"/>
              </a:ext>
            </a:extLst>
          </p:cNvPr>
          <p:cNvSpPr>
            <a:spLocks noGrp="1"/>
          </p:cNvSpPr>
          <p:nvPr>
            <p:ph type="body" sz="quarter" idx="15" hasCustomPrompt="1"/>
          </p:nvPr>
        </p:nvSpPr>
        <p:spPr>
          <a:xfrm>
            <a:off x="10417175" y="6308725"/>
            <a:ext cx="1227138" cy="282575"/>
          </a:xfrm>
        </p:spPr>
        <p:txBody>
          <a:bodyPr anchor="b">
            <a:noAutofit/>
          </a:bodyPr>
          <a:lstStyle>
            <a:lvl1pPr marL="4763" indent="0" algn="r">
              <a:buFont typeface="Arial" panose="020B0604020202020204" pitchFamily="34" charset="0"/>
              <a:buNone/>
              <a:tabLst/>
              <a:defRPr sz="1000">
                <a:solidFill>
                  <a:schemeClr val="tx1"/>
                </a:solidFill>
              </a:defRPr>
            </a:lvl1pPr>
            <a:lvl2pPr marL="4763" indent="0" algn="r">
              <a:buNone/>
              <a:tabLst/>
              <a:defRPr sz="1000">
                <a:solidFill>
                  <a:schemeClr val="tx1"/>
                </a:solidFill>
              </a:defRPr>
            </a:lvl2pPr>
            <a:lvl3pPr marL="4763" indent="0" algn="r">
              <a:buNone/>
              <a:tabLst/>
              <a:defRPr sz="1000">
                <a:solidFill>
                  <a:schemeClr val="tx1"/>
                </a:solidFill>
              </a:defRPr>
            </a:lvl3pPr>
            <a:lvl4pPr marL="4763" indent="0" algn="r">
              <a:buNone/>
              <a:tabLst/>
              <a:defRPr sz="1000">
                <a:solidFill>
                  <a:schemeClr val="tx1"/>
                </a:solidFill>
              </a:defRPr>
            </a:lvl4pPr>
            <a:lvl5pPr marL="4763" indent="0" algn="r">
              <a:buNone/>
              <a:tabLst/>
              <a:defRPr sz="1000">
                <a:solidFill>
                  <a:schemeClr val="tx1"/>
                </a:solidFill>
              </a:defRPr>
            </a:lvl5pPr>
            <a:lvl6pPr marL="4763" indent="0" algn="r">
              <a:buNone/>
              <a:tabLst/>
              <a:defRPr sz="1000">
                <a:solidFill>
                  <a:schemeClr val="tx1"/>
                </a:solidFill>
              </a:defRPr>
            </a:lvl6pPr>
            <a:lvl7pPr marL="4763" indent="0" algn="r">
              <a:buNone/>
              <a:tabLst/>
              <a:defRPr sz="1000">
                <a:solidFill>
                  <a:schemeClr val="tx1"/>
                </a:solidFill>
              </a:defRPr>
            </a:lvl7pPr>
            <a:lvl8pPr marL="4763" indent="0" algn="r">
              <a:buNone/>
              <a:tabLst/>
              <a:defRPr sz="1000">
                <a:solidFill>
                  <a:schemeClr val="tx1"/>
                </a:solidFill>
              </a:defRPr>
            </a:lvl8pPr>
            <a:lvl9pPr marL="4763" indent="0" algn="r">
              <a:buNone/>
              <a:tabLst/>
              <a:defRPr sz="1000">
                <a:solidFill>
                  <a:schemeClr val="tx1"/>
                </a:solidFill>
              </a:defRPr>
            </a:lvl9pPr>
          </a:lstStyle>
          <a:p>
            <a:pPr lvl="0"/>
            <a:r>
              <a:rPr lang="en-US"/>
              <a:t>BX Number</a:t>
            </a:r>
          </a:p>
        </p:txBody>
      </p:sp>
    </p:spTree>
    <p:extLst>
      <p:ext uri="{BB962C8B-B14F-4D97-AF65-F5344CB8AC3E}">
        <p14:creationId xmlns:p14="http://schemas.microsoft.com/office/powerpoint/2010/main" val="4142038886"/>
      </p:ext>
    </p:extLst>
  </p:cSld>
  <p:clrMapOvr>
    <a:overrideClrMapping bg1="dk1" tx1="lt1" bg2="dk2" tx2="lt2" accent1="accent1" accent2="accent2" accent3="accent3" accent4="accent4" accent5="accent5" accent6="accent6" hlink="hlink" folHlink="folHlink"/>
  </p:clrMapOvr>
</p:sldLayout>
</file>

<file path=ppt/slideLayouts/slideLayout340.xml><?xml version="1.0" encoding="utf-8"?>
<p:sldLayout xmlns:a="http://schemas.openxmlformats.org/drawingml/2006/main" xmlns:r="http://schemas.openxmlformats.org/officeDocument/2006/relationships" xmlns:p="http://schemas.openxmlformats.org/presentationml/2006/main" preserve="1" userDrawn="1">
  <p:cSld name="Disclaimer">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CE376998-4040-9761-674E-D9535BFB68B1}"/>
              </a:ext>
            </a:extLst>
          </p:cNvPr>
          <p:cNvSpPr>
            <a:spLocks noGrp="1"/>
          </p:cNvSpPr>
          <p:nvPr>
            <p:ph type="ftr" sz="quarter" idx="11"/>
          </p:nvPr>
        </p:nvSpPr>
        <p:spPr/>
        <p:txBody>
          <a:bodyPr/>
          <a:lstStyle/>
          <a:p>
            <a:r>
              <a:rPr lang="en-US"/>
              <a:t>See slide 12 for instructions on how to update footer</a:t>
            </a:r>
          </a:p>
        </p:txBody>
      </p:sp>
      <p:sp>
        <p:nvSpPr>
          <p:cNvPr id="5" name="Slide Number Placeholder 4">
            <a:extLst>
              <a:ext uri="{FF2B5EF4-FFF2-40B4-BE49-F238E27FC236}">
                <a16:creationId xmlns:a16="http://schemas.microsoft.com/office/drawing/2014/main" id="{BB98ADA5-8554-9765-F77A-EDEF8AC9DCA3}"/>
              </a:ext>
            </a:extLst>
          </p:cNvPr>
          <p:cNvSpPr>
            <a:spLocks noGrp="1"/>
          </p:cNvSpPr>
          <p:nvPr>
            <p:ph type="sldNum" sz="quarter" idx="12"/>
          </p:nvPr>
        </p:nvSpPr>
        <p:spPr/>
        <p:txBody>
          <a:bodyPr/>
          <a:lstStyle/>
          <a:p>
            <a:fld id="{862A5111-985B-C14D-9115-5787026182A8}" type="slidenum">
              <a:rPr lang="en-US" smtClean="0"/>
              <a:pPr/>
              <a:t>‹#›</a:t>
            </a:fld>
            <a:endParaRPr lang="en-US"/>
          </a:p>
        </p:txBody>
      </p:sp>
      <p:sp>
        <p:nvSpPr>
          <p:cNvPr id="12" name="TextBox 11">
            <a:extLst>
              <a:ext uri="{FF2B5EF4-FFF2-40B4-BE49-F238E27FC236}">
                <a16:creationId xmlns:a16="http://schemas.microsoft.com/office/drawing/2014/main" id="{3E8F0C73-A398-6456-DB05-CBC41E2EBB3E}"/>
              </a:ext>
            </a:extLst>
          </p:cNvPr>
          <p:cNvSpPr txBox="1"/>
          <p:nvPr userDrawn="1"/>
        </p:nvSpPr>
        <p:spPr>
          <a:xfrm>
            <a:off x="548639" y="269875"/>
            <a:ext cx="11089323" cy="5597525"/>
          </a:xfrm>
          <a:prstGeom prst="rect">
            <a:avLst/>
          </a:prstGeom>
          <a:noFill/>
        </p:spPr>
        <p:txBody>
          <a:bodyPr wrap="square" lIns="0" tIns="0" rIns="0" bIns="0" numCol="2">
            <a:noAutofit/>
          </a:bodyPr>
          <a:lstStyle/>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2024 Moody’s Corporation, Moody’s Investors Service, Inc., Moody’s Analytics, Inc. and/or their licensors and affiliates (collectively, “MOODY’S”). All rights reserved.</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a:t>
            </a:r>
          </a:p>
          <a:p>
            <a:pPr marL="0" marR="142240">
              <a:spcBef>
                <a:spcPts val="0"/>
              </a:spcBef>
              <a:spcAft>
                <a:spcPts val="0"/>
              </a:spcAft>
            </a:pPr>
            <a:r>
              <a:rPr lang="en-US" sz="700" u="none" strike="noStrike">
                <a:solidFill>
                  <a:schemeClr val="tx1"/>
                </a:solidFill>
                <a:effectLst/>
                <a:latin typeface="+mn-lt"/>
                <a:ea typeface="GT America Regular" pitchFamily="2" charset="77"/>
                <a:cs typeface="GT America Regular" pitchFamily="2" charset="77"/>
              </a:rPr>
              <a:t>CREDIT RATINGS ISSUED BY MOODY'S CREDIT RATINGS AFFILIATES ARE THEIR CURRENT OPINIONS OF THE RELATIVE FUTURE CREDIT RISK OF ENTITIES, CREDIT COMMITMENTS, OR DEBT OR DEBT-LIKE SECURITIES, AND MATERIALS, PRODUCTS, SERVICES AND INFORMATION PUBLISHED OR OTHERWISE MADE AVAILABLE BY MOODY’S (COLLECTIVELY, “MATERIALS”) MAY INCLUDE SUCH CURRENT OPINIONS. MOODY’S DEFINES CREDIT RISK AS THE RISK THAT AN ENTITY MAY NOT MEET ITS CONTRACTUAL FINANCIAL OBLIGATIONS AS THEY COME DUE AND ANY ESTIMATED FINANCIAL LOSS IN THE EVENT OF DEFAULT OR IMPAIRMENT. SEE APPLICABLE MOODY’S RATING SYMBOLS AND DEFINITIONS PUBLICATION FOR INFORMATION ON THE TYPES OF CONTRACTUAL FINANCIAL OBLIGATIONS ADDRESSED BY MOODY’S CREDIT RATINGS. CREDIT RATINGS DO NOT ADDRESS ANY OTHER RISK, INCLUDING BUT NOT LIMITED TO: LIQUIDITY RISK, MARKET VALUE RISK, OR PRICE VOLATILITY. CREDIT RATINGS, NON-CREDIT ASSESSMENTS (“ASSESSMENTS”), AND OTHER OPINIONS INCLUDED IN MOODY’S MATERIALS ARE NOT STATEMENTS OF CURRENT OR HISTORICAL FACT. MOODY’S MATERIALS MAY ALSO INCLUDE QUANTITATIVE MODEL-BASED ESTIMATES OF CREDIT RISK AND RELATED OPINIONS OR COMMENTARY PUBLISHED BY MOODY’S ANALYTICS, INC. AND/OR ITS AFFILIATES. MOODY’S CREDIT RATINGS, ASSESSMENTS, OTHER OPINIONS AND MATERIALS DO NOT CONSTITUTE OR PROVIDE INVESTMENT OR FINANCIAL ADVICE, AND MOODY’S CREDIT RATINGS, ASSESSMENTS, OTHER OPINIONS AND MATERIALS ARE NOT AND DO NOT PROVIDE RECOMMENDATIONS TO PURCHASE, SELL, OR HOLD PARTICULAR SECURITIES. MOODY’S CREDIT RATINGS, ASSESSMENTS, OTHER OPINIONS AND MATERIALS DO NOT COMMENT ON THE SUITABILITY OF AN INVESTMENT FOR ANY PARTICULAR INVESTOR. MOODY’S ISSUES ITS CREDIT RATINGS, ASSESSMENTS AND OTHER OPINIONS AND PUBLISHES OR OTHERWISE MAKES AVAILABLE ITS MATERIALS WITH THE EXPECTATION AND UNDERSTANDING THAT EACH INVESTOR WILL, WITH DUE CARE, MAKE ITS OWN STUDY AND EVALUATION OF EACH SECURITY THAT IS UNDER CONSIDERATION FOR PURCHASE, HOLDING, OR SALE. </a:t>
            </a:r>
            <a:endParaRPr lang="en-US" sz="700" u="sng">
              <a:solidFill>
                <a:schemeClr val="tx1"/>
              </a:solidFill>
              <a:effectLst/>
              <a:latin typeface="+mn-lt"/>
              <a:ea typeface="GT America Regular" pitchFamily="2" charset="77"/>
              <a:cs typeface="GT America Regular" pitchFamily="2" charset="77"/>
            </a:endParaRP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MOODY’S CREDIT RATINGS</a:t>
            </a:r>
            <a:r>
              <a:rPr lang="en-US" sz="700" b="1">
                <a:solidFill>
                  <a:schemeClr val="tx1"/>
                </a:solidFill>
                <a:effectLst/>
                <a:latin typeface="+mn-lt"/>
                <a:ea typeface="GT America Regular" pitchFamily="2" charset="77"/>
                <a:cs typeface="GT America Regular" pitchFamily="2" charset="77"/>
              </a:rPr>
              <a:t>, </a:t>
            </a:r>
            <a:r>
              <a:rPr lang="en-US" sz="700">
                <a:solidFill>
                  <a:schemeClr val="tx1"/>
                </a:solidFill>
                <a:effectLst/>
                <a:latin typeface="+mn-lt"/>
                <a:ea typeface="GT America Regular" pitchFamily="2" charset="77"/>
                <a:cs typeface="GT America Regular" pitchFamily="2" charset="77"/>
              </a:rPr>
              <a:t>ASSESSMENTS, OTHER OPINIONS, AND MATERIALS ARE NOT INTENDED FOR USE BY RETAIL INVESTORS AND IT WOULD BE RECKLESS AND INAPPROPRIATE FOR RETAIL INVESTORS TO USE MOODY’S CREDIT RATINGS, ASSESSMENTS, OTHER OPINIONS OR MATERIALS WHEN MAKING AN INVESTMENT DECISION. IF IN DOUBT YOU SHOULD CONTACT YOUR FINANCIAL OR OTHER PROFESSIONAL ADVISER.</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ALL INFORMATION CONTAINED HEREIN IS PROTECTED BY LAW, INCLUDING BUT NOT LIMITED TO, COPYRIGHT LAW, AND NONE OF SUCH INFORMATION MAY BE COPIED OR OTHERWISE REPRODUCED, REPACKAGED, FURTHER TRANSMITTED, TRANSFERRED, DISSEMINATED, REDISTRIBUTED OR RESOLD, OR STORED FOR SUBSEQUENT USE FOR ANY SUCH PURPOSE, IN WHOLE OR IN PART, IN ANY FORM OR MANNER OR BY ANY MEANS WHATSOEVER, BY ANY PERSON WITHOUT MOODY’S PRIOR WRITTEN CONSENT.  FOR CLARITY, NO INFORMATION CONTAINED HEREIN MAY BE USED TO DEVELOP, IMPROVE, TRAIN OR RETRAIN ANY SOFTWARE PROGRAM OR DATABASE, INCLUDING, BUT NOT LIMITED TO, FOR ANY ARTIFICIAL INTELLIGENCE, MACHINE LEARNING OR NATURAL LANGUAGE PROCESSING SOFTWARE, ALGORITHM, METHODOLOGY AND/OR MODEL.  </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MOODY’S CREDIT RATINGS</a:t>
            </a:r>
            <a:r>
              <a:rPr lang="en-US" sz="700" b="1">
                <a:solidFill>
                  <a:schemeClr val="tx1"/>
                </a:solidFill>
                <a:effectLst/>
                <a:latin typeface="+mn-lt"/>
                <a:ea typeface="GT America Regular" pitchFamily="2" charset="77"/>
                <a:cs typeface="GT America Regular" pitchFamily="2" charset="77"/>
              </a:rPr>
              <a:t>, </a:t>
            </a:r>
            <a:r>
              <a:rPr lang="en-US" sz="700">
                <a:solidFill>
                  <a:schemeClr val="tx1"/>
                </a:solidFill>
                <a:effectLst/>
                <a:latin typeface="+mn-lt"/>
                <a:ea typeface="GT America Regular" pitchFamily="2" charset="77"/>
                <a:cs typeface="GT America Regular" pitchFamily="2" charset="77"/>
              </a:rPr>
              <a:t>ASSESSMENTS, OTHER OPINIONS AND MATERIALS ARE NOT INTENDED FOR USE BY ANY PERSON AS A BENCHMARK AS THAT TERM IS DEFINED FOR REGULATORY PURPOSES AND MUST NOT BE USED IN ANY WAY THAT COULD RESULT IN THEM BEING CONSIDERED A BENCHMARK.</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All information contained herein is obtained by MOODY’S from sources believed by it to be accurate and reliable. Because of the possibility of human or mechanical error as well as other factors, however, all information contained herein is provided “AS IS” without warranty of any kind. MOODY'S adopts all necessary measures so that the information it uses in assigning a credit rating is of sufficient quality and from sources MOODY'S considers to be reliable including, when appropriate, independent third-party sources. However, MOODY’S is not an auditor and cannot in every instance independently verify or validate information received in the credit rating process or in preparing its Materials. </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To the extent permitted by law, MOODY’S and its directors, officers, employees, agents, representatives, licensors and suppliers disclaim liability to any person or entity for any indirect, special, consequential, or incidental losses or damages whatsoever arising from or in connection with the information contained herein or the use of or inability to use any such information, even if MOODY’S or any of its directors, officers, employees, agents, representatives, licensors or suppliers is advised in advance of the possibility of such losses or damages, including but not limited to: (a) any loss of present or prospective profits or (b) any loss or damage arising where the relevant financial instrument is not the subject of a particular credit rating assigned by MOODY’S.</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To the extent permitted by law, MOODY’S and its directors, officers, employees, agents, representatives, licensors and suppliers disclaim liability for any direct or compensatory losses or damages caused to any person or entity, including but not limited to by any negligence (but excluding fraud, willful misconduct or any other type of liability that, for the avoidance of doubt, by law cannot be excluded) on the part of, or any contingency within or beyond the control of, MOODY’S or any of its directors, officers, employees, agents, representatives, licensors or suppliers, arising from or in connection with the information contained herein or the use of or inability to use any such information.</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 </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NO WARRANTY, EXPRESS OR IMPLIED, AS TO THE ACCURACY, TIMELINESS, COMPLETENESS, MERCHANTABILITY OR FITNESS FOR ANY PARTICULAR PURPOSE OF ANY CREDIT RATING, ASSESSMENT, OTHER OPINION OR INFORMATION IS GIVEN OR MADE BY MOODY’S IN ANY FORM OR MANNER WHATSOEVER.</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 </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Moody’s Investors Service, Inc., a wholly-owned credit rating agency subsidiary of Moody’s Corporation (“MCO”), hereby discloses that most issuers of debt securities (including corporate and municipal bonds, debentures, notes and commercial paper) and preferred stock rated by Moody’s Investors Service, Inc. have, prior to assignment of any credit rating, agreed to pay to Moody’s Investors Service, Inc. for credit ratings opinions and services rendered by it. MCO and Moody’s Investors Service also maintain policies and procedures to address the independence of Moody’s Investors Service credit ratings and credit rating processes. Information regarding certain affiliations that may exist between directors of MCO and rated entities, and between entities who hold credit ratings from Moody’s Investors Service, Inc. and have also publicly reported to the SEC an ownership interest in MCO of more than 5%, is posted annually at </a:t>
            </a:r>
            <a:r>
              <a:rPr lang="en-US" sz="700" u="sng">
                <a:solidFill>
                  <a:schemeClr val="accent1"/>
                </a:solidFill>
                <a:effectLst/>
                <a:latin typeface="+mn-lt"/>
                <a:ea typeface="GT America Regular" pitchFamily="2" charset="77"/>
                <a:cs typeface="GT America Regular" pitchFamily="2" charset="77"/>
                <a:hlinkClick r:id="rId2">
                  <a:extLst>
                    <a:ext uri="{A12FA001-AC4F-418D-AE19-62706E023703}">
                      <ahyp:hlinkClr xmlns:ahyp="http://schemas.microsoft.com/office/drawing/2018/hyperlinkcolor" val="tx"/>
                    </a:ext>
                  </a:extLst>
                </a:hlinkClick>
              </a:rPr>
              <a:t>www.moodys.com</a:t>
            </a:r>
            <a:r>
              <a:rPr lang="en-US" sz="700">
                <a:solidFill>
                  <a:schemeClr val="accent1"/>
                </a:solidFill>
                <a:effectLst/>
                <a:latin typeface="+mn-lt"/>
                <a:ea typeface="GT America Regular" pitchFamily="2" charset="77"/>
                <a:cs typeface="GT America Regular" pitchFamily="2" charset="77"/>
              </a:rPr>
              <a:t> </a:t>
            </a:r>
            <a:r>
              <a:rPr lang="en-US" sz="700">
                <a:solidFill>
                  <a:schemeClr val="tx1"/>
                </a:solidFill>
                <a:effectLst/>
                <a:latin typeface="+mn-lt"/>
                <a:ea typeface="GT America Regular" pitchFamily="2" charset="77"/>
                <a:cs typeface="GT America Regular" pitchFamily="2" charset="77"/>
              </a:rPr>
              <a:t>under the heading “Investor Relations — Corporate Governance — Charter Documents - Director and Shareholder Affiliation Policy.”  </a:t>
            </a:r>
          </a:p>
          <a:p>
            <a:pPr marL="114300" marR="0" indent="0">
              <a:spcBef>
                <a:spcPts val="0"/>
              </a:spcBef>
              <a:spcAft>
                <a:spcPts val="0"/>
              </a:spcAft>
              <a:tabLst/>
            </a:pPr>
            <a:r>
              <a:rPr lang="en-US" sz="700" b="1" i="1">
                <a:solidFill>
                  <a:schemeClr val="tx1"/>
                </a:solidFill>
                <a:effectLst/>
                <a:latin typeface="+mn-lt"/>
                <a:ea typeface="GT America Regular" pitchFamily="2" charset="77"/>
                <a:cs typeface="GT America Regular" pitchFamily="2" charset="77"/>
              </a:rPr>
              <a:t> </a:t>
            </a:r>
            <a:endParaRPr lang="en-US" sz="700">
              <a:solidFill>
                <a:schemeClr val="tx1"/>
              </a:solidFill>
              <a:effectLst/>
              <a:latin typeface="+mn-lt"/>
              <a:ea typeface="GT America Regular" pitchFamily="2" charset="77"/>
              <a:cs typeface="GT America Regular" pitchFamily="2" charset="77"/>
            </a:endParaRPr>
          </a:p>
          <a:p>
            <a:pPr marL="114300" marR="0" indent="0">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Moody's SF Japan K.K., Moody's Local AR </a:t>
            </a:r>
            <a:r>
              <a:rPr lang="en-US" sz="700" err="1">
                <a:solidFill>
                  <a:schemeClr val="tx1"/>
                </a:solidFill>
                <a:effectLst/>
                <a:latin typeface="+mn-lt"/>
                <a:ea typeface="GT America Regular" pitchFamily="2" charset="77"/>
                <a:cs typeface="GT America Regular" pitchFamily="2" charset="77"/>
              </a:rPr>
              <a:t>Agente</a:t>
            </a:r>
            <a:r>
              <a:rPr lang="en-US" sz="700">
                <a:solidFill>
                  <a:schemeClr val="tx1"/>
                </a:solidFill>
                <a:effectLst/>
                <a:latin typeface="+mn-lt"/>
                <a:ea typeface="GT America Regular" pitchFamily="2" charset="77"/>
                <a:cs typeface="GT America Regular" pitchFamily="2" charset="77"/>
              </a:rPr>
              <a:t> de </a:t>
            </a:r>
            <a:r>
              <a:rPr lang="en-US" sz="700" err="1">
                <a:solidFill>
                  <a:schemeClr val="tx1"/>
                </a:solidFill>
                <a:effectLst/>
                <a:latin typeface="+mn-lt"/>
                <a:ea typeface="GT America Regular" pitchFamily="2" charset="77"/>
                <a:cs typeface="GT America Regular" pitchFamily="2" charset="77"/>
              </a:rPr>
              <a:t>Calificación</a:t>
            </a:r>
            <a:r>
              <a:rPr lang="en-US" sz="700">
                <a:solidFill>
                  <a:schemeClr val="tx1"/>
                </a:solidFill>
                <a:effectLst/>
                <a:latin typeface="+mn-lt"/>
                <a:ea typeface="GT America Regular" pitchFamily="2" charset="77"/>
                <a:cs typeface="GT America Regular" pitchFamily="2" charset="77"/>
              </a:rPr>
              <a:t> de </a:t>
            </a:r>
            <a:r>
              <a:rPr lang="en-US" sz="700" err="1">
                <a:solidFill>
                  <a:schemeClr val="tx1"/>
                </a:solidFill>
                <a:effectLst/>
                <a:latin typeface="+mn-lt"/>
                <a:ea typeface="GT America Regular" pitchFamily="2" charset="77"/>
                <a:cs typeface="GT America Regular" pitchFamily="2" charset="77"/>
              </a:rPr>
              <a:t>Riesgo</a:t>
            </a:r>
            <a:r>
              <a:rPr lang="en-US" sz="700">
                <a:solidFill>
                  <a:schemeClr val="tx1"/>
                </a:solidFill>
                <a:effectLst/>
                <a:latin typeface="+mn-lt"/>
                <a:ea typeface="GT America Regular" pitchFamily="2" charset="77"/>
                <a:cs typeface="GT America Regular" pitchFamily="2" charset="77"/>
              </a:rPr>
              <a:t> S.A., Moody’s Local BR </a:t>
            </a:r>
            <a:r>
              <a:rPr lang="en-US" sz="700" err="1">
                <a:solidFill>
                  <a:schemeClr val="tx1"/>
                </a:solidFill>
                <a:effectLst/>
                <a:latin typeface="+mn-lt"/>
                <a:ea typeface="GT America Regular" pitchFamily="2" charset="77"/>
                <a:cs typeface="GT America Regular" pitchFamily="2" charset="77"/>
              </a:rPr>
              <a:t>Agência</a:t>
            </a:r>
            <a:r>
              <a:rPr lang="en-US" sz="700">
                <a:solidFill>
                  <a:schemeClr val="tx1"/>
                </a:solidFill>
                <a:effectLst/>
                <a:latin typeface="+mn-lt"/>
                <a:ea typeface="GT America Regular" pitchFamily="2" charset="77"/>
                <a:cs typeface="GT America Regular" pitchFamily="2" charset="77"/>
              </a:rPr>
              <a:t> de </a:t>
            </a:r>
            <a:r>
              <a:rPr lang="en-US" sz="700" err="1">
                <a:solidFill>
                  <a:schemeClr val="tx1"/>
                </a:solidFill>
                <a:effectLst/>
                <a:latin typeface="+mn-lt"/>
                <a:ea typeface="GT America Regular" pitchFamily="2" charset="77"/>
                <a:cs typeface="GT America Regular" pitchFamily="2" charset="77"/>
              </a:rPr>
              <a:t>Classificação</a:t>
            </a:r>
            <a:r>
              <a:rPr lang="en-US" sz="700">
                <a:solidFill>
                  <a:schemeClr val="tx1"/>
                </a:solidFill>
                <a:effectLst/>
                <a:latin typeface="+mn-lt"/>
                <a:ea typeface="GT America Regular" pitchFamily="2" charset="77"/>
                <a:cs typeface="GT America Regular" pitchFamily="2" charset="77"/>
              </a:rPr>
              <a:t> de </a:t>
            </a:r>
            <a:r>
              <a:rPr lang="en-US" sz="700" err="1">
                <a:solidFill>
                  <a:schemeClr val="tx1"/>
                </a:solidFill>
                <a:effectLst/>
                <a:latin typeface="+mn-lt"/>
                <a:ea typeface="GT America Regular" pitchFamily="2" charset="77"/>
                <a:cs typeface="GT America Regular" pitchFamily="2" charset="77"/>
              </a:rPr>
              <a:t>Risco</a:t>
            </a:r>
            <a:r>
              <a:rPr lang="en-US" sz="700">
                <a:solidFill>
                  <a:schemeClr val="tx1"/>
                </a:solidFill>
                <a:effectLst/>
                <a:latin typeface="+mn-lt"/>
                <a:ea typeface="GT America Regular" pitchFamily="2" charset="77"/>
                <a:cs typeface="GT America Regular" pitchFamily="2" charset="77"/>
              </a:rPr>
              <a:t> LTDA, Moody’s Local MX S.A. de C.V, I.C.V., Moody's Local PE </a:t>
            </a:r>
            <a:r>
              <a:rPr lang="en-US" sz="700" err="1">
                <a:solidFill>
                  <a:schemeClr val="tx1"/>
                </a:solidFill>
                <a:effectLst/>
                <a:latin typeface="+mn-lt"/>
                <a:ea typeface="GT America Regular" pitchFamily="2" charset="77"/>
                <a:cs typeface="GT America Regular" pitchFamily="2" charset="77"/>
              </a:rPr>
              <a:t>Clasificadora</a:t>
            </a:r>
            <a:r>
              <a:rPr lang="en-US" sz="700">
                <a:solidFill>
                  <a:schemeClr val="tx1"/>
                </a:solidFill>
                <a:effectLst/>
                <a:latin typeface="+mn-lt"/>
                <a:ea typeface="GT America Regular" pitchFamily="2" charset="77"/>
                <a:cs typeface="GT America Regular" pitchFamily="2" charset="77"/>
              </a:rPr>
              <a:t> de </a:t>
            </a:r>
            <a:r>
              <a:rPr lang="en-US" sz="700" err="1">
                <a:solidFill>
                  <a:schemeClr val="tx1"/>
                </a:solidFill>
                <a:effectLst/>
                <a:latin typeface="+mn-lt"/>
                <a:ea typeface="GT America Regular" pitchFamily="2" charset="77"/>
                <a:cs typeface="GT America Regular" pitchFamily="2" charset="77"/>
              </a:rPr>
              <a:t>Riesgo</a:t>
            </a:r>
            <a:r>
              <a:rPr lang="en-US" sz="700">
                <a:solidFill>
                  <a:schemeClr val="tx1"/>
                </a:solidFill>
                <a:effectLst/>
                <a:latin typeface="+mn-lt"/>
                <a:ea typeface="GT America Regular" pitchFamily="2" charset="77"/>
                <a:cs typeface="GT America Regular" pitchFamily="2" charset="77"/>
              </a:rPr>
              <a:t> S.A., and Moody's Local PA </a:t>
            </a:r>
            <a:r>
              <a:rPr lang="en-US" sz="700" err="1">
                <a:solidFill>
                  <a:schemeClr val="tx1"/>
                </a:solidFill>
                <a:effectLst/>
                <a:latin typeface="+mn-lt"/>
                <a:ea typeface="GT America Regular" pitchFamily="2" charset="77"/>
                <a:cs typeface="GT America Regular" pitchFamily="2" charset="77"/>
              </a:rPr>
              <a:t>Calificadora</a:t>
            </a:r>
            <a:r>
              <a:rPr lang="en-US" sz="700">
                <a:solidFill>
                  <a:schemeClr val="tx1"/>
                </a:solidFill>
                <a:effectLst/>
                <a:latin typeface="+mn-lt"/>
                <a:ea typeface="GT America Regular" pitchFamily="2" charset="77"/>
                <a:cs typeface="GT America Regular" pitchFamily="2" charset="77"/>
              </a:rPr>
              <a:t> de </a:t>
            </a:r>
            <a:r>
              <a:rPr lang="en-US" sz="700" err="1">
                <a:solidFill>
                  <a:schemeClr val="tx1"/>
                </a:solidFill>
                <a:effectLst/>
                <a:latin typeface="+mn-lt"/>
                <a:ea typeface="GT America Regular" pitchFamily="2" charset="77"/>
                <a:cs typeface="GT America Regular" pitchFamily="2" charset="77"/>
              </a:rPr>
              <a:t>Riesgo</a:t>
            </a:r>
            <a:r>
              <a:rPr lang="en-US" sz="700">
                <a:solidFill>
                  <a:schemeClr val="tx1"/>
                </a:solidFill>
                <a:effectLst/>
                <a:latin typeface="+mn-lt"/>
                <a:ea typeface="GT America Regular" pitchFamily="2" charset="77"/>
                <a:cs typeface="GT America Regular" pitchFamily="2" charset="77"/>
              </a:rPr>
              <a:t> S.A. (collectively, the “Moody’s Non-NRSRO CRAs”) are all indirectly wholly-owned credit rating agency subsidiaries of MCO. None of the Moody’s Non-NRSRO CRAs is a Nationally Recognized Statistical Rating Organization.</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 </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Additional terms for Australia only: Any publication into Australia of this document is pursuant to the Australian Financial Services License of MOODY’S affiliate, Moody’s Investors Service Pty Limited ABN 61 003 399 657AFSL 336969 and/or Moody’s Analytics Australia Pty Ltd ABN 94 105 136 972 AFSL 383569 (as applicable). This document is intended to be provided only to “wholesale clients” within the meaning of section 761G of the Corporations Act 2001. By continuing to access this document from within Australia, you represent to MOODY’S that you are, or are accessing the document as a representative of, a “wholesale client” and that neither you nor the entity you represent will directly or indirectly disseminate this document or its contents to “retail clients” within the meaning of section 761G of the Corporations Act 2001. MOODY’S credit rating is an opinion as to the creditworthiness of a debt obligation of the issuer, not on the equity securities of the issuer or any form of security that is available to retail investors.</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 </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Additional terms for India only:  Moody’s credit ratings, Assessments, other opinions and Materials are not intended to be and shall not be relied upon or used by any users located in India in relation to securities listed or proposed to be listed on Indian stock exchanges. </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 </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Additional terms with respect to Second Party Opinions (as defined in Moody’s Investors Service Rating Symbols and Definitions): Please note that a Second Party Opinion (“SPO”) is not a “credit rating”. The issuance of SPOs is not a regulated activity in many jurisdictions, including Singapore. JAPAN: In Japan, development and provision of SPOs fall under the category of “Ancillary Businesses”, not “Credit Rating Business”, and are not subject to the regulations applicable to “Credit Rating Business” under the Financial Instruments and Exchange Act of Japan and its relevant regulation. PRC: Any SPO: (1) does not constitute a PRC Green Bond Assessment as defined under any relevant PRC laws or regulations; (2) cannot be included in any registration statement, offering circular, prospectus or any other documents submitted to the PRC regulatory authorities or otherwise used to satisfy any PRC regulatory disclosure requirement; and (3) cannot be used within the PRC for any regulatory purpose or for any other purpose which is not permitted under relevant PRC laws or regulations.  For the purposes of this disclaimer, “PRC” refers to the mainland of the People’s Republic of China, excluding Hong Kong, Macau and Taiwan.</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 </a:t>
            </a:r>
          </a:p>
        </p:txBody>
      </p:sp>
      <p:sp>
        <p:nvSpPr>
          <p:cNvPr id="2" name="Freeform 5">
            <a:extLst>
              <a:ext uri="{FF2B5EF4-FFF2-40B4-BE49-F238E27FC236}">
                <a16:creationId xmlns:a16="http://schemas.microsoft.com/office/drawing/2014/main" id="{EAE22505-FA70-8D9E-D41B-D2C783AC430B}"/>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Tree>
    <p:extLst>
      <p:ext uri="{BB962C8B-B14F-4D97-AF65-F5344CB8AC3E}">
        <p14:creationId xmlns:p14="http://schemas.microsoft.com/office/powerpoint/2010/main" val="8221447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slideLayout" Target="../slideLayouts/slideLayout35.xml"/><Relationship Id="rId36" Type="http://schemas.openxmlformats.org/officeDocument/2006/relationships/slideLayout" Target="../slideLayouts/slideLayout36.xml"/><Relationship Id="rId37" Type="http://schemas.openxmlformats.org/officeDocument/2006/relationships/slideLayout" Target="../slideLayouts/slideLayout37.xml"/><Relationship Id="rId38" Type="http://schemas.openxmlformats.org/officeDocument/2006/relationships/slideLayout" Target="../slideLayouts/slideLayout38.xml"/><Relationship Id="rId39" Type="http://schemas.openxmlformats.org/officeDocument/2006/relationships/slideLayout" Target="../slideLayouts/slideLayout39.xml"/><Relationship Id="rId40" Type="http://schemas.openxmlformats.org/officeDocument/2006/relationships/slideLayout" Target="../slideLayouts/slideLayout40.xml"/><Relationship Id="rId41" Type="http://schemas.openxmlformats.org/officeDocument/2006/relationships/slideLayout" Target="../slideLayouts/slideLayout41.xml"/><Relationship Id="rId42" Type="http://schemas.openxmlformats.org/officeDocument/2006/relationships/slideLayout" Target="../slideLayouts/slideLayout42.xml"/><Relationship Id="rId43" Type="http://schemas.openxmlformats.org/officeDocument/2006/relationships/slideLayout" Target="../slideLayouts/slideLayout43.xml"/><Relationship Id="rId44" Type="http://schemas.openxmlformats.org/officeDocument/2006/relationships/slideLayout" Target="../slideLayouts/slideLayout44.xml"/><Relationship Id="rId45" Type="http://schemas.openxmlformats.org/officeDocument/2006/relationships/slideLayout" Target="../slideLayouts/slideLayout45.xml"/><Relationship Id="rId46" Type="http://schemas.openxmlformats.org/officeDocument/2006/relationships/slideLayout" Target="../slideLayouts/slideLayout46.xml"/><Relationship Id="rId47" Type="http://schemas.openxmlformats.org/officeDocument/2006/relationships/slideLayout" Target="../slideLayouts/slideLayout47.xml"/><Relationship Id="rId48" Type="http://schemas.openxmlformats.org/officeDocument/2006/relationships/slideLayout" Target="../slideLayouts/slideLayout48.xml"/><Relationship Id="rId49" Type="http://schemas.openxmlformats.org/officeDocument/2006/relationships/slideLayout" Target="../slideLayouts/slideLayout49.xml"/><Relationship Id="rId50" Type="http://schemas.openxmlformats.org/officeDocument/2006/relationships/slideLayout" Target="../slideLayouts/slideLayout50.xml"/><Relationship Id="rId51" Type="http://schemas.openxmlformats.org/officeDocument/2006/relationships/slideLayout" Target="../slideLayouts/slideLayout51.xml"/><Relationship Id="rId52" Type="http://schemas.openxmlformats.org/officeDocument/2006/relationships/slideLayout" Target="../slideLayouts/slideLayout52.xml"/><Relationship Id="rId53" Type="http://schemas.openxmlformats.org/officeDocument/2006/relationships/slideLayout" Target="../slideLayouts/slideLayout53.xml"/><Relationship Id="rId54" Type="http://schemas.openxmlformats.org/officeDocument/2006/relationships/slideLayout" Target="../slideLayouts/slideLayout54.xml"/><Relationship Id="rId55" Type="http://schemas.openxmlformats.org/officeDocument/2006/relationships/slideLayout" Target="../slideLayouts/slideLayout55.xml"/><Relationship Id="rId56" Type="http://schemas.openxmlformats.org/officeDocument/2006/relationships/slideLayout" Target="../slideLayouts/slideLayout56.xml"/><Relationship Id="rId57" Type="http://schemas.openxmlformats.org/officeDocument/2006/relationships/slideLayout" Target="../slideLayouts/slideLayout57.xml"/><Relationship Id="rId58" Type="http://schemas.openxmlformats.org/officeDocument/2006/relationships/slideLayout" Target="../slideLayouts/slideLayout58.xml"/><Relationship Id="rId59" Type="http://schemas.openxmlformats.org/officeDocument/2006/relationships/slideLayout" Target="../slideLayouts/slideLayout59.xml"/><Relationship Id="rId60" Type="http://schemas.openxmlformats.org/officeDocument/2006/relationships/slideLayout" Target="../slideLayouts/slideLayout60.xml"/><Relationship Id="rId61" Type="http://schemas.openxmlformats.org/officeDocument/2006/relationships/slideLayout" Target="../slideLayouts/slideLayout61.xml"/><Relationship Id="rId62" Type="http://schemas.openxmlformats.org/officeDocument/2006/relationships/slideLayout" Target="../slideLayouts/slideLayout62.xml"/><Relationship Id="rId63" Type="http://schemas.openxmlformats.org/officeDocument/2006/relationships/slideLayout" Target="../slideLayouts/slideLayout63.xml"/><Relationship Id="rId64" Type="http://schemas.openxmlformats.org/officeDocument/2006/relationships/slideLayout" Target="../slideLayouts/slideLayout64.xml"/><Relationship Id="rId65" Type="http://schemas.openxmlformats.org/officeDocument/2006/relationships/slideLayout" Target="../slideLayouts/slideLayout65.xml"/><Relationship Id="rId66" Type="http://schemas.openxmlformats.org/officeDocument/2006/relationships/slideLayout" Target="../slideLayouts/slideLayout66.xml"/><Relationship Id="rId67" Type="http://schemas.openxmlformats.org/officeDocument/2006/relationships/slideLayout" Target="../slideLayouts/slideLayout67.xml"/><Relationship Id="rId68" Type="http://schemas.openxmlformats.org/officeDocument/2006/relationships/slideLayout" Target="../slideLayouts/slideLayout68.xml"/><Relationship Id="rId69" Type="http://schemas.openxmlformats.org/officeDocument/2006/relationships/slideLayout" Target="../slideLayouts/slideLayout69.xml"/><Relationship Id="rId70" Type="http://schemas.openxmlformats.org/officeDocument/2006/relationships/slideLayout" Target="../slideLayouts/slideLayout70.xml"/><Relationship Id="rId71" Type="http://schemas.openxmlformats.org/officeDocument/2006/relationships/slideLayout" Target="../slideLayouts/slideLayout71.xml"/><Relationship Id="rId72" Type="http://schemas.openxmlformats.org/officeDocument/2006/relationships/slideLayout" Target="../slideLayouts/slideLayout72.xml"/><Relationship Id="rId73" Type="http://schemas.openxmlformats.org/officeDocument/2006/relationships/slideLayout" Target="../slideLayouts/slideLayout73.xml"/><Relationship Id="rId74" Type="http://schemas.openxmlformats.org/officeDocument/2006/relationships/slideLayout" Target="../slideLayouts/slideLayout74.xml"/><Relationship Id="rId75" Type="http://schemas.openxmlformats.org/officeDocument/2006/relationships/slideLayout" Target="../slideLayouts/slideLayout75.xml"/><Relationship Id="rId76" Type="http://schemas.openxmlformats.org/officeDocument/2006/relationships/slideLayout" Target="../slideLayouts/slideLayout76.xml"/><Relationship Id="rId77" Type="http://schemas.openxmlformats.org/officeDocument/2006/relationships/slideLayout" Target="../slideLayouts/slideLayout77.xml"/><Relationship Id="rId78" Type="http://schemas.openxmlformats.org/officeDocument/2006/relationships/slideLayout" Target="../slideLayouts/slideLayout78.xml"/><Relationship Id="rId79" Type="http://schemas.openxmlformats.org/officeDocument/2006/relationships/slideLayout" Target="../slideLayouts/slideLayout79.xml"/><Relationship Id="rId80" Type="http://schemas.openxmlformats.org/officeDocument/2006/relationships/slideLayout" Target="../slideLayouts/slideLayout80.xml"/><Relationship Id="rId81" Type="http://schemas.openxmlformats.org/officeDocument/2006/relationships/slideLayout" Target="../slideLayouts/slideLayout81.xml"/><Relationship Id="rId82" Type="http://schemas.openxmlformats.org/officeDocument/2006/relationships/slideLayout" Target="../slideLayouts/slideLayout82.xml"/><Relationship Id="rId83" Type="http://schemas.openxmlformats.org/officeDocument/2006/relationships/slideLayout" Target="../slideLayouts/slideLayout83.xml"/><Relationship Id="rId84" Type="http://schemas.openxmlformats.org/officeDocument/2006/relationships/slideLayout" Target="../slideLayouts/slideLayout84.xml"/><Relationship Id="rId85" Type="http://schemas.openxmlformats.org/officeDocument/2006/relationships/slideLayout" Target="../slideLayouts/slideLayout85.xml"/><Relationship Id="rId86" Type="http://schemas.openxmlformats.org/officeDocument/2006/relationships/slideLayout" Target="../slideLayouts/slideLayout86.xml"/><Relationship Id="rId87" Type="http://schemas.openxmlformats.org/officeDocument/2006/relationships/slideLayout" Target="../slideLayouts/slideLayout87.xml"/><Relationship Id="rId88" Type="http://schemas.openxmlformats.org/officeDocument/2006/relationships/slideLayout" Target="../slideLayouts/slideLayout88.xml"/><Relationship Id="rId89" Type="http://schemas.openxmlformats.org/officeDocument/2006/relationships/slideLayout" Target="../slideLayouts/slideLayout89.xml"/><Relationship Id="rId90" Type="http://schemas.openxmlformats.org/officeDocument/2006/relationships/slideLayout" Target="../slideLayouts/slideLayout90.xml"/><Relationship Id="rId91" Type="http://schemas.openxmlformats.org/officeDocument/2006/relationships/slideLayout" Target="../slideLayouts/slideLayout91.xml"/><Relationship Id="rId92" Type="http://schemas.openxmlformats.org/officeDocument/2006/relationships/slideLayout" Target="../slideLayouts/slideLayout92.xml"/><Relationship Id="rId93"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93.xml"/><Relationship Id="rId2" Type="http://schemas.openxmlformats.org/officeDocument/2006/relationships/slideLayout" Target="../slideLayouts/slideLayout94.xml"/><Relationship Id="rId3" Type="http://schemas.openxmlformats.org/officeDocument/2006/relationships/slideLayout" Target="../slideLayouts/slideLayout95.xml"/><Relationship Id="rId4" Type="http://schemas.openxmlformats.org/officeDocument/2006/relationships/slideLayout" Target="../slideLayouts/slideLayout96.xml"/><Relationship Id="rId5" Type="http://schemas.openxmlformats.org/officeDocument/2006/relationships/slideLayout" Target="../slideLayouts/slideLayout97.xml"/><Relationship Id="rId6" Type="http://schemas.openxmlformats.org/officeDocument/2006/relationships/slideLayout" Target="../slideLayouts/slideLayout98.xml"/><Relationship Id="rId7" Type="http://schemas.openxmlformats.org/officeDocument/2006/relationships/slideLayout" Target="../slideLayouts/slideLayout99.xml"/><Relationship Id="rId8" Type="http://schemas.openxmlformats.org/officeDocument/2006/relationships/slideLayout" Target="../slideLayouts/slideLayout100.xml"/><Relationship Id="rId9" Type="http://schemas.openxmlformats.org/officeDocument/2006/relationships/slideLayout" Target="../slideLayouts/slideLayout101.xml"/><Relationship Id="rId10" Type="http://schemas.openxmlformats.org/officeDocument/2006/relationships/slideLayout" Target="../slideLayouts/slideLayout102.xml"/><Relationship Id="rId11" Type="http://schemas.openxmlformats.org/officeDocument/2006/relationships/slideLayout" Target="../slideLayouts/slideLayout103.xml"/><Relationship Id="rId12" Type="http://schemas.openxmlformats.org/officeDocument/2006/relationships/slideLayout" Target="../slideLayouts/slideLayout104.xml"/><Relationship Id="rId13" Type="http://schemas.openxmlformats.org/officeDocument/2006/relationships/slideLayout" Target="../slideLayouts/slideLayout105.xml"/><Relationship Id="rId14" Type="http://schemas.openxmlformats.org/officeDocument/2006/relationships/slideLayout" Target="../slideLayouts/slideLayout106.xml"/><Relationship Id="rId15" Type="http://schemas.openxmlformats.org/officeDocument/2006/relationships/slideLayout" Target="../slideLayouts/slideLayout107.xml"/><Relationship Id="rId16" Type="http://schemas.openxmlformats.org/officeDocument/2006/relationships/slideLayout" Target="../slideLayouts/slideLayout108.xml"/><Relationship Id="rId17" Type="http://schemas.openxmlformats.org/officeDocument/2006/relationships/slideLayout" Target="../slideLayouts/slideLayout109.xml"/><Relationship Id="rId18" Type="http://schemas.openxmlformats.org/officeDocument/2006/relationships/slideLayout" Target="../slideLayouts/slideLayout110.xml"/><Relationship Id="rId19" Type="http://schemas.openxmlformats.org/officeDocument/2006/relationships/slideLayout" Target="../slideLayouts/slideLayout111.xml"/><Relationship Id="rId20" Type="http://schemas.openxmlformats.org/officeDocument/2006/relationships/slideLayout" Target="../slideLayouts/slideLayout112.xml"/><Relationship Id="rId21" Type="http://schemas.openxmlformats.org/officeDocument/2006/relationships/slideLayout" Target="../slideLayouts/slideLayout113.xml"/><Relationship Id="rId22" Type="http://schemas.openxmlformats.org/officeDocument/2006/relationships/slideLayout" Target="../slideLayouts/slideLayout114.xml"/><Relationship Id="rId23" Type="http://schemas.openxmlformats.org/officeDocument/2006/relationships/slideLayout" Target="../slideLayouts/slideLayout115.xml"/><Relationship Id="rId24" Type="http://schemas.openxmlformats.org/officeDocument/2006/relationships/slideLayout" Target="../slideLayouts/slideLayout116.xml"/><Relationship Id="rId25" Type="http://schemas.openxmlformats.org/officeDocument/2006/relationships/slideLayout" Target="../slideLayouts/slideLayout117.xml"/><Relationship Id="rId26" Type="http://schemas.openxmlformats.org/officeDocument/2006/relationships/slideLayout" Target="../slideLayouts/slideLayout118.xml"/><Relationship Id="rId27" Type="http://schemas.openxmlformats.org/officeDocument/2006/relationships/slideLayout" Target="../slideLayouts/slideLayout119.xml"/><Relationship Id="rId28" Type="http://schemas.openxmlformats.org/officeDocument/2006/relationships/slideLayout" Target="../slideLayouts/slideLayout120.xml"/><Relationship Id="rId29" Type="http://schemas.openxmlformats.org/officeDocument/2006/relationships/slideLayout" Target="../slideLayouts/slideLayout121.xml"/><Relationship Id="rId30" Type="http://schemas.openxmlformats.org/officeDocument/2006/relationships/slideLayout" Target="../slideLayouts/slideLayout122.xml"/><Relationship Id="rId31" Type="http://schemas.openxmlformats.org/officeDocument/2006/relationships/slideLayout" Target="../slideLayouts/slideLayout123.xml"/><Relationship Id="rId32" Type="http://schemas.openxmlformats.org/officeDocument/2006/relationships/slideLayout" Target="../slideLayouts/slideLayout124.xml"/><Relationship Id="rId33" Type="http://schemas.openxmlformats.org/officeDocument/2006/relationships/slideLayout" Target="../slideLayouts/slideLayout125.xml"/><Relationship Id="rId34" Type="http://schemas.openxmlformats.org/officeDocument/2006/relationships/slideLayout" Target="../slideLayouts/slideLayout126.xml"/><Relationship Id="rId35" Type="http://schemas.openxmlformats.org/officeDocument/2006/relationships/slideLayout" Target="../slideLayouts/slideLayout127.xml"/><Relationship Id="rId36" Type="http://schemas.openxmlformats.org/officeDocument/2006/relationships/slideLayout" Target="../slideLayouts/slideLayout128.xml"/><Relationship Id="rId37" Type="http://schemas.openxmlformats.org/officeDocument/2006/relationships/slideLayout" Target="../slideLayouts/slideLayout129.xml"/><Relationship Id="rId38" Type="http://schemas.openxmlformats.org/officeDocument/2006/relationships/slideLayout" Target="../slideLayouts/slideLayout130.xml"/><Relationship Id="rId39" Type="http://schemas.openxmlformats.org/officeDocument/2006/relationships/slideLayout" Target="../slideLayouts/slideLayout131.xml"/><Relationship Id="rId40" Type="http://schemas.openxmlformats.org/officeDocument/2006/relationships/slideLayout" Target="../slideLayouts/slideLayout132.xml"/><Relationship Id="rId41" Type="http://schemas.openxmlformats.org/officeDocument/2006/relationships/slideLayout" Target="../slideLayouts/slideLayout133.xml"/><Relationship Id="rId42" Type="http://schemas.openxmlformats.org/officeDocument/2006/relationships/slideLayout" Target="../slideLayouts/slideLayout134.xml"/><Relationship Id="rId43" Type="http://schemas.openxmlformats.org/officeDocument/2006/relationships/slideLayout" Target="../slideLayouts/slideLayout135.xml"/><Relationship Id="rId44" Type="http://schemas.openxmlformats.org/officeDocument/2006/relationships/slideLayout" Target="../slideLayouts/slideLayout136.xml"/><Relationship Id="rId45" Type="http://schemas.openxmlformats.org/officeDocument/2006/relationships/slideLayout" Target="../slideLayouts/slideLayout137.xml"/><Relationship Id="rId46" Type="http://schemas.openxmlformats.org/officeDocument/2006/relationships/slideLayout" Target="../slideLayouts/slideLayout138.xml"/><Relationship Id="rId47" Type="http://schemas.openxmlformats.org/officeDocument/2006/relationships/slideLayout" Target="../slideLayouts/slideLayout139.xml"/><Relationship Id="rId48" Type="http://schemas.openxmlformats.org/officeDocument/2006/relationships/slideLayout" Target="../slideLayouts/slideLayout140.xml"/><Relationship Id="rId49" Type="http://schemas.openxmlformats.org/officeDocument/2006/relationships/slideLayout" Target="../slideLayouts/slideLayout141.xml"/><Relationship Id="rId50" Type="http://schemas.openxmlformats.org/officeDocument/2006/relationships/slideLayout" Target="../slideLayouts/slideLayout142.xml"/><Relationship Id="rId51" Type="http://schemas.openxmlformats.org/officeDocument/2006/relationships/slideLayout" Target="../slideLayouts/slideLayout143.xml"/><Relationship Id="rId52" Type="http://schemas.openxmlformats.org/officeDocument/2006/relationships/slideLayout" Target="../slideLayouts/slideLayout144.xml"/><Relationship Id="rId53" Type="http://schemas.openxmlformats.org/officeDocument/2006/relationships/slideLayout" Target="../slideLayouts/slideLayout145.xml"/><Relationship Id="rId54" Type="http://schemas.openxmlformats.org/officeDocument/2006/relationships/slideLayout" Target="../slideLayouts/slideLayout146.xml"/><Relationship Id="rId55" Type="http://schemas.openxmlformats.org/officeDocument/2006/relationships/slideLayout" Target="../slideLayouts/slideLayout147.xml"/><Relationship Id="rId56" Type="http://schemas.openxmlformats.org/officeDocument/2006/relationships/slideLayout" Target="../slideLayouts/slideLayout148.xml"/><Relationship Id="rId57" Type="http://schemas.openxmlformats.org/officeDocument/2006/relationships/slideLayout" Target="../slideLayouts/slideLayout149.xml"/><Relationship Id="rId58" Type="http://schemas.openxmlformats.org/officeDocument/2006/relationships/slideLayout" Target="../slideLayouts/slideLayout150.xml"/><Relationship Id="rId59" Type="http://schemas.openxmlformats.org/officeDocument/2006/relationships/slideLayout" Target="../slideLayouts/slideLayout151.xml"/><Relationship Id="rId60" Type="http://schemas.openxmlformats.org/officeDocument/2006/relationships/slideLayout" Target="../slideLayouts/slideLayout152.xml"/><Relationship Id="rId61" Type="http://schemas.openxmlformats.org/officeDocument/2006/relationships/slideLayout" Target="../slideLayouts/slideLayout153.xml"/><Relationship Id="rId62" Type="http://schemas.openxmlformats.org/officeDocument/2006/relationships/slideLayout" Target="../slideLayouts/slideLayout154.xml"/><Relationship Id="rId63" Type="http://schemas.openxmlformats.org/officeDocument/2006/relationships/slideLayout" Target="../slideLayouts/slideLayout155.xml"/><Relationship Id="rId64" Type="http://schemas.openxmlformats.org/officeDocument/2006/relationships/slideLayout" Target="../slideLayouts/slideLayout156.xml"/><Relationship Id="rId65" Type="http://schemas.openxmlformats.org/officeDocument/2006/relationships/slideLayout" Target="../slideLayouts/slideLayout157.xml"/><Relationship Id="rId66" Type="http://schemas.openxmlformats.org/officeDocument/2006/relationships/slideLayout" Target="../slideLayouts/slideLayout158.xml"/><Relationship Id="rId67" Type="http://schemas.openxmlformats.org/officeDocument/2006/relationships/slideLayout" Target="../slideLayouts/slideLayout159.xml"/><Relationship Id="rId68" Type="http://schemas.openxmlformats.org/officeDocument/2006/relationships/slideLayout" Target="../slideLayouts/slideLayout160.xml"/><Relationship Id="rId69" Type="http://schemas.openxmlformats.org/officeDocument/2006/relationships/slideLayout" Target="../slideLayouts/slideLayout161.xml"/><Relationship Id="rId70" Type="http://schemas.openxmlformats.org/officeDocument/2006/relationships/slideLayout" Target="../slideLayouts/slideLayout162.xml"/><Relationship Id="rId71" Type="http://schemas.openxmlformats.org/officeDocument/2006/relationships/slideLayout" Target="../slideLayouts/slideLayout163.xml"/><Relationship Id="rId72" Type="http://schemas.openxmlformats.org/officeDocument/2006/relationships/slideLayout" Target="../slideLayouts/slideLayout164.xml"/><Relationship Id="rId73" Type="http://schemas.openxmlformats.org/officeDocument/2006/relationships/slideLayout" Target="../slideLayouts/slideLayout165.xml"/><Relationship Id="rId74" Type="http://schemas.openxmlformats.org/officeDocument/2006/relationships/slideLayout" Target="../slideLayouts/slideLayout166.xml"/><Relationship Id="rId75" Type="http://schemas.openxmlformats.org/officeDocument/2006/relationships/slideLayout" Target="../slideLayouts/slideLayout167.xml"/><Relationship Id="rId76" Type="http://schemas.openxmlformats.org/officeDocument/2006/relationships/slideLayout" Target="../slideLayouts/slideLayout168.xml"/><Relationship Id="rId77" Type="http://schemas.openxmlformats.org/officeDocument/2006/relationships/slideLayout" Target="../slideLayouts/slideLayout169.xml"/><Relationship Id="rId78" Type="http://schemas.openxmlformats.org/officeDocument/2006/relationships/slideLayout" Target="../slideLayouts/slideLayout170.xml"/><Relationship Id="rId79" Type="http://schemas.openxmlformats.org/officeDocument/2006/relationships/slideLayout" Target="../slideLayouts/slideLayout171.xml"/><Relationship Id="rId80" Type="http://schemas.openxmlformats.org/officeDocument/2006/relationships/slideLayout" Target="../slideLayouts/slideLayout172.xml"/><Relationship Id="rId81" Type="http://schemas.openxmlformats.org/officeDocument/2006/relationships/slideLayout" Target="../slideLayouts/slideLayout173.xml"/><Relationship Id="rId82" Type="http://schemas.openxmlformats.org/officeDocument/2006/relationships/slideLayout" Target="../slideLayouts/slideLayout174.xml"/><Relationship Id="rId83" Type="http://schemas.openxmlformats.org/officeDocument/2006/relationships/slideLayout" Target="../slideLayouts/slideLayout175.xml"/><Relationship Id="rId8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176.xml"/><Relationship Id="rId2" Type="http://schemas.openxmlformats.org/officeDocument/2006/relationships/slideLayout" Target="../slideLayouts/slideLayout177.xml"/><Relationship Id="rId3" Type="http://schemas.openxmlformats.org/officeDocument/2006/relationships/slideLayout" Target="../slideLayouts/slideLayout178.xml"/><Relationship Id="rId4" Type="http://schemas.openxmlformats.org/officeDocument/2006/relationships/slideLayout" Target="../slideLayouts/slideLayout179.xml"/><Relationship Id="rId5" Type="http://schemas.openxmlformats.org/officeDocument/2006/relationships/slideLayout" Target="../slideLayouts/slideLayout180.xml"/><Relationship Id="rId6" Type="http://schemas.openxmlformats.org/officeDocument/2006/relationships/slideLayout" Target="../slideLayouts/slideLayout181.xml"/><Relationship Id="rId7" Type="http://schemas.openxmlformats.org/officeDocument/2006/relationships/slideLayout" Target="../slideLayouts/slideLayout182.xml"/><Relationship Id="rId8" Type="http://schemas.openxmlformats.org/officeDocument/2006/relationships/slideLayout" Target="../slideLayouts/slideLayout183.xml"/><Relationship Id="rId9" Type="http://schemas.openxmlformats.org/officeDocument/2006/relationships/slideLayout" Target="../slideLayouts/slideLayout184.xml"/><Relationship Id="rId10" Type="http://schemas.openxmlformats.org/officeDocument/2006/relationships/slideLayout" Target="../slideLayouts/slideLayout185.xml"/><Relationship Id="rId11" Type="http://schemas.openxmlformats.org/officeDocument/2006/relationships/slideLayout" Target="../slideLayouts/slideLayout186.xml"/><Relationship Id="rId12" Type="http://schemas.openxmlformats.org/officeDocument/2006/relationships/slideLayout" Target="../slideLayouts/slideLayout187.xml"/><Relationship Id="rId13" Type="http://schemas.openxmlformats.org/officeDocument/2006/relationships/slideLayout" Target="../slideLayouts/slideLayout188.xml"/><Relationship Id="rId14" Type="http://schemas.openxmlformats.org/officeDocument/2006/relationships/slideLayout" Target="../slideLayouts/slideLayout189.xml"/><Relationship Id="rId15" Type="http://schemas.openxmlformats.org/officeDocument/2006/relationships/slideLayout" Target="../slideLayouts/slideLayout190.xml"/><Relationship Id="rId16" Type="http://schemas.openxmlformats.org/officeDocument/2006/relationships/slideLayout" Target="../slideLayouts/slideLayout191.xml"/><Relationship Id="rId17" Type="http://schemas.openxmlformats.org/officeDocument/2006/relationships/slideLayout" Target="../slideLayouts/slideLayout192.xml"/><Relationship Id="rId18" Type="http://schemas.openxmlformats.org/officeDocument/2006/relationships/slideLayout" Target="../slideLayouts/slideLayout193.xml"/><Relationship Id="rId19" Type="http://schemas.openxmlformats.org/officeDocument/2006/relationships/slideLayout" Target="../slideLayouts/slideLayout194.xml"/><Relationship Id="rId20" Type="http://schemas.openxmlformats.org/officeDocument/2006/relationships/slideLayout" Target="../slideLayouts/slideLayout195.xml"/><Relationship Id="rId21" Type="http://schemas.openxmlformats.org/officeDocument/2006/relationships/slideLayout" Target="../slideLayouts/slideLayout196.xml"/><Relationship Id="rId22" Type="http://schemas.openxmlformats.org/officeDocument/2006/relationships/slideLayout" Target="../slideLayouts/slideLayout197.xml"/><Relationship Id="rId23" Type="http://schemas.openxmlformats.org/officeDocument/2006/relationships/slideLayout" Target="../slideLayouts/slideLayout198.xml"/><Relationship Id="rId24" Type="http://schemas.openxmlformats.org/officeDocument/2006/relationships/slideLayout" Target="../slideLayouts/slideLayout199.xml"/><Relationship Id="rId25" Type="http://schemas.openxmlformats.org/officeDocument/2006/relationships/slideLayout" Target="../slideLayouts/slideLayout200.xml"/><Relationship Id="rId26" Type="http://schemas.openxmlformats.org/officeDocument/2006/relationships/slideLayout" Target="../slideLayouts/slideLayout201.xml"/><Relationship Id="rId27" Type="http://schemas.openxmlformats.org/officeDocument/2006/relationships/slideLayout" Target="../slideLayouts/slideLayout202.xml"/><Relationship Id="rId28" Type="http://schemas.openxmlformats.org/officeDocument/2006/relationships/slideLayout" Target="../slideLayouts/slideLayout203.xml"/><Relationship Id="rId29" Type="http://schemas.openxmlformats.org/officeDocument/2006/relationships/slideLayout" Target="../slideLayouts/slideLayout204.xml"/><Relationship Id="rId30" Type="http://schemas.openxmlformats.org/officeDocument/2006/relationships/slideLayout" Target="../slideLayouts/slideLayout205.xml"/><Relationship Id="rId31" Type="http://schemas.openxmlformats.org/officeDocument/2006/relationships/slideLayout" Target="../slideLayouts/slideLayout206.xml"/><Relationship Id="rId32" Type="http://schemas.openxmlformats.org/officeDocument/2006/relationships/slideLayout" Target="../slideLayouts/slideLayout207.xml"/><Relationship Id="rId33" Type="http://schemas.openxmlformats.org/officeDocument/2006/relationships/slideLayout" Target="../slideLayouts/slideLayout208.xml"/><Relationship Id="rId34" Type="http://schemas.openxmlformats.org/officeDocument/2006/relationships/slideLayout" Target="../slideLayouts/slideLayout209.xml"/><Relationship Id="rId35" Type="http://schemas.openxmlformats.org/officeDocument/2006/relationships/slideLayout" Target="../slideLayouts/slideLayout210.xml"/><Relationship Id="rId36" Type="http://schemas.openxmlformats.org/officeDocument/2006/relationships/slideLayout" Target="../slideLayouts/slideLayout211.xml"/><Relationship Id="rId37" Type="http://schemas.openxmlformats.org/officeDocument/2006/relationships/slideLayout" Target="../slideLayouts/slideLayout212.xml"/><Relationship Id="rId38" Type="http://schemas.openxmlformats.org/officeDocument/2006/relationships/slideLayout" Target="../slideLayouts/slideLayout213.xml"/><Relationship Id="rId39" Type="http://schemas.openxmlformats.org/officeDocument/2006/relationships/slideLayout" Target="../slideLayouts/slideLayout214.xml"/><Relationship Id="rId40" Type="http://schemas.openxmlformats.org/officeDocument/2006/relationships/slideLayout" Target="../slideLayouts/slideLayout215.xml"/><Relationship Id="rId41" Type="http://schemas.openxmlformats.org/officeDocument/2006/relationships/slideLayout" Target="../slideLayouts/slideLayout216.xml"/><Relationship Id="rId42" Type="http://schemas.openxmlformats.org/officeDocument/2006/relationships/slideLayout" Target="../slideLayouts/slideLayout217.xml"/><Relationship Id="rId43" Type="http://schemas.openxmlformats.org/officeDocument/2006/relationships/slideLayout" Target="../slideLayouts/slideLayout218.xml"/><Relationship Id="rId44" Type="http://schemas.openxmlformats.org/officeDocument/2006/relationships/slideLayout" Target="../slideLayouts/slideLayout219.xml"/><Relationship Id="rId45" Type="http://schemas.openxmlformats.org/officeDocument/2006/relationships/slideLayout" Target="../slideLayouts/slideLayout220.xml"/><Relationship Id="rId46" Type="http://schemas.openxmlformats.org/officeDocument/2006/relationships/slideLayout" Target="../slideLayouts/slideLayout221.xml"/><Relationship Id="rId47" Type="http://schemas.openxmlformats.org/officeDocument/2006/relationships/slideLayout" Target="../slideLayouts/slideLayout222.xml"/><Relationship Id="rId48" Type="http://schemas.openxmlformats.org/officeDocument/2006/relationships/slideLayout" Target="../slideLayouts/slideLayout223.xml"/><Relationship Id="rId49" Type="http://schemas.openxmlformats.org/officeDocument/2006/relationships/slideLayout" Target="../slideLayouts/slideLayout224.xml"/><Relationship Id="rId50" Type="http://schemas.openxmlformats.org/officeDocument/2006/relationships/slideLayout" Target="../slideLayouts/slideLayout225.xml"/><Relationship Id="rId51" Type="http://schemas.openxmlformats.org/officeDocument/2006/relationships/slideLayout" Target="../slideLayouts/slideLayout226.xml"/><Relationship Id="rId52" Type="http://schemas.openxmlformats.org/officeDocument/2006/relationships/slideLayout" Target="../slideLayouts/slideLayout227.xml"/><Relationship Id="rId53" Type="http://schemas.openxmlformats.org/officeDocument/2006/relationships/slideLayout" Target="../slideLayouts/slideLayout228.xml"/><Relationship Id="rId54" Type="http://schemas.openxmlformats.org/officeDocument/2006/relationships/slideLayout" Target="../slideLayouts/slideLayout229.xml"/><Relationship Id="rId55" Type="http://schemas.openxmlformats.org/officeDocument/2006/relationships/slideLayout" Target="../slideLayouts/slideLayout230.xml"/><Relationship Id="rId56" Type="http://schemas.openxmlformats.org/officeDocument/2006/relationships/slideLayout" Target="../slideLayouts/slideLayout231.xml"/><Relationship Id="rId57" Type="http://schemas.openxmlformats.org/officeDocument/2006/relationships/slideLayout" Target="../slideLayouts/slideLayout232.xml"/><Relationship Id="rId58" Type="http://schemas.openxmlformats.org/officeDocument/2006/relationships/slideLayout" Target="../slideLayouts/slideLayout233.xml"/><Relationship Id="rId59" Type="http://schemas.openxmlformats.org/officeDocument/2006/relationships/slideLayout" Target="../slideLayouts/slideLayout234.xml"/><Relationship Id="rId60" Type="http://schemas.openxmlformats.org/officeDocument/2006/relationships/slideLayout" Target="../slideLayouts/slideLayout235.xml"/><Relationship Id="rId61" Type="http://schemas.openxmlformats.org/officeDocument/2006/relationships/slideLayout" Target="../slideLayouts/slideLayout236.xml"/><Relationship Id="rId62" Type="http://schemas.openxmlformats.org/officeDocument/2006/relationships/slideLayout" Target="../slideLayouts/slideLayout237.xml"/><Relationship Id="rId63" Type="http://schemas.openxmlformats.org/officeDocument/2006/relationships/slideLayout" Target="../slideLayouts/slideLayout238.xml"/><Relationship Id="rId64" Type="http://schemas.openxmlformats.org/officeDocument/2006/relationships/slideLayout" Target="../slideLayouts/slideLayout239.xml"/><Relationship Id="rId65" Type="http://schemas.openxmlformats.org/officeDocument/2006/relationships/slideLayout" Target="../slideLayouts/slideLayout240.xml"/><Relationship Id="rId66" Type="http://schemas.openxmlformats.org/officeDocument/2006/relationships/slideLayout" Target="../slideLayouts/slideLayout241.xml"/><Relationship Id="rId67" Type="http://schemas.openxmlformats.org/officeDocument/2006/relationships/slideLayout" Target="../slideLayouts/slideLayout242.xml"/><Relationship Id="rId68" Type="http://schemas.openxmlformats.org/officeDocument/2006/relationships/slideLayout" Target="../slideLayouts/slideLayout243.xml"/><Relationship Id="rId69" Type="http://schemas.openxmlformats.org/officeDocument/2006/relationships/slideLayout" Target="../slideLayouts/slideLayout244.xml"/><Relationship Id="rId70" Type="http://schemas.openxmlformats.org/officeDocument/2006/relationships/slideLayout" Target="../slideLayouts/slideLayout245.xml"/><Relationship Id="rId71" Type="http://schemas.openxmlformats.org/officeDocument/2006/relationships/slideLayout" Target="../slideLayouts/slideLayout246.xml"/><Relationship Id="rId72" Type="http://schemas.openxmlformats.org/officeDocument/2006/relationships/slideLayout" Target="../slideLayouts/slideLayout247.xml"/><Relationship Id="rId73" Type="http://schemas.openxmlformats.org/officeDocument/2006/relationships/slideLayout" Target="../slideLayouts/slideLayout248.xml"/><Relationship Id="rId74" Type="http://schemas.openxmlformats.org/officeDocument/2006/relationships/slideLayout" Target="../slideLayouts/slideLayout249.xml"/><Relationship Id="rId75" Type="http://schemas.openxmlformats.org/officeDocument/2006/relationships/slideLayout" Target="../slideLayouts/slideLayout250.xml"/><Relationship Id="rId76" Type="http://schemas.openxmlformats.org/officeDocument/2006/relationships/slideLayout" Target="../slideLayouts/slideLayout251.xml"/><Relationship Id="rId77" Type="http://schemas.openxmlformats.org/officeDocument/2006/relationships/slideLayout" Target="../slideLayouts/slideLayout252.xml"/><Relationship Id="rId78" Type="http://schemas.openxmlformats.org/officeDocument/2006/relationships/slideLayout" Target="../slideLayouts/slideLayout253.xml"/><Relationship Id="rId79" Type="http://schemas.openxmlformats.org/officeDocument/2006/relationships/slideLayout" Target="../slideLayouts/slideLayout254.xml"/><Relationship Id="rId80" Type="http://schemas.openxmlformats.org/officeDocument/2006/relationships/slideLayout" Target="../slideLayouts/slideLayout255.xml"/><Relationship Id="rId81" Type="http://schemas.openxmlformats.org/officeDocument/2006/relationships/slideLayout" Target="../slideLayouts/slideLayout256.xml"/><Relationship Id="rId82" Type="http://schemas.openxmlformats.org/officeDocument/2006/relationships/slideLayout" Target="../slideLayouts/slideLayout257.xml"/><Relationship Id="rId83" Type="http://schemas.openxmlformats.org/officeDocument/2006/relationships/slideLayout" Target="../slideLayouts/slideLayout258.xml"/><Relationship Id="rId84" Type="http://schemas.openxmlformats.org/officeDocument/2006/relationships/slideLayout" Target="../slideLayouts/slideLayout259.xml"/><Relationship Id="rId85"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260.xml"/><Relationship Id="rId2" Type="http://schemas.openxmlformats.org/officeDocument/2006/relationships/slideLayout" Target="../slideLayouts/slideLayout261.xml"/><Relationship Id="rId3" Type="http://schemas.openxmlformats.org/officeDocument/2006/relationships/slideLayout" Target="../slideLayouts/slideLayout262.xml"/><Relationship Id="rId4" Type="http://schemas.openxmlformats.org/officeDocument/2006/relationships/slideLayout" Target="../slideLayouts/slideLayout263.xml"/><Relationship Id="rId5" Type="http://schemas.openxmlformats.org/officeDocument/2006/relationships/slideLayout" Target="../slideLayouts/slideLayout264.xml"/><Relationship Id="rId6" Type="http://schemas.openxmlformats.org/officeDocument/2006/relationships/slideLayout" Target="../slideLayouts/slideLayout265.xml"/><Relationship Id="rId7" Type="http://schemas.openxmlformats.org/officeDocument/2006/relationships/slideLayout" Target="../slideLayouts/slideLayout266.xml"/><Relationship Id="rId8" Type="http://schemas.openxmlformats.org/officeDocument/2006/relationships/slideLayout" Target="../slideLayouts/slideLayout267.xml"/><Relationship Id="rId9" Type="http://schemas.openxmlformats.org/officeDocument/2006/relationships/slideLayout" Target="../slideLayouts/slideLayout268.xml"/><Relationship Id="rId10" Type="http://schemas.openxmlformats.org/officeDocument/2006/relationships/slideLayout" Target="../slideLayouts/slideLayout269.xml"/><Relationship Id="rId11" Type="http://schemas.openxmlformats.org/officeDocument/2006/relationships/slideLayout" Target="../slideLayouts/slideLayout270.xml"/><Relationship Id="rId12" Type="http://schemas.openxmlformats.org/officeDocument/2006/relationships/slideLayout" Target="../slideLayouts/slideLayout271.xml"/><Relationship Id="rId13" Type="http://schemas.openxmlformats.org/officeDocument/2006/relationships/slideLayout" Target="../slideLayouts/slideLayout272.xml"/><Relationship Id="rId14" Type="http://schemas.openxmlformats.org/officeDocument/2006/relationships/slideLayout" Target="../slideLayouts/slideLayout273.xml"/><Relationship Id="rId15" Type="http://schemas.openxmlformats.org/officeDocument/2006/relationships/slideLayout" Target="../slideLayouts/slideLayout274.xml"/><Relationship Id="rId16" Type="http://schemas.openxmlformats.org/officeDocument/2006/relationships/slideLayout" Target="../slideLayouts/slideLayout275.xml"/><Relationship Id="rId17" Type="http://schemas.openxmlformats.org/officeDocument/2006/relationships/slideLayout" Target="../slideLayouts/slideLayout276.xml"/><Relationship Id="rId18" Type="http://schemas.openxmlformats.org/officeDocument/2006/relationships/slideLayout" Target="../slideLayouts/slideLayout277.xml"/><Relationship Id="rId19" Type="http://schemas.openxmlformats.org/officeDocument/2006/relationships/slideLayout" Target="../slideLayouts/slideLayout278.xml"/><Relationship Id="rId20" Type="http://schemas.openxmlformats.org/officeDocument/2006/relationships/slideLayout" Target="../slideLayouts/slideLayout279.xml"/><Relationship Id="rId21" Type="http://schemas.openxmlformats.org/officeDocument/2006/relationships/slideLayout" Target="../slideLayouts/slideLayout280.xml"/><Relationship Id="rId22" Type="http://schemas.openxmlformats.org/officeDocument/2006/relationships/slideLayout" Target="../slideLayouts/slideLayout281.xml"/><Relationship Id="rId23" Type="http://schemas.openxmlformats.org/officeDocument/2006/relationships/slideLayout" Target="../slideLayouts/slideLayout282.xml"/><Relationship Id="rId24" Type="http://schemas.openxmlformats.org/officeDocument/2006/relationships/slideLayout" Target="../slideLayouts/slideLayout283.xml"/><Relationship Id="rId25" Type="http://schemas.openxmlformats.org/officeDocument/2006/relationships/slideLayout" Target="../slideLayouts/slideLayout284.xml"/><Relationship Id="rId26" Type="http://schemas.openxmlformats.org/officeDocument/2006/relationships/slideLayout" Target="../slideLayouts/slideLayout285.xml"/><Relationship Id="rId27" Type="http://schemas.openxmlformats.org/officeDocument/2006/relationships/slideLayout" Target="../slideLayouts/slideLayout286.xml"/><Relationship Id="rId28" Type="http://schemas.openxmlformats.org/officeDocument/2006/relationships/slideLayout" Target="../slideLayouts/slideLayout287.xml"/><Relationship Id="rId29" Type="http://schemas.openxmlformats.org/officeDocument/2006/relationships/slideLayout" Target="../slideLayouts/slideLayout288.xml"/><Relationship Id="rId30" Type="http://schemas.openxmlformats.org/officeDocument/2006/relationships/slideLayout" Target="../slideLayouts/slideLayout289.xml"/><Relationship Id="rId31" Type="http://schemas.openxmlformats.org/officeDocument/2006/relationships/slideLayout" Target="../slideLayouts/slideLayout290.xml"/><Relationship Id="rId32" Type="http://schemas.openxmlformats.org/officeDocument/2006/relationships/slideLayout" Target="../slideLayouts/slideLayout291.xml"/><Relationship Id="rId33" Type="http://schemas.openxmlformats.org/officeDocument/2006/relationships/slideLayout" Target="../slideLayouts/slideLayout292.xml"/><Relationship Id="rId34" Type="http://schemas.openxmlformats.org/officeDocument/2006/relationships/slideLayout" Target="../slideLayouts/slideLayout293.xml"/><Relationship Id="rId35" Type="http://schemas.openxmlformats.org/officeDocument/2006/relationships/slideLayout" Target="../slideLayouts/slideLayout294.xml"/><Relationship Id="rId36" Type="http://schemas.openxmlformats.org/officeDocument/2006/relationships/slideLayout" Target="../slideLayouts/slideLayout295.xml"/><Relationship Id="rId37" Type="http://schemas.openxmlformats.org/officeDocument/2006/relationships/slideLayout" Target="../slideLayouts/slideLayout296.xml"/><Relationship Id="rId38" Type="http://schemas.openxmlformats.org/officeDocument/2006/relationships/slideLayout" Target="../slideLayouts/slideLayout297.xml"/><Relationship Id="rId39" Type="http://schemas.openxmlformats.org/officeDocument/2006/relationships/slideLayout" Target="../slideLayouts/slideLayout298.xml"/><Relationship Id="rId40" Type="http://schemas.openxmlformats.org/officeDocument/2006/relationships/slideLayout" Target="../slideLayouts/slideLayout299.xml"/><Relationship Id="rId41" Type="http://schemas.openxmlformats.org/officeDocument/2006/relationships/slideLayout" Target="../slideLayouts/slideLayout300.xml"/><Relationship Id="rId42" Type="http://schemas.openxmlformats.org/officeDocument/2006/relationships/slideLayout" Target="../slideLayouts/slideLayout301.xml"/><Relationship Id="rId43" Type="http://schemas.openxmlformats.org/officeDocument/2006/relationships/slideLayout" Target="../slideLayouts/slideLayout302.xml"/><Relationship Id="rId44" Type="http://schemas.openxmlformats.org/officeDocument/2006/relationships/slideLayout" Target="../slideLayouts/slideLayout303.xml"/><Relationship Id="rId45" Type="http://schemas.openxmlformats.org/officeDocument/2006/relationships/slideLayout" Target="../slideLayouts/slideLayout304.xml"/><Relationship Id="rId46" Type="http://schemas.openxmlformats.org/officeDocument/2006/relationships/slideLayout" Target="../slideLayouts/slideLayout305.xml"/><Relationship Id="rId47" Type="http://schemas.openxmlformats.org/officeDocument/2006/relationships/slideLayout" Target="../slideLayouts/slideLayout306.xml"/><Relationship Id="rId48" Type="http://schemas.openxmlformats.org/officeDocument/2006/relationships/slideLayout" Target="../slideLayouts/slideLayout307.xml"/><Relationship Id="rId49" Type="http://schemas.openxmlformats.org/officeDocument/2006/relationships/slideLayout" Target="../slideLayouts/slideLayout308.xml"/><Relationship Id="rId50" Type="http://schemas.openxmlformats.org/officeDocument/2006/relationships/slideLayout" Target="../slideLayouts/slideLayout309.xml"/><Relationship Id="rId51" Type="http://schemas.openxmlformats.org/officeDocument/2006/relationships/slideLayout" Target="../slideLayouts/slideLayout310.xml"/><Relationship Id="rId52" Type="http://schemas.openxmlformats.org/officeDocument/2006/relationships/slideLayout" Target="../slideLayouts/slideLayout311.xml"/><Relationship Id="rId53" Type="http://schemas.openxmlformats.org/officeDocument/2006/relationships/slideLayout" Target="../slideLayouts/slideLayout312.xml"/><Relationship Id="rId54" Type="http://schemas.openxmlformats.org/officeDocument/2006/relationships/slideLayout" Target="../slideLayouts/slideLayout313.xml"/><Relationship Id="rId55" Type="http://schemas.openxmlformats.org/officeDocument/2006/relationships/slideLayout" Target="../slideLayouts/slideLayout314.xml"/><Relationship Id="rId56" Type="http://schemas.openxmlformats.org/officeDocument/2006/relationships/slideLayout" Target="../slideLayouts/slideLayout315.xml"/><Relationship Id="rId57" Type="http://schemas.openxmlformats.org/officeDocument/2006/relationships/slideLayout" Target="../slideLayouts/slideLayout316.xml"/><Relationship Id="rId58" Type="http://schemas.openxmlformats.org/officeDocument/2006/relationships/slideLayout" Target="../slideLayouts/slideLayout317.xml"/><Relationship Id="rId59" Type="http://schemas.openxmlformats.org/officeDocument/2006/relationships/slideLayout" Target="../slideLayouts/slideLayout318.xml"/><Relationship Id="rId60" Type="http://schemas.openxmlformats.org/officeDocument/2006/relationships/slideLayout" Target="../slideLayouts/slideLayout319.xml"/><Relationship Id="rId61" Type="http://schemas.openxmlformats.org/officeDocument/2006/relationships/slideLayout" Target="../slideLayouts/slideLayout320.xml"/><Relationship Id="rId62" Type="http://schemas.openxmlformats.org/officeDocument/2006/relationships/slideLayout" Target="../slideLayouts/slideLayout321.xml"/><Relationship Id="rId63" Type="http://schemas.openxmlformats.org/officeDocument/2006/relationships/slideLayout" Target="../slideLayouts/slideLayout322.xml"/><Relationship Id="rId64" Type="http://schemas.openxmlformats.org/officeDocument/2006/relationships/slideLayout" Target="../slideLayouts/slideLayout323.xml"/><Relationship Id="rId65" Type="http://schemas.openxmlformats.org/officeDocument/2006/relationships/slideLayout" Target="../slideLayouts/slideLayout324.xml"/><Relationship Id="rId66" Type="http://schemas.openxmlformats.org/officeDocument/2006/relationships/slideLayout" Target="../slideLayouts/slideLayout325.xml"/><Relationship Id="rId67" Type="http://schemas.openxmlformats.org/officeDocument/2006/relationships/slideLayout" Target="../slideLayouts/slideLayout326.xml"/><Relationship Id="rId68" Type="http://schemas.openxmlformats.org/officeDocument/2006/relationships/slideLayout" Target="../slideLayouts/slideLayout327.xml"/><Relationship Id="rId69" Type="http://schemas.openxmlformats.org/officeDocument/2006/relationships/slideLayout" Target="../slideLayouts/slideLayout328.xml"/><Relationship Id="rId70" Type="http://schemas.openxmlformats.org/officeDocument/2006/relationships/slideLayout" Target="../slideLayouts/slideLayout329.xml"/><Relationship Id="rId71" Type="http://schemas.openxmlformats.org/officeDocument/2006/relationships/slideLayout" Target="../slideLayouts/slideLayout330.xml"/><Relationship Id="rId72" Type="http://schemas.openxmlformats.org/officeDocument/2006/relationships/slideLayout" Target="../slideLayouts/slideLayout331.xml"/><Relationship Id="rId73" Type="http://schemas.openxmlformats.org/officeDocument/2006/relationships/slideLayout" Target="../slideLayouts/slideLayout332.xml"/><Relationship Id="rId74" Type="http://schemas.openxmlformats.org/officeDocument/2006/relationships/slideLayout" Target="../slideLayouts/slideLayout333.xml"/><Relationship Id="rId75" Type="http://schemas.openxmlformats.org/officeDocument/2006/relationships/slideLayout" Target="../slideLayouts/slideLayout334.xml"/><Relationship Id="rId76" Type="http://schemas.openxmlformats.org/officeDocument/2006/relationships/slideLayout" Target="../slideLayouts/slideLayout335.xml"/><Relationship Id="rId77" Type="http://schemas.openxmlformats.org/officeDocument/2006/relationships/slideLayout" Target="../slideLayouts/slideLayout336.xml"/><Relationship Id="rId78" Type="http://schemas.openxmlformats.org/officeDocument/2006/relationships/slideLayout" Target="../slideLayouts/slideLayout337.xml"/><Relationship Id="rId79" Type="http://schemas.openxmlformats.org/officeDocument/2006/relationships/slideLayout" Target="../slideLayouts/slideLayout338.xml"/><Relationship Id="rId80" Type="http://schemas.openxmlformats.org/officeDocument/2006/relationships/slideLayout" Target="../slideLayouts/slideLayout339.xml"/><Relationship Id="rId81" Type="http://schemas.openxmlformats.org/officeDocument/2006/relationships/slideLayout" Target="../slideLayouts/slideLayout340.xml"/><Relationship Id="rId82"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2390E15-2431-A873-A654-7B321106DAE2}"/>
              </a:ext>
            </a:extLst>
          </p:cNvPr>
          <p:cNvSpPr>
            <a:spLocks noGrp="1"/>
          </p:cNvSpPr>
          <p:nvPr>
            <p:ph type="title"/>
          </p:nvPr>
        </p:nvSpPr>
        <p:spPr>
          <a:xfrm>
            <a:off x="546100" y="548640"/>
            <a:ext cx="11091862" cy="438785"/>
          </a:xfrm>
          <a:prstGeom prst="rect">
            <a:avLst/>
          </a:prstGeom>
        </p:spPr>
        <p:txBody>
          <a:bodyPr vert="horz" lIns="0" tIns="0" rIns="0" bIns="0" rtlCol="0" anchor="t">
            <a:noAutofit/>
          </a:bodyPr>
          <a:lstStyle/>
          <a:p>
            <a:r>
              <a:rPr lang="en-US"/>
              <a:t>Click to edit Master title style</a:t>
            </a:r>
          </a:p>
        </p:txBody>
      </p:sp>
      <p:sp>
        <p:nvSpPr>
          <p:cNvPr id="3" name="Text Placeholder 2">
            <a:extLst>
              <a:ext uri="{FF2B5EF4-FFF2-40B4-BE49-F238E27FC236}">
                <a16:creationId xmlns:a16="http://schemas.microsoft.com/office/drawing/2014/main" id="{9A89620C-A07A-2A72-857A-735B5C91AA54}"/>
              </a:ext>
            </a:extLst>
          </p:cNvPr>
          <p:cNvSpPr>
            <a:spLocks noGrp="1"/>
          </p:cNvSpPr>
          <p:nvPr>
            <p:ph type="body" idx="1"/>
          </p:nvPr>
        </p:nvSpPr>
        <p:spPr>
          <a:xfrm>
            <a:off x="546100" y="2146300"/>
            <a:ext cx="11091862" cy="3721101"/>
          </a:xfrm>
          <a:prstGeom prst="rect">
            <a:avLst/>
          </a:prstGeom>
        </p:spPr>
        <p:txBody>
          <a:bodyPr vert="horz" lIns="0" tIns="0" rIns="0" bIns="0" rtlCol="0">
            <a:normAutofit/>
          </a:bodyPr>
          <a:lstStyle/>
          <a:p>
            <a:pPr lvl="0"/>
            <a:r>
              <a:rPr lang="en-US"/>
              <a:t>Click to edit Master text styles, first level</a:t>
            </a:r>
          </a:p>
          <a:p>
            <a:pPr lvl="1"/>
            <a:r>
              <a:rPr lang="en-US"/>
              <a:t>Second level</a:t>
            </a:r>
          </a:p>
          <a:p>
            <a:pPr lvl="2"/>
            <a:r>
              <a:rPr lang="en-US"/>
              <a:t>Third level</a:t>
            </a:r>
          </a:p>
          <a:p>
            <a:pPr lvl="3"/>
            <a:r>
              <a:rPr lang="en-US"/>
              <a:t>Fourth level</a:t>
            </a:r>
          </a:p>
          <a:p>
            <a:pPr lvl="4"/>
            <a:r>
              <a:rPr lang="en-US"/>
              <a:t>Fifth level</a:t>
            </a:r>
          </a:p>
          <a:p>
            <a:pPr lvl="5"/>
            <a:r>
              <a:rPr lang="en-US"/>
              <a:t>Sixth level</a:t>
            </a:r>
          </a:p>
          <a:p>
            <a:pPr lvl="6"/>
            <a:r>
              <a:rPr lang="en-US"/>
              <a:t>Seventh level</a:t>
            </a:r>
          </a:p>
          <a:p>
            <a:pPr lvl="7"/>
            <a:r>
              <a:rPr lang="en-US"/>
              <a:t>Eighth level</a:t>
            </a:r>
          </a:p>
          <a:p>
            <a:pPr lvl="8"/>
            <a:r>
              <a:rPr lang="en-US"/>
              <a:t>Ninth level</a:t>
            </a:r>
          </a:p>
        </p:txBody>
      </p:sp>
      <p:sp>
        <p:nvSpPr>
          <p:cNvPr id="5" name="Footer Placeholder 4">
            <a:extLst>
              <a:ext uri="{FF2B5EF4-FFF2-40B4-BE49-F238E27FC236}">
                <a16:creationId xmlns:a16="http://schemas.microsoft.com/office/drawing/2014/main" id="{9286892E-5C75-BB2B-DC86-3D98574CDC6C}"/>
              </a:ext>
            </a:extLst>
          </p:cNvPr>
          <p:cNvSpPr>
            <a:spLocks noGrp="1"/>
          </p:cNvSpPr>
          <p:nvPr>
            <p:ph type="ftr" sz="quarter" idx="3"/>
          </p:nvPr>
        </p:nvSpPr>
        <p:spPr>
          <a:xfrm>
            <a:off x="4781550" y="6311900"/>
            <a:ext cx="5448300" cy="269875"/>
          </a:xfrm>
          <a:prstGeom prst="rect">
            <a:avLst/>
          </a:prstGeom>
        </p:spPr>
        <p:txBody>
          <a:bodyPr vert="horz" lIns="0" tIns="0" rIns="0" bIns="0" rtlCol="0" anchor="b" anchorCtr="0"/>
          <a:lstStyle>
            <a:lvl1pPr algn="r">
              <a:defRPr sz="1000" b="0" i="0">
                <a:solidFill>
                  <a:schemeClr val="tx1"/>
                </a:solidFill>
                <a:latin typeface="+mn-lt"/>
                <a:ea typeface="GT America Regular" pitchFamily="2" charset="77"/>
                <a:cs typeface="GT America Regular" pitchFamily="2" charset="77"/>
              </a:defRPr>
            </a:lvl1pPr>
            <a:lvl2pPr>
              <a:defRPr sz="1000"/>
            </a:lvl2pPr>
            <a:lvl3pPr>
              <a:defRPr sz="1000"/>
            </a:lvl3pPr>
            <a:lvl4pPr marL="0" indent="0">
              <a:defRPr sz="1000"/>
            </a:lvl4pPr>
            <a:lvl5pPr marL="0" indent="0">
              <a:defRPr sz="1000"/>
            </a:lvl5pPr>
            <a:lvl6pPr marL="0" indent="0">
              <a:defRPr sz="1000"/>
            </a:lvl6pPr>
            <a:lvl7pPr marL="0" indent="0">
              <a:defRPr sz="1000"/>
            </a:lvl7pPr>
            <a:lvl8pPr marL="0" indent="0">
              <a:defRPr sz="1000"/>
            </a:lvl8pPr>
            <a:lvl9pPr marL="0" indent="0">
              <a:defRPr sz="1000"/>
            </a:lvl9pPr>
          </a:lstStyle>
          <a:p>
            <a:r>
              <a:rPr lang="en-US" dirty="0"/>
              <a:t>User Training - May 2025</a:t>
            </a:r>
          </a:p>
        </p:txBody>
      </p:sp>
      <p:sp>
        <p:nvSpPr>
          <p:cNvPr id="6" name="Slide Number Placeholder 5">
            <a:extLst>
              <a:ext uri="{FF2B5EF4-FFF2-40B4-BE49-F238E27FC236}">
                <a16:creationId xmlns:a16="http://schemas.microsoft.com/office/drawing/2014/main" id="{9396C1FA-EF28-95E6-0423-F59B26A6F1F8}"/>
              </a:ext>
            </a:extLst>
          </p:cNvPr>
          <p:cNvSpPr>
            <a:spLocks noGrp="1"/>
          </p:cNvSpPr>
          <p:nvPr>
            <p:ph type="sldNum" sz="quarter" idx="4"/>
          </p:nvPr>
        </p:nvSpPr>
        <p:spPr>
          <a:xfrm>
            <a:off x="10428288" y="6311900"/>
            <a:ext cx="1209674" cy="269875"/>
          </a:xfrm>
          <a:prstGeom prst="rect">
            <a:avLst/>
          </a:prstGeom>
        </p:spPr>
        <p:txBody>
          <a:bodyPr vert="horz" lIns="0" tIns="0" rIns="0" bIns="0" rtlCol="0" anchor="b" anchorCtr="0"/>
          <a:lstStyle>
            <a:lvl1pPr algn="r">
              <a:defRPr sz="1000" b="0" i="0">
                <a:solidFill>
                  <a:schemeClr val="tx1"/>
                </a:solidFill>
                <a:latin typeface="+mn-lt"/>
                <a:ea typeface="GT America Regular" pitchFamily="2" charset="77"/>
                <a:cs typeface="GT America Regular" pitchFamily="2" charset="77"/>
              </a:defRPr>
            </a:lvl1pPr>
            <a:lvl2pPr marL="0" indent="0" algn="r">
              <a:defRPr sz="1000"/>
            </a:lvl2pPr>
            <a:lvl3pPr marL="0" indent="0">
              <a:defRPr sz="1000"/>
            </a:lvl3pPr>
            <a:lvl4pPr marL="0">
              <a:defRPr sz="1000"/>
            </a:lvl4pPr>
            <a:lvl5pPr marL="0">
              <a:defRPr sz="1000"/>
            </a:lvl5pPr>
            <a:lvl6pPr marL="0">
              <a:defRPr sz="1000"/>
            </a:lvl6pPr>
            <a:lvl7pPr marL="0">
              <a:defRPr sz="1000"/>
            </a:lvl7pPr>
            <a:lvl8pPr marL="0">
              <a:defRPr sz="1000"/>
            </a:lvl8pPr>
            <a:lvl9pPr marL="0">
              <a:defRPr sz="1000"/>
            </a:lvl9pPr>
          </a:lstStyle>
          <a:p>
            <a:fld id="{862A5111-985B-C14D-9115-5787026182A8}" type="slidenum">
              <a:rPr lang="en-US" smtClean="0"/>
              <a:pPr/>
              <a:t>‹#›</a:t>
            </a:fld>
            <a:endParaRPr lang="en-US"/>
          </a:p>
        </p:txBody>
      </p:sp>
      <p:sp>
        <p:nvSpPr>
          <p:cNvPr id="30" name="Rectangle 29">
            <a:extLst>
              <a:ext uri="{FF2B5EF4-FFF2-40B4-BE49-F238E27FC236}">
                <a16:creationId xmlns:a16="http://schemas.microsoft.com/office/drawing/2014/main" id="{EE698C20-1EF2-021A-C047-3C184486E6D3}"/>
              </a:ext>
            </a:extLst>
          </p:cNvPr>
          <p:cNvSpPr/>
          <p:nvPr userDrawn="1"/>
        </p:nvSpPr>
        <p:spPr>
          <a:xfrm>
            <a:off x="-5621" y="-677332"/>
            <a:ext cx="2029968" cy="505882"/>
          </a:xfrm>
          <a:prstGeom prst="rect">
            <a:avLst/>
          </a:prstGeom>
          <a:solidFill>
            <a:srgbClr val="D9017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a:solidFill>
                  <a:srgbClr val="FEFEFE"/>
                </a:solidFill>
              </a:rPr>
              <a:t>16 x 9 Dynamic Slice 1</a:t>
            </a:r>
          </a:p>
          <a:p>
            <a:pPr algn="ctr"/>
            <a:r>
              <a:rPr lang="en-US" sz="1100">
                <a:solidFill>
                  <a:srgbClr val="FEFEFE"/>
                </a:solidFill>
                <a:sym typeface="Wingdings" pitchFamily="2" charset="2"/>
              </a:rPr>
              <a:t> 2.22” </a:t>
            </a:r>
            <a:r>
              <a:rPr lang="en-US" sz="1100">
                <a:solidFill>
                  <a:srgbClr val="FEFEFE"/>
                </a:solidFill>
              </a:rPr>
              <a:t> </a:t>
            </a:r>
          </a:p>
        </p:txBody>
      </p:sp>
      <p:sp>
        <p:nvSpPr>
          <p:cNvPr id="31" name="Rectangle 30">
            <a:extLst>
              <a:ext uri="{FF2B5EF4-FFF2-40B4-BE49-F238E27FC236}">
                <a16:creationId xmlns:a16="http://schemas.microsoft.com/office/drawing/2014/main" id="{D4498F90-57D8-5DF6-643F-2780CF5A00F6}"/>
              </a:ext>
            </a:extLst>
          </p:cNvPr>
          <p:cNvSpPr/>
          <p:nvPr userDrawn="1"/>
        </p:nvSpPr>
        <p:spPr>
          <a:xfrm>
            <a:off x="2024347" y="-677332"/>
            <a:ext cx="2029968" cy="505882"/>
          </a:xfrm>
          <a:prstGeom prst="rect">
            <a:avLst/>
          </a:prstGeom>
          <a:solidFill>
            <a:srgbClr val="FDE5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a:solidFill>
                  <a:srgbClr val="010101"/>
                </a:solidFill>
              </a:rPr>
              <a:t>16 x 9 Dynamic Slice 2</a:t>
            </a:r>
          </a:p>
          <a:p>
            <a:pPr algn="ctr"/>
            <a:r>
              <a:rPr lang="en-US" sz="1100">
                <a:solidFill>
                  <a:srgbClr val="010101"/>
                </a:solidFill>
                <a:sym typeface="Wingdings" pitchFamily="2" charset="2"/>
              </a:rPr>
              <a:t> 2.22” </a:t>
            </a:r>
            <a:r>
              <a:rPr lang="en-US" sz="1100">
                <a:solidFill>
                  <a:srgbClr val="010101"/>
                </a:solidFill>
              </a:rPr>
              <a:t> </a:t>
            </a:r>
          </a:p>
        </p:txBody>
      </p:sp>
      <p:sp>
        <p:nvSpPr>
          <p:cNvPr id="32" name="Rectangle 31">
            <a:extLst>
              <a:ext uri="{FF2B5EF4-FFF2-40B4-BE49-F238E27FC236}">
                <a16:creationId xmlns:a16="http://schemas.microsoft.com/office/drawing/2014/main" id="{0C6DBCC9-9137-4AFC-1374-03234E7610EC}"/>
              </a:ext>
            </a:extLst>
          </p:cNvPr>
          <p:cNvSpPr/>
          <p:nvPr userDrawn="1"/>
        </p:nvSpPr>
        <p:spPr>
          <a:xfrm>
            <a:off x="4054314" y="-677332"/>
            <a:ext cx="2041685" cy="505882"/>
          </a:xfrm>
          <a:prstGeom prst="rect">
            <a:avLst/>
          </a:prstGeom>
          <a:solidFill>
            <a:srgbClr val="D9017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a:solidFill>
                  <a:srgbClr val="FEFEFE"/>
                </a:solidFill>
              </a:rPr>
              <a:t>16 x 9 Dynamic Slice 3</a:t>
            </a:r>
          </a:p>
          <a:p>
            <a:pPr algn="ctr"/>
            <a:r>
              <a:rPr lang="en-US" sz="1100">
                <a:solidFill>
                  <a:srgbClr val="FEFEFE"/>
                </a:solidFill>
                <a:sym typeface="Wingdings" pitchFamily="2" charset="2"/>
              </a:rPr>
              <a:t> 2.22” </a:t>
            </a:r>
            <a:r>
              <a:rPr lang="en-US" sz="1100">
                <a:solidFill>
                  <a:srgbClr val="FEFEFE"/>
                </a:solidFill>
              </a:rPr>
              <a:t> </a:t>
            </a:r>
          </a:p>
        </p:txBody>
      </p:sp>
      <p:sp>
        <p:nvSpPr>
          <p:cNvPr id="33" name="Rectangle 32">
            <a:extLst>
              <a:ext uri="{FF2B5EF4-FFF2-40B4-BE49-F238E27FC236}">
                <a16:creationId xmlns:a16="http://schemas.microsoft.com/office/drawing/2014/main" id="{D47ACDAE-6334-08F3-3BB3-62F0E7733AA8}"/>
              </a:ext>
            </a:extLst>
          </p:cNvPr>
          <p:cNvSpPr/>
          <p:nvPr userDrawn="1"/>
        </p:nvSpPr>
        <p:spPr>
          <a:xfrm>
            <a:off x="6096000" y="-677332"/>
            <a:ext cx="2028825" cy="505882"/>
          </a:xfrm>
          <a:prstGeom prst="rect">
            <a:avLst/>
          </a:prstGeom>
          <a:solidFill>
            <a:srgbClr val="FDE5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a:solidFill>
                  <a:srgbClr val="010101"/>
                </a:solidFill>
              </a:rPr>
              <a:t>16 x 9 Dynamic Slice 4</a:t>
            </a:r>
          </a:p>
          <a:p>
            <a:pPr algn="ctr"/>
            <a:r>
              <a:rPr lang="en-US" sz="1100">
                <a:solidFill>
                  <a:srgbClr val="010101"/>
                </a:solidFill>
                <a:sym typeface="Wingdings" pitchFamily="2" charset="2"/>
              </a:rPr>
              <a:t> 2.22” </a:t>
            </a:r>
            <a:r>
              <a:rPr lang="en-US" sz="1100">
                <a:solidFill>
                  <a:srgbClr val="010101"/>
                </a:solidFill>
              </a:rPr>
              <a:t> </a:t>
            </a:r>
          </a:p>
        </p:txBody>
      </p:sp>
      <p:sp>
        <p:nvSpPr>
          <p:cNvPr id="34" name="Rectangle 33">
            <a:extLst>
              <a:ext uri="{FF2B5EF4-FFF2-40B4-BE49-F238E27FC236}">
                <a16:creationId xmlns:a16="http://schemas.microsoft.com/office/drawing/2014/main" id="{79309483-13B1-0215-9578-4B2CB0F670F5}"/>
              </a:ext>
            </a:extLst>
          </p:cNvPr>
          <p:cNvSpPr/>
          <p:nvPr userDrawn="1"/>
        </p:nvSpPr>
        <p:spPr>
          <a:xfrm>
            <a:off x="8124825" y="-677332"/>
            <a:ext cx="2028825" cy="505882"/>
          </a:xfrm>
          <a:prstGeom prst="rect">
            <a:avLst/>
          </a:prstGeom>
          <a:solidFill>
            <a:srgbClr val="D9017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a:solidFill>
                  <a:srgbClr val="FEFEFE"/>
                </a:solidFill>
              </a:rPr>
              <a:t>16 x 9 Dynamic Slice 5</a:t>
            </a:r>
          </a:p>
          <a:p>
            <a:pPr algn="ctr"/>
            <a:r>
              <a:rPr lang="en-US" sz="1100">
                <a:solidFill>
                  <a:srgbClr val="FEFEFE"/>
                </a:solidFill>
                <a:sym typeface="Wingdings" pitchFamily="2" charset="2"/>
              </a:rPr>
              <a:t> 2.22” </a:t>
            </a:r>
            <a:r>
              <a:rPr lang="en-US" sz="1100">
                <a:solidFill>
                  <a:srgbClr val="FEFEFE"/>
                </a:solidFill>
              </a:rPr>
              <a:t> </a:t>
            </a:r>
          </a:p>
        </p:txBody>
      </p:sp>
      <p:sp>
        <p:nvSpPr>
          <p:cNvPr id="35" name="Rectangle 34">
            <a:extLst>
              <a:ext uri="{FF2B5EF4-FFF2-40B4-BE49-F238E27FC236}">
                <a16:creationId xmlns:a16="http://schemas.microsoft.com/office/drawing/2014/main" id="{C9133D84-F584-8DF6-DF99-C42E896233FB}"/>
              </a:ext>
            </a:extLst>
          </p:cNvPr>
          <p:cNvSpPr/>
          <p:nvPr userDrawn="1"/>
        </p:nvSpPr>
        <p:spPr>
          <a:xfrm>
            <a:off x="10153650" y="-677332"/>
            <a:ext cx="2038349" cy="505882"/>
          </a:xfrm>
          <a:prstGeom prst="rect">
            <a:avLst/>
          </a:prstGeom>
          <a:solidFill>
            <a:srgbClr val="FDE5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a:solidFill>
                  <a:srgbClr val="010101"/>
                </a:solidFill>
              </a:rPr>
              <a:t>16 x 9 Dynamic Slice 6</a:t>
            </a:r>
          </a:p>
          <a:p>
            <a:pPr algn="ctr"/>
            <a:r>
              <a:rPr lang="en-US" sz="1100">
                <a:solidFill>
                  <a:srgbClr val="010101"/>
                </a:solidFill>
                <a:sym typeface="Wingdings" pitchFamily="2" charset="2"/>
              </a:rPr>
              <a:t> 2.22” </a:t>
            </a:r>
            <a:r>
              <a:rPr lang="en-US" sz="1100">
                <a:solidFill>
                  <a:srgbClr val="010101"/>
                </a:solidFill>
              </a:rPr>
              <a:t> </a:t>
            </a:r>
          </a:p>
        </p:txBody>
      </p:sp>
      <p:sp>
        <p:nvSpPr>
          <p:cNvPr id="4" name="Date Placeholder 3">
            <a:extLst>
              <a:ext uri="{FF2B5EF4-FFF2-40B4-BE49-F238E27FC236}">
                <a16:creationId xmlns:a16="http://schemas.microsoft.com/office/drawing/2014/main" id="{B74C9D9E-F1D3-BF13-32B3-2BDFE3E4F7BC}"/>
              </a:ext>
            </a:extLst>
          </p:cNvPr>
          <p:cNvSpPr>
            <a:spLocks noGrp="1"/>
          </p:cNvSpPr>
          <p:nvPr>
            <p:ph type="dt" sz="half" idx="2"/>
          </p:nvPr>
        </p:nvSpPr>
        <p:spPr>
          <a:xfrm>
            <a:off x="546100" y="6332764"/>
            <a:ext cx="2619375" cy="249011"/>
          </a:xfrm>
          <a:prstGeom prst="rect">
            <a:avLst/>
          </a:prstGeom>
        </p:spPr>
        <p:txBody>
          <a:bodyPr vert="horz" lIns="0" tIns="0" rIns="0" bIns="0" rtlCol="0" anchor="b" anchorCtr="0"/>
          <a:lstStyle>
            <a:lvl1pPr algn="r">
              <a:defRPr sz="1000">
                <a:solidFill>
                  <a:schemeClr val="tx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Tree>
    <p:extLst>
      <p:ext uri="{BB962C8B-B14F-4D97-AF65-F5344CB8AC3E}">
        <p14:creationId xmlns:p14="http://schemas.microsoft.com/office/powerpoint/2010/main" val="2703121335"/>
      </p:ext>
    </p:extLst>
  </p:cSld>
  <p:clrMap bg1="lt1" tx1="dk1" bg2="lt2" tx2="dk2" accent1="accent1" accent2="accent2" accent3="accent3" accent4="accent4" accent5="accent5" accent6="accent6" hlink="hlink" folHlink="folHlink"/>
  <p:sldLayoutIdLst>
    <p:sldLayoutId id="2147483693" r:id="rId1"/>
    <p:sldLayoutId id="2147483694" r:id="rId2"/>
    <p:sldLayoutId id="2147483695" r:id="rId3"/>
    <p:sldLayoutId id="2147483758" r:id="rId4"/>
    <p:sldLayoutId id="2147483765" r:id="rId5"/>
    <p:sldLayoutId id="2147483696" r:id="rId6"/>
    <p:sldLayoutId id="2147483759" r:id="rId7"/>
    <p:sldLayoutId id="2147483692" r:id="rId8"/>
    <p:sldLayoutId id="2147483690" r:id="rId9"/>
    <p:sldLayoutId id="2147483738" r:id="rId10"/>
    <p:sldLayoutId id="2147483691" r:id="rId11"/>
    <p:sldLayoutId id="2147483711" r:id="rId12"/>
    <p:sldLayoutId id="2147483725" r:id="rId13"/>
    <p:sldLayoutId id="2147483744" r:id="rId14"/>
    <p:sldLayoutId id="2147483743" r:id="rId15"/>
    <p:sldLayoutId id="2147483745" r:id="rId16"/>
    <p:sldLayoutId id="2147483746" r:id="rId17"/>
    <p:sldLayoutId id="2147483712" r:id="rId18"/>
    <p:sldLayoutId id="2147483748" r:id="rId19"/>
    <p:sldLayoutId id="2147483747" r:id="rId20"/>
    <p:sldLayoutId id="2147483741" r:id="rId21"/>
    <p:sldLayoutId id="2147483739" r:id="rId22"/>
    <p:sldLayoutId id="2147483742" r:id="rId23"/>
    <p:sldLayoutId id="2147483722" r:id="rId24"/>
    <p:sldLayoutId id="2147483740" r:id="rId25"/>
    <p:sldLayoutId id="2147483726" r:id="rId26"/>
    <p:sldLayoutId id="2147483673" r:id="rId27"/>
    <p:sldLayoutId id="2147483767" r:id="rId28"/>
    <p:sldLayoutId id="2147483727" r:id="rId29"/>
    <p:sldLayoutId id="2147483675" r:id="rId30"/>
    <p:sldLayoutId id="2147483768" r:id="rId31"/>
    <p:sldLayoutId id="2147483728" r:id="rId32"/>
    <p:sldLayoutId id="2147483720" r:id="rId33"/>
    <p:sldLayoutId id="2147483729" r:id="rId34"/>
    <p:sldLayoutId id="2147483681" r:id="rId35"/>
    <p:sldLayoutId id="2147483730" r:id="rId36"/>
    <p:sldLayoutId id="2147483683" r:id="rId37"/>
    <p:sldLayoutId id="2147483731" r:id="rId38"/>
    <p:sldLayoutId id="2147483677" r:id="rId39"/>
    <p:sldLayoutId id="2147483732" r:id="rId40"/>
    <p:sldLayoutId id="2147483679" r:id="rId41"/>
    <p:sldLayoutId id="2147483761" r:id="rId42"/>
    <p:sldLayoutId id="2147483733" r:id="rId43"/>
    <p:sldLayoutId id="2147483698" r:id="rId44"/>
    <p:sldLayoutId id="2147483734" r:id="rId45"/>
    <p:sldLayoutId id="2147483702" r:id="rId46"/>
    <p:sldLayoutId id="2147483735" r:id="rId47"/>
    <p:sldLayoutId id="2147483705" r:id="rId48"/>
    <p:sldLayoutId id="2147483736" r:id="rId49"/>
    <p:sldLayoutId id="2147483703" r:id="rId50"/>
    <p:sldLayoutId id="2147483749" r:id="rId51"/>
    <p:sldLayoutId id="2147483750" r:id="rId52"/>
    <p:sldLayoutId id="2147483737" r:id="rId53"/>
    <p:sldLayoutId id="2147483704" r:id="rId54"/>
    <p:sldLayoutId id="2147483751" r:id="rId55"/>
    <p:sldLayoutId id="2147483752" r:id="rId56"/>
    <p:sldLayoutId id="2147483706" r:id="rId57"/>
    <p:sldLayoutId id="2147483753" r:id="rId58"/>
    <p:sldLayoutId id="2147483754" r:id="rId59"/>
    <p:sldLayoutId id="2147483763" r:id="rId60"/>
    <p:sldLayoutId id="2147483699" r:id="rId61"/>
    <p:sldLayoutId id="2147483700" r:id="rId62"/>
    <p:sldLayoutId id="2147483701" r:id="rId63"/>
    <p:sldLayoutId id="2147483688" r:id="rId64"/>
    <p:sldLayoutId id="2147483766" r:id="rId65"/>
    <p:sldLayoutId id="2147483689" r:id="rId66"/>
    <p:sldLayoutId id="2147483713" r:id="rId67"/>
    <p:sldLayoutId id="2147483714" r:id="rId68"/>
    <p:sldLayoutId id="2147483723" r:id="rId69"/>
    <p:sldLayoutId id="2147483724" r:id="rId70"/>
    <p:sldLayoutId id="2147483715" r:id="rId71"/>
    <p:sldLayoutId id="2147483716" r:id="rId72"/>
    <p:sldLayoutId id="2147483760" r:id="rId73"/>
    <p:sldLayoutId id="2147483719" r:id="rId74"/>
    <p:sldLayoutId id="2147483718" r:id="rId75"/>
    <p:sldLayoutId id="2147483755" r:id="rId76"/>
    <p:sldLayoutId id="2147483756" r:id="rId77"/>
    <p:sldLayoutId id="2147483757" r:id="rId78"/>
    <p:sldLayoutId id="2147483764" r:id="rId79"/>
    <p:sldLayoutId id="2147483769" r:id="rId80"/>
    <p:sldLayoutId id="2147483771" r:id="rId81"/>
    <p:sldLayoutId id="2147483775" r:id="rId82"/>
    <p:sldLayoutId id="2147483887" r:id="rId83"/>
    <p:sldLayoutId id="2147483888" r:id="rId84"/>
    <p:sldLayoutId id="2147483848" r:id="rId85"/>
    <p:sldLayoutId id="2147483849" r:id="rId86"/>
    <p:sldLayoutId id="2147483850" r:id="rId87"/>
    <p:sldLayoutId id="2147483851" r:id="rId88"/>
    <p:sldLayoutId id="2147483852" r:id="rId89"/>
    <p:sldLayoutId id="2147483866" r:id="rId90"/>
    <p:sldLayoutId id="2147483868" r:id="rId91"/>
    <p:sldLayoutId id="2147483869" r:id="rId92"/>
  </p:sldLayoutIdLst>
  <p:hf sldNum="0" hdr="0" dt="0"/>
  <p:txStyles>
    <p:titleStyle>
      <a:lvl1pPr algn="l" defTabSz="914400" rtl="0" eaLnBrk="1" latinLnBrk="0" hangingPunct="1">
        <a:lnSpc>
          <a:spcPts val="3600"/>
        </a:lnSpc>
        <a:spcBef>
          <a:spcPct val="0"/>
        </a:spcBef>
        <a:buNone/>
        <a:defRPr sz="3600" b="0" i="0" kern="1200">
          <a:solidFill>
            <a:schemeClr val="tx2"/>
          </a:solidFill>
          <a:latin typeface="+mj-lt"/>
          <a:ea typeface="+mj-ea"/>
          <a:cs typeface="+mj-cs"/>
        </a:defRPr>
      </a:lvl1pPr>
    </p:titleStyle>
    <p:bodyStyle>
      <a:lvl1pPr marL="0" indent="0" algn="l" defTabSz="914400" rtl="0" eaLnBrk="1" latinLnBrk="0" hangingPunct="1">
        <a:lnSpc>
          <a:spcPct val="101000"/>
        </a:lnSpc>
        <a:spcBef>
          <a:spcPts val="0"/>
        </a:spcBef>
        <a:spcAft>
          <a:spcPts val="600"/>
        </a:spcAft>
        <a:buFont typeface="GT America Regular"/>
        <a:buNone/>
        <a:defRPr sz="1400" b="0" i="0" kern="1200">
          <a:solidFill>
            <a:schemeClr val="tx1"/>
          </a:solidFill>
          <a:latin typeface="+mn-lt"/>
          <a:ea typeface="GT America Regular" charset="0"/>
          <a:cs typeface="GT America Regular" charset="0"/>
        </a:defRPr>
      </a:lvl1pPr>
      <a:lvl2pPr marL="285750" indent="-285750" algn="l" defTabSz="914400" rtl="0" eaLnBrk="1" latinLnBrk="0" hangingPunct="1">
        <a:lnSpc>
          <a:spcPct val="101000"/>
        </a:lnSpc>
        <a:spcBef>
          <a:spcPts val="0"/>
        </a:spcBef>
        <a:spcAft>
          <a:spcPts val="600"/>
        </a:spcAft>
        <a:buFont typeface="GT America Regular" charset="0"/>
        <a:buChar char="→"/>
        <a:defRPr sz="1400" b="0" i="0" kern="1200">
          <a:solidFill>
            <a:schemeClr val="tx1"/>
          </a:solidFill>
          <a:latin typeface="+mn-lt"/>
          <a:ea typeface="GT America Regular"/>
          <a:cs typeface="GT America Regular"/>
        </a:defRPr>
      </a:lvl2pPr>
      <a:lvl3pPr marL="458788" indent="-171450" algn="l" defTabSz="914400" rtl="0" eaLnBrk="1" latinLnBrk="0" hangingPunct="1">
        <a:lnSpc>
          <a:spcPct val="101000"/>
        </a:lnSpc>
        <a:spcBef>
          <a:spcPts val="0"/>
        </a:spcBef>
        <a:spcAft>
          <a:spcPts val="600"/>
        </a:spcAft>
        <a:buClr>
          <a:schemeClr val="accent1"/>
        </a:buClr>
        <a:buFont typeface="GT America Regular" pitchFamily="50" charset="0"/>
        <a:buChar char="•"/>
        <a:defRPr sz="1400" b="0" i="0" kern="1200">
          <a:solidFill>
            <a:schemeClr val="tx1"/>
          </a:solidFill>
          <a:latin typeface="+mn-lt"/>
          <a:ea typeface="GT America Regular" pitchFamily="2" charset="77"/>
          <a:cs typeface="GT America Regular" pitchFamily="2" charset="77"/>
        </a:defRPr>
      </a:lvl3pPr>
      <a:lvl4pPr marL="628650" indent="-171450" algn="l" defTabSz="914400" rtl="0" eaLnBrk="1" latinLnBrk="0" hangingPunct="1">
        <a:lnSpc>
          <a:spcPct val="101000"/>
        </a:lnSpc>
        <a:spcBef>
          <a:spcPts val="0"/>
        </a:spcBef>
        <a:spcAft>
          <a:spcPts val="600"/>
        </a:spcAft>
        <a:buClrTx/>
        <a:buFont typeface="GT America Regular" pitchFamily="50" charset="0"/>
        <a:buChar char="–"/>
        <a:defRPr sz="1300" b="0" i="0" kern="1200">
          <a:solidFill>
            <a:schemeClr val="tx1"/>
          </a:solidFill>
          <a:latin typeface="+mn-lt"/>
          <a:ea typeface="GT America Regular" pitchFamily="2" charset="77"/>
          <a:cs typeface="GT America Regular" pitchFamily="2" charset="77"/>
        </a:defRPr>
      </a:lvl4pPr>
      <a:lvl5pPr marL="801688" indent="-171450" algn="l" defTabSz="914400" rtl="0" eaLnBrk="1" latinLnBrk="0" hangingPunct="1">
        <a:lnSpc>
          <a:spcPct val="101000"/>
        </a:lnSpc>
        <a:spcBef>
          <a:spcPts val="0"/>
        </a:spcBef>
        <a:spcAft>
          <a:spcPts val="600"/>
        </a:spcAft>
        <a:buClr>
          <a:schemeClr val="accent1"/>
        </a:buClr>
        <a:buFont typeface="GT America Regular" charset="0"/>
        <a:buChar char="–"/>
        <a:tabLst/>
        <a:defRPr sz="1200" b="0" i="0" kern="1200">
          <a:solidFill>
            <a:schemeClr val="tx1"/>
          </a:solidFill>
          <a:latin typeface="+mn-lt"/>
          <a:ea typeface="GT America Regular" pitchFamily="2" charset="77"/>
          <a:cs typeface="GT America Regular" pitchFamily="2" charset="77"/>
        </a:defRPr>
      </a:lvl5pPr>
      <a:lvl6pPr marL="971550" indent="-171450" algn="l" defTabSz="914400" rtl="0" eaLnBrk="1" latinLnBrk="0" hangingPunct="1">
        <a:lnSpc>
          <a:spcPct val="101000"/>
        </a:lnSpc>
        <a:spcBef>
          <a:spcPts val="0"/>
        </a:spcBef>
        <a:spcAft>
          <a:spcPts val="600"/>
        </a:spcAft>
        <a:buClrTx/>
        <a:buFont typeface="GT America Regular" pitchFamily="50" charset="0"/>
        <a:buChar char="»"/>
        <a:defRPr sz="1200" b="0" i="0" kern="1200">
          <a:solidFill>
            <a:schemeClr val="tx1"/>
          </a:solidFill>
          <a:latin typeface="+mn-lt"/>
          <a:ea typeface="GT America Regular" pitchFamily="2" charset="77"/>
          <a:cs typeface="GT America Regular" pitchFamily="2" charset="77"/>
        </a:defRPr>
      </a:lvl6pPr>
      <a:lvl7pPr marL="1144588" indent="-171450" algn="l" defTabSz="914400" rtl="0" eaLnBrk="1" latinLnBrk="0" hangingPunct="1">
        <a:lnSpc>
          <a:spcPct val="101000"/>
        </a:lnSpc>
        <a:spcBef>
          <a:spcPts val="0"/>
        </a:spcBef>
        <a:spcAft>
          <a:spcPts val="600"/>
        </a:spcAft>
        <a:buClr>
          <a:schemeClr val="accent1"/>
        </a:buClr>
        <a:buFont typeface="GT America Regular" charset="0"/>
        <a:buChar char="»"/>
        <a:defRPr sz="1100" kern="1200">
          <a:solidFill>
            <a:schemeClr val="tx1"/>
          </a:solidFill>
          <a:latin typeface="+mn-lt"/>
          <a:ea typeface="GT America Regular" pitchFamily="2" charset="77"/>
          <a:cs typeface="GT America Regular" pitchFamily="2" charset="77"/>
        </a:defRPr>
      </a:lvl7pPr>
      <a:lvl8pPr marL="1312863" indent="-171450" algn="l" defTabSz="914400" rtl="0" eaLnBrk="1" latinLnBrk="0" hangingPunct="1">
        <a:lnSpc>
          <a:spcPct val="101000"/>
        </a:lnSpc>
        <a:spcBef>
          <a:spcPts val="0"/>
        </a:spcBef>
        <a:spcAft>
          <a:spcPts val="600"/>
        </a:spcAft>
        <a:buClrTx/>
        <a:buFont typeface="GT America Regular" pitchFamily="50" charset="0"/>
        <a:buChar char="›"/>
        <a:defRPr sz="1100" kern="1200">
          <a:solidFill>
            <a:schemeClr val="tx1"/>
          </a:solidFill>
          <a:latin typeface="+mn-lt"/>
          <a:ea typeface="GT America Regular" pitchFamily="2" charset="77"/>
          <a:cs typeface="GT America Regular" pitchFamily="2" charset="77"/>
        </a:defRPr>
      </a:lvl8pPr>
      <a:lvl9pPr marL="1485900" indent="-171450" algn="l" defTabSz="914400" rtl="0" eaLnBrk="1" latinLnBrk="0" hangingPunct="1">
        <a:lnSpc>
          <a:spcPct val="101000"/>
        </a:lnSpc>
        <a:spcBef>
          <a:spcPts val="0"/>
        </a:spcBef>
        <a:spcAft>
          <a:spcPts val="600"/>
        </a:spcAft>
        <a:buClr>
          <a:schemeClr val="accent1"/>
        </a:buClr>
        <a:buFont typeface="GT America Regular" charset="0"/>
        <a:buChar char="›"/>
        <a:defRPr sz="1100" kern="1200">
          <a:solidFill>
            <a:schemeClr val="tx1"/>
          </a:solidFill>
          <a:latin typeface="+mn-lt"/>
          <a:ea typeface="GT America Regular" pitchFamily="2" charset="77"/>
          <a:cs typeface="GT America Regular" pitchFamily="2" charset="77"/>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67" orient="horz" pos="3976" userDrawn="1">
          <p15:clr>
            <a:srgbClr val="F26B43"/>
          </p15:clr>
        </p15:guide>
        <p15:guide id="68" pos="7331" userDrawn="1">
          <p15:clr>
            <a:srgbClr val="F26B43"/>
          </p15:clr>
        </p15:guide>
        <p15:guide id="69" orient="horz" pos="348" userDrawn="1">
          <p15:clr>
            <a:srgbClr val="F26B43"/>
          </p15:clr>
        </p15:guide>
        <p15:guide id="70" pos="344" userDrawn="1">
          <p15:clr>
            <a:srgbClr val="F26B43"/>
          </p15:clr>
        </p15:guide>
        <p15:guide id="71" orient="horz" pos="170" userDrawn="1">
          <p15:clr>
            <a:srgbClr val="F26B43"/>
          </p15:clr>
        </p15:guide>
        <p15:guide id="72" orient="horz" pos="439" userDrawn="1">
          <p15:clr>
            <a:srgbClr val="F26B43"/>
          </p15:clr>
        </p15:guide>
        <p15:guide id="73" orient="horz" pos="4146" userDrawn="1">
          <p15:clr>
            <a:srgbClr val="F26B43"/>
          </p15:clr>
        </p15:guide>
        <p15:guide id="74" orient="horz" pos="3885" userDrawn="1">
          <p15:clr>
            <a:srgbClr val="F26B43"/>
          </p15:clr>
        </p15:guide>
        <p15:guide id="75" orient="horz" pos="530" userDrawn="1">
          <p15:clr>
            <a:srgbClr val="F26B43"/>
          </p15:clr>
        </p15:guide>
        <p15:guide id="76" orient="horz" pos="622" userDrawn="1">
          <p15:clr>
            <a:srgbClr val="F26B43"/>
          </p15:clr>
        </p15:guide>
        <p15:guide id="77" orient="horz" pos="710" userDrawn="1">
          <p15:clr>
            <a:srgbClr val="F26B43"/>
          </p15:clr>
        </p15:guide>
        <p15:guide id="78" orient="horz" pos="802" userDrawn="1">
          <p15:clr>
            <a:srgbClr val="F26B43"/>
          </p15:clr>
        </p15:guide>
        <p15:guide id="79" orient="horz" pos="896" userDrawn="1">
          <p15:clr>
            <a:srgbClr val="F26B43"/>
          </p15:clr>
        </p15:guide>
        <p15:guide id="80" orient="horz" pos="987" userDrawn="1">
          <p15:clr>
            <a:srgbClr val="F26B43"/>
          </p15:clr>
        </p15:guide>
        <p15:guide id="81" orient="horz" pos="1071" userDrawn="1">
          <p15:clr>
            <a:srgbClr val="F26B43"/>
          </p15:clr>
        </p15:guide>
        <p15:guide id="82" orient="horz" pos="3792" userDrawn="1">
          <p15:clr>
            <a:srgbClr val="F26B43"/>
          </p15:clr>
        </p15:guide>
        <p15:guide id="83" orient="horz" pos="3696" userDrawn="1">
          <p15:clr>
            <a:srgbClr val="F26B43"/>
          </p15:clr>
        </p15:guide>
        <p15:guide id="84" orient="horz" pos="3611" userDrawn="1">
          <p15:clr>
            <a:srgbClr val="F26B43"/>
          </p15:clr>
        </p15:guide>
        <p15:guide id="85" orient="horz" pos="3519" userDrawn="1">
          <p15:clr>
            <a:srgbClr val="F26B43"/>
          </p15:clr>
        </p15:guide>
        <p15:guide id="86" orient="horz" pos="3428" userDrawn="1">
          <p15:clr>
            <a:srgbClr val="F26B43"/>
          </p15:clr>
        </p15:guide>
        <p15:guide id="87" orient="horz" pos="3334" userDrawn="1">
          <p15:clr>
            <a:srgbClr val="F26B43"/>
          </p15:clr>
        </p15:guide>
        <p15:guide id="88" orient="horz" pos="3245" userDrawn="1">
          <p15:clr>
            <a:srgbClr val="F26B43"/>
          </p15:clr>
        </p15:guide>
        <p15:guide id="89" orient="horz" pos="1165" userDrawn="1">
          <p15:clr>
            <a:srgbClr val="F26B43"/>
          </p15:clr>
        </p15:guide>
        <p15:guide id="90" orient="horz" pos="1259" userDrawn="1">
          <p15:clr>
            <a:srgbClr val="F26B43"/>
          </p15:clr>
        </p15:guide>
        <p15:guide id="91" orient="horz" pos="1352" userDrawn="1">
          <p15:clr>
            <a:srgbClr val="F26B43"/>
          </p15:clr>
        </p15:guide>
        <p15:guide id="92" orient="horz" pos="1436" userDrawn="1">
          <p15:clr>
            <a:srgbClr val="F26B43"/>
          </p15:clr>
        </p15:guide>
        <p15:guide id="93" orient="horz" pos="3152" userDrawn="1">
          <p15:clr>
            <a:srgbClr val="F26B43"/>
          </p15:clr>
        </p15:guide>
        <p15:guide id="94" orient="horz" pos="3058" userDrawn="1">
          <p15:clr>
            <a:srgbClr val="F26B43"/>
          </p15:clr>
        </p15:guide>
        <p15:guide id="95" orient="horz" pos="2964" userDrawn="1">
          <p15:clr>
            <a:srgbClr val="F26B43"/>
          </p15:clr>
        </p15:guide>
        <p15:guide id="96" orient="horz" pos="2877" userDrawn="1">
          <p15:clr>
            <a:srgbClr val="F26B43"/>
          </p15:clr>
        </p15:guide>
        <p15:guide id="97" orient="horz" pos="1528" userDrawn="1">
          <p15:clr>
            <a:srgbClr val="F26B43"/>
          </p15:clr>
        </p15:guide>
        <p15:guide id="98" orient="horz" pos="1619" userDrawn="1">
          <p15:clr>
            <a:srgbClr val="F26B43"/>
          </p15:clr>
        </p15:guide>
        <p15:guide id="99" orient="horz" pos="1710" userDrawn="1">
          <p15:clr>
            <a:srgbClr val="F26B43"/>
          </p15:clr>
        </p15:guide>
        <p15:guide id="100" orient="horz" pos="1794" userDrawn="1">
          <p15:clr>
            <a:srgbClr val="F26B43"/>
          </p15:clr>
        </p15:guide>
        <p15:guide id="101" orient="horz" pos="2784" userDrawn="1">
          <p15:clr>
            <a:srgbClr val="F26B43"/>
          </p15:clr>
        </p15:guide>
        <p15:guide id="102" orient="horz" pos="2692" userDrawn="1">
          <p15:clr>
            <a:srgbClr val="F26B43"/>
          </p15:clr>
        </p15:guide>
        <p15:guide id="103" orient="horz" pos="2598" userDrawn="1">
          <p15:clr>
            <a:srgbClr val="F26B43"/>
          </p15:clr>
        </p15:guide>
        <p15:guide id="104" orient="horz" pos="2510" userDrawn="1">
          <p15:clr>
            <a:srgbClr val="F26B43"/>
          </p15:clr>
        </p15:guide>
        <p15:guide id="105" orient="horz" pos="1896" userDrawn="1">
          <p15:clr>
            <a:srgbClr val="F26B43"/>
          </p15:clr>
        </p15:guide>
        <p15:guide id="106" orient="horz" pos="1982" userDrawn="1">
          <p15:clr>
            <a:srgbClr val="F26B43"/>
          </p15:clr>
        </p15:guide>
        <p15:guide id="107" orient="horz" pos="2076" userDrawn="1">
          <p15:clr>
            <a:srgbClr val="F26B43"/>
          </p15:clr>
        </p15:guide>
        <p15:guide id="108" orient="horz" pos="2162" userDrawn="1">
          <p15:clr>
            <a:srgbClr val="F26B43"/>
          </p15:clr>
        </p15:guide>
        <p15:guide id="109" orient="horz" pos="2418" userDrawn="1">
          <p15:clr>
            <a:srgbClr val="F26B43"/>
          </p15:clr>
        </p15:guide>
        <p15:guide id="110" orient="horz" pos="2324" userDrawn="1">
          <p15:clr>
            <a:srgbClr val="F26B43"/>
          </p15:clr>
        </p15:guide>
        <p15:guide id="111" orient="horz" pos="2238" userDrawn="1">
          <p15:clr>
            <a:srgbClr val="F26B43"/>
          </p15:clr>
        </p15:guide>
        <p15:guide id="112" pos="1104" userDrawn="1">
          <p15:clr>
            <a:srgbClr val="F26B43"/>
          </p15:clr>
        </p15:guide>
        <p15:guide id="113" pos="6570" userDrawn="1">
          <p15:clr>
            <a:srgbClr val="F26B43"/>
          </p15:clr>
        </p15:guide>
        <p15:guide id="115" pos="1234" userDrawn="1">
          <p15:clr>
            <a:srgbClr val="F26B43"/>
          </p15:clr>
        </p15:guide>
        <p15:guide id="116" pos="1994" userDrawn="1">
          <p15:clr>
            <a:srgbClr val="F26B43"/>
          </p15:clr>
        </p15:guide>
        <p15:guide id="117" pos="2121" userDrawn="1">
          <p15:clr>
            <a:srgbClr val="F26B43"/>
          </p15:clr>
        </p15:guide>
        <p15:guide id="118" pos="5679" userDrawn="1">
          <p15:clr>
            <a:srgbClr val="F26B43"/>
          </p15:clr>
        </p15:guide>
        <p15:guide id="119" pos="5552" userDrawn="1">
          <p15:clr>
            <a:srgbClr val="F26B43"/>
          </p15:clr>
        </p15:guide>
        <p15:guide id="120" pos="4788" userDrawn="1">
          <p15:clr>
            <a:srgbClr val="F26B43"/>
          </p15:clr>
        </p15:guide>
        <p15:guide id="121" pos="4660" userDrawn="1">
          <p15:clr>
            <a:srgbClr val="F26B43"/>
          </p15:clr>
        </p15:guide>
        <p15:guide id="122" pos="2882" userDrawn="1">
          <p15:clr>
            <a:srgbClr val="F26B43"/>
          </p15:clr>
        </p15:guide>
        <p15:guide id="123" pos="3012" userDrawn="1">
          <p15:clr>
            <a:srgbClr val="F26B43"/>
          </p15:clr>
        </p15:guide>
        <p15:guide id="124" pos="3774" userDrawn="1">
          <p15:clr>
            <a:srgbClr val="F26B43"/>
          </p15:clr>
        </p15:guide>
        <p15:guide id="125" pos="3902" userDrawn="1">
          <p15:clr>
            <a:srgbClr val="F26B43"/>
          </p15:clr>
        </p15:guide>
        <p15:guide id="126" pos="6444"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2390E15-2431-A873-A654-7B321106DAE2}"/>
              </a:ext>
            </a:extLst>
          </p:cNvPr>
          <p:cNvSpPr>
            <a:spLocks noGrp="1"/>
          </p:cNvSpPr>
          <p:nvPr>
            <p:ph type="title"/>
          </p:nvPr>
        </p:nvSpPr>
        <p:spPr>
          <a:xfrm>
            <a:off x="546100" y="548640"/>
            <a:ext cx="11091862" cy="438785"/>
          </a:xfrm>
          <a:prstGeom prst="rect">
            <a:avLst/>
          </a:prstGeom>
        </p:spPr>
        <p:txBody>
          <a:bodyPr vert="horz" lIns="0" tIns="0" rIns="0" bIns="0" rtlCol="0" anchor="t">
            <a:noAutofit/>
          </a:bodyPr>
          <a:lstStyle/>
          <a:p>
            <a:r>
              <a:rPr lang="en-US"/>
              <a:t>Click to edit Master title style</a:t>
            </a:r>
          </a:p>
        </p:txBody>
      </p:sp>
      <p:sp>
        <p:nvSpPr>
          <p:cNvPr id="3" name="Text Placeholder 2">
            <a:extLst>
              <a:ext uri="{FF2B5EF4-FFF2-40B4-BE49-F238E27FC236}">
                <a16:creationId xmlns:a16="http://schemas.microsoft.com/office/drawing/2014/main" id="{9A89620C-A07A-2A72-857A-735B5C91AA54}"/>
              </a:ext>
            </a:extLst>
          </p:cNvPr>
          <p:cNvSpPr>
            <a:spLocks noGrp="1"/>
          </p:cNvSpPr>
          <p:nvPr>
            <p:ph type="body" idx="1"/>
          </p:nvPr>
        </p:nvSpPr>
        <p:spPr>
          <a:xfrm>
            <a:off x="546100" y="2146300"/>
            <a:ext cx="11091862" cy="3721101"/>
          </a:xfrm>
          <a:prstGeom prst="rect">
            <a:avLst/>
          </a:prstGeom>
        </p:spPr>
        <p:txBody>
          <a:bodyPr vert="horz" lIns="0" tIns="0" rIns="0" bIns="0" rtlCol="0">
            <a:normAutofit/>
          </a:bodyPr>
          <a:lstStyle/>
          <a:p>
            <a:pPr lvl="0"/>
            <a:r>
              <a:rPr lang="en-US"/>
              <a:t>Click to edit Master text styles, first level</a:t>
            </a:r>
          </a:p>
          <a:p>
            <a:pPr lvl="1"/>
            <a:r>
              <a:rPr lang="en-US"/>
              <a:t>Second level</a:t>
            </a:r>
          </a:p>
          <a:p>
            <a:pPr lvl="2"/>
            <a:r>
              <a:rPr lang="en-US"/>
              <a:t>Third level</a:t>
            </a:r>
          </a:p>
          <a:p>
            <a:pPr lvl="3"/>
            <a:r>
              <a:rPr lang="en-US"/>
              <a:t>Fourth level</a:t>
            </a:r>
          </a:p>
          <a:p>
            <a:pPr lvl="4"/>
            <a:r>
              <a:rPr lang="en-US"/>
              <a:t>Fifth level</a:t>
            </a:r>
          </a:p>
          <a:p>
            <a:pPr lvl="5"/>
            <a:r>
              <a:rPr lang="en-US"/>
              <a:t>Sixth level</a:t>
            </a:r>
          </a:p>
          <a:p>
            <a:pPr lvl="6"/>
            <a:r>
              <a:rPr lang="en-US"/>
              <a:t>Seventh level</a:t>
            </a:r>
          </a:p>
          <a:p>
            <a:pPr lvl="7"/>
            <a:r>
              <a:rPr lang="en-US"/>
              <a:t>Eighth level</a:t>
            </a:r>
          </a:p>
          <a:p>
            <a:pPr lvl="8"/>
            <a:r>
              <a:rPr lang="en-US"/>
              <a:t>Ninth level</a:t>
            </a:r>
          </a:p>
        </p:txBody>
      </p:sp>
      <p:sp>
        <p:nvSpPr>
          <p:cNvPr id="5" name="Footer Placeholder 4">
            <a:extLst>
              <a:ext uri="{FF2B5EF4-FFF2-40B4-BE49-F238E27FC236}">
                <a16:creationId xmlns:a16="http://schemas.microsoft.com/office/drawing/2014/main" id="{9286892E-5C75-BB2B-DC86-3D98574CDC6C}"/>
              </a:ext>
            </a:extLst>
          </p:cNvPr>
          <p:cNvSpPr>
            <a:spLocks noGrp="1"/>
          </p:cNvSpPr>
          <p:nvPr>
            <p:ph type="ftr" sz="quarter" idx="3"/>
          </p:nvPr>
        </p:nvSpPr>
        <p:spPr>
          <a:xfrm>
            <a:off x="4781550" y="6311900"/>
            <a:ext cx="5448300" cy="269875"/>
          </a:xfrm>
          <a:prstGeom prst="rect">
            <a:avLst/>
          </a:prstGeom>
        </p:spPr>
        <p:txBody>
          <a:bodyPr vert="horz" lIns="0" tIns="0" rIns="0" bIns="0" rtlCol="0" anchor="b" anchorCtr="0"/>
          <a:lstStyle>
            <a:lvl1pPr algn="r">
              <a:defRPr sz="1000" b="0" i="0">
                <a:solidFill>
                  <a:schemeClr val="tx1"/>
                </a:solidFill>
                <a:latin typeface="+mn-lt"/>
                <a:ea typeface="GT America Regular" pitchFamily="2" charset="77"/>
                <a:cs typeface="GT America Regular" pitchFamily="2" charset="77"/>
              </a:defRPr>
            </a:lvl1pPr>
            <a:lvl2pPr>
              <a:defRPr sz="1000"/>
            </a:lvl2pPr>
            <a:lvl3pPr>
              <a:defRPr sz="1000"/>
            </a:lvl3pPr>
            <a:lvl4pPr marL="0" indent="0">
              <a:defRPr sz="1000"/>
            </a:lvl4pPr>
            <a:lvl5pPr marL="0" indent="0">
              <a:defRPr sz="1000"/>
            </a:lvl5pPr>
            <a:lvl6pPr marL="0" indent="0">
              <a:defRPr sz="1000"/>
            </a:lvl6pPr>
            <a:lvl7pPr marL="0" indent="0">
              <a:defRPr sz="1000"/>
            </a:lvl7pPr>
            <a:lvl8pPr marL="0" indent="0">
              <a:defRPr sz="1000"/>
            </a:lvl8pPr>
            <a:lvl9pPr marL="0" indent="0">
              <a:defRPr sz="1000"/>
            </a:lvl9pPr>
          </a:lstStyle>
          <a:p>
            <a:r>
              <a:rPr lang="en-US"/>
              <a:t>SG Product Update</a:t>
            </a:r>
          </a:p>
        </p:txBody>
      </p:sp>
      <p:sp>
        <p:nvSpPr>
          <p:cNvPr id="6" name="Slide Number Placeholder 5">
            <a:extLst>
              <a:ext uri="{FF2B5EF4-FFF2-40B4-BE49-F238E27FC236}">
                <a16:creationId xmlns:a16="http://schemas.microsoft.com/office/drawing/2014/main" id="{9396C1FA-EF28-95E6-0423-F59B26A6F1F8}"/>
              </a:ext>
            </a:extLst>
          </p:cNvPr>
          <p:cNvSpPr>
            <a:spLocks noGrp="1"/>
          </p:cNvSpPr>
          <p:nvPr>
            <p:ph type="sldNum" sz="quarter" idx="4"/>
          </p:nvPr>
        </p:nvSpPr>
        <p:spPr>
          <a:xfrm>
            <a:off x="10428288" y="6311900"/>
            <a:ext cx="1209674" cy="269875"/>
          </a:xfrm>
          <a:prstGeom prst="rect">
            <a:avLst/>
          </a:prstGeom>
        </p:spPr>
        <p:txBody>
          <a:bodyPr vert="horz" lIns="0" tIns="0" rIns="0" bIns="0" rtlCol="0" anchor="b" anchorCtr="0"/>
          <a:lstStyle>
            <a:lvl1pPr algn="r">
              <a:defRPr sz="1000" b="0" i="0">
                <a:solidFill>
                  <a:schemeClr val="tx1"/>
                </a:solidFill>
                <a:latin typeface="+mn-lt"/>
                <a:ea typeface="GT America Regular" pitchFamily="2" charset="77"/>
                <a:cs typeface="GT America Regular" pitchFamily="2" charset="77"/>
              </a:defRPr>
            </a:lvl1pPr>
            <a:lvl2pPr marL="0" indent="0" algn="r">
              <a:defRPr sz="1000"/>
            </a:lvl2pPr>
            <a:lvl3pPr marL="0" indent="0">
              <a:defRPr sz="1000"/>
            </a:lvl3pPr>
            <a:lvl4pPr marL="0">
              <a:defRPr sz="1000"/>
            </a:lvl4pPr>
            <a:lvl5pPr marL="0">
              <a:defRPr sz="1000"/>
            </a:lvl5pPr>
            <a:lvl6pPr marL="0">
              <a:defRPr sz="1000"/>
            </a:lvl6pPr>
            <a:lvl7pPr marL="0">
              <a:defRPr sz="1000"/>
            </a:lvl7pPr>
            <a:lvl8pPr marL="0">
              <a:defRPr sz="1000"/>
            </a:lvl8pPr>
            <a:lvl9pPr marL="0">
              <a:defRPr sz="1000"/>
            </a:lvl9pPr>
          </a:lstStyle>
          <a:p>
            <a:fld id="{862A5111-985B-C14D-9115-5787026182A8}" type="slidenum">
              <a:rPr lang="en-US" smtClean="0"/>
              <a:pPr/>
              <a:t>‹#›</a:t>
            </a:fld>
            <a:endParaRPr lang="en-US"/>
          </a:p>
        </p:txBody>
      </p:sp>
      <p:sp>
        <p:nvSpPr>
          <p:cNvPr id="30" name="Rectangle 29">
            <a:extLst>
              <a:ext uri="{FF2B5EF4-FFF2-40B4-BE49-F238E27FC236}">
                <a16:creationId xmlns:a16="http://schemas.microsoft.com/office/drawing/2014/main" id="{EE698C20-1EF2-021A-C047-3C184486E6D3}"/>
              </a:ext>
            </a:extLst>
          </p:cNvPr>
          <p:cNvSpPr/>
          <p:nvPr userDrawn="1"/>
        </p:nvSpPr>
        <p:spPr>
          <a:xfrm>
            <a:off x="-5621" y="-677332"/>
            <a:ext cx="2029968" cy="505882"/>
          </a:xfrm>
          <a:prstGeom prst="rect">
            <a:avLst/>
          </a:prstGeom>
          <a:solidFill>
            <a:srgbClr val="D9017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a:solidFill>
                  <a:srgbClr val="FEFEFE"/>
                </a:solidFill>
              </a:rPr>
              <a:t>16 x 9 Dynamic Slice 1</a:t>
            </a:r>
          </a:p>
          <a:p>
            <a:pPr algn="ctr"/>
            <a:r>
              <a:rPr lang="en-US" sz="1100">
                <a:solidFill>
                  <a:srgbClr val="FEFEFE"/>
                </a:solidFill>
                <a:sym typeface="Wingdings" pitchFamily="2" charset="2"/>
              </a:rPr>
              <a:t> 2.22” </a:t>
            </a:r>
            <a:r>
              <a:rPr lang="en-US" sz="1100">
                <a:solidFill>
                  <a:srgbClr val="FEFEFE"/>
                </a:solidFill>
              </a:rPr>
              <a:t> </a:t>
            </a:r>
          </a:p>
        </p:txBody>
      </p:sp>
      <p:sp>
        <p:nvSpPr>
          <p:cNvPr id="31" name="Rectangle 30">
            <a:extLst>
              <a:ext uri="{FF2B5EF4-FFF2-40B4-BE49-F238E27FC236}">
                <a16:creationId xmlns:a16="http://schemas.microsoft.com/office/drawing/2014/main" id="{D4498F90-57D8-5DF6-643F-2780CF5A00F6}"/>
              </a:ext>
            </a:extLst>
          </p:cNvPr>
          <p:cNvSpPr/>
          <p:nvPr userDrawn="1"/>
        </p:nvSpPr>
        <p:spPr>
          <a:xfrm>
            <a:off x="2024347" y="-677332"/>
            <a:ext cx="2029968" cy="505882"/>
          </a:xfrm>
          <a:prstGeom prst="rect">
            <a:avLst/>
          </a:prstGeom>
          <a:solidFill>
            <a:srgbClr val="FDE5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a:solidFill>
                  <a:srgbClr val="010101"/>
                </a:solidFill>
              </a:rPr>
              <a:t>16 x 9 Dynamic Slice 2</a:t>
            </a:r>
          </a:p>
          <a:p>
            <a:pPr algn="ctr"/>
            <a:r>
              <a:rPr lang="en-US" sz="1100">
                <a:solidFill>
                  <a:srgbClr val="010101"/>
                </a:solidFill>
                <a:sym typeface="Wingdings" pitchFamily="2" charset="2"/>
              </a:rPr>
              <a:t> 2.22” </a:t>
            </a:r>
            <a:r>
              <a:rPr lang="en-US" sz="1100">
                <a:solidFill>
                  <a:srgbClr val="010101"/>
                </a:solidFill>
              </a:rPr>
              <a:t> </a:t>
            </a:r>
          </a:p>
        </p:txBody>
      </p:sp>
      <p:sp>
        <p:nvSpPr>
          <p:cNvPr id="32" name="Rectangle 31">
            <a:extLst>
              <a:ext uri="{FF2B5EF4-FFF2-40B4-BE49-F238E27FC236}">
                <a16:creationId xmlns:a16="http://schemas.microsoft.com/office/drawing/2014/main" id="{0C6DBCC9-9137-4AFC-1374-03234E7610EC}"/>
              </a:ext>
            </a:extLst>
          </p:cNvPr>
          <p:cNvSpPr/>
          <p:nvPr userDrawn="1"/>
        </p:nvSpPr>
        <p:spPr>
          <a:xfrm>
            <a:off x="4054314" y="-677332"/>
            <a:ext cx="2041685" cy="505882"/>
          </a:xfrm>
          <a:prstGeom prst="rect">
            <a:avLst/>
          </a:prstGeom>
          <a:solidFill>
            <a:srgbClr val="D9017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a:solidFill>
                  <a:srgbClr val="FEFEFE"/>
                </a:solidFill>
              </a:rPr>
              <a:t>16 x 9 Dynamic Slice 3</a:t>
            </a:r>
          </a:p>
          <a:p>
            <a:pPr algn="ctr"/>
            <a:r>
              <a:rPr lang="en-US" sz="1100">
                <a:solidFill>
                  <a:srgbClr val="FEFEFE"/>
                </a:solidFill>
                <a:sym typeface="Wingdings" pitchFamily="2" charset="2"/>
              </a:rPr>
              <a:t> 2.22” </a:t>
            </a:r>
            <a:r>
              <a:rPr lang="en-US" sz="1100">
                <a:solidFill>
                  <a:srgbClr val="FEFEFE"/>
                </a:solidFill>
              </a:rPr>
              <a:t> </a:t>
            </a:r>
          </a:p>
        </p:txBody>
      </p:sp>
      <p:sp>
        <p:nvSpPr>
          <p:cNvPr id="33" name="Rectangle 32">
            <a:extLst>
              <a:ext uri="{FF2B5EF4-FFF2-40B4-BE49-F238E27FC236}">
                <a16:creationId xmlns:a16="http://schemas.microsoft.com/office/drawing/2014/main" id="{D47ACDAE-6334-08F3-3BB3-62F0E7733AA8}"/>
              </a:ext>
            </a:extLst>
          </p:cNvPr>
          <p:cNvSpPr/>
          <p:nvPr userDrawn="1"/>
        </p:nvSpPr>
        <p:spPr>
          <a:xfrm>
            <a:off x="6096000" y="-677332"/>
            <a:ext cx="2028825" cy="505882"/>
          </a:xfrm>
          <a:prstGeom prst="rect">
            <a:avLst/>
          </a:prstGeom>
          <a:solidFill>
            <a:srgbClr val="FDE5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a:solidFill>
                  <a:srgbClr val="010101"/>
                </a:solidFill>
              </a:rPr>
              <a:t>16 x 9 Dynamic Slice 4</a:t>
            </a:r>
          </a:p>
          <a:p>
            <a:pPr algn="ctr"/>
            <a:r>
              <a:rPr lang="en-US" sz="1100">
                <a:solidFill>
                  <a:srgbClr val="010101"/>
                </a:solidFill>
                <a:sym typeface="Wingdings" pitchFamily="2" charset="2"/>
              </a:rPr>
              <a:t> 2.22” </a:t>
            </a:r>
            <a:r>
              <a:rPr lang="en-US" sz="1100">
                <a:solidFill>
                  <a:srgbClr val="010101"/>
                </a:solidFill>
              </a:rPr>
              <a:t> </a:t>
            </a:r>
          </a:p>
        </p:txBody>
      </p:sp>
      <p:sp>
        <p:nvSpPr>
          <p:cNvPr id="34" name="Rectangle 33">
            <a:extLst>
              <a:ext uri="{FF2B5EF4-FFF2-40B4-BE49-F238E27FC236}">
                <a16:creationId xmlns:a16="http://schemas.microsoft.com/office/drawing/2014/main" id="{79309483-13B1-0215-9578-4B2CB0F670F5}"/>
              </a:ext>
            </a:extLst>
          </p:cNvPr>
          <p:cNvSpPr/>
          <p:nvPr userDrawn="1"/>
        </p:nvSpPr>
        <p:spPr>
          <a:xfrm>
            <a:off x="8124825" y="-677332"/>
            <a:ext cx="2028825" cy="505882"/>
          </a:xfrm>
          <a:prstGeom prst="rect">
            <a:avLst/>
          </a:prstGeom>
          <a:solidFill>
            <a:srgbClr val="D9017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a:solidFill>
                  <a:srgbClr val="FEFEFE"/>
                </a:solidFill>
              </a:rPr>
              <a:t>16 x 9 Dynamic Slice 5</a:t>
            </a:r>
          </a:p>
          <a:p>
            <a:pPr algn="ctr"/>
            <a:r>
              <a:rPr lang="en-US" sz="1100">
                <a:solidFill>
                  <a:srgbClr val="FEFEFE"/>
                </a:solidFill>
                <a:sym typeface="Wingdings" pitchFamily="2" charset="2"/>
              </a:rPr>
              <a:t> 2.22” </a:t>
            </a:r>
            <a:r>
              <a:rPr lang="en-US" sz="1100">
                <a:solidFill>
                  <a:srgbClr val="FEFEFE"/>
                </a:solidFill>
              </a:rPr>
              <a:t> </a:t>
            </a:r>
          </a:p>
        </p:txBody>
      </p:sp>
      <p:sp>
        <p:nvSpPr>
          <p:cNvPr id="35" name="Rectangle 34">
            <a:extLst>
              <a:ext uri="{FF2B5EF4-FFF2-40B4-BE49-F238E27FC236}">
                <a16:creationId xmlns:a16="http://schemas.microsoft.com/office/drawing/2014/main" id="{C9133D84-F584-8DF6-DF99-C42E896233FB}"/>
              </a:ext>
            </a:extLst>
          </p:cNvPr>
          <p:cNvSpPr/>
          <p:nvPr userDrawn="1"/>
        </p:nvSpPr>
        <p:spPr>
          <a:xfrm>
            <a:off x="10153650" y="-677332"/>
            <a:ext cx="2038349" cy="505882"/>
          </a:xfrm>
          <a:prstGeom prst="rect">
            <a:avLst/>
          </a:prstGeom>
          <a:solidFill>
            <a:srgbClr val="FDE5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a:solidFill>
                  <a:srgbClr val="010101"/>
                </a:solidFill>
              </a:rPr>
              <a:t>16 x 9 Dynamic Slice 6</a:t>
            </a:r>
          </a:p>
          <a:p>
            <a:pPr algn="ctr"/>
            <a:r>
              <a:rPr lang="en-US" sz="1100">
                <a:solidFill>
                  <a:srgbClr val="010101"/>
                </a:solidFill>
                <a:sym typeface="Wingdings" pitchFamily="2" charset="2"/>
              </a:rPr>
              <a:t> 2.22” </a:t>
            </a:r>
            <a:r>
              <a:rPr lang="en-US" sz="1100">
                <a:solidFill>
                  <a:srgbClr val="010101"/>
                </a:solidFill>
              </a:rPr>
              <a:t> </a:t>
            </a:r>
          </a:p>
        </p:txBody>
      </p:sp>
      <p:sp>
        <p:nvSpPr>
          <p:cNvPr id="4" name="Date Placeholder 3">
            <a:extLst>
              <a:ext uri="{FF2B5EF4-FFF2-40B4-BE49-F238E27FC236}">
                <a16:creationId xmlns:a16="http://schemas.microsoft.com/office/drawing/2014/main" id="{B74C9D9E-F1D3-BF13-32B3-2BDFE3E4F7BC}"/>
              </a:ext>
            </a:extLst>
          </p:cNvPr>
          <p:cNvSpPr>
            <a:spLocks noGrp="1"/>
          </p:cNvSpPr>
          <p:nvPr>
            <p:ph type="dt" sz="half" idx="2"/>
          </p:nvPr>
        </p:nvSpPr>
        <p:spPr>
          <a:xfrm>
            <a:off x="546100" y="6332764"/>
            <a:ext cx="2619375" cy="249011"/>
          </a:xfrm>
          <a:prstGeom prst="rect">
            <a:avLst/>
          </a:prstGeom>
        </p:spPr>
        <p:txBody>
          <a:bodyPr vert="horz" lIns="0" tIns="0" rIns="0" bIns="0" rtlCol="0" anchor="b" anchorCtr="0"/>
          <a:lstStyle>
            <a:lvl1pPr algn="r">
              <a:defRPr sz="1000">
                <a:solidFill>
                  <a:schemeClr val="tx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Tree>
    <p:extLst>
      <p:ext uri="{BB962C8B-B14F-4D97-AF65-F5344CB8AC3E}">
        <p14:creationId xmlns:p14="http://schemas.microsoft.com/office/powerpoint/2010/main" val="4096037462"/>
      </p:ext>
    </p:extLst>
  </p:cSld>
  <p:clrMap bg1="lt1" tx1="dk1" bg2="lt2" tx2="dk2" accent1="accent1" accent2="accent2" accent3="accent3" accent4="accent4" accent5="accent5" accent6="accent6" hlink="hlink" folHlink="folHlink"/>
  <p:sldLayoutIdLst>
    <p:sldLayoutId id="2147483890" r:id="rId1"/>
    <p:sldLayoutId id="2147483891" r:id="rId2"/>
    <p:sldLayoutId id="2147483892" r:id="rId3"/>
    <p:sldLayoutId id="2147483893" r:id="rId4"/>
    <p:sldLayoutId id="2147483894" r:id="rId5"/>
    <p:sldLayoutId id="2147483895" r:id="rId6"/>
    <p:sldLayoutId id="2147483896" r:id="rId7"/>
    <p:sldLayoutId id="2147483897" r:id="rId8"/>
    <p:sldLayoutId id="2147483898" r:id="rId9"/>
    <p:sldLayoutId id="2147483899" r:id="rId10"/>
    <p:sldLayoutId id="2147483900" r:id="rId11"/>
    <p:sldLayoutId id="2147483901" r:id="rId12"/>
    <p:sldLayoutId id="2147483902" r:id="rId13"/>
    <p:sldLayoutId id="2147483903" r:id="rId14"/>
    <p:sldLayoutId id="2147483904" r:id="rId15"/>
    <p:sldLayoutId id="2147483905" r:id="rId16"/>
    <p:sldLayoutId id="2147483906" r:id="rId17"/>
    <p:sldLayoutId id="2147483907" r:id="rId18"/>
    <p:sldLayoutId id="2147483908" r:id="rId19"/>
    <p:sldLayoutId id="2147483909" r:id="rId20"/>
    <p:sldLayoutId id="2147483910" r:id="rId21"/>
    <p:sldLayoutId id="2147483911" r:id="rId22"/>
    <p:sldLayoutId id="2147483912" r:id="rId23"/>
    <p:sldLayoutId id="2147483913" r:id="rId24"/>
    <p:sldLayoutId id="2147483914" r:id="rId25"/>
    <p:sldLayoutId id="2147483915" r:id="rId26"/>
    <p:sldLayoutId id="2147483916" r:id="rId27"/>
    <p:sldLayoutId id="2147483917" r:id="rId28"/>
    <p:sldLayoutId id="2147483918" r:id="rId29"/>
    <p:sldLayoutId id="2147483919" r:id="rId30"/>
    <p:sldLayoutId id="2147483920" r:id="rId31"/>
    <p:sldLayoutId id="2147483921" r:id="rId32"/>
    <p:sldLayoutId id="2147483922" r:id="rId33"/>
    <p:sldLayoutId id="2147483923" r:id="rId34"/>
    <p:sldLayoutId id="2147483924" r:id="rId35"/>
    <p:sldLayoutId id="2147483925" r:id="rId36"/>
    <p:sldLayoutId id="2147483926" r:id="rId37"/>
    <p:sldLayoutId id="2147483927" r:id="rId38"/>
    <p:sldLayoutId id="2147483928" r:id="rId39"/>
    <p:sldLayoutId id="2147483929" r:id="rId40"/>
    <p:sldLayoutId id="2147483930" r:id="rId41"/>
    <p:sldLayoutId id="2147483931" r:id="rId42"/>
    <p:sldLayoutId id="2147483932" r:id="rId43"/>
    <p:sldLayoutId id="2147483933" r:id="rId44"/>
    <p:sldLayoutId id="2147483934" r:id="rId45"/>
    <p:sldLayoutId id="2147483935" r:id="rId46"/>
    <p:sldLayoutId id="2147483936" r:id="rId47"/>
    <p:sldLayoutId id="2147483937" r:id="rId48"/>
    <p:sldLayoutId id="2147483938" r:id="rId49"/>
    <p:sldLayoutId id="2147483939" r:id="rId50"/>
    <p:sldLayoutId id="2147483940" r:id="rId51"/>
    <p:sldLayoutId id="2147483941" r:id="rId52"/>
    <p:sldLayoutId id="2147483942" r:id="rId53"/>
    <p:sldLayoutId id="2147483943" r:id="rId54"/>
    <p:sldLayoutId id="2147483944" r:id="rId55"/>
    <p:sldLayoutId id="2147483945" r:id="rId56"/>
    <p:sldLayoutId id="2147483946" r:id="rId57"/>
    <p:sldLayoutId id="2147483947" r:id="rId58"/>
    <p:sldLayoutId id="2147483948" r:id="rId59"/>
    <p:sldLayoutId id="2147483949" r:id="rId60"/>
    <p:sldLayoutId id="2147483950" r:id="rId61"/>
    <p:sldLayoutId id="2147483951" r:id="rId62"/>
    <p:sldLayoutId id="2147483952" r:id="rId63"/>
    <p:sldLayoutId id="2147483953" r:id="rId64"/>
    <p:sldLayoutId id="2147483954" r:id="rId65"/>
    <p:sldLayoutId id="2147483955" r:id="rId66"/>
    <p:sldLayoutId id="2147483956" r:id="rId67"/>
    <p:sldLayoutId id="2147483957" r:id="rId68"/>
    <p:sldLayoutId id="2147483958" r:id="rId69"/>
    <p:sldLayoutId id="2147483959" r:id="rId70"/>
    <p:sldLayoutId id="2147483960" r:id="rId71"/>
    <p:sldLayoutId id="2147483961" r:id="rId72"/>
    <p:sldLayoutId id="2147483962" r:id="rId73"/>
    <p:sldLayoutId id="2147483963" r:id="rId74"/>
    <p:sldLayoutId id="2147483964" r:id="rId75"/>
    <p:sldLayoutId id="2147483965" r:id="rId76"/>
    <p:sldLayoutId id="2147483966" r:id="rId77"/>
    <p:sldLayoutId id="2147483967" r:id="rId78"/>
    <p:sldLayoutId id="2147483968" r:id="rId79"/>
    <p:sldLayoutId id="2147483969" r:id="rId80"/>
    <p:sldLayoutId id="2147483970" r:id="rId81"/>
    <p:sldLayoutId id="2147483971" r:id="rId82"/>
    <p:sldLayoutId id="2147483972" r:id="rId83"/>
  </p:sldLayoutIdLst>
  <p:hf hdr="0" dt="0"/>
  <p:txStyles>
    <p:titleStyle>
      <a:lvl1pPr algn="l" defTabSz="914400" rtl="0" eaLnBrk="1" latinLnBrk="0" hangingPunct="1">
        <a:lnSpc>
          <a:spcPts val="3600"/>
        </a:lnSpc>
        <a:spcBef>
          <a:spcPct val="0"/>
        </a:spcBef>
        <a:buNone/>
        <a:defRPr sz="3600" b="0" i="0" kern="1200">
          <a:solidFill>
            <a:schemeClr val="tx2"/>
          </a:solidFill>
          <a:latin typeface="+mj-lt"/>
          <a:ea typeface="+mj-ea"/>
          <a:cs typeface="+mj-cs"/>
        </a:defRPr>
      </a:lvl1pPr>
    </p:titleStyle>
    <p:bodyStyle>
      <a:lvl1pPr marL="0" indent="0" algn="l" defTabSz="914400" rtl="0" eaLnBrk="1" latinLnBrk="0" hangingPunct="1">
        <a:lnSpc>
          <a:spcPct val="101000"/>
        </a:lnSpc>
        <a:spcBef>
          <a:spcPts val="0"/>
        </a:spcBef>
        <a:spcAft>
          <a:spcPts val="600"/>
        </a:spcAft>
        <a:buFont typeface="GT America Regular"/>
        <a:buNone/>
        <a:defRPr sz="1400" b="0" i="0" kern="1200">
          <a:solidFill>
            <a:schemeClr val="tx1"/>
          </a:solidFill>
          <a:latin typeface="+mn-lt"/>
          <a:ea typeface="GT America Regular" charset="0"/>
          <a:cs typeface="GT America Regular" charset="0"/>
        </a:defRPr>
      </a:lvl1pPr>
      <a:lvl2pPr marL="285750" indent="-285750" algn="l" defTabSz="914400" rtl="0" eaLnBrk="1" latinLnBrk="0" hangingPunct="1">
        <a:lnSpc>
          <a:spcPct val="101000"/>
        </a:lnSpc>
        <a:spcBef>
          <a:spcPts val="0"/>
        </a:spcBef>
        <a:spcAft>
          <a:spcPts val="600"/>
        </a:spcAft>
        <a:buFont typeface="GT America Regular" charset="0"/>
        <a:buChar char="→"/>
        <a:defRPr sz="1400" b="0" i="0" kern="1200">
          <a:solidFill>
            <a:schemeClr val="tx1"/>
          </a:solidFill>
          <a:latin typeface="+mn-lt"/>
          <a:ea typeface="GT America Regular"/>
          <a:cs typeface="GT America Regular"/>
        </a:defRPr>
      </a:lvl2pPr>
      <a:lvl3pPr marL="458788" indent="-171450" algn="l" defTabSz="914400" rtl="0" eaLnBrk="1" latinLnBrk="0" hangingPunct="1">
        <a:lnSpc>
          <a:spcPct val="101000"/>
        </a:lnSpc>
        <a:spcBef>
          <a:spcPts val="0"/>
        </a:spcBef>
        <a:spcAft>
          <a:spcPts val="600"/>
        </a:spcAft>
        <a:buClr>
          <a:schemeClr val="accent1"/>
        </a:buClr>
        <a:buFont typeface="GT America Regular" pitchFamily="50" charset="0"/>
        <a:buChar char="•"/>
        <a:defRPr sz="1400" b="0" i="0" kern="1200">
          <a:solidFill>
            <a:schemeClr val="tx1"/>
          </a:solidFill>
          <a:latin typeface="+mn-lt"/>
          <a:ea typeface="GT America Regular" pitchFamily="2" charset="77"/>
          <a:cs typeface="GT America Regular" pitchFamily="2" charset="77"/>
        </a:defRPr>
      </a:lvl3pPr>
      <a:lvl4pPr marL="628650" indent="-171450" algn="l" defTabSz="914400" rtl="0" eaLnBrk="1" latinLnBrk="0" hangingPunct="1">
        <a:lnSpc>
          <a:spcPct val="101000"/>
        </a:lnSpc>
        <a:spcBef>
          <a:spcPts val="0"/>
        </a:spcBef>
        <a:spcAft>
          <a:spcPts val="600"/>
        </a:spcAft>
        <a:buClrTx/>
        <a:buFont typeface="GT America Regular" pitchFamily="50" charset="0"/>
        <a:buChar char="–"/>
        <a:defRPr sz="1300" b="0" i="0" kern="1200">
          <a:solidFill>
            <a:schemeClr val="tx1"/>
          </a:solidFill>
          <a:latin typeface="+mn-lt"/>
          <a:ea typeface="GT America Regular" pitchFamily="2" charset="77"/>
          <a:cs typeface="GT America Regular" pitchFamily="2" charset="77"/>
        </a:defRPr>
      </a:lvl4pPr>
      <a:lvl5pPr marL="801688" indent="-171450" algn="l" defTabSz="914400" rtl="0" eaLnBrk="1" latinLnBrk="0" hangingPunct="1">
        <a:lnSpc>
          <a:spcPct val="101000"/>
        </a:lnSpc>
        <a:spcBef>
          <a:spcPts val="0"/>
        </a:spcBef>
        <a:spcAft>
          <a:spcPts val="600"/>
        </a:spcAft>
        <a:buClr>
          <a:schemeClr val="accent1"/>
        </a:buClr>
        <a:buFont typeface="GT America Regular" charset="0"/>
        <a:buChar char="–"/>
        <a:tabLst/>
        <a:defRPr sz="1200" b="0" i="0" kern="1200">
          <a:solidFill>
            <a:schemeClr val="tx1"/>
          </a:solidFill>
          <a:latin typeface="+mn-lt"/>
          <a:ea typeface="GT America Regular" pitchFamily="2" charset="77"/>
          <a:cs typeface="GT America Regular" pitchFamily="2" charset="77"/>
        </a:defRPr>
      </a:lvl5pPr>
      <a:lvl6pPr marL="971550" indent="-171450" algn="l" defTabSz="914400" rtl="0" eaLnBrk="1" latinLnBrk="0" hangingPunct="1">
        <a:lnSpc>
          <a:spcPct val="101000"/>
        </a:lnSpc>
        <a:spcBef>
          <a:spcPts val="0"/>
        </a:spcBef>
        <a:spcAft>
          <a:spcPts val="600"/>
        </a:spcAft>
        <a:buClrTx/>
        <a:buFont typeface="GT America Regular" pitchFamily="50" charset="0"/>
        <a:buChar char="»"/>
        <a:defRPr sz="1200" b="0" i="0" kern="1200">
          <a:solidFill>
            <a:schemeClr val="tx1"/>
          </a:solidFill>
          <a:latin typeface="+mn-lt"/>
          <a:ea typeface="GT America Regular" pitchFamily="2" charset="77"/>
          <a:cs typeface="GT America Regular" pitchFamily="2" charset="77"/>
        </a:defRPr>
      </a:lvl6pPr>
      <a:lvl7pPr marL="1144588" indent="-171450" algn="l" defTabSz="914400" rtl="0" eaLnBrk="1" latinLnBrk="0" hangingPunct="1">
        <a:lnSpc>
          <a:spcPct val="101000"/>
        </a:lnSpc>
        <a:spcBef>
          <a:spcPts val="0"/>
        </a:spcBef>
        <a:spcAft>
          <a:spcPts val="600"/>
        </a:spcAft>
        <a:buClr>
          <a:schemeClr val="accent1"/>
        </a:buClr>
        <a:buFont typeface="GT America Regular" charset="0"/>
        <a:buChar char="»"/>
        <a:defRPr sz="1100" kern="1200">
          <a:solidFill>
            <a:schemeClr val="tx1"/>
          </a:solidFill>
          <a:latin typeface="+mn-lt"/>
          <a:ea typeface="GT America Regular" pitchFamily="2" charset="77"/>
          <a:cs typeface="GT America Regular" pitchFamily="2" charset="77"/>
        </a:defRPr>
      </a:lvl7pPr>
      <a:lvl8pPr marL="1312863" indent="-171450" algn="l" defTabSz="914400" rtl="0" eaLnBrk="1" latinLnBrk="0" hangingPunct="1">
        <a:lnSpc>
          <a:spcPct val="101000"/>
        </a:lnSpc>
        <a:spcBef>
          <a:spcPts val="0"/>
        </a:spcBef>
        <a:spcAft>
          <a:spcPts val="600"/>
        </a:spcAft>
        <a:buClrTx/>
        <a:buFont typeface="GT America Regular" pitchFamily="50" charset="0"/>
        <a:buChar char="›"/>
        <a:defRPr sz="1100" kern="1200">
          <a:solidFill>
            <a:schemeClr val="tx1"/>
          </a:solidFill>
          <a:latin typeface="+mn-lt"/>
          <a:ea typeface="GT America Regular" pitchFamily="2" charset="77"/>
          <a:cs typeface="GT America Regular" pitchFamily="2" charset="77"/>
        </a:defRPr>
      </a:lvl8pPr>
      <a:lvl9pPr marL="1485900" indent="-171450" algn="l" defTabSz="914400" rtl="0" eaLnBrk="1" latinLnBrk="0" hangingPunct="1">
        <a:lnSpc>
          <a:spcPct val="101000"/>
        </a:lnSpc>
        <a:spcBef>
          <a:spcPts val="0"/>
        </a:spcBef>
        <a:spcAft>
          <a:spcPts val="600"/>
        </a:spcAft>
        <a:buClr>
          <a:schemeClr val="accent1"/>
        </a:buClr>
        <a:buFont typeface="GT America Regular" charset="0"/>
        <a:buChar char="›"/>
        <a:defRPr sz="1100" kern="1200">
          <a:solidFill>
            <a:schemeClr val="tx1"/>
          </a:solidFill>
          <a:latin typeface="+mn-lt"/>
          <a:ea typeface="GT America Regular" pitchFamily="2" charset="77"/>
          <a:cs typeface="GT America Regular" pitchFamily="2" charset="77"/>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67" orient="horz" pos="3976">
          <p15:clr>
            <a:srgbClr val="F26B43"/>
          </p15:clr>
        </p15:guide>
        <p15:guide id="68" pos="7331">
          <p15:clr>
            <a:srgbClr val="F26B43"/>
          </p15:clr>
        </p15:guide>
        <p15:guide id="69" orient="horz" pos="348">
          <p15:clr>
            <a:srgbClr val="F26B43"/>
          </p15:clr>
        </p15:guide>
        <p15:guide id="70" pos="344">
          <p15:clr>
            <a:srgbClr val="F26B43"/>
          </p15:clr>
        </p15:guide>
        <p15:guide id="71" orient="horz" pos="170">
          <p15:clr>
            <a:srgbClr val="F26B43"/>
          </p15:clr>
        </p15:guide>
        <p15:guide id="72" orient="horz" pos="439">
          <p15:clr>
            <a:srgbClr val="F26B43"/>
          </p15:clr>
        </p15:guide>
        <p15:guide id="73" orient="horz" pos="4146">
          <p15:clr>
            <a:srgbClr val="F26B43"/>
          </p15:clr>
        </p15:guide>
        <p15:guide id="74" orient="horz" pos="3885">
          <p15:clr>
            <a:srgbClr val="F26B43"/>
          </p15:clr>
        </p15:guide>
        <p15:guide id="75" orient="horz" pos="530">
          <p15:clr>
            <a:srgbClr val="F26B43"/>
          </p15:clr>
        </p15:guide>
        <p15:guide id="76" orient="horz" pos="622">
          <p15:clr>
            <a:srgbClr val="F26B43"/>
          </p15:clr>
        </p15:guide>
        <p15:guide id="77" orient="horz" pos="710">
          <p15:clr>
            <a:srgbClr val="F26B43"/>
          </p15:clr>
        </p15:guide>
        <p15:guide id="78" orient="horz" pos="802">
          <p15:clr>
            <a:srgbClr val="F26B43"/>
          </p15:clr>
        </p15:guide>
        <p15:guide id="79" orient="horz" pos="896">
          <p15:clr>
            <a:srgbClr val="F26B43"/>
          </p15:clr>
        </p15:guide>
        <p15:guide id="80" orient="horz" pos="987">
          <p15:clr>
            <a:srgbClr val="F26B43"/>
          </p15:clr>
        </p15:guide>
        <p15:guide id="81" orient="horz" pos="1071">
          <p15:clr>
            <a:srgbClr val="F26B43"/>
          </p15:clr>
        </p15:guide>
        <p15:guide id="82" orient="horz" pos="3792">
          <p15:clr>
            <a:srgbClr val="F26B43"/>
          </p15:clr>
        </p15:guide>
        <p15:guide id="83" orient="horz" pos="3696">
          <p15:clr>
            <a:srgbClr val="F26B43"/>
          </p15:clr>
        </p15:guide>
        <p15:guide id="84" orient="horz" pos="3611">
          <p15:clr>
            <a:srgbClr val="F26B43"/>
          </p15:clr>
        </p15:guide>
        <p15:guide id="85" orient="horz" pos="3519">
          <p15:clr>
            <a:srgbClr val="F26B43"/>
          </p15:clr>
        </p15:guide>
        <p15:guide id="86" orient="horz" pos="3428">
          <p15:clr>
            <a:srgbClr val="F26B43"/>
          </p15:clr>
        </p15:guide>
        <p15:guide id="87" orient="horz" pos="3334">
          <p15:clr>
            <a:srgbClr val="F26B43"/>
          </p15:clr>
        </p15:guide>
        <p15:guide id="88" orient="horz" pos="3245">
          <p15:clr>
            <a:srgbClr val="F26B43"/>
          </p15:clr>
        </p15:guide>
        <p15:guide id="89" orient="horz" pos="1165">
          <p15:clr>
            <a:srgbClr val="F26B43"/>
          </p15:clr>
        </p15:guide>
        <p15:guide id="90" orient="horz" pos="1259">
          <p15:clr>
            <a:srgbClr val="F26B43"/>
          </p15:clr>
        </p15:guide>
        <p15:guide id="91" orient="horz" pos="1352">
          <p15:clr>
            <a:srgbClr val="F26B43"/>
          </p15:clr>
        </p15:guide>
        <p15:guide id="92" orient="horz" pos="1436">
          <p15:clr>
            <a:srgbClr val="F26B43"/>
          </p15:clr>
        </p15:guide>
        <p15:guide id="93" orient="horz" pos="3152">
          <p15:clr>
            <a:srgbClr val="F26B43"/>
          </p15:clr>
        </p15:guide>
        <p15:guide id="94" orient="horz" pos="3058">
          <p15:clr>
            <a:srgbClr val="F26B43"/>
          </p15:clr>
        </p15:guide>
        <p15:guide id="95" orient="horz" pos="2964">
          <p15:clr>
            <a:srgbClr val="F26B43"/>
          </p15:clr>
        </p15:guide>
        <p15:guide id="96" orient="horz" pos="2877">
          <p15:clr>
            <a:srgbClr val="F26B43"/>
          </p15:clr>
        </p15:guide>
        <p15:guide id="97" orient="horz" pos="1528">
          <p15:clr>
            <a:srgbClr val="F26B43"/>
          </p15:clr>
        </p15:guide>
        <p15:guide id="98" orient="horz" pos="1619">
          <p15:clr>
            <a:srgbClr val="F26B43"/>
          </p15:clr>
        </p15:guide>
        <p15:guide id="99" orient="horz" pos="1710">
          <p15:clr>
            <a:srgbClr val="F26B43"/>
          </p15:clr>
        </p15:guide>
        <p15:guide id="100" orient="horz" pos="1794">
          <p15:clr>
            <a:srgbClr val="F26B43"/>
          </p15:clr>
        </p15:guide>
        <p15:guide id="101" orient="horz" pos="2784">
          <p15:clr>
            <a:srgbClr val="F26B43"/>
          </p15:clr>
        </p15:guide>
        <p15:guide id="102" orient="horz" pos="2692">
          <p15:clr>
            <a:srgbClr val="F26B43"/>
          </p15:clr>
        </p15:guide>
        <p15:guide id="103" orient="horz" pos="2598">
          <p15:clr>
            <a:srgbClr val="F26B43"/>
          </p15:clr>
        </p15:guide>
        <p15:guide id="104" orient="horz" pos="2510">
          <p15:clr>
            <a:srgbClr val="F26B43"/>
          </p15:clr>
        </p15:guide>
        <p15:guide id="105" orient="horz" pos="1896">
          <p15:clr>
            <a:srgbClr val="F26B43"/>
          </p15:clr>
        </p15:guide>
        <p15:guide id="106" orient="horz" pos="1982">
          <p15:clr>
            <a:srgbClr val="F26B43"/>
          </p15:clr>
        </p15:guide>
        <p15:guide id="107" orient="horz" pos="2076">
          <p15:clr>
            <a:srgbClr val="F26B43"/>
          </p15:clr>
        </p15:guide>
        <p15:guide id="108" orient="horz" pos="2162">
          <p15:clr>
            <a:srgbClr val="F26B43"/>
          </p15:clr>
        </p15:guide>
        <p15:guide id="109" orient="horz" pos="2418">
          <p15:clr>
            <a:srgbClr val="F26B43"/>
          </p15:clr>
        </p15:guide>
        <p15:guide id="110" orient="horz" pos="2324">
          <p15:clr>
            <a:srgbClr val="F26B43"/>
          </p15:clr>
        </p15:guide>
        <p15:guide id="111" orient="horz" pos="2238">
          <p15:clr>
            <a:srgbClr val="F26B43"/>
          </p15:clr>
        </p15:guide>
        <p15:guide id="112" pos="1104">
          <p15:clr>
            <a:srgbClr val="F26B43"/>
          </p15:clr>
        </p15:guide>
        <p15:guide id="113" pos="6570">
          <p15:clr>
            <a:srgbClr val="F26B43"/>
          </p15:clr>
        </p15:guide>
        <p15:guide id="115" pos="1234">
          <p15:clr>
            <a:srgbClr val="F26B43"/>
          </p15:clr>
        </p15:guide>
        <p15:guide id="116" pos="1994">
          <p15:clr>
            <a:srgbClr val="F26B43"/>
          </p15:clr>
        </p15:guide>
        <p15:guide id="117" pos="2121">
          <p15:clr>
            <a:srgbClr val="F26B43"/>
          </p15:clr>
        </p15:guide>
        <p15:guide id="118" pos="5679">
          <p15:clr>
            <a:srgbClr val="F26B43"/>
          </p15:clr>
        </p15:guide>
        <p15:guide id="119" pos="5552">
          <p15:clr>
            <a:srgbClr val="F26B43"/>
          </p15:clr>
        </p15:guide>
        <p15:guide id="120" pos="4788">
          <p15:clr>
            <a:srgbClr val="F26B43"/>
          </p15:clr>
        </p15:guide>
        <p15:guide id="121" pos="4660">
          <p15:clr>
            <a:srgbClr val="F26B43"/>
          </p15:clr>
        </p15:guide>
        <p15:guide id="122" pos="2882">
          <p15:clr>
            <a:srgbClr val="F26B43"/>
          </p15:clr>
        </p15:guide>
        <p15:guide id="123" pos="3012">
          <p15:clr>
            <a:srgbClr val="F26B43"/>
          </p15:clr>
        </p15:guide>
        <p15:guide id="124" pos="3774">
          <p15:clr>
            <a:srgbClr val="F26B43"/>
          </p15:clr>
        </p15:guide>
        <p15:guide id="125" pos="3902">
          <p15:clr>
            <a:srgbClr val="F26B43"/>
          </p15:clr>
        </p15:guide>
        <p15:guide id="126" pos="6444">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2390E15-2431-A873-A654-7B321106DAE2}"/>
              </a:ext>
            </a:extLst>
          </p:cNvPr>
          <p:cNvSpPr>
            <a:spLocks noGrp="1"/>
          </p:cNvSpPr>
          <p:nvPr>
            <p:ph type="title"/>
          </p:nvPr>
        </p:nvSpPr>
        <p:spPr>
          <a:xfrm>
            <a:off x="546100" y="548640"/>
            <a:ext cx="11091862" cy="438785"/>
          </a:xfrm>
          <a:prstGeom prst="rect">
            <a:avLst/>
          </a:prstGeom>
        </p:spPr>
        <p:txBody>
          <a:bodyPr vert="horz" lIns="0" tIns="0" rIns="0" bIns="0" rtlCol="0" anchor="t">
            <a:noAutofit/>
          </a:bodyPr>
          <a:lstStyle/>
          <a:p>
            <a:r>
              <a:rPr lang="en-US"/>
              <a:t>Click to edit Master title style</a:t>
            </a:r>
          </a:p>
        </p:txBody>
      </p:sp>
      <p:sp>
        <p:nvSpPr>
          <p:cNvPr id="3" name="Text Placeholder 2">
            <a:extLst>
              <a:ext uri="{FF2B5EF4-FFF2-40B4-BE49-F238E27FC236}">
                <a16:creationId xmlns:a16="http://schemas.microsoft.com/office/drawing/2014/main" id="{9A89620C-A07A-2A72-857A-735B5C91AA54}"/>
              </a:ext>
            </a:extLst>
          </p:cNvPr>
          <p:cNvSpPr>
            <a:spLocks noGrp="1"/>
          </p:cNvSpPr>
          <p:nvPr>
            <p:ph type="body" idx="1"/>
          </p:nvPr>
        </p:nvSpPr>
        <p:spPr>
          <a:xfrm>
            <a:off x="546100" y="2146300"/>
            <a:ext cx="11091862" cy="3721101"/>
          </a:xfrm>
          <a:prstGeom prst="rect">
            <a:avLst/>
          </a:prstGeom>
        </p:spPr>
        <p:txBody>
          <a:bodyPr vert="horz" lIns="0" tIns="0" rIns="0" bIns="0" rtlCol="0">
            <a:normAutofit/>
          </a:bodyPr>
          <a:lstStyle/>
          <a:p>
            <a:pPr lvl="0"/>
            <a:r>
              <a:rPr lang="en-US"/>
              <a:t>Click to edit Master text styles, first level</a:t>
            </a:r>
          </a:p>
          <a:p>
            <a:pPr lvl="1"/>
            <a:r>
              <a:rPr lang="en-US"/>
              <a:t>Second level</a:t>
            </a:r>
          </a:p>
          <a:p>
            <a:pPr lvl="2"/>
            <a:r>
              <a:rPr lang="en-US"/>
              <a:t>Third level</a:t>
            </a:r>
          </a:p>
          <a:p>
            <a:pPr lvl="3"/>
            <a:r>
              <a:rPr lang="en-US"/>
              <a:t>Fourth level</a:t>
            </a:r>
          </a:p>
          <a:p>
            <a:pPr lvl="4"/>
            <a:r>
              <a:rPr lang="en-US"/>
              <a:t>Fifth level</a:t>
            </a:r>
          </a:p>
          <a:p>
            <a:pPr lvl="5"/>
            <a:r>
              <a:rPr lang="en-US"/>
              <a:t>Sixth level</a:t>
            </a:r>
          </a:p>
          <a:p>
            <a:pPr lvl="6"/>
            <a:r>
              <a:rPr lang="en-US"/>
              <a:t>Seventh level</a:t>
            </a:r>
          </a:p>
          <a:p>
            <a:pPr lvl="7"/>
            <a:r>
              <a:rPr lang="en-US"/>
              <a:t>Eighth level</a:t>
            </a:r>
          </a:p>
          <a:p>
            <a:pPr lvl="8"/>
            <a:r>
              <a:rPr lang="en-US"/>
              <a:t>Ninth level</a:t>
            </a:r>
          </a:p>
        </p:txBody>
      </p:sp>
      <p:sp>
        <p:nvSpPr>
          <p:cNvPr id="5" name="Footer Placeholder 4">
            <a:extLst>
              <a:ext uri="{FF2B5EF4-FFF2-40B4-BE49-F238E27FC236}">
                <a16:creationId xmlns:a16="http://schemas.microsoft.com/office/drawing/2014/main" id="{9286892E-5C75-BB2B-DC86-3D98574CDC6C}"/>
              </a:ext>
            </a:extLst>
          </p:cNvPr>
          <p:cNvSpPr>
            <a:spLocks noGrp="1"/>
          </p:cNvSpPr>
          <p:nvPr>
            <p:ph type="ftr" sz="quarter" idx="3"/>
          </p:nvPr>
        </p:nvSpPr>
        <p:spPr>
          <a:xfrm>
            <a:off x="4781550" y="6311900"/>
            <a:ext cx="5448300" cy="269875"/>
          </a:xfrm>
          <a:prstGeom prst="rect">
            <a:avLst/>
          </a:prstGeom>
        </p:spPr>
        <p:txBody>
          <a:bodyPr vert="horz" lIns="0" tIns="0" rIns="0" bIns="0" rtlCol="0" anchor="b" anchorCtr="0"/>
          <a:lstStyle>
            <a:lvl1pPr algn="r">
              <a:defRPr sz="1000" b="0" i="0">
                <a:solidFill>
                  <a:schemeClr val="tx1"/>
                </a:solidFill>
                <a:latin typeface="+mn-lt"/>
                <a:ea typeface="GT America Regular" pitchFamily="2" charset="77"/>
                <a:cs typeface="GT America Regular" pitchFamily="2" charset="77"/>
              </a:defRPr>
            </a:lvl1pPr>
            <a:lvl2pPr>
              <a:defRPr sz="1000"/>
            </a:lvl2pPr>
            <a:lvl3pPr>
              <a:defRPr sz="1000"/>
            </a:lvl3pPr>
            <a:lvl4pPr marL="0" indent="0">
              <a:defRPr sz="1000"/>
            </a:lvl4pPr>
            <a:lvl5pPr marL="0" indent="0">
              <a:defRPr sz="1000"/>
            </a:lvl5pPr>
            <a:lvl6pPr marL="0" indent="0">
              <a:defRPr sz="1000"/>
            </a:lvl6pPr>
            <a:lvl7pPr marL="0" indent="0">
              <a:defRPr sz="1000"/>
            </a:lvl7pPr>
            <a:lvl8pPr marL="0" indent="0">
              <a:defRPr sz="1000"/>
            </a:lvl8pPr>
            <a:lvl9pPr marL="0" indent="0">
              <a:defRPr sz="1000"/>
            </a:lvl9pPr>
          </a:lstStyle>
          <a:p>
            <a:r>
              <a:rPr lang="en-US"/>
              <a:t>User Group - October 2024</a:t>
            </a:r>
          </a:p>
        </p:txBody>
      </p:sp>
      <p:sp>
        <p:nvSpPr>
          <p:cNvPr id="6" name="Slide Number Placeholder 5">
            <a:extLst>
              <a:ext uri="{FF2B5EF4-FFF2-40B4-BE49-F238E27FC236}">
                <a16:creationId xmlns:a16="http://schemas.microsoft.com/office/drawing/2014/main" id="{9396C1FA-EF28-95E6-0423-F59B26A6F1F8}"/>
              </a:ext>
            </a:extLst>
          </p:cNvPr>
          <p:cNvSpPr>
            <a:spLocks noGrp="1"/>
          </p:cNvSpPr>
          <p:nvPr>
            <p:ph type="sldNum" sz="quarter" idx="4"/>
          </p:nvPr>
        </p:nvSpPr>
        <p:spPr>
          <a:xfrm>
            <a:off x="10428288" y="6311900"/>
            <a:ext cx="1209674" cy="269875"/>
          </a:xfrm>
          <a:prstGeom prst="rect">
            <a:avLst/>
          </a:prstGeom>
        </p:spPr>
        <p:txBody>
          <a:bodyPr vert="horz" lIns="0" tIns="0" rIns="0" bIns="0" rtlCol="0" anchor="b" anchorCtr="0"/>
          <a:lstStyle>
            <a:lvl1pPr algn="r">
              <a:defRPr sz="1000" b="0" i="0">
                <a:solidFill>
                  <a:schemeClr val="tx1"/>
                </a:solidFill>
                <a:latin typeface="+mn-lt"/>
                <a:ea typeface="GT America Regular" pitchFamily="2" charset="77"/>
                <a:cs typeface="GT America Regular" pitchFamily="2" charset="77"/>
              </a:defRPr>
            </a:lvl1pPr>
            <a:lvl2pPr marL="0" indent="0" algn="r">
              <a:defRPr sz="1000"/>
            </a:lvl2pPr>
            <a:lvl3pPr marL="0" indent="0">
              <a:defRPr sz="1000"/>
            </a:lvl3pPr>
            <a:lvl4pPr marL="0">
              <a:defRPr sz="1000"/>
            </a:lvl4pPr>
            <a:lvl5pPr marL="0">
              <a:defRPr sz="1000"/>
            </a:lvl5pPr>
            <a:lvl6pPr marL="0">
              <a:defRPr sz="1000"/>
            </a:lvl6pPr>
            <a:lvl7pPr marL="0">
              <a:defRPr sz="1000"/>
            </a:lvl7pPr>
            <a:lvl8pPr marL="0">
              <a:defRPr sz="1000"/>
            </a:lvl8pPr>
            <a:lvl9pPr marL="0">
              <a:defRPr sz="1000"/>
            </a:lvl9pPr>
          </a:lstStyle>
          <a:p>
            <a:fld id="{862A5111-985B-C14D-9115-5787026182A8}" type="slidenum">
              <a:rPr lang="en-US" smtClean="0"/>
              <a:pPr/>
              <a:t>‹#›</a:t>
            </a:fld>
            <a:endParaRPr lang="en-US"/>
          </a:p>
        </p:txBody>
      </p:sp>
      <p:sp>
        <p:nvSpPr>
          <p:cNvPr id="30" name="Rectangle 29">
            <a:extLst>
              <a:ext uri="{FF2B5EF4-FFF2-40B4-BE49-F238E27FC236}">
                <a16:creationId xmlns:a16="http://schemas.microsoft.com/office/drawing/2014/main" id="{EE698C20-1EF2-021A-C047-3C184486E6D3}"/>
              </a:ext>
            </a:extLst>
          </p:cNvPr>
          <p:cNvSpPr/>
          <p:nvPr userDrawn="1"/>
        </p:nvSpPr>
        <p:spPr>
          <a:xfrm>
            <a:off x="-5621" y="-677332"/>
            <a:ext cx="2029968" cy="505882"/>
          </a:xfrm>
          <a:prstGeom prst="rect">
            <a:avLst/>
          </a:prstGeom>
          <a:solidFill>
            <a:srgbClr val="D9017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a:solidFill>
                  <a:srgbClr val="FEFEFE"/>
                </a:solidFill>
              </a:rPr>
              <a:t>16 x 9 Dynamic Slice 1</a:t>
            </a:r>
          </a:p>
          <a:p>
            <a:pPr algn="ctr"/>
            <a:r>
              <a:rPr lang="en-US" sz="1100">
                <a:solidFill>
                  <a:srgbClr val="FEFEFE"/>
                </a:solidFill>
                <a:sym typeface="Wingdings" pitchFamily="2" charset="2"/>
              </a:rPr>
              <a:t> 2.22” </a:t>
            </a:r>
            <a:r>
              <a:rPr lang="en-US" sz="1100">
                <a:solidFill>
                  <a:srgbClr val="FEFEFE"/>
                </a:solidFill>
              </a:rPr>
              <a:t> </a:t>
            </a:r>
          </a:p>
        </p:txBody>
      </p:sp>
      <p:sp>
        <p:nvSpPr>
          <p:cNvPr id="31" name="Rectangle 30">
            <a:extLst>
              <a:ext uri="{FF2B5EF4-FFF2-40B4-BE49-F238E27FC236}">
                <a16:creationId xmlns:a16="http://schemas.microsoft.com/office/drawing/2014/main" id="{D4498F90-57D8-5DF6-643F-2780CF5A00F6}"/>
              </a:ext>
            </a:extLst>
          </p:cNvPr>
          <p:cNvSpPr/>
          <p:nvPr userDrawn="1"/>
        </p:nvSpPr>
        <p:spPr>
          <a:xfrm>
            <a:off x="2024347" y="-677332"/>
            <a:ext cx="2029968" cy="505882"/>
          </a:xfrm>
          <a:prstGeom prst="rect">
            <a:avLst/>
          </a:prstGeom>
          <a:solidFill>
            <a:srgbClr val="FDE5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a:solidFill>
                  <a:srgbClr val="010101"/>
                </a:solidFill>
              </a:rPr>
              <a:t>16 x 9 Dynamic Slice 2</a:t>
            </a:r>
          </a:p>
          <a:p>
            <a:pPr algn="ctr"/>
            <a:r>
              <a:rPr lang="en-US" sz="1100">
                <a:solidFill>
                  <a:srgbClr val="010101"/>
                </a:solidFill>
                <a:sym typeface="Wingdings" pitchFamily="2" charset="2"/>
              </a:rPr>
              <a:t> 2.22” </a:t>
            </a:r>
            <a:r>
              <a:rPr lang="en-US" sz="1100">
                <a:solidFill>
                  <a:srgbClr val="010101"/>
                </a:solidFill>
              </a:rPr>
              <a:t> </a:t>
            </a:r>
          </a:p>
        </p:txBody>
      </p:sp>
      <p:sp>
        <p:nvSpPr>
          <p:cNvPr id="32" name="Rectangle 31">
            <a:extLst>
              <a:ext uri="{FF2B5EF4-FFF2-40B4-BE49-F238E27FC236}">
                <a16:creationId xmlns:a16="http://schemas.microsoft.com/office/drawing/2014/main" id="{0C6DBCC9-9137-4AFC-1374-03234E7610EC}"/>
              </a:ext>
            </a:extLst>
          </p:cNvPr>
          <p:cNvSpPr/>
          <p:nvPr userDrawn="1"/>
        </p:nvSpPr>
        <p:spPr>
          <a:xfrm>
            <a:off x="4054314" y="-677332"/>
            <a:ext cx="2041685" cy="505882"/>
          </a:xfrm>
          <a:prstGeom prst="rect">
            <a:avLst/>
          </a:prstGeom>
          <a:solidFill>
            <a:srgbClr val="D9017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a:solidFill>
                  <a:srgbClr val="FEFEFE"/>
                </a:solidFill>
              </a:rPr>
              <a:t>16 x 9 Dynamic Slice 3</a:t>
            </a:r>
          </a:p>
          <a:p>
            <a:pPr algn="ctr"/>
            <a:r>
              <a:rPr lang="en-US" sz="1100">
                <a:solidFill>
                  <a:srgbClr val="FEFEFE"/>
                </a:solidFill>
                <a:sym typeface="Wingdings" pitchFamily="2" charset="2"/>
              </a:rPr>
              <a:t> 2.22” </a:t>
            </a:r>
            <a:r>
              <a:rPr lang="en-US" sz="1100">
                <a:solidFill>
                  <a:srgbClr val="FEFEFE"/>
                </a:solidFill>
              </a:rPr>
              <a:t> </a:t>
            </a:r>
          </a:p>
        </p:txBody>
      </p:sp>
      <p:sp>
        <p:nvSpPr>
          <p:cNvPr id="33" name="Rectangle 32">
            <a:extLst>
              <a:ext uri="{FF2B5EF4-FFF2-40B4-BE49-F238E27FC236}">
                <a16:creationId xmlns:a16="http://schemas.microsoft.com/office/drawing/2014/main" id="{D47ACDAE-6334-08F3-3BB3-62F0E7733AA8}"/>
              </a:ext>
            </a:extLst>
          </p:cNvPr>
          <p:cNvSpPr/>
          <p:nvPr userDrawn="1"/>
        </p:nvSpPr>
        <p:spPr>
          <a:xfrm>
            <a:off x="6096000" y="-677332"/>
            <a:ext cx="2028825" cy="505882"/>
          </a:xfrm>
          <a:prstGeom prst="rect">
            <a:avLst/>
          </a:prstGeom>
          <a:solidFill>
            <a:srgbClr val="FDE5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a:solidFill>
                  <a:srgbClr val="010101"/>
                </a:solidFill>
              </a:rPr>
              <a:t>16 x 9 Dynamic Slice 4</a:t>
            </a:r>
          </a:p>
          <a:p>
            <a:pPr algn="ctr"/>
            <a:r>
              <a:rPr lang="en-US" sz="1100">
                <a:solidFill>
                  <a:srgbClr val="010101"/>
                </a:solidFill>
                <a:sym typeface="Wingdings" pitchFamily="2" charset="2"/>
              </a:rPr>
              <a:t> 2.22” </a:t>
            </a:r>
            <a:r>
              <a:rPr lang="en-US" sz="1100">
                <a:solidFill>
                  <a:srgbClr val="010101"/>
                </a:solidFill>
              </a:rPr>
              <a:t> </a:t>
            </a:r>
          </a:p>
        </p:txBody>
      </p:sp>
      <p:sp>
        <p:nvSpPr>
          <p:cNvPr id="34" name="Rectangle 33">
            <a:extLst>
              <a:ext uri="{FF2B5EF4-FFF2-40B4-BE49-F238E27FC236}">
                <a16:creationId xmlns:a16="http://schemas.microsoft.com/office/drawing/2014/main" id="{79309483-13B1-0215-9578-4B2CB0F670F5}"/>
              </a:ext>
            </a:extLst>
          </p:cNvPr>
          <p:cNvSpPr/>
          <p:nvPr userDrawn="1"/>
        </p:nvSpPr>
        <p:spPr>
          <a:xfrm>
            <a:off x="8124825" y="-677332"/>
            <a:ext cx="2028825" cy="505882"/>
          </a:xfrm>
          <a:prstGeom prst="rect">
            <a:avLst/>
          </a:prstGeom>
          <a:solidFill>
            <a:srgbClr val="D9017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a:solidFill>
                  <a:srgbClr val="FEFEFE"/>
                </a:solidFill>
              </a:rPr>
              <a:t>16 x 9 Dynamic Slice 5</a:t>
            </a:r>
          </a:p>
          <a:p>
            <a:pPr algn="ctr"/>
            <a:r>
              <a:rPr lang="en-US" sz="1100">
                <a:solidFill>
                  <a:srgbClr val="FEFEFE"/>
                </a:solidFill>
                <a:sym typeface="Wingdings" pitchFamily="2" charset="2"/>
              </a:rPr>
              <a:t> 2.22” </a:t>
            </a:r>
            <a:r>
              <a:rPr lang="en-US" sz="1100">
                <a:solidFill>
                  <a:srgbClr val="FEFEFE"/>
                </a:solidFill>
              </a:rPr>
              <a:t> </a:t>
            </a:r>
          </a:p>
        </p:txBody>
      </p:sp>
      <p:sp>
        <p:nvSpPr>
          <p:cNvPr id="35" name="Rectangle 34">
            <a:extLst>
              <a:ext uri="{FF2B5EF4-FFF2-40B4-BE49-F238E27FC236}">
                <a16:creationId xmlns:a16="http://schemas.microsoft.com/office/drawing/2014/main" id="{C9133D84-F584-8DF6-DF99-C42E896233FB}"/>
              </a:ext>
            </a:extLst>
          </p:cNvPr>
          <p:cNvSpPr/>
          <p:nvPr userDrawn="1"/>
        </p:nvSpPr>
        <p:spPr>
          <a:xfrm>
            <a:off x="10153650" y="-677332"/>
            <a:ext cx="2038349" cy="505882"/>
          </a:xfrm>
          <a:prstGeom prst="rect">
            <a:avLst/>
          </a:prstGeom>
          <a:solidFill>
            <a:srgbClr val="FDE5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a:solidFill>
                  <a:srgbClr val="010101"/>
                </a:solidFill>
              </a:rPr>
              <a:t>16 x 9 Dynamic Slice 6</a:t>
            </a:r>
          </a:p>
          <a:p>
            <a:pPr algn="ctr"/>
            <a:r>
              <a:rPr lang="en-US" sz="1100">
                <a:solidFill>
                  <a:srgbClr val="010101"/>
                </a:solidFill>
                <a:sym typeface="Wingdings" pitchFamily="2" charset="2"/>
              </a:rPr>
              <a:t> 2.22” </a:t>
            </a:r>
            <a:r>
              <a:rPr lang="en-US" sz="1100">
                <a:solidFill>
                  <a:srgbClr val="010101"/>
                </a:solidFill>
              </a:rPr>
              <a:t> </a:t>
            </a:r>
          </a:p>
        </p:txBody>
      </p:sp>
      <p:sp>
        <p:nvSpPr>
          <p:cNvPr id="4" name="Date Placeholder 3">
            <a:extLst>
              <a:ext uri="{FF2B5EF4-FFF2-40B4-BE49-F238E27FC236}">
                <a16:creationId xmlns:a16="http://schemas.microsoft.com/office/drawing/2014/main" id="{B74C9D9E-F1D3-BF13-32B3-2BDFE3E4F7BC}"/>
              </a:ext>
            </a:extLst>
          </p:cNvPr>
          <p:cNvSpPr>
            <a:spLocks noGrp="1"/>
          </p:cNvSpPr>
          <p:nvPr>
            <p:ph type="dt" sz="half" idx="2"/>
          </p:nvPr>
        </p:nvSpPr>
        <p:spPr>
          <a:xfrm>
            <a:off x="546100" y="6332764"/>
            <a:ext cx="2619375" cy="249011"/>
          </a:xfrm>
          <a:prstGeom prst="rect">
            <a:avLst/>
          </a:prstGeom>
        </p:spPr>
        <p:txBody>
          <a:bodyPr vert="horz" lIns="0" tIns="0" rIns="0" bIns="0" rtlCol="0" anchor="b" anchorCtr="0"/>
          <a:lstStyle>
            <a:lvl1pPr algn="r">
              <a:defRPr sz="1000">
                <a:solidFill>
                  <a:schemeClr val="tx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Tree>
    <p:extLst>
      <p:ext uri="{BB962C8B-B14F-4D97-AF65-F5344CB8AC3E}">
        <p14:creationId xmlns:p14="http://schemas.microsoft.com/office/powerpoint/2010/main" val="3652323351"/>
      </p:ext>
    </p:extLst>
  </p:cSld>
  <p:clrMap bg1="lt1" tx1="dk1" bg2="lt2" tx2="dk2" accent1="accent1" accent2="accent2" accent3="accent3" accent4="accent4" accent5="accent5" accent6="accent6" hlink="hlink" folHlink="folHlink"/>
  <p:sldLayoutIdLst>
    <p:sldLayoutId id="2147483974" r:id="rId1"/>
    <p:sldLayoutId id="2147483975" r:id="rId2"/>
    <p:sldLayoutId id="2147483976" r:id="rId3"/>
    <p:sldLayoutId id="2147483977" r:id="rId4"/>
    <p:sldLayoutId id="2147483978" r:id="rId5"/>
    <p:sldLayoutId id="2147483979" r:id="rId6"/>
    <p:sldLayoutId id="2147483980" r:id="rId7"/>
    <p:sldLayoutId id="2147483981" r:id="rId8"/>
    <p:sldLayoutId id="2147483982" r:id="rId9"/>
    <p:sldLayoutId id="2147483983" r:id="rId10"/>
    <p:sldLayoutId id="2147483984" r:id="rId11"/>
    <p:sldLayoutId id="2147483985" r:id="rId12"/>
    <p:sldLayoutId id="2147483986" r:id="rId13"/>
    <p:sldLayoutId id="2147483987" r:id="rId14"/>
    <p:sldLayoutId id="2147483988" r:id="rId15"/>
    <p:sldLayoutId id="2147483989" r:id="rId16"/>
    <p:sldLayoutId id="2147483990" r:id="rId17"/>
    <p:sldLayoutId id="2147483991" r:id="rId18"/>
    <p:sldLayoutId id="2147483992" r:id="rId19"/>
    <p:sldLayoutId id="2147483993" r:id="rId20"/>
    <p:sldLayoutId id="2147483994" r:id="rId21"/>
    <p:sldLayoutId id="2147483995" r:id="rId22"/>
    <p:sldLayoutId id="2147483996" r:id="rId23"/>
    <p:sldLayoutId id="2147483997" r:id="rId24"/>
    <p:sldLayoutId id="2147483998" r:id="rId25"/>
    <p:sldLayoutId id="2147483999" r:id="rId26"/>
    <p:sldLayoutId id="2147484000" r:id="rId27"/>
    <p:sldLayoutId id="2147484001" r:id="rId28"/>
    <p:sldLayoutId id="2147484002" r:id="rId29"/>
    <p:sldLayoutId id="2147484003" r:id="rId30"/>
    <p:sldLayoutId id="2147484004" r:id="rId31"/>
    <p:sldLayoutId id="2147484005" r:id="rId32"/>
    <p:sldLayoutId id="2147484006" r:id="rId33"/>
    <p:sldLayoutId id="2147484007" r:id="rId34"/>
    <p:sldLayoutId id="2147484008" r:id="rId35"/>
    <p:sldLayoutId id="2147484009" r:id="rId36"/>
    <p:sldLayoutId id="2147484010" r:id="rId37"/>
    <p:sldLayoutId id="2147484011" r:id="rId38"/>
    <p:sldLayoutId id="2147484012" r:id="rId39"/>
    <p:sldLayoutId id="2147484013" r:id="rId40"/>
    <p:sldLayoutId id="2147484014" r:id="rId41"/>
    <p:sldLayoutId id="2147484015" r:id="rId42"/>
    <p:sldLayoutId id="2147484016" r:id="rId43"/>
    <p:sldLayoutId id="2147484017" r:id="rId44"/>
    <p:sldLayoutId id="2147484018" r:id="rId45"/>
    <p:sldLayoutId id="2147484019" r:id="rId46"/>
    <p:sldLayoutId id="2147484020" r:id="rId47"/>
    <p:sldLayoutId id="2147484021" r:id="rId48"/>
    <p:sldLayoutId id="2147484022" r:id="rId49"/>
    <p:sldLayoutId id="2147484023" r:id="rId50"/>
    <p:sldLayoutId id="2147484024" r:id="rId51"/>
    <p:sldLayoutId id="2147484025" r:id="rId52"/>
    <p:sldLayoutId id="2147484026" r:id="rId53"/>
    <p:sldLayoutId id="2147484027" r:id="rId54"/>
    <p:sldLayoutId id="2147484028" r:id="rId55"/>
    <p:sldLayoutId id="2147484029" r:id="rId56"/>
    <p:sldLayoutId id="2147484030" r:id="rId57"/>
    <p:sldLayoutId id="2147484031" r:id="rId58"/>
    <p:sldLayoutId id="2147484032" r:id="rId59"/>
    <p:sldLayoutId id="2147484033" r:id="rId60"/>
    <p:sldLayoutId id="2147484034" r:id="rId61"/>
    <p:sldLayoutId id="2147484035" r:id="rId62"/>
    <p:sldLayoutId id="2147484036" r:id="rId63"/>
    <p:sldLayoutId id="2147484037" r:id="rId64"/>
    <p:sldLayoutId id="2147484038" r:id="rId65"/>
    <p:sldLayoutId id="2147484039" r:id="rId66"/>
    <p:sldLayoutId id="2147484040" r:id="rId67"/>
    <p:sldLayoutId id="2147484041" r:id="rId68"/>
    <p:sldLayoutId id="2147484042" r:id="rId69"/>
    <p:sldLayoutId id="2147484043" r:id="rId70"/>
    <p:sldLayoutId id="2147484044" r:id="rId71"/>
    <p:sldLayoutId id="2147484045" r:id="rId72"/>
    <p:sldLayoutId id="2147484046" r:id="rId73"/>
    <p:sldLayoutId id="2147484047" r:id="rId74"/>
    <p:sldLayoutId id="2147484048" r:id="rId75"/>
    <p:sldLayoutId id="2147484049" r:id="rId76"/>
    <p:sldLayoutId id="2147484050" r:id="rId77"/>
    <p:sldLayoutId id="2147484051" r:id="rId78"/>
    <p:sldLayoutId id="2147484052" r:id="rId79"/>
    <p:sldLayoutId id="2147484053" r:id="rId80"/>
    <p:sldLayoutId id="2147484054" r:id="rId81"/>
    <p:sldLayoutId id="2147484055" r:id="rId82"/>
    <p:sldLayoutId id="2147484056" r:id="rId83"/>
    <p:sldLayoutId id="2147484057" r:id="rId84"/>
  </p:sldLayoutIdLst>
  <p:hf hdr="0" dt="0"/>
  <p:txStyles>
    <p:titleStyle>
      <a:lvl1pPr algn="l" defTabSz="914400" rtl="0" eaLnBrk="1" latinLnBrk="0" hangingPunct="1">
        <a:lnSpc>
          <a:spcPts val="3600"/>
        </a:lnSpc>
        <a:spcBef>
          <a:spcPct val="0"/>
        </a:spcBef>
        <a:buNone/>
        <a:defRPr sz="3600" b="0" i="0" kern="1200">
          <a:solidFill>
            <a:schemeClr val="tx2"/>
          </a:solidFill>
          <a:latin typeface="+mj-lt"/>
          <a:ea typeface="+mj-ea"/>
          <a:cs typeface="+mj-cs"/>
        </a:defRPr>
      </a:lvl1pPr>
    </p:titleStyle>
    <p:bodyStyle>
      <a:lvl1pPr marL="0" indent="0" algn="l" defTabSz="914400" rtl="0" eaLnBrk="1" latinLnBrk="0" hangingPunct="1">
        <a:lnSpc>
          <a:spcPct val="101000"/>
        </a:lnSpc>
        <a:spcBef>
          <a:spcPts val="0"/>
        </a:spcBef>
        <a:spcAft>
          <a:spcPts val="600"/>
        </a:spcAft>
        <a:buFont typeface="GT America Regular"/>
        <a:buNone/>
        <a:defRPr sz="1400" b="0" i="0" kern="1200">
          <a:solidFill>
            <a:schemeClr val="tx1"/>
          </a:solidFill>
          <a:latin typeface="+mn-lt"/>
          <a:ea typeface="GT America Regular" charset="0"/>
          <a:cs typeface="GT America Regular" charset="0"/>
        </a:defRPr>
      </a:lvl1pPr>
      <a:lvl2pPr marL="285750" indent="-285750" algn="l" defTabSz="914400" rtl="0" eaLnBrk="1" latinLnBrk="0" hangingPunct="1">
        <a:lnSpc>
          <a:spcPct val="101000"/>
        </a:lnSpc>
        <a:spcBef>
          <a:spcPts val="0"/>
        </a:spcBef>
        <a:spcAft>
          <a:spcPts val="600"/>
        </a:spcAft>
        <a:buFont typeface="GT America Regular" charset="0"/>
        <a:buChar char="→"/>
        <a:defRPr sz="1400" b="0" i="0" kern="1200">
          <a:solidFill>
            <a:schemeClr val="tx1"/>
          </a:solidFill>
          <a:latin typeface="+mn-lt"/>
          <a:ea typeface="GT America Regular"/>
          <a:cs typeface="GT America Regular"/>
        </a:defRPr>
      </a:lvl2pPr>
      <a:lvl3pPr marL="458788" indent="-171450" algn="l" defTabSz="914400" rtl="0" eaLnBrk="1" latinLnBrk="0" hangingPunct="1">
        <a:lnSpc>
          <a:spcPct val="101000"/>
        </a:lnSpc>
        <a:spcBef>
          <a:spcPts val="0"/>
        </a:spcBef>
        <a:spcAft>
          <a:spcPts val="600"/>
        </a:spcAft>
        <a:buClr>
          <a:schemeClr val="accent1"/>
        </a:buClr>
        <a:buFont typeface="GT America Regular" pitchFamily="50" charset="0"/>
        <a:buChar char="•"/>
        <a:defRPr sz="1400" b="0" i="0" kern="1200">
          <a:solidFill>
            <a:schemeClr val="tx1"/>
          </a:solidFill>
          <a:latin typeface="+mn-lt"/>
          <a:ea typeface="GT America Regular" pitchFamily="2" charset="77"/>
          <a:cs typeface="GT America Regular" pitchFamily="2" charset="77"/>
        </a:defRPr>
      </a:lvl3pPr>
      <a:lvl4pPr marL="628650" indent="-171450" algn="l" defTabSz="914400" rtl="0" eaLnBrk="1" latinLnBrk="0" hangingPunct="1">
        <a:lnSpc>
          <a:spcPct val="101000"/>
        </a:lnSpc>
        <a:spcBef>
          <a:spcPts val="0"/>
        </a:spcBef>
        <a:spcAft>
          <a:spcPts val="600"/>
        </a:spcAft>
        <a:buClrTx/>
        <a:buFont typeface="GT America Regular" pitchFamily="50" charset="0"/>
        <a:buChar char="–"/>
        <a:defRPr sz="1300" b="0" i="0" kern="1200">
          <a:solidFill>
            <a:schemeClr val="tx1"/>
          </a:solidFill>
          <a:latin typeface="+mn-lt"/>
          <a:ea typeface="GT America Regular" pitchFamily="2" charset="77"/>
          <a:cs typeface="GT America Regular" pitchFamily="2" charset="77"/>
        </a:defRPr>
      </a:lvl4pPr>
      <a:lvl5pPr marL="801688" indent="-171450" algn="l" defTabSz="914400" rtl="0" eaLnBrk="1" latinLnBrk="0" hangingPunct="1">
        <a:lnSpc>
          <a:spcPct val="101000"/>
        </a:lnSpc>
        <a:spcBef>
          <a:spcPts val="0"/>
        </a:spcBef>
        <a:spcAft>
          <a:spcPts val="600"/>
        </a:spcAft>
        <a:buClr>
          <a:schemeClr val="accent1"/>
        </a:buClr>
        <a:buFont typeface="GT America Regular" charset="0"/>
        <a:buChar char="–"/>
        <a:tabLst/>
        <a:defRPr sz="1200" b="0" i="0" kern="1200">
          <a:solidFill>
            <a:schemeClr val="tx1"/>
          </a:solidFill>
          <a:latin typeface="+mn-lt"/>
          <a:ea typeface="GT America Regular" pitchFamily="2" charset="77"/>
          <a:cs typeface="GT America Regular" pitchFamily="2" charset="77"/>
        </a:defRPr>
      </a:lvl5pPr>
      <a:lvl6pPr marL="971550" indent="-171450" algn="l" defTabSz="914400" rtl="0" eaLnBrk="1" latinLnBrk="0" hangingPunct="1">
        <a:lnSpc>
          <a:spcPct val="101000"/>
        </a:lnSpc>
        <a:spcBef>
          <a:spcPts val="0"/>
        </a:spcBef>
        <a:spcAft>
          <a:spcPts val="600"/>
        </a:spcAft>
        <a:buClrTx/>
        <a:buFont typeface="GT America Regular" pitchFamily="50" charset="0"/>
        <a:buChar char="»"/>
        <a:defRPr sz="1200" b="0" i="0" kern="1200">
          <a:solidFill>
            <a:schemeClr val="tx1"/>
          </a:solidFill>
          <a:latin typeface="+mn-lt"/>
          <a:ea typeface="GT America Regular" pitchFamily="2" charset="77"/>
          <a:cs typeface="GT America Regular" pitchFamily="2" charset="77"/>
        </a:defRPr>
      </a:lvl6pPr>
      <a:lvl7pPr marL="1144588" indent="-171450" algn="l" defTabSz="914400" rtl="0" eaLnBrk="1" latinLnBrk="0" hangingPunct="1">
        <a:lnSpc>
          <a:spcPct val="101000"/>
        </a:lnSpc>
        <a:spcBef>
          <a:spcPts val="0"/>
        </a:spcBef>
        <a:spcAft>
          <a:spcPts val="600"/>
        </a:spcAft>
        <a:buClr>
          <a:schemeClr val="accent1"/>
        </a:buClr>
        <a:buFont typeface="GT America Regular" charset="0"/>
        <a:buChar char="»"/>
        <a:defRPr sz="1100" kern="1200">
          <a:solidFill>
            <a:schemeClr val="tx1"/>
          </a:solidFill>
          <a:latin typeface="+mn-lt"/>
          <a:ea typeface="GT America Regular" pitchFamily="2" charset="77"/>
          <a:cs typeface="GT America Regular" pitchFamily="2" charset="77"/>
        </a:defRPr>
      </a:lvl7pPr>
      <a:lvl8pPr marL="1312863" indent="-171450" algn="l" defTabSz="914400" rtl="0" eaLnBrk="1" latinLnBrk="0" hangingPunct="1">
        <a:lnSpc>
          <a:spcPct val="101000"/>
        </a:lnSpc>
        <a:spcBef>
          <a:spcPts val="0"/>
        </a:spcBef>
        <a:spcAft>
          <a:spcPts val="600"/>
        </a:spcAft>
        <a:buClrTx/>
        <a:buFont typeface="GT America Regular" pitchFamily="50" charset="0"/>
        <a:buChar char="›"/>
        <a:defRPr sz="1100" kern="1200">
          <a:solidFill>
            <a:schemeClr val="tx1"/>
          </a:solidFill>
          <a:latin typeface="+mn-lt"/>
          <a:ea typeface="GT America Regular" pitchFamily="2" charset="77"/>
          <a:cs typeface="GT America Regular" pitchFamily="2" charset="77"/>
        </a:defRPr>
      </a:lvl8pPr>
      <a:lvl9pPr marL="1485900" indent="-171450" algn="l" defTabSz="914400" rtl="0" eaLnBrk="1" latinLnBrk="0" hangingPunct="1">
        <a:lnSpc>
          <a:spcPct val="101000"/>
        </a:lnSpc>
        <a:spcBef>
          <a:spcPts val="0"/>
        </a:spcBef>
        <a:spcAft>
          <a:spcPts val="600"/>
        </a:spcAft>
        <a:buClr>
          <a:schemeClr val="accent1"/>
        </a:buClr>
        <a:buFont typeface="GT America Regular" charset="0"/>
        <a:buChar char="›"/>
        <a:defRPr sz="1100" kern="1200">
          <a:solidFill>
            <a:schemeClr val="tx1"/>
          </a:solidFill>
          <a:latin typeface="+mn-lt"/>
          <a:ea typeface="GT America Regular" pitchFamily="2" charset="77"/>
          <a:cs typeface="GT America Regular" pitchFamily="2" charset="77"/>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67" orient="horz" pos="3976">
          <p15:clr>
            <a:srgbClr val="F26B43"/>
          </p15:clr>
        </p15:guide>
        <p15:guide id="68" pos="7331">
          <p15:clr>
            <a:srgbClr val="F26B43"/>
          </p15:clr>
        </p15:guide>
        <p15:guide id="69" orient="horz" pos="348">
          <p15:clr>
            <a:srgbClr val="F26B43"/>
          </p15:clr>
        </p15:guide>
        <p15:guide id="70" pos="344">
          <p15:clr>
            <a:srgbClr val="F26B43"/>
          </p15:clr>
        </p15:guide>
        <p15:guide id="71" orient="horz" pos="170">
          <p15:clr>
            <a:srgbClr val="F26B43"/>
          </p15:clr>
        </p15:guide>
        <p15:guide id="72" orient="horz" pos="439">
          <p15:clr>
            <a:srgbClr val="F26B43"/>
          </p15:clr>
        </p15:guide>
        <p15:guide id="73" orient="horz" pos="4146">
          <p15:clr>
            <a:srgbClr val="F26B43"/>
          </p15:clr>
        </p15:guide>
        <p15:guide id="74" orient="horz" pos="3885">
          <p15:clr>
            <a:srgbClr val="F26B43"/>
          </p15:clr>
        </p15:guide>
        <p15:guide id="75" orient="horz" pos="530">
          <p15:clr>
            <a:srgbClr val="F26B43"/>
          </p15:clr>
        </p15:guide>
        <p15:guide id="76" orient="horz" pos="622">
          <p15:clr>
            <a:srgbClr val="F26B43"/>
          </p15:clr>
        </p15:guide>
        <p15:guide id="77" orient="horz" pos="710">
          <p15:clr>
            <a:srgbClr val="F26B43"/>
          </p15:clr>
        </p15:guide>
        <p15:guide id="78" orient="horz" pos="802">
          <p15:clr>
            <a:srgbClr val="F26B43"/>
          </p15:clr>
        </p15:guide>
        <p15:guide id="79" orient="horz" pos="896">
          <p15:clr>
            <a:srgbClr val="F26B43"/>
          </p15:clr>
        </p15:guide>
        <p15:guide id="80" orient="horz" pos="987">
          <p15:clr>
            <a:srgbClr val="F26B43"/>
          </p15:clr>
        </p15:guide>
        <p15:guide id="81" orient="horz" pos="1071">
          <p15:clr>
            <a:srgbClr val="F26B43"/>
          </p15:clr>
        </p15:guide>
        <p15:guide id="82" orient="horz" pos="3792">
          <p15:clr>
            <a:srgbClr val="F26B43"/>
          </p15:clr>
        </p15:guide>
        <p15:guide id="83" orient="horz" pos="3696">
          <p15:clr>
            <a:srgbClr val="F26B43"/>
          </p15:clr>
        </p15:guide>
        <p15:guide id="84" orient="horz" pos="3611">
          <p15:clr>
            <a:srgbClr val="F26B43"/>
          </p15:clr>
        </p15:guide>
        <p15:guide id="85" orient="horz" pos="3519">
          <p15:clr>
            <a:srgbClr val="F26B43"/>
          </p15:clr>
        </p15:guide>
        <p15:guide id="86" orient="horz" pos="3428">
          <p15:clr>
            <a:srgbClr val="F26B43"/>
          </p15:clr>
        </p15:guide>
        <p15:guide id="87" orient="horz" pos="3334">
          <p15:clr>
            <a:srgbClr val="F26B43"/>
          </p15:clr>
        </p15:guide>
        <p15:guide id="88" orient="horz" pos="3245">
          <p15:clr>
            <a:srgbClr val="F26B43"/>
          </p15:clr>
        </p15:guide>
        <p15:guide id="89" orient="horz" pos="1165">
          <p15:clr>
            <a:srgbClr val="F26B43"/>
          </p15:clr>
        </p15:guide>
        <p15:guide id="90" orient="horz" pos="1259">
          <p15:clr>
            <a:srgbClr val="F26B43"/>
          </p15:clr>
        </p15:guide>
        <p15:guide id="91" orient="horz" pos="1352">
          <p15:clr>
            <a:srgbClr val="F26B43"/>
          </p15:clr>
        </p15:guide>
        <p15:guide id="92" orient="horz" pos="1436">
          <p15:clr>
            <a:srgbClr val="F26B43"/>
          </p15:clr>
        </p15:guide>
        <p15:guide id="93" orient="horz" pos="3152">
          <p15:clr>
            <a:srgbClr val="F26B43"/>
          </p15:clr>
        </p15:guide>
        <p15:guide id="94" orient="horz" pos="3058">
          <p15:clr>
            <a:srgbClr val="F26B43"/>
          </p15:clr>
        </p15:guide>
        <p15:guide id="95" orient="horz" pos="2964">
          <p15:clr>
            <a:srgbClr val="F26B43"/>
          </p15:clr>
        </p15:guide>
        <p15:guide id="96" orient="horz" pos="2877">
          <p15:clr>
            <a:srgbClr val="F26B43"/>
          </p15:clr>
        </p15:guide>
        <p15:guide id="97" orient="horz" pos="1528">
          <p15:clr>
            <a:srgbClr val="F26B43"/>
          </p15:clr>
        </p15:guide>
        <p15:guide id="98" orient="horz" pos="1619">
          <p15:clr>
            <a:srgbClr val="F26B43"/>
          </p15:clr>
        </p15:guide>
        <p15:guide id="99" orient="horz" pos="1710">
          <p15:clr>
            <a:srgbClr val="F26B43"/>
          </p15:clr>
        </p15:guide>
        <p15:guide id="100" orient="horz" pos="1794">
          <p15:clr>
            <a:srgbClr val="F26B43"/>
          </p15:clr>
        </p15:guide>
        <p15:guide id="101" orient="horz" pos="2784">
          <p15:clr>
            <a:srgbClr val="F26B43"/>
          </p15:clr>
        </p15:guide>
        <p15:guide id="102" orient="horz" pos="2692">
          <p15:clr>
            <a:srgbClr val="F26B43"/>
          </p15:clr>
        </p15:guide>
        <p15:guide id="103" orient="horz" pos="2598">
          <p15:clr>
            <a:srgbClr val="F26B43"/>
          </p15:clr>
        </p15:guide>
        <p15:guide id="104" orient="horz" pos="2510">
          <p15:clr>
            <a:srgbClr val="F26B43"/>
          </p15:clr>
        </p15:guide>
        <p15:guide id="105" orient="horz" pos="1896">
          <p15:clr>
            <a:srgbClr val="F26B43"/>
          </p15:clr>
        </p15:guide>
        <p15:guide id="106" orient="horz" pos="1982">
          <p15:clr>
            <a:srgbClr val="F26B43"/>
          </p15:clr>
        </p15:guide>
        <p15:guide id="107" orient="horz" pos="2076">
          <p15:clr>
            <a:srgbClr val="F26B43"/>
          </p15:clr>
        </p15:guide>
        <p15:guide id="108" orient="horz" pos="2162">
          <p15:clr>
            <a:srgbClr val="F26B43"/>
          </p15:clr>
        </p15:guide>
        <p15:guide id="109" orient="horz" pos="2418">
          <p15:clr>
            <a:srgbClr val="F26B43"/>
          </p15:clr>
        </p15:guide>
        <p15:guide id="110" orient="horz" pos="2324">
          <p15:clr>
            <a:srgbClr val="F26B43"/>
          </p15:clr>
        </p15:guide>
        <p15:guide id="111" orient="horz" pos="2238">
          <p15:clr>
            <a:srgbClr val="F26B43"/>
          </p15:clr>
        </p15:guide>
        <p15:guide id="112" pos="1104">
          <p15:clr>
            <a:srgbClr val="F26B43"/>
          </p15:clr>
        </p15:guide>
        <p15:guide id="113" pos="6570">
          <p15:clr>
            <a:srgbClr val="F26B43"/>
          </p15:clr>
        </p15:guide>
        <p15:guide id="115" pos="1234">
          <p15:clr>
            <a:srgbClr val="F26B43"/>
          </p15:clr>
        </p15:guide>
        <p15:guide id="116" pos="1994">
          <p15:clr>
            <a:srgbClr val="F26B43"/>
          </p15:clr>
        </p15:guide>
        <p15:guide id="117" pos="2121">
          <p15:clr>
            <a:srgbClr val="F26B43"/>
          </p15:clr>
        </p15:guide>
        <p15:guide id="118" pos="5679">
          <p15:clr>
            <a:srgbClr val="F26B43"/>
          </p15:clr>
        </p15:guide>
        <p15:guide id="119" pos="5552">
          <p15:clr>
            <a:srgbClr val="F26B43"/>
          </p15:clr>
        </p15:guide>
        <p15:guide id="120" pos="4788">
          <p15:clr>
            <a:srgbClr val="F26B43"/>
          </p15:clr>
        </p15:guide>
        <p15:guide id="121" pos="4660">
          <p15:clr>
            <a:srgbClr val="F26B43"/>
          </p15:clr>
        </p15:guide>
        <p15:guide id="122" pos="2882">
          <p15:clr>
            <a:srgbClr val="F26B43"/>
          </p15:clr>
        </p15:guide>
        <p15:guide id="123" pos="3012">
          <p15:clr>
            <a:srgbClr val="F26B43"/>
          </p15:clr>
        </p15:guide>
        <p15:guide id="124" pos="3774">
          <p15:clr>
            <a:srgbClr val="F26B43"/>
          </p15:clr>
        </p15:guide>
        <p15:guide id="125" pos="3902">
          <p15:clr>
            <a:srgbClr val="F26B43"/>
          </p15:clr>
        </p15:guide>
        <p15:guide id="126" pos="6444">
          <p15:clr>
            <a:srgbClr val="F26B43"/>
          </p15:clr>
        </p15:guide>
      </p15:sldGuideLst>
    </p:ext>
  </p:extLst>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2390E15-2431-A873-A654-7B321106DAE2}"/>
              </a:ext>
            </a:extLst>
          </p:cNvPr>
          <p:cNvSpPr>
            <a:spLocks noGrp="1"/>
          </p:cNvSpPr>
          <p:nvPr>
            <p:ph type="title"/>
          </p:nvPr>
        </p:nvSpPr>
        <p:spPr>
          <a:xfrm>
            <a:off x="546100" y="548640"/>
            <a:ext cx="11091862" cy="438785"/>
          </a:xfrm>
          <a:prstGeom prst="rect">
            <a:avLst/>
          </a:prstGeom>
        </p:spPr>
        <p:txBody>
          <a:bodyPr vert="horz" lIns="0" tIns="0" rIns="0" bIns="0" rtlCol="0" anchor="t">
            <a:noAutofit/>
          </a:bodyPr>
          <a:lstStyle/>
          <a:p>
            <a:r>
              <a:rPr lang="en-US"/>
              <a:t>Click to edit Master title style</a:t>
            </a:r>
          </a:p>
        </p:txBody>
      </p:sp>
      <p:sp>
        <p:nvSpPr>
          <p:cNvPr id="3" name="Text Placeholder 2">
            <a:extLst>
              <a:ext uri="{FF2B5EF4-FFF2-40B4-BE49-F238E27FC236}">
                <a16:creationId xmlns:a16="http://schemas.microsoft.com/office/drawing/2014/main" id="{9A89620C-A07A-2A72-857A-735B5C91AA54}"/>
              </a:ext>
            </a:extLst>
          </p:cNvPr>
          <p:cNvSpPr>
            <a:spLocks noGrp="1"/>
          </p:cNvSpPr>
          <p:nvPr>
            <p:ph type="body" idx="1"/>
          </p:nvPr>
        </p:nvSpPr>
        <p:spPr>
          <a:xfrm>
            <a:off x="546100" y="2146300"/>
            <a:ext cx="11091862" cy="3721101"/>
          </a:xfrm>
          <a:prstGeom prst="rect">
            <a:avLst/>
          </a:prstGeom>
        </p:spPr>
        <p:txBody>
          <a:bodyPr vert="horz" lIns="0" tIns="0" rIns="0" bIns="0" rtlCol="0">
            <a:normAutofit/>
          </a:bodyPr>
          <a:lstStyle/>
          <a:p>
            <a:pPr lvl="0"/>
            <a:r>
              <a:rPr lang="en-US"/>
              <a:t>Click to edit Master text styles, first level</a:t>
            </a:r>
          </a:p>
          <a:p>
            <a:pPr lvl="1"/>
            <a:r>
              <a:rPr lang="en-US"/>
              <a:t>Second level</a:t>
            </a:r>
          </a:p>
          <a:p>
            <a:pPr lvl="2"/>
            <a:r>
              <a:rPr lang="en-US"/>
              <a:t>Third level</a:t>
            </a:r>
          </a:p>
          <a:p>
            <a:pPr lvl="3"/>
            <a:r>
              <a:rPr lang="en-US"/>
              <a:t>Fourth level</a:t>
            </a:r>
          </a:p>
          <a:p>
            <a:pPr lvl="4"/>
            <a:r>
              <a:rPr lang="en-US"/>
              <a:t>Fifth level</a:t>
            </a:r>
          </a:p>
          <a:p>
            <a:pPr lvl="5"/>
            <a:r>
              <a:rPr lang="en-US"/>
              <a:t>Sixth level</a:t>
            </a:r>
          </a:p>
          <a:p>
            <a:pPr lvl="6"/>
            <a:r>
              <a:rPr lang="en-US"/>
              <a:t>Seventh level</a:t>
            </a:r>
          </a:p>
          <a:p>
            <a:pPr lvl="7"/>
            <a:r>
              <a:rPr lang="en-US"/>
              <a:t>Eighth level</a:t>
            </a:r>
          </a:p>
          <a:p>
            <a:pPr lvl="8"/>
            <a:r>
              <a:rPr lang="en-US"/>
              <a:t>Ninth level</a:t>
            </a:r>
          </a:p>
        </p:txBody>
      </p:sp>
      <p:sp>
        <p:nvSpPr>
          <p:cNvPr id="5" name="Footer Placeholder 4">
            <a:extLst>
              <a:ext uri="{FF2B5EF4-FFF2-40B4-BE49-F238E27FC236}">
                <a16:creationId xmlns:a16="http://schemas.microsoft.com/office/drawing/2014/main" id="{9286892E-5C75-BB2B-DC86-3D98574CDC6C}"/>
              </a:ext>
            </a:extLst>
          </p:cNvPr>
          <p:cNvSpPr>
            <a:spLocks noGrp="1"/>
          </p:cNvSpPr>
          <p:nvPr>
            <p:ph type="ftr" sz="quarter" idx="3"/>
          </p:nvPr>
        </p:nvSpPr>
        <p:spPr>
          <a:xfrm>
            <a:off x="4781550" y="6311900"/>
            <a:ext cx="5448300" cy="269875"/>
          </a:xfrm>
          <a:prstGeom prst="rect">
            <a:avLst/>
          </a:prstGeom>
        </p:spPr>
        <p:txBody>
          <a:bodyPr vert="horz" lIns="0" tIns="0" rIns="0" bIns="0" rtlCol="0" anchor="b" anchorCtr="0"/>
          <a:lstStyle>
            <a:lvl1pPr algn="r">
              <a:defRPr sz="1000" b="0" i="0">
                <a:solidFill>
                  <a:schemeClr val="tx1"/>
                </a:solidFill>
                <a:latin typeface="+mn-lt"/>
                <a:ea typeface="GT America Regular" pitchFamily="2" charset="77"/>
                <a:cs typeface="GT America Regular" pitchFamily="2" charset="77"/>
              </a:defRPr>
            </a:lvl1pPr>
            <a:lvl2pPr>
              <a:defRPr sz="1000"/>
            </a:lvl2pPr>
            <a:lvl3pPr>
              <a:defRPr sz="1000"/>
            </a:lvl3pPr>
            <a:lvl4pPr marL="0" indent="0">
              <a:defRPr sz="1000"/>
            </a:lvl4pPr>
            <a:lvl5pPr marL="0" indent="0">
              <a:defRPr sz="1000"/>
            </a:lvl5pPr>
            <a:lvl6pPr marL="0" indent="0">
              <a:defRPr sz="1000"/>
            </a:lvl6pPr>
            <a:lvl7pPr marL="0" indent="0">
              <a:defRPr sz="1000"/>
            </a:lvl7pPr>
            <a:lvl8pPr marL="0" indent="0">
              <a:defRPr sz="1000"/>
            </a:lvl8pPr>
            <a:lvl9pPr marL="0" indent="0">
              <a:defRPr sz="1000"/>
            </a:lvl9pPr>
          </a:lstStyle>
          <a:p>
            <a:r>
              <a:rPr lang="en-US"/>
              <a:t>See slide 12 for instructions on how to update footer</a:t>
            </a:r>
          </a:p>
        </p:txBody>
      </p:sp>
      <p:sp>
        <p:nvSpPr>
          <p:cNvPr id="6" name="Slide Number Placeholder 5">
            <a:extLst>
              <a:ext uri="{FF2B5EF4-FFF2-40B4-BE49-F238E27FC236}">
                <a16:creationId xmlns:a16="http://schemas.microsoft.com/office/drawing/2014/main" id="{9396C1FA-EF28-95E6-0423-F59B26A6F1F8}"/>
              </a:ext>
            </a:extLst>
          </p:cNvPr>
          <p:cNvSpPr>
            <a:spLocks noGrp="1"/>
          </p:cNvSpPr>
          <p:nvPr>
            <p:ph type="sldNum" sz="quarter" idx="4"/>
          </p:nvPr>
        </p:nvSpPr>
        <p:spPr>
          <a:xfrm>
            <a:off x="10428288" y="6311900"/>
            <a:ext cx="1209674" cy="269875"/>
          </a:xfrm>
          <a:prstGeom prst="rect">
            <a:avLst/>
          </a:prstGeom>
        </p:spPr>
        <p:txBody>
          <a:bodyPr vert="horz" lIns="0" tIns="0" rIns="0" bIns="0" rtlCol="0" anchor="b" anchorCtr="0"/>
          <a:lstStyle>
            <a:lvl1pPr algn="r">
              <a:defRPr sz="1000" b="0" i="0">
                <a:solidFill>
                  <a:schemeClr val="tx1"/>
                </a:solidFill>
                <a:latin typeface="+mn-lt"/>
                <a:ea typeface="GT America Regular" pitchFamily="2" charset="77"/>
                <a:cs typeface="GT America Regular" pitchFamily="2" charset="77"/>
              </a:defRPr>
            </a:lvl1pPr>
            <a:lvl2pPr marL="0" indent="0" algn="r">
              <a:defRPr sz="1000"/>
            </a:lvl2pPr>
            <a:lvl3pPr marL="0" indent="0">
              <a:defRPr sz="1000"/>
            </a:lvl3pPr>
            <a:lvl4pPr marL="0">
              <a:defRPr sz="1000"/>
            </a:lvl4pPr>
            <a:lvl5pPr marL="0">
              <a:defRPr sz="1000"/>
            </a:lvl5pPr>
            <a:lvl6pPr marL="0">
              <a:defRPr sz="1000"/>
            </a:lvl6pPr>
            <a:lvl7pPr marL="0">
              <a:defRPr sz="1000"/>
            </a:lvl7pPr>
            <a:lvl8pPr marL="0">
              <a:defRPr sz="1000"/>
            </a:lvl8pPr>
            <a:lvl9pPr marL="0">
              <a:defRPr sz="1000"/>
            </a:lvl9pPr>
          </a:lstStyle>
          <a:p>
            <a:fld id="{862A5111-985B-C14D-9115-5787026182A8}" type="slidenum">
              <a:rPr lang="en-US" smtClean="0"/>
              <a:pPr/>
              <a:t>‹#›</a:t>
            </a:fld>
            <a:endParaRPr lang="en-US"/>
          </a:p>
        </p:txBody>
      </p:sp>
      <p:sp>
        <p:nvSpPr>
          <p:cNvPr id="30" name="Rectangle 29">
            <a:extLst>
              <a:ext uri="{FF2B5EF4-FFF2-40B4-BE49-F238E27FC236}">
                <a16:creationId xmlns:a16="http://schemas.microsoft.com/office/drawing/2014/main" id="{EE698C20-1EF2-021A-C047-3C184486E6D3}"/>
              </a:ext>
            </a:extLst>
          </p:cNvPr>
          <p:cNvSpPr/>
          <p:nvPr userDrawn="1"/>
        </p:nvSpPr>
        <p:spPr>
          <a:xfrm>
            <a:off x="-5621" y="-677332"/>
            <a:ext cx="2029968" cy="505882"/>
          </a:xfrm>
          <a:prstGeom prst="rect">
            <a:avLst/>
          </a:prstGeom>
          <a:solidFill>
            <a:srgbClr val="D9017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a:solidFill>
                  <a:srgbClr val="FEFEFE"/>
                </a:solidFill>
              </a:rPr>
              <a:t>16 x 9 Dynamic Slice 1</a:t>
            </a:r>
          </a:p>
          <a:p>
            <a:pPr algn="ctr"/>
            <a:r>
              <a:rPr lang="en-US" sz="1100">
                <a:solidFill>
                  <a:srgbClr val="FEFEFE"/>
                </a:solidFill>
                <a:sym typeface="Wingdings" pitchFamily="2" charset="2"/>
              </a:rPr>
              <a:t> 2.22” </a:t>
            </a:r>
            <a:r>
              <a:rPr lang="en-US" sz="1100">
                <a:solidFill>
                  <a:srgbClr val="FEFEFE"/>
                </a:solidFill>
              </a:rPr>
              <a:t> </a:t>
            </a:r>
          </a:p>
        </p:txBody>
      </p:sp>
      <p:sp>
        <p:nvSpPr>
          <p:cNvPr id="31" name="Rectangle 30">
            <a:extLst>
              <a:ext uri="{FF2B5EF4-FFF2-40B4-BE49-F238E27FC236}">
                <a16:creationId xmlns:a16="http://schemas.microsoft.com/office/drawing/2014/main" id="{D4498F90-57D8-5DF6-643F-2780CF5A00F6}"/>
              </a:ext>
            </a:extLst>
          </p:cNvPr>
          <p:cNvSpPr/>
          <p:nvPr userDrawn="1"/>
        </p:nvSpPr>
        <p:spPr>
          <a:xfrm>
            <a:off x="2024347" y="-677332"/>
            <a:ext cx="2029968" cy="505882"/>
          </a:xfrm>
          <a:prstGeom prst="rect">
            <a:avLst/>
          </a:prstGeom>
          <a:solidFill>
            <a:srgbClr val="FDE5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a:solidFill>
                  <a:srgbClr val="010101"/>
                </a:solidFill>
              </a:rPr>
              <a:t>16 x 9 Dynamic Slice 2</a:t>
            </a:r>
          </a:p>
          <a:p>
            <a:pPr algn="ctr"/>
            <a:r>
              <a:rPr lang="en-US" sz="1100">
                <a:solidFill>
                  <a:srgbClr val="010101"/>
                </a:solidFill>
                <a:sym typeface="Wingdings" pitchFamily="2" charset="2"/>
              </a:rPr>
              <a:t> 2.22” </a:t>
            </a:r>
            <a:r>
              <a:rPr lang="en-US" sz="1100">
                <a:solidFill>
                  <a:srgbClr val="010101"/>
                </a:solidFill>
              </a:rPr>
              <a:t> </a:t>
            </a:r>
          </a:p>
        </p:txBody>
      </p:sp>
      <p:sp>
        <p:nvSpPr>
          <p:cNvPr id="32" name="Rectangle 31">
            <a:extLst>
              <a:ext uri="{FF2B5EF4-FFF2-40B4-BE49-F238E27FC236}">
                <a16:creationId xmlns:a16="http://schemas.microsoft.com/office/drawing/2014/main" id="{0C6DBCC9-9137-4AFC-1374-03234E7610EC}"/>
              </a:ext>
            </a:extLst>
          </p:cNvPr>
          <p:cNvSpPr/>
          <p:nvPr userDrawn="1"/>
        </p:nvSpPr>
        <p:spPr>
          <a:xfrm>
            <a:off x="4054314" y="-677332"/>
            <a:ext cx="2041685" cy="505882"/>
          </a:xfrm>
          <a:prstGeom prst="rect">
            <a:avLst/>
          </a:prstGeom>
          <a:solidFill>
            <a:srgbClr val="D9017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a:solidFill>
                  <a:srgbClr val="FEFEFE"/>
                </a:solidFill>
              </a:rPr>
              <a:t>16 x 9 Dynamic Slice 3</a:t>
            </a:r>
          </a:p>
          <a:p>
            <a:pPr algn="ctr"/>
            <a:r>
              <a:rPr lang="en-US" sz="1100">
                <a:solidFill>
                  <a:srgbClr val="FEFEFE"/>
                </a:solidFill>
                <a:sym typeface="Wingdings" pitchFamily="2" charset="2"/>
              </a:rPr>
              <a:t> 2.22” </a:t>
            </a:r>
            <a:r>
              <a:rPr lang="en-US" sz="1100">
                <a:solidFill>
                  <a:srgbClr val="FEFEFE"/>
                </a:solidFill>
              </a:rPr>
              <a:t> </a:t>
            </a:r>
          </a:p>
        </p:txBody>
      </p:sp>
      <p:sp>
        <p:nvSpPr>
          <p:cNvPr id="33" name="Rectangle 32">
            <a:extLst>
              <a:ext uri="{FF2B5EF4-FFF2-40B4-BE49-F238E27FC236}">
                <a16:creationId xmlns:a16="http://schemas.microsoft.com/office/drawing/2014/main" id="{D47ACDAE-6334-08F3-3BB3-62F0E7733AA8}"/>
              </a:ext>
            </a:extLst>
          </p:cNvPr>
          <p:cNvSpPr/>
          <p:nvPr userDrawn="1"/>
        </p:nvSpPr>
        <p:spPr>
          <a:xfrm>
            <a:off x="6096000" y="-677332"/>
            <a:ext cx="2028825" cy="505882"/>
          </a:xfrm>
          <a:prstGeom prst="rect">
            <a:avLst/>
          </a:prstGeom>
          <a:solidFill>
            <a:srgbClr val="FDE5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a:solidFill>
                  <a:srgbClr val="010101"/>
                </a:solidFill>
              </a:rPr>
              <a:t>16 x 9 Dynamic Slice 4</a:t>
            </a:r>
          </a:p>
          <a:p>
            <a:pPr algn="ctr"/>
            <a:r>
              <a:rPr lang="en-US" sz="1100">
                <a:solidFill>
                  <a:srgbClr val="010101"/>
                </a:solidFill>
                <a:sym typeface="Wingdings" pitchFamily="2" charset="2"/>
              </a:rPr>
              <a:t> 2.22” </a:t>
            </a:r>
            <a:r>
              <a:rPr lang="en-US" sz="1100">
                <a:solidFill>
                  <a:srgbClr val="010101"/>
                </a:solidFill>
              </a:rPr>
              <a:t> </a:t>
            </a:r>
          </a:p>
        </p:txBody>
      </p:sp>
      <p:sp>
        <p:nvSpPr>
          <p:cNvPr id="34" name="Rectangle 33">
            <a:extLst>
              <a:ext uri="{FF2B5EF4-FFF2-40B4-BE49-F238E27FC236}">
                <a16:creationId xmlns:a16="http://schemas.microsoft.com/office/drawing/2014/main" id="{79309483-13B1-0215-9578-4B2CB0F670F5}"/>
              </a:ext>
            </a:extLst>
          </p:cNvPr>
          <p:cNvSpPr/>
          <p:nvPr userDrawn="1"/>
        </p:nvSpPr>
        <p:spPr>
          <a:xfrm>
            <a:off x="8124825" y="-677332"/>
            <a:ext cx="2028825" cy="505882"/>
          </a:xfrm>
          <a:prstGeom prst="rect">
            <a:avLst/>
          </a:prstGeom>
          <a:solidFill>
            <a:srgbClr val="D9017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a:solidFill>
                  <a:srgbClr val="FEFEFE"/>
                </a:solidFill>
              </a:rPr>
              <a:t>16 x 9 Dynamic Slice 5</a:t>
            </a:r>
          </a:p>
          <a:p>
            <a:pPr algn="ctr"/>
            <a:r>
              <a:rPr lang="en-US" sz="1100">
                <a:solidFill>
                  <a:srgbClr val="FEFEFE"/>
                </a:solidFill>
                <a:sym typeface="Wingdings" pitchFamily="2" charset="2"/>
              </a:rPr>
              <a:t> 2.22” </a:t>
            </a:r>
            <a:r>
              <a:rPr lang="en-US" sz="1100">
                <a:solidFill>
                  <a:srgbClr val="FEFEFE"/>
                </a:solidFill>
              </a:rPr>
              <a:t> </a:t>
            </a:r>
          </a:p>
        </p:txBody>
      </p:sp>
      <p:sp>
        <p:nvSpPr>
          <p:cNvPr id="35" name="Rectangle 34">
            <a:extLst>
              <a:ext uri="{FF2B5EF4-FFF2-40B4-BE49-F238E27FC236}">
                <a16:creationId xmlns:a16="http://schemas.microsoft.com/office/drawing/2014/main" id="{C9133D84-F584-8DF6-DF99-C42E896233FB}"/>
              </a:ext>
            </a:extLst>
          </p:cNvPr>
          <p:cNvSpPr/>
          <p:nvPr userDrawn="1"/>
        </p:nvSpPr>
        <p:spPr>
          <a:xfrm>
            <a:off x="10153650" y="-677332"/>
            <a:ext cx="2038349" cy="505882"/>
          </a:xfrm>
          <a:prstGeom prst="rect">
            <a:avLst/>
          </a:prstGeom>
          <a:solidFill>
            <a:srgbClr val="FDE5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a:solidFill>
                  <a:srgbClr val="010101"/>
                </a:solidFill>
              </a:rPr>
              <a:t>16 x 9 Dynamic Slice 6</a:t>
            </a:r>
          </a:p>
          <a:p>
            <a:pPr algn="ctr"/>
            <a:r>
              <a:rPr lang="en-US" sz="1100">
                <a:solidFill>
                  <a:srgbClr val="010101"/>
                </a:solidFill>
                <a:sym typeface="Wingdings" pitchFamily="2" charset="2"/>
              </a:rPr>
              <a:t> 2.22” </a:t>
            </a:r>
            <a:r>
              <a:rPr lang="en-US" sz="1100">
                <a:solidFill>
                  <a:srgbClr val="010101"/>
                </a:solidFill>
              </a:rPr>
              <a:t> </a:t>
            </a:r>
          </a:p>
        </p:txBody>
      </p:sp>
      <p:sp>
        <p:nvSpPr>
          <p:cNvPr id="4" name="Date Placeholder 3">
            <a:extLst>
              <a:ext uri="{FF2B5EF4-FFF2-40B4-BE49-F238E27FC236}">
                <a16:creationId xmlns:a16="http://schemas.microsoft.com/office/drawing/2014/main" id="{B74C9D9E-F1D3-BF13-32B3-2BDFE3E4F7BC}"/>
              </a:ext>
            </a:extLst>
          </p:cNvPr>
          <p:cNvSpPr>
            <a:spLocks noGrp="1"/>
          </p:cNvSpPr>
          <p:nvPr>
            <p:ph type="dt" sz="half" idx="2"/>
          </p:nvPr>
        </p:nvSpPr>
        <p:spPr>
          <a:xfrm>
            <a:off x="546100" y="6332764"/>
            <a:ext cx="2619375" cy="249011"/>
          </a:xfrm>
          <a:prstGeom prst="rect">
            <a:avLst/>
          </a:prstGeom>
        </p:spPr>
        <p:txBody>
          <a:bodyPr vert="horz" lIns="0" tIns="0" rIns="0" bIns="0" rtlCol="0" anchor="b" anchorCtr="0"/>
          <a:lstStyle>
            <a:lvl1pPr algn="r">
              <a:defRPr sz="1000">
                <a:solidFill>
                  <a:schemeClr val="tx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Tree>
    <p:extLst>
      <p:ext uri="{BB962C8B-B14F-4D97-AF65-F5344CB8AC3E}">
        <p14:creationId xmlns:p14="http://schemas.microsoft.com/office/powerpoint/2010/main" val="501387574"/>
      </p:ext>
    </p:extLst>
  </p:cSld>
  <p:clrMap bg1="lt1" tx1="dk1" bg2="lt2" tx2="dk2" accent1="accent1" accent2="accent2" accent3="accent3" accent4="accent4" accent5="accent5" accent6="accent6" hlink="hlink" folHlink="folHlink"/>
  <p:sldLayoutIdLst>
    <p:sldLayoutId id="2147484059" r:id="rId1"/>
    <p:sldLayoutId id="2147484060" r:id="rId2"/>
    <p:sldLayoutId id="2147484061" r:id="rId3"/>
    <p:sldLayoutId id="2147484062" r:id="rId4"/>
    <p:sldLayoutId id="2147484063" r:id="rId5"/>
    <p:sldLayoutId id="2147484064" r:id="rId6"/>
    <p:sldLayoutId id="2147484065" r:id="rId7"/>
    <p:sldLayoutId id="2147484066" r:id="rId8"/>
    <p:sldLayoutId id="2147484067" r:id="rId9"/>
    <p:sldLayoutId id="2147484068" r:id="rId10"/>
    <p:sldLayoutId id="2147484069" r:id="rId11"/>
    <p:sldLayoutId id="2147484070" r:id="rId12"/>
    <p:sldLayoutId id="2147484071" r:id="rId13"/>
    <p:sldLayoutId id="2147484072" r:id="rId14"/>
    <p:sldLayoutId id="2147484073" r:id="rId15"/>
    <p:sldLayoutId id="2147484074" r:id="rId16"/>
    <p:sldLayoutId id="2147484075" r:id="rId17"/>
    <p:sldLayoutId id="2147484076" r:id="rId18"/>
    <p:sldLayoutId id="2147484077" r:id="rId19"/>
    <p:sldLayoutId id="2147484078" r:id="rId20"/>
    <p:sldLayoutId id="2147484079" r:id="rId21"/>
    <p:sldLayoutId id="2147484080" r:id="rId22"/>
    <p:sldLayoutId id="2147484081" r:id="rId23"/>
    <p:sldLayoutId id="2147484082" r:id="rId24"/>
    <p:sldLayoutId id="2147484083" r:id="rId25"/>
    <p:sldLayoutId id="2147484084" r:id="rId26"/>
    <p:sldLayoutId id="2147484085" r:id="rId27"/>
    <p:sldLayoutId id="2147484086" r:id="rId28"/>
    <p:sldLayoutId id="2147484087" r:id="rId29"/>
    <p:sldLayoutId id="2147484088" r:id="rId30"/>
    <p:sldLayoutId id="2147484089" r:id="rId31"/>
    <p:sldLayoutId id="2147484090" r:id="rId32"/>
    <p:sldLayoutId id="2147484091" r:id="rId33"/>
    <p:sldLayoutId id="2147484092" r:id="rId34"/>
    <p:sldLayoutId id="2147484093" r:id="rId35"/>
    <p:sldLayoutId id="2147484094" r:id="rId36"/>
    <p:sldLayoutId id="2147484095" r:id="rId37"/>
    <p:sldLayoutId id="2147484096" r:id="rId38"/>
    <p:sldLayoutId id="2147484097" r:id="rId39"/>
    <p:sldLayoutId id="2147484098" r:id="rId40"/>
    <p:sldLayoutId id="2147484099" r:id="rId41"/>
    <p:sldLayoutId id="2147484100" r:id="rId42"/>
    <p:sldLayoutId id="2147484101" r:id="rId43"/>
    <p:sldLayoutId id="2147484102" r:id="rId44"/>
    <p:sldLayoutId id="2147484103" r:id="rId45"/>
    <p:sldLayoutId id="2147484104" r:id="rId46"/>
    <p:sldLayoutId id="2147484105" r:id="rId47"/>
    <p:sldLayoutId id="2147484106" r:id="rId48"/>
    <p:sldLayoutId id="2147484107" r:id="rId49"/>
    <p:sldLayoutId id="2147484108" r:id="rId50"/>
    <p:sldLayoutId id="2147484109" r:id="rId51"/>
    <p:sldLayoutId id="2147484110" r:id="rId52"/>
    <p:sldLayoutId id="2147484111" r:id="rId53"/>
    <p:sldLayoutId id="2147484112" r:id="rId54"/>
    <p:sldLayoutId id="2147484113" r:id="rId55"/>
    <p:sldLayoutId id="2147484114" r:id="rId56"/>
    <p:sldLayoutId id="2147484115" r:id="rId57"/>
    <p:sldLayoutId id="2147484116" r:id="rId58"/>
    <p:sldLayoutId id="2147484117" r:id="rId59"/>
    <p:sldLayoutId id="2147484118" r:id="rId60"/>
    <p:sldLayoutId id="2147484119" r:id="rId61"/>
    <p:sldLayoutId id="2147484120" r:id="rId62"/>
    <p:sldLayoutId id="2147484121" r:id="rId63"/>
    <p:sldLayoutId id="2147484122" r:id="rId64"/>
    <p:sldLayoutId id="2147484123" r:id="rId65"/>
    <p:sldLayoutId id="2147484124" r:id="rId66"/>
    <p:sldLayoutId id="2147484125" r:id="rId67"/>
    <p:sldLayoutId id="2147484126" r:id="rId68"/>
    <p:sldLayoutId id="2147484127" r:id="rId69"/>
    <p:sldLayoutId id="2147484128" r:id="rId70"/>
    <p:sldLayoutId id="2147484129" r:id="rId71"/>
    <p:sldLayoutId id="2147484130" r:id="rId72"/>
    <p:sldLayoutId id="2147484131" r:id="rId73"/>
    <p:sldLayoutId id="2147484132" r:id="rId74"/>
    <p:sldLayoutId id="2147484133" r:id="rId75"/>
    <p:sldLayoutId id="2147484134" r:id="rId76"/>
    <p:sldLayoutId id="2147484135" r:id="rId77"/>
    <p:sldLayoutId id="2147484136" r:id="rId78"/>
    <p:sldLayoutId id="2147484137" r:id="rId79"/>
    <p:sldLayoutId id="2147484138" r:id="rId80"/>
    <p:sldLayoutId id="2147484139" r:id="rId81"/>
  </p:sldLayoutIdLst>
  <p:hf hdr="0" dt="0"/>
  <p:txStyles>
    <p:titleStyle>
      <a:lvl1pPr algn="l" defTabSz="914400" rtl="0" eaLnBrk="1" latinLnBrk="0" hangingPunct="1">
        <a:lnSpc>
          <a:spcPts val="3600"/>
        </a:lnSpc>
        <a:spcBef>
          <a:spcPct val="0"/>
        </a:spcBef>
        <a:buNone/>
        <a:defRPr sz="3600" b="0" i="0" kern="1200">
          <a:solidFill>
            <a:schemeClr val="tx2"/>
          </a:solidFill>
          <a:latin typeface="+mj-lt"/>
          <a:ea typeface="+mj-ea"/>
          <a:cs typeface="+mj-cs"/>
        </a:defRPr>
      </a:lvl1pPr>
    </p:titleStyle>
    <p:bodyStyle>
      <a:lvl1pPr marL="0" indent="0" algn="l" defTabSz="914400" rtl="0" eaLnBrk="1" latinLnBrk="0" hangingPunct="1">
        <a:lnSpc>
          <a:spcPct val="101000"/>
        </a:lnSpc>
        <a:spcBef>
          <a:spcPts val="0"/>
        </a:spcBef>
        <a:spcAft>
          <a:spcPts val="600"/>
        </a:spcAft>
        <a:buFont typeface="GT America Regular"/>
        <a:buNone/>
        <a:defRPr sz="1400" b="0" i="0" kern="1200">
          <a:solidFill>
            <a:schemeClr val="tx1"/>
          </a:solidFill>
          <a:latin typeface="+mn-lt"/>
          <a:ea typeface="GT America Regular" charset="0"/>
          <a:cs typeface="GT America Regular" charset="0"/>
        </a:defRPr>
      </a:lvl1pPr>
      <a:lvl2pPr marL="285750" indent="-285750" algn="l" defTabSz="914400" rtl="0" eaLnBrk="1" latinLnBrk="0" hangingPunct="1">
        <a:lnSpc>
          <a:spcPct val="101000"/>
        </a:lnSpc>
        <a:spcBef>
          <a:spcPts val="0"/>
        </a:spcBef>
        <a:spcAft>
          <a:spcPts val="600"/>
        </a:spcAft>
        <a:buFont typeface="GT America Regular" charset="0"/>
        <a:buChar char="→"/>
        <a:defRPr sz="1400" b="0" i="0" kern="1200">
          <a:solidFill>
            <a:schemeClr val="tx1"/>
          </a:solidFill>
          <a:latin typeface="+mn-lt"/>
          <a:ea typeface="GT America Regular"/>
          <a:cs typeface="GT America Regular"/>
        </a:defRPr>
      </a:lvl2pPr>
      <a:lvl3pPr marL="458788" indent="-171450" algn="l" defTabSz="914400" rtl="0" eaLnBrk="1" latinLnBrk="0" hangingPunct="1">
        <a:lnSpc>
          <a:spcPct val="101000"/>
        </a:lnSpc>
        <a:spcBef>
          <a:spcPts val="0"/>
        </a:spcBef>
        <a:spcAft>
          <a:spcPts val="600"/>
        </a:spcAft>
        <a:buClr>
          <a:schemeClr val="accent1"/>
        </a:buClr>
        <a:buFont typeface="GT America Regular" pitchFamily="50" charset="0"/>
        <a:buChar char="•"/>
        <a:defRPr sz="1400" b="0" i="0" kern="1200">
          <a:solidFill>
            <a:schemeClr val="tx1"/>
          </a:solidFill>
          <a:latin typeface="+mn-lt"/>
          <a:ea typeface="GT America Regular" pitchFamily="2" charset="77"/>
          <a:cs typeface="GT America Regular" pitchFamily="2" charset="77"/>
        </a:defRPr>
      </a:lvl3pPr>
      <a:lvl4pPr marL="628650" indent="-171450" algn="l" defTabSz="914400" rtl="0" eaLnBrk="1" latinLnBrk="0" hangingPunct="1">
        <a:lnSpc>
          <a:spcPct val="101000"/>
        </a:lnSpc>
        <a:spcBef>
          <a:spcPts val="0"/>
        </a:spcBef>
        <a:spcAft>
          <a:spcPts val="600"/>
        </a:spcAft>
        <a:buClrTx/>
        <a:buFont typeface="GT America Regular" pitchFamily="50" charset="0"/>
        <a:buChar char="–"/>
        <a:defRPr sz="1300" b="0" i="0" kern="1200">
          <a:solidFill>
            <a:schemeClr val="tx1"/>
          </a:solidFill>
          <a:latin typeface="+mn-lt"/>
          <a:ea typeface="GT America Regular" pitchFamily="2" charset="77"/>
          <a:cs typeface="GT America Regular" pitchFamily="2" charset="77"/>
        </a:defRPr>
      </a:lvl4pPr>
      <a:lvl5pPr marL="801688" indent="-171450" algn="l" defTabSz="914400" rtl="0" eaLnBrk="1" latinLnBrk="0" hangingPunct="1">
        <a:lnSpc>
          <a:spcPct val="101000"/>
        </a:lnSpc>
        <a:spcBef>
          <a:spcPts val="0"/>
        </a:spcBef>
        <a:spcAft>
          <a:spcPts val="600"/>
        </a:spcAft>
        <a:buClr>
          <a:schemeClr val="accent1"/>
        </a:buClr>
        <a:buFont typeface="GT America Regular" charset="0"/>
        <a:buChar char="–"/>
        <a:tabLst/>
        <a:defRPr sz="1200" b="0" i="0" kern="1200">
          <a:solidFill>
            <a:schemeClr val="tx1"/>
          </a:solidFill>
          <a:latin typeface="+mn-lt"/>
          <a:ea typeface="GT America Regular" pitchFamily="2" charset="77"/>
          <a:cs typeface="GT America Regular" pitchFamily="2" charset="77"/>
        </a:defRPr>
      </a:lvl5pPr>
      <a:lvl6pPr marL="971550" indent="-171450" algn="l" defTabSz="914400" rtl="0" eaLnBrk="1" latinLnBrk="0" hangingPunct="1">
        <a:lnSpc>
          <a:spcPct val="101000"/>
        </a:lnSpc>
        <a:spcBef>
          <a:spcPts val="0"/>
        </a:spcBef>
        <a:spcAft>
          <a:spcPts val="600"/>
        </a:spcAft>
        <a:buClrTx/>
        <a:buFont typeface="GT America Regular" pitchFamily="50" charset="0"/>
        <a:buChar char="»"/>
        <a:defRPr sz="1200" b="0" i="0" kern="1200">
          <a:solidFill>
            <a:schemeClr val="tx1"/>
          </a:solidFill>
          <a:latin typeface="+mn-lt"/>
          <a:ea typeface="GT America Regular" pitchFamily="2" charset="77"/>
          <a:cs typeface="GT America Regular" pitchFamily="2" charset="77"/>
        </a:defRPr>
      </a:lvl6pPr>
      <a:lvl7pPr marL="1144588" indent="-171450" algn="l" defTabSz="914400" rtl="0" eaLnBrk="1" latinLnBrk="0" hangingPunct="1">
        <a:lnSpc>
          <a:spcPct val="101000"/>
        </a:lnSpc>
        <a:spcBef>
          <a:spcPts val="0"/>
        </a:spcBef>
        <a:spcAft>
          <a:spcPts val="600"/>
        </a:spcAft>
        <a:buClr>
          <a:schemeClr val="accent1"/>
        </a:buClr>
        <a:buFont typeface="GT America Regular" charset="0"/>
        <a:buChar char="»"/>
        <a:defRPr sz="1100" kern="1200">
          <a:solidFill>
            <a:schemeClr val="tx1"/>
          </a:solidFill>
          <a:latin typeface="+mn-lt"/>
          <a:ea typeface="GT America Regular" pitchFamily="2" charset="77"/>
          <a:cs typeface="GT America Regular" pitchFamily="2" charset="77"/>
        </a:defRPr>
      </a:lvl7pPr>
      <a:lvl8pPr marL="1312863" indent="-171450" algn="l" defTabSz="914400" rtl="0" eaLnBrk="1" latinLnBrk="0" hangingPunct="1">
        <a:lnSpc>
          <a:spcPct val="101000"/>
        </a:lnSpc>
        <a:spcBef>
          <a:spcPts val="0"/>
        </a:spcBef>
        <a:spcAft>
          <a:spcPts val="600"/>
        </a:spcAft>
        <a:buClrTx/>
        <a:buFont typeface="GT America Regular" pitchFamily="50" charset="0"/>
        <a:buChar char="›"/>
        <a:defRPr sz="1100" kern="1200">
          <a:solidFill>
            <a:schemeClr val="tx1"/>
          </a:solidFill>
          <a:latin typeface="+mn-lt"/>
          <a:ea typeface="GT America Regular" pitchFamily="2" charset="77"/>
          <a:cs typeface="GT America Regular" pitchFamily="2" charset="77"/>
        </a:defRPr>
      </a:lvl8pPr>
      <a:lvl9pPr marL="1485900" indent="-171450" algn="l" defTabSz="914400" rtl="0" eaLnBrk="1" latinLnBrk="0" hangingPunct="1">
        <a:lnSpc>
          <a:spcPct val="101000"/>
        </a:lnSpc>
        <a:spcBef>
          <a:spcPts val="0"/>
        </a:spcBef>
        <a:spcAft>
          <a:spcPts val="600"/>
        </a:spcAft>
        <a:buClr>
          <a:schemeClr val="accent1"/>
        </a:buClr>
        <a:buFont typeface="GT America Regular" charset="0"/>
        <a:buChar char="›"/>
        <a:defRPr sz="1100" kern="1200">
          <a:solidFill>
            <a:schemeClr val="tx1"/>
          </a:solidFill>
          <a:latin typeface="+mn-lt"/>
          <a:ea typeface="GT America Regular" pitchFamily="2" charset="77"/>
          <a:cs typeface="GT America Regular" pitchFamily="2" charset="77"/>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67" orient="horz" pos="3976">
          <p15:clr>
            <a:srgbClr val="F26B43"/>
          </p15:clr>
        </p15:guide>
        <p15:guide id="68" pos="7331">
          <p15:clr>
            <a:srgbClr val="F26B43"/>
          </p15:clr>
        </p15:guide>
        <p15:guide id="69" orient="horz" pos="348">
          <p15:clr>
            <a:srgbClr val="F26B43"/>
          </p15:clr>
        </p15:guide>
        <p15:guide id="70" pos="344">
          <p15:clr>
            <a:srgbClr val="F26B43"/>
          </p15:clr>
        </p15:guide>
        <p15:guide id="71" orient="horz" pos="170">
          <p15:clr>
            <a:srgbClr val="F26B43"/>
          </p15:clr>
        </p15:guide>
        <p15:guide id="72" orient="horz" pos="439">
          <p15:clr>
            <a:srgbClr val="F26B43"/>
          </p15:clr>
        </p15:guide>
        <p15:guide id="73" orient="horz" pos="4146">
          <p15:clr>
            <a:srgbClr val="F26B43"/>
          </p15:clr>
        </p15:guide>
        <p15:guide id="74" orient="horz" pos="3885">
          <p15:clr>
            <a:srgbClr val="F26B43"/>
          </p15:clr>
        </p15:guide>
        <p15:guide id="75" orient="horz" pos="530">
          <p15:clr>
            <a:srgbClr val="F26B43"/>
          </p15:clr>
        </p15:guide>
        <p15:guide id="76" orient="horz" pos="622">
          <p15:clr>
            <a:srgbClr val="F26B43"/>
          </p15:clr>
        </p15:guide>
        <p15:guide id="77" orient="horz" pos="710">
          <p15:clr>
            <a:srgbClr val="F26B43"/>
          </p15:clr>
        </p15:guide>
        <p15:guide id="78" orient="horz" pos="802">
          <p15:clr>
            <a:srgbClr val="F26B43"/>
          </p15:clr>
        </p15:guide>
        <p15:guide id="79" orient="horz" pos="896">
          <p15:clr>
            <a:srgbClr val="F26B43"/>
          </p15:clr>
        </p15:guide>
        <p15:guide id="80" orient="horz" pos="987">
          <p15:clr>
            <a:srgbClr val="F26B43"/>
          </p15:clr>
        </p15:guide>
        <p15:guide id="81" orient="horz" pos="1071">
          <p15:clr>
            <a:srgbClr val="F26B43"/>
          </p15:clr>
        </p15:guide>
        <p15:guide id="82" orient="horz" pos="3792">
          <p15:clr>
            <a:srgbClr val="F26B43"/>
          </p15:clr>
        </p15:guide>
        <p15:guide id="83" orient="horz" pos="3696">
          <p15:clr>
            <a:srgbClr val="F26B43"/>
          </p15:clr>
        </p15:guide>
        <p15:guide id="84" orient="horz" pos="3611">
          <p15:clr>
            <a:srgbClr val="F26B43"/>
          </p15:clr>
        </p15:guide>
        <p15:guide id="85" orient="horz" pos="3519">
          <p15:clr>
            <a:srgbClr val="F26B43"/>
          </p15:clr>
        </p15:guide>
        <p15:guide id="86" orient="horz" pos="3428">
          <p15:clr>
            <a:srgbClr val="F26B43"/>
          </p15:clr>
        </p15:guide>
        <p15:guide id="87" orient="horz" pos="3334">
          <p15:clr>
            <a:srgbClr val="F26B43"/>
          </p15:clr>
        </p15:guide>
        <p15:guide id="88" orient="horz" pos="3245">
          <p15:clr>
            <a:srgbClr val="F26B43"/>
          </p15:clr>
        </p15:guide>
        <p15:guide id="89" orient="horz" pos="1165">
          <p15:clr>
            <a:srgbClr val="F26B43"/>
          </p15:clr>
        </p15:guide>
        <p15:guide id="90" orient="horz" pos="1259">
          <p15:clr>
            <a:srgbClr val="F26B43"/>
          </p15:clr>
        </p15:guide>
        <p15:guide id="91" orient="horz" pos="1352">
          <p15:clr>
            <a:srgbClr val="F26B43"/>
          </p15:clr>
        </p15:guide>
        <p15:guide id="92" orient="horz" pos="1436">
          <p15:clr>
            <a:srgbClr val="F26B43"/>
          </p15:clr>
        </p15:guide>
        <p15:guide id="93" orient="horz" pos="3152">
          <p15:clr>
            <a:srgbClr val="F26B43"/>
          </p15:clr>
        </p15:guide>
        <p15:guide id="94" orient="horz" pos="3058">
          <p15:clr>
            <a:srgbClr val="F26B43"/>
          </p15:clr>
        </p15:guide>
        <p15:guide id="95" orient="horz" pos="2964">
          <p15:clr>
            <a:srgbClr val="F26B43"/>
          </p15:clr>
        </p15:guide>
        <p15:guide id="96" orient="horz" pos="2877">
          <p15:clr>
            <a:srgbClr val="F26B43"/>
          </p15:clr>
        </p15:guide>
        <p15:guide id="97" orient="horz" pos="1528">
          <p15:clr>
            <a:srgbClr val="F26B43"/>
          </p15:clr>
        </p15:guide>
        <p15:guide id="98" orient="horz" pos="1619">
          <p15:clr>
            <a:srgbClr val="F26B43"/>
          </p15:clr>
        </p15:guide>
        <p15:guide id="99" orient="horz" pos="1710">
          <p15:clr>
            <a:srgbClr val="F26B43"/>
          </p15:clr>
        </p15:guide>
        <p15:guide id="100" orient="horz" pos="1794">
          <p15:clr>
            <a:srgbClr val="F26B43"/>
          </p15:clr>
        </p15:guide>
        <p15:guide id="101" orient="horz" pos="2784">
          <p15:clr>
            <a:srgbClr val="F26B43"/>
          </p15:clr>
        </p15:guide>
        <p15:guide id="102" orient="horz" pos="2692">
          <p15:clr>
            <a:srgbClr val="F26B43"/>
          </p15:clr>
        </p15:guide>
        <p15:guide id="103" orient="horz" pos="2598">
          <p15:clr>
            <a:srgbClr val="F26B43"/>
          </p15:clr>
        </p15:guide>
        <p15:guide id="104" orient="horz" pos="2510">
          <p15:clr>
            <a:srgbClr val="F26B43"/>
          </p15:clr>
        </p15:guide>
        <p15:guide id="105" orient="horz" pos="1896">
          <p15:clr>
            <a:srgbClr val="F26B43"/>
          </p15:clr>
        </p15:guide>
        <p15:guide id="106" orient="horz" pos="1982">
          <p15:clr>
            <a:srgbClr val="F26B43"/>
          </p15:clr>
        </p15:guide>
        <p15:guide id="107" orient="horz" pos="2076">
          <p15:clr>
            <a:srgbClr val="F26B43"/>
          </p15:clr>
        </p15:guide>
        <p15:guide id="108" orient="horz" pos="2162">
          <p15:clr>
            <a:srgbClr val="F26B43"/>
          </p15:clr>
        </p15:guide>
        <p15:guide id="109" orient="horz" pos="2418">
          <p15:clr>
            <a:srgbClr val="F26B43"/>
          </p15:clr>
        </p15:guide>
        <p15:guide id="110" orient="horz" pos="2324">
          <p15:clr>
            <a:srgbClr val="F26B43"/>
          </p15:clr>
        </p15:guide>
        <p15:guide id="111" orient="horz" pos="2238">
          <p15:clr>
            <a:srgbClr val="F26B43"/>
          </p15:clr>
        </p15:guide>
        <p15:guide id="112" pos="1104">
          <p15:clr>
            <a:srgbClr val="F26B43"/>
          </p15:clr>
        </p15:guide>
        <p15:guide id="113" pos="6570">
          <p15:clr>
            <a:srgbClr val="F26B43"/>
          </p15:clr>
        </p15:guide>
        <p15:guide id="115" pos="1234">
          <p15:clr>
            <a:srgbClr val="F26B43"/>
          </p15:clr>
        </p15:guide>
        <p15:guide id="116" pos="1994">
          <p15:clr>
            <a:srgbClr val="F26B43"/>
          </p15:clr>
        </p15:guide>
        <p15:guide id="117" pos="2121">
          <p15:clr>
            <a:srgbClr val="F26B43"/>
          </p15:clr>
        </p15:guide>
        <p15:guide id="118" pos="5679">
          <p15:clr>
            <a:srgbClr val="F26B43"/>
          </p15:clr>
        </p15:guide>
        <p15:guide id="119" pos="5552">
          <p15:clr>
            <a:srgbClr val="F26B43"/>
          </p15:clr>
        </p15:guide>
        <p15:guide id="120" pos="4788">
          <p15:clr>
            <a:srgbClr val="F26B43"/>
          </p15:clr>
        </p15:guide>
        <p15:guide id="121" pos="4660">
          <p15:clr>
            <a:srgbClr val="F26B43"/>
          </p15:clr>
        </p15:guide>
        <p15:guide id="122" pos="2882">
          <p15:clr>
            <a:srgbClr val="F26B43"/>
          </p15:clr>
        </p15:guide>
        <p15:guide id="123" pos="3012">
          <p15:clr>
            <a:srgbClr val="F26B43"/>
          </p15:clr>
        </p15:guide>
        <p15:guide id="124" pos="3774">
          <p15:clr>
            <a:srgbClr val="F26B43"/>
          </p15:clr>
        </p15:guide>
        <p15:guide id="125" pos="3902">
          <p15:clr>
            <a:srgbClr val="F26B43"/>
          </p15:clr>
        </p15:guide>
        <p15:guide id="126" pos="6444">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xml"/><Relationship Id="rId3" Type="http://schemas.openxmlformats.org/officeDocument/2006/relationships/chart" Target="../charts/chart1.xml"/><Relationship Id="rId4" Type="http://schemas.openxmlformats.org/officeDocument/2006/relationships/chart" Target="../charts/char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3.xml"/><Relationship Id="rId3" Type="http://schemas.openxmlformats.org/officeDocument/2006/relationships/image" Target="../media/image90.png"/><Relationship Id="rId4" Type="http://schemas.openxmlformats.org/officeDocument/2006/relationships/image" Target="../media/image10.emf"/><Relationship Id="rId5" Type="http://schemas.openxmlformats.org/officeDocument/2006/relationships/image" Target="../media/image11.emf"/></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80.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1.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1.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3.xml"/><Relationship Id="rId2" Type="http://schemas.openxmlformats.org/officeDocument/2006/relationships/image" Target="../media/image12.jpe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84.xml"/><Relationship Id="rId2" Type="http://schemas.openxmlformats.org/officeDocument/2006/relationships/notesSlide" Target="../notesSlides/notesSlide10.xml"/><Relationship Id="rId3" Type="http://schemas.openxmlformats.org/officeDocument/2006/relationships/image" Target="../media/image13.png"/><Relationship Id="rId4" Type="http://schemas.openxmlformats.org/officeDocument/2006/relationships/image" Target="../media/image1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0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17.xml"/><Relationship Id="rId2" Type="http://schemas.openxmlformats.org/officeDocument/2006/relationships/diagramData" Target="../diagrams/data1.xml"/><Relationship Id="rId3" Type="http://schemas.openxmlformats.org/officeDocument/2006/relationships/diagramLayout" Target="../diagrams/layout1.xml"/><Relationship Id="rId4" Type="http://schemas.openxmlformats.org/officeDocument/2006/relationships/diagramQuickStyle" Target="../diagrams/quickStyle1.xml"/><Relationship Id="rId5" Type="http://schemas.openxmlformats.org/officeDocument/2006/relationships/diagramColors" Target="../diagrams/colors1.xml"/><Relationship Id="rId6" Type="http://schemas.microsoft.com/office/2007/relationships/diagramDrawing" Target="../diagrams/drawing1.xml"/><Relationship Id="rId7" Type="http://schemas.openxmlformats.org/officeDocument/2006/relationships/image" Target="../media/image15.png"/><Relationship Id="rId8" Type="http://schemas.openxmlformats.org/officeDocument/2006/relationships/image" Target="../media/image1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01.xml"/><Relationship Id="rId2" Type="http://schemas.openxmlformats.org/officeDocument/2006/relationships/diagramData" Target="../diagrams/data2.xml"/><Relationship Id="rId3" Type="http://schemas.openxmlformats.org/officeDocument/2006/relationships/diagramLayout" Target="../diagrams/layout2.xml"/><Relationship Id="rId4" Type="http://schemas.openxmlformats.org/officeDocument/2006/relationships/diagramQuickStyle" Target="../diagrams/quickStyle2.xml"/><Relationship Id="rId5" Type="http://schemas.openxmlformats.org/officeDocument/2006/relationships/diagramColors" Target="../diagrams/colors2.xml"/><Relationship Id="rId6" Type="http://schemas.microsoft.com/office/2007/relationships/diagramDrawing" Target="../diagrams/drawing2.xml"/><Relationship Id="rId7" Type="http://schemas.openxmlformats.org/officeDocument/2006/relationships/diagramData" Target="../diagrams/data3.xml"/><Relationship Id="rId8" Type="http://schemas.openxmlformats.org/officeDocument/2006/relationships/diagramLayout" Target="../diagrams/layout3.xml"/><Relationship Id="rId9" Type="http://schemas.openxmlformats.org/officeDocument/2006/relationships/diagramQuickStyle" Target="../diagrams/quickStyle3.xml"/><Relationship Id="rId10" Type="http://schemas.openxmlformats.org/officeDocument/2006/relationships/diagramColors" Target="../diagrams/colors3.xml"/><Relationship Id="rId11" Type="http://schemas.microsoft.com/office/2007/relationships/diagramDrawing" Target="../diagrams/drawing3.xml"/><Relationship Id="rId12" Type="http://schemas.openxmlformats.org/officeDocument/2006/relationships/diagramData" Target="../diagrams/data4.xml"/><Relationship Id="rId13" Type="http://schemas.openxmlformats.org/officeDocument/2006/relationships/diagramLayout" Target="../diagrams/layout4.xml"/><Relationship Id="rId14" Type="http://schemas.openxmlformats.org/officeDocument/2006/relationships/diagramQuickStyle" Target="../diagrams/quickStyle4.xml"/><Relationship Id="rId15" Type="http://schemas.openxmlformats.org/officeDocument/2006/relationships/diagramColors" Target="../diagrams/colors4.xml"/><Relationship Id="rId16" Type="http://schemas.microsoft.com/office/2007/relationships/diagramDrawing" Target="../diagrams/drawing4.xml"/><Relationship Id="rId17"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8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95.xml"/><Relationship Id="rId2" Type="http://schemas.openxmlformats.org/officeDocument/2006/relationships/image" Target="../media/image107.png"/><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image" Target="../media/image19.png"/><Relationship Id="rId6" Type="http://schemas.openxmlformats.org/officeDocument/2006/relationships/image" Target="../media/image2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95.xml"/><Relationship Id="rId2" Type="http://schemas.openxmlformats.org/officeDocument/2006/relationships/image" Target="../media/image21.png"/><Relationship Id="rId3" Type="http://schemas.openxmlformats.org/officeDocument/2006/relationships/image" Target="../media/image22.png"/><Relationship Id="rId4" Type="http://schemas.openxmlformats.org/officeDocument/2006/relationships/image" Target="../media/image2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3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8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chart" Target="../charts/chart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image" Target="../media/image24.png"/><Relationship Id="rId3" Type="http://schemas.openxmlformats.org/officeDocument/2006/relationships/image" Target="../media/image25.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8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0.xml"/><Relationship Id="rId2" Type="http://schemas.openxmlformats.org/officeDocument/2006/relationships/image" Target="../media/image26.png"/><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image" Target="../media/image30.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DB520D-6B6E-C59F-D2AC-9BFB9FCED62F}"/>
              </a:ext>
            </a:extLst>
          </p:cNvPr>
          <p:cNvSpPr>
            <a:spLocks noGrp="1"/>
          </p:cNvSpPr>
          <p:nvPr>
            <p:ph type="title"/>
          </p:nvPr>
        </p:nvSpPr>
        <p:spPr>
          <a:xfrm>
            <a:off x="539751" y="3552825"/>
            <a:ext cx="6887744" cy="2179638"/>
          </a:xfrm>
        </p:spPr>
        <p:txBody>
          <a:bodyPr/>
          <a:lstStyle/>
          <a:p>
            <a:r>
              <a:rPr lang="en-US" b="1" dirty="0">
                <a:latin typeface="Times New Roman" panose="02020603050405020304" pitchFamily="18" charset="0"/>
              </a:rPr>
              <a:t>Scenario Generator</a:t>
            </a:r>
            <a:br>
              <a:rPr lang="en-US" b="1" dirty="0">
                <a:latin typeface="Times New Roman" panose="02020603050405020304" pitchFamily="18" charset="0"/>
              </a:rPr>
            </a:br>
            <a:r>
              <a:rPr lang="en-US" b="1" dirty="0">
                <a:latin typeface="Times New Roman" panose="02020603050405020304" pitchFamily="18" charset="0"/>
              </a:rPr>
              <a:t>FRR/Moody's</a:t>
            </a:r>
          </a:p>
        </p:txBody>
      </p:sp>
    </p:spTree>
    <p:extLst>
      <p:ext uri="{BB962C8B-B14F-4D97-AF65-F5344CB8AC3E}">
        <p14:creationId xmlns:p14="http://schemas.microsoft.com/office/powerpoint/2010/main" val="1793815777"/>
      </p:ext>
    </p:extLst>
  </p:cSld>
  <p:clrMapOvr>
    <a:masterClrMapping/>
  </p:clrMapOvr>
  <p:transition spd="slow">
    <p:push dir="u"/>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C00E6686-A4C0-8CD6-CF18-0E203DF1EE2A}"/>
              </a:ext>
            </a:extLst>
          </p:cNvPr>
          <p:cNvSpPr>
            <a:spLocks noGrp="1"/>
          </p:cNvSpPr>
          <p:nvPr>
            <p:ph type="title"/>
          </p:nvPr>
        </p:nvSpPr>
        <p:spPr>
          <a:xfrm>
            <a:off x="546099" y="3295650"/>
            <a:ext cx="10433051" cy="1997075"/>
          </a:xfrm>
        </p:spPr>
        <p:txBody>
          <a:bodyPr/>
          <a:lstStyle/>
          <a:p>
            <a:r>
              <a:rPr lang="en-US" b="1" dirty="0">
                <a:latin typeface="Times New Roman" panose="02020603050405020304" pitchFamily="18" charset="0"/>
              </a:rPr>
              <a:t>Introduction to the Scenario Generator</a:t>
            </a:r>
          </a:p>
        </p:txBody>
      </p:sp>
    </p:spTree>
    <p:extLst>
      <p:ext uri="{BB962C8B-B14F-4D97-AF65-F5344CB8AC3E}">
        <p14:creationId xmlns:p14="http://schemas.microsoft.com/office/powerpoint/2010/main" val="269918474"/>
      </p:ext>
    </p:extLst>
  </p:cSld>
  <p:clrMapOvr>
    <a:masterClrMapping/>
  </p:clrMapOvr>
  <p:transition spd="slow">
    <p:push dir="u"/>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09" name="Rectangle 13"/>
          <p:cNvSpPr>
            <a:spLocks noGrp="1" noChangeArrowheads="1"/>
          </p:cNvSpPr>
          <p:nvPr>
            <p:ph type="title"/>
          </p:nvPr>
        </p:nvSpPr>
        <p:spPr/>
        <p:txBody>
          <a:bodyPr/>
          <a:lstStyle/>
          <a:p>
            <a:r>
              <a:rPr lang="en-GB" b="1">
                <a:latin typeface="Times New Roman" panose="02020603050405020304" pitchFamily="18" charset="0"/>
              </a:rPr>
              <a:t>What is an Economic Scenario Generator?</a:t>
            </a:r>
            <a:endParaRPr lang="en-US" b="1">
              <a:latin typeface="Times New Roman" panose="02020603050405020304" pitchFamily="18" charset="0"/>
            </a:endParaRPr>
          </a:p>
        </p:txBody>
      </p:sp>
      <p:sp>
        <p:nvSpPr>
          <p:cNvPr id="5" name="Rectangle 14"/>
          <p:cNvSpPr>
            <a:spLocks noGrp="1" noChangeArrowheads="1"/>
          </p:cNvSpPr>
          <p:nvPr>
            <p:ph sz="half" idx="2"/>
          </p:nvPr>
        </p:nvSpPr>
        <p:spPr>
          <a:xfrm>
            <a:off x="546100" y="1382713"/>
            <a:ext cx="9672637" cy="4017962"/>
          </a:xfrm>
          <a:noFill/>
        </p:spPr>
        <p:txBody>
          <a:bodyPr/>
          <a:lstStyle/>
          <a:p>
            <a:pPr lvl="1"/>
            <a:r>
              <a:rPr lang="en-GB" sz="1600" dirty="0">
                <a:solidFill>
                  <a:schemeClr val="tx1"/>
                </a:solidFill>
                <a:latin typeface="Arial" panose="020B0604020202020204" pitchFamily="34" charset="0"/>
              </a:rPr>
              <a:t>Generates scenarios for various economic variables and asset returns using Monte Carlo simulation</a:t>
            </a:r>
          </a:p>
          <a:p>
            <a:pPr lvl="2">
              <a:buClrTx/>
            </a:pPr>
            <a:r>
              <a:rPr lang="en-GB" sz="1600" dirty="0">
                <a:solidFill>
                  <a:schemeClr val="tx1"/>
                </a:solidFill>
                <a:latin typeface="Arial" panose="020B0604020202020204" pitchFamily="34" charset="0"/>
              </a:rPr>
              <a:t>Generate 1000s of different paths of an economy by stochastically modelling many different risk drivers</a:t>
            </a:r>
          </a:p>
          <a:p>
            <a:pPr lvl="2">
              <a:buClrTx/>
            </a:pPr>
            <a:r>
              <a:rPr lang="en-GB" sz="1600" dirty="0">
                <a:solidFill>
                  <a:schemeClr val="tx1"/>
                </a:solidFill>
                <a:latin typeface="Arial" panose="020B0604020202020204" pitchFamily="34" charset="0"/>
              </a:rPr>
              <a:t>Interest rates, equity returns, corporate bond returns</a:t>
            </a:r>
          </a:p>
          <a:p>
            <a:pPr lvl="1"/>
            <a:r>
              <a:rPr lang="en-US" sz="1600" dirty="0">
                <a:solidFill>
                  <a:schemeClr val="tx1"/>
                </a:solidFill>
                <a:latin typeface="Arial" panose="020B0604020202020204" pitchFamily="34" charset="0"/>
              </a:rPr>
              <a:t>Two main uses:</a:t>
            </a:r>
          </a:p>
          <a:p>
            <a:pPr lvl="2">
              <a:buClr>
                <a:schemeClr val="tx1"/>
              </a:buClr>
            </a:pPr>
            <a:r>
              <a:rPr lang="en-GB" sz="1600" dirty="0">
                <a:solidFill>
                  <a:schemeClr val="tx1"/>
                </a:solidFill>
                <a:latin typeface="Arial" panose="020B0604020202020204" pitchFamily="34" charset="0"/>
              </a:rPr>
              <a:t>Real world projections for risk management</a:t>
            </a:r>
          </a:p>
          <a:p>
            <a:pPr lvl="2">
              <a:buClr>
                <a:schemeClr val="tx1"/>
              </a:buClr>
            </a:pPr>
            <a:r>
              <a:rPr lang="en-GB" sz="1600" dirty="0">
                <a:solidFill>
                  <a:schemeClr val="tx1"/>
                </a:solidFill>
                <a:latin typeface="Arial" panose="020B0604020202020204" pitchFamily="34" charset="0"/>
              </a:rPr>
              <a:t>Market-consistent valuation for pricing</a:t>
            </a:r>
            <a:endParaRPr lang="en-US" sz="1600" dirty="0">
              <a:solidFill>
                <a:schemeClr val="tx1"/>
              </a:solidFill>
              <a:latin typeface="Arial" panose="020B0604020202020204" pitchFamily="34" charset="0"/>
            </a:endParaRPr>
          </a:p>
          <a:p>
            <a:pPr lvl="1"/>
            <a:r>
              <a:rPr lang="en-US" sz="1600" dirty="0">
                <a:solidFill>
                  <a:schemeClr val="tx1"/>
                </a:solidFill>
                <a:latin typeface="Arial" panose="020B0604020202020204" pitchFamily="34" charset="0"/>
              </a:rPr>
              <a:t>A simulation is a collection of many paths (trials)</a:t>
            </a:r>
          </a:p>
          <a:p>
            <a:pPr lvl="2">
              <a:buNone/>
            </a:pPr>
            <a:endParaRPr lang="en-US" dirty="0"/>
          </a:p>
        </p:txBody>
      </p:sp>
      <p:sp>
        <p:nvSpPr>
          <p:cNvPr id="6" name="Text Placeholder 5">
            <a:extLst>
              <a:ext uri="{FF2B5EF4-FFF2-40B4-BE49-F238E27FC236}">
                <a16:creationId xmlns:a16="http://schemas.microsoft.com/office/drawing/2014/main" id="{2D6BF2A5-C927-5513-1AB9-36899EE5A789}"/>
              </a:ext>
            </a:extLst>
          </p:cNvPr>
          <p:cNvSpPr>
            <a:spLocks noGrp="1"/>
          </p:cNvSpPr>
          <p:nvPr>
            <p:ph type="body" sz="quarter" idx="18"/>
          </p:nvPr>
        </p:nvSpPr>
        <p:spPr/>
        <p:txBody>
          <a:bodyPr/>
          <a:lstStyle/>
          <a:p>
            <a:endParaRPr lang="en-GB"/>
          </a:p>
        </p:txBody>
      </p:sp>
      <p:grpSp>
        <p:nvGrpSpPr>
          <p:cNvPr id="10" name="Group 9"/>
          <p:cNvGrpSpPr/>
          <p:nvPr/>
        </p:nvGrpSpPr>
        <p:grpSpPr>
          <a:xfrm>
            <a:off x="2703946" y="3980898"/>
            <a:ext cx="6398368" cy="2324651"/>
            <a:chOff x="935681" y="3670024"/>
            <a:chExt cx="6398368" cy="2324651"/>
          </a:xfrm>
        </p:grpSpPr>
        <p:sp>
          <p:nvSpPr>
            <p:cNvPr id="11" name="Rectangle 10"/>
            <p:cNvSpPr/>
            <p:nvPr/>
          </p:nvSpPr>
          <p:spPr>
            <a:xfrm>
              <a:off x="1069353" y="3670024"/>
              <a:ext cx="6264696" cy="2324651"/>
            </a:xfrm>
            <a:prstGeom prst="rect">
              <a:avLst/>
            </a:prstGeom>
            <a:solidFill>
              <a:schemeClr val="bg1"/>
            </a:solidFill>
            <a:ln w="9525">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fontAlgn="base">
                <a:spcBef>
                  <a:spcPct val="50000"/>
                </a:spcBef>
                <a:spcAft>
                  <a:spcPct val="0"/>
                </a:spcAft>
              </a:pPr>
              <a:endParaRPr lang="en-GB" sz="1600" b="1">
                <a:solidFill>
                  <a:srgbClr val="FFFFFF"/>
                </a:solidFill>
              </a:endParaRPr>
            </a:p>
          </p:txBody>
        </p:sp>
        <p:grpSp>
          <p:nvGrpSpPr>
            <p:cNvPr id="12" name="Group 11"/>
            <p:cNvGrpSpPr/>
            <p:nvPr/>
          </p:nvGrpSpPr>
          <p:grpSpPr>
            <a:xfrm>
              <a:off x="935681" y="3670025"/>
              <a:ext cx="6110336" cy="2271988"/>
              <a:chOff x="323528" y="3048943"/>
              <a:chExt cx="8568552" cy="3058473"/>
            </a:xfrm>
            <a:solidFill>
              <a:schemeClr val="bg1"/>
            </a:solidFill>
          </p:grpSpPr>
          <p:grpSp>
            <p:nvGrpSpPr>
              <p:cNvPr id="13" name="Group 12"/>
              <p:cNvGrpSpPr/>
              <p:nvPr/>
            </p:nvGrpSpPr>
            <p:grpSpPr>
              <a:xfrm>
                <a:off x="5292081" y="3048943"/>
                <a:ext cx="3599999" cy="3058473"/>
                <a:chOff x="683569" y="3078504"/>
                <a:chExt cx="3599999" cy="3058473"/>
              </a:xfrm>
              <a:grpFill/>
            </p:grpSpPr>
            <p:graphicFrame>
              <p:nvGraphicFramePr>
                <p:cNvPr id="18" name="Chart 17"/>
                <p:cNvGraphicFramePr>
                  <a:graphicFrameLocks/>
                </p:cNvGraphicFramePr>
                <p:nvPr/>
              </p:nvGraphicFramePr>
              <p:xfrm>
                <a:off x="683569" y="3078504"/>
                <a:ext cx="3599999" cy="2772001"/>
              </p:xfrm>
              <a:graphic>
                <a:graphicData uri="http://schemas.openxmlformats.org/drawingml/2006/chart">
                  <c:chart xmlns:c="http://schemas.openxmlformats.org/drawingml/2006/chart" xmlns:r="http://schemas.openxmlformats.org/officeDocument/2006/relationships" r:id="rId3"/>
                </a:graphicData>
              </a:graphic>
            </p:graphicFrame>
            <p:sp>
              <p:nvSpPr>
                <p:cNvPr id="19" name="TextBox 18"/>
                <p:cNvSpPr txBox="1"/>
                <p:nvPr/>
              </p:nvSpPr>
              <p:spPr bwMode="gray">
                <a:xfrm>
                  <a:off x="1420106" y="5681227"/>
                  <a:ext cx="2801332" cy="455750"/>
                </a:xfrm>
                <a:prstGeom prst="rect">
                  <a:avLst/>
                </a:prstGeom>
                <a:grpFill/>
                <a:ln>
                  <a:noFill/>
                </a:ln>
                <a:effectLst/>
                <a:extLst>
                  <a:ext uri="{91240B29-F687-4F45-9708-019B960494DF}">
                    <a14:hiddenLine xmlns:a14="http://schemas.microsoft.com/office/drawing/2010/main" w="9525" algn="ctr">
                      <a:solidFill>
                        <a:schemeClr val="accent2"/>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rtlCol="0">
                  <a:spAutoFit/>
                </a:bodyPr>
                <a:lstStyle/>
                <a:p>
                  <a:pPr algn="ctr" fontAlgn="base">
                    <a:spcBef>
                      <a:spcPct val="50000"/>
                    </a:spcBef>
                    <a:spcAft>
                      <a:spcPct val="0"/>
                    </a:spcAft>
                  </a:pPr>
                  <a:r>
                    <a:rPr lang="en-GB" sz="1600">
                      <a:solidFill>
                        <a:srgbClr val="0028A0"/>
                      </a:solidFill>
                      <a:latin typeface="Arial" panose="020B0604020202020204" pitchFamily="34" charset="0"/>
                    </a:rPr>
                    <a:t>Distribution of paths</a:t>
                  </a:r>
                </a:p>
              </p:txBody>
            </p:sp>
          </p:grpSp>
          <p:grpSp>
            <p:nvGrpSpPr>
              <p:cNvPr id="14" name="Group 13"/>
              <p:cNvGrpSpPr/>
              <p:nvPr/>
            </p:nvGrpSpPr>
            <p:grpSpPr>
              <a:xfrm>
                <a:off x="323528" y="3068960"/>
                <a:ext cx="3600000" cy="3038456"/>
                <a:chOff x="4572000" y="3068960"/>
                <a:chExt cx="3600000" cy="3038456"/>
              </a:xfrm>
              <a:grpFill/>
            </p:grpSpPr>
            <p:graphicFrame>
              <p:nvGraphicFramePr>
                <p:cNvPr id="16" name="Chart 15"/>
                <p:cNvGraphicFramePr>
                  <a:graphicFrameLocks/>
                </p:cNvGraphicFramePr>
                <p:nvPr/>
              </p:nvGraphicFramePr>
              <p:xfrm>
                <a:off x="4572000" y="3068960"/>
                <a:ext cx="3600000" cy="2700000"/>
              </p:xfrm>
              <a:graphic>
                <a:graphicData uri="http://schemas.openxmlformats.org/drawingml/2006/chart">
                  <c:chart xmlns:c="http://schemas.openxmlformats.org/drawingml/2006/chart" xmlns:r="http://schemas.openxmlformats.org/officeDocument/2006/relationships" r:id="rId4"/>
                </a:graphicData>
              </a:graphic>
            </p:graphicFrame>
            <p:sp>
              <p:nvSpPr>
                <p:cNvPr id="17" name="TextBox 16"/>
                <p:cNvSpPr txBox="1"/>
                <p:nvPr/>
              </p:nvSpPr>
              <p:spPr bwMode="gray">
                <a:xfrm>
                  <a:off x="5691883" y="5651666"/>
                  <a:ext cx="1695365" cy="455750"/>
                </a:xfrm>
                <a:prstGeom prst="rect">
                  <a:avLst/>
                </a:prstGeom>
                <a:grpFill/>
                <a:ln>
                  <a:noFill/>
                </a:ln>
                <a:effectLst/>
                <a:extLst>
                  <a:ext uri="{91240B29-F687-4F45-9708-019B960494DF}">
                    <a14:hiddenLine xmlns:a14="http://schemas.microsoft.com/office/drawing/2010/main" w="9525" algn="ctr">
                      <a:solidFill>
                        <a:schemeClr val="accent2"/>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rtlCol="0">
                  <a:spAutoFit/>
                </a:bodyPr>
                <a:lstStyle/>
                <a:p>
                  <a:pPr algn="ctr" fontAlgn="base">
                    <a:spcBef>
                      <a:spcPct val="50000"/>
                    </a:spcBef>
                    <a:spcAft>
                      <a:spcPct val="0"/>
                    </a:spcAft>
                  </a:pPr>
                  <a:r>
                    <a:rPr lang="en-GB" sz="1600">
                      <a:solidFill>
                        <a:srgbClr val="0028A0"/>
                      </a:solidFill>
                      <a:latin typeface="Arial" panose="020B0604020202020204" pitchFamily="34" charset="0"/>
                    </a:rPr>
                    <a:t>Single path</a:t>
                  </a:r>
                </a:p>
              </p:txBody>
            </p:sp>
          </p:grpSp>
          <p:sp>
            <p:nvSpPr>
              <p:cNvPr id="15" name="Right Arrow 14"/>
              <p:cNvSpPr/>
              <p:nvPr/>
            </p:nvSpPr>
            <p:spPr>
              <a:xfrm>
                <a:off x="4067942" y="4077072"/>
                <a:ext cx="1224138" cy="936104"/>
              </a:xfrm>
              <a:prstGeom prst="rightArrow">
                <a:avLst/>
              </a:prstGeom>
              <a:solidFill>
                <a:schemeClr val="tx1">
                  <a:lumMod val="20000"/>
                  <a:lumOff val="80000"/>
                </a:schemeClr>
              </a:solidFill>
              <a:ln w="9525">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fontAlgn="base">
                  <a:spcBef>
                    <a:spcPct val="50000"/>
                  </a:spcBef>
                  <a:spcAft>
                    <a:spcPct val="0"/>
                  </a:spcAft>
                </a:pPr>
                <a:r>
                  <a:rPr lang="en-GB" sz="1000" b="1">
                    <a:solidFill>
                      <a:srgbClr val="0028A0">
                        <a:lumMod val="50000"/>
                      </a:srgbClr>
                    </a:solidFill>
                    <a:latin typeface="Arial" panose="020B0604020202020204" pitchFamily="34" charset="0"/>
                  </a:rPr>
                  <a:t>x5,000</a:t>
                </a:r>
              </a:p>
            </p:txBody>
          </p:sp>
        </p:grpSp>
      </p:grpSp>
    </p:spTree>
    <p:extLst>
      <p:ext uri="{BB962C8B-B14F-4D97-AF65-F5344CB8AC3E}">
        <p14:creationId xmlns:p14="http://schemas.microsoft.com/office/powerpoint/2010/main" val="2700185355"/>
      </p:ext>
    </p:extLst>
  </p:cSld>
  <p:clrMapOvr>
    <a:masterClrMapping/>
  </p:clrMapOvr>
  <p:transition spd="slow" advTm="208">
    <p:push dir="u"/>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b="1">
                <a:latin typeface="Times New Roman" panose="02020603050405020304" pitchFamily="18" charset="0"/>
              </a:rPr>
              <a:t>Economic Scenarios and Brownian Motion</a:t>
            </a:r>
          </a:p>
        </p:txBody>
      </p:sp>
      <mc:AlternateContent xmlns:mc="http://schemas.openxmlformats.org/markup-compatibility/2006" xmlns:a14="http://schemas.microsoft.com/office/drawing/2010/main">
        <mc:Choice Requires="a14">
          <p:sp>
            <p:nvSpPr>
              <p:cNvPr id="3" name="Content Placeholder 2"/>
              <p:cNvSpPr>
                <a:spLocks noGrp="1"/>
              </p:cNvSpPr>
              <p:nvPr>
                <p:ph sz="half" idx="2"/>
              </p:nvPr>
            </p:nvSpPr>
            <p:spPr>
              <a:xfrm>
                <a:off x="546100" y="1392238"/>
                <a:ext cx="9672637" cy="4017962"/>
              </a:xfrm>
            </p:spPr>
            <p:txBody>
              <a:bodyPr>
                <a:normAutofit/>
              </a:bodyPr>
              <a:lstStyle/>
              <a:p>
                <a:pPr lvl="1"/>
                <a:r>
                  <a:rPr lang="en-GB" sz="1400" dirty="0">
                    <a:latin typeface="Arial" panose="020B0604020202020204" pitchFamily="34" charset="0"/>
                  </a:rPr>
                  <a:t>A Brownian motion, </a:t>
                </a:r>
                <a14:m>
                  <m:oMath xmlns:m="http://schemas.openxmlformats.org/officeDocument/2006/math">
                    <m:r>
                      <a:rPr lang="en-GB" sz="1400" i="1" dirty="0" smtClean="0">
                        <a:latin typeface="Cambria Math"/>
                      </a:rPr>
                      <m:t>𝑊</m:t>
                    </m:r>
                    <m:d>
                      <m:dPr>
                        <m:ctrlPr>
                          <a:rPr lang="en-GB" sz="1400" i="1" dirty="0" smtClean="0">
                            <a:latin typeface="Cambria Math" panose="02040503050406030204" pitchFamily="18" charset="0"/>
                          </a:rPr>
                        </m:ctrlPr>
                      </m:dPr>
                      <m:e>
                        <m:r>
                          <a:rPr lang="en-GB" sz="1400" i="1" dirty="0" smtClean="0">
                            <a:latin typeface="Cambria Math"/>
                          </a:rPr>
                          <m:t>𝑡</m:t>
                        </m:r>
                      </m:e>
                    </m:d>
                  </m:oMath>
                </a14:m>
                <a:r>
                  <a:rPr lang="en-GB" sz="1400" dirty="0">
                    <a:latin typeface="Arial" panose="020B0604020202020204" pitchFamily="34" charset="0"/>
                  </a:rPr>
                  <a:t> or </a:t>
                </a:r>
                <a14:m>
                  <m:oMath xmlns:m="http://schemas.openxmlformats.org/officeDocument/2006/math">
                    <m:r>
                      <a:rPr lang="en-GB" sz="1400" i="1" dirty="0" smtClean="0">
                        <a:latin typeface="Cambria Math"/>
                      </a:rPr>
                      <m:t>𝑍</m:t>
                    </m:r>
                    <m:r>
                      <a:rPr lang="en-GB" sz="1400" i="1" dirty="0" smtClean="0">
                        <a:latin typeface="Cambria Math"/>
                      </a:rPr>
                      <m:t>(</m:t>
                    </m:r>
                    <m:r>
                      <a:rPr lang="en-GB" sz="1400" i="1" dirty="0" smtClean="0">
                        <a:latin typeface="Cambria Math"/>
                      </a:rPr>
                      <m:t>𝑡</m:t>
                    </m:r>
                    <m:r>
                      <a:rPr lang="en-GB" sz="1400" i="1" dirty="0" smtClean="0">
                        <a:latin typeface="Cambria Math"/>
                      </a:rPr>
                      <m:t>)</m:t>
                    </m:r>
                  </m:oMath>
                </a14:m>
                <a:r>
                  <a:rPr lang="en-GB" sz="1400" dirty="0">
                    <a:latin typeface="Arial" panose="020B0604020202020204" pitchFamily="34" charset="0"/>
                  </a:rPr>
                  <a:t>, is a process for describing the evolution of a normally distributed random variable.</a:t>
                </a:r>
              </a:p>
              <a:p>
                <a:pPr lvl="1"/>
                <a14:m>
                  <m:oMath xmlns:m="http://schemas.openxmlformats.org/officeDocument/2006/math">
                    <m:r>
                      <m:rPr>
                        <m:sty m:val="p"/>
                      </m:rPr>
                      <a:rPr lang="en-GB" sz="1400" i="0" dirty="0" smtClean="0">
                        <a:latin typeface="Cambria Math"/>
                      </a:rPr>
                      <m:t>d</m:t>
                    </m:r>
                    <m:r>
                      <a:rPr lang="en-GB" sz="1400" i="1" dirty="0" smtClean="0">
                        <a:latin typeface="Cambria Math"/>
                      </a:rPr>
                      <m:t>𝑊</m:t>
                    </m:r>
                    <m:r>
                      <a:rPr lang="en-GB" sz="1400" i="1" dirty="0" smtClean="0">
                        <a:latin typeface="Cambria Math"/>
                      </a:rPr>
                      <m:t>(</m:t>
                    </m:r>
                    <m:r>
                      <a:rPr lang="en-GB" sz="1400" i="1" dirty="0" smtClean="0">
                        <a:latin typeface="Cambria Math"/>
                      </a:rPr>
                      <m:t>𝑡</m:t>
                    </m:r>
                    <m:r>
                      <a:rPr lang="en-GB" sz="1400" i="1" dirty="0" smtClean="0">
                        <a:latin typeface="Cambria Math"/>
                      </a:rPr>
                      <m:t>)</m:t>
                    </m:r>
                  </m:oMath>
                </a14:m>
                <a:r>
                  <a:rPr lang="en-GB" sz="1400" dirty="0">
                    <a:latin typeface="Arial" panose="020B0604020202020204" pitchFamily="34" charset="0"/>
                  </a:rPr>
                  <a:t> or </a:t>
                </a:r>
                <a14:m>
                  <m:oMath xmlns:m="http://schemas.openxmlformats.org/officeDocument/2006/math">
                    <m:r>
                      <m:rPr>
                        <m:sty m:val="p"/>
                      </m:rPr>
                      <a:rPr lang="en-GB" sz="1400" i="0" dirty="0" smtClean="0">
                        <a:latin typeface="Cambria Math"/>
                      </a:rPr>
                      <m:t>d</m:t>
                    </m:r>
                    <m:r>
                      <a:rPr lang="en-GB" sz="1400" i="1" dirty="0" smtClean="0">
                        <a:latin typeface="Cambria Math"/>
                      </a:rPr>
                      <m:t>𝑍</m:t>
                    </m:r>
                    <m:r>
                      <a:rPr lang="en-GB" sz="1400" i="1" dirty="0" smtClean="0">
                        <a:latin typeface="Cambria Math"/>
                      </a:rPr>
                      <m:t>(</m:t>
                    </m:r>
                    <m:r>
                      <a:rPr lang="en-GB" sz="1400" i="1" dirty="0" smtClean="0">
                        <a:latin typeface="Cambria Math"/>
                      </a:rPr>
                      <m:t>𝑡</m:t>
                    </m:r>
                    <m:r>
                      <a:rPr lang="en-GB" sz="1400" i="1" dirty="0" smtClean="0">
                        <a:latin typeface="Cambria Math"/>
                      </a:rPr>
                      <m:t>)</m:t>
                    </m:r>
                  </m:oMath>
                </a14:m>
                <a:r>
                  <a:rPr lang="en-GB" sz="1400" dirty="0">
                    <a:latin typeface="Arial" panose="020B0604020202020204" pitchFamily="34" charset="0"/>
                  </a:rPr>
                  <a:t> represent the normally distributed increments of a Brownian motion – </a:t>
                </a:r>
                <a14:m>
                  <m:oMath xmlns:m="http://schemas.openxmlformats.org/officeDocument/2006/math">
                    <m:r>
                      <m:rPr>
                        <m:sty m:val="p"/>
                      </m:rPr>
                      <a:rPr lang="en-GB" sz="1400" b="0" i="0" smtClean="0">
                        <a:latin typeface="Cambria Math" panose="02040503050406030204" pitchFamily="18" charset="0"/>
                      </a:rPr>
                      <m:t>Δ</m:t>
                    </m:r>
                    <m:r>
                      <a:rPr lang="en-GB" sz="1400" b="0" i="1" smtClean="0">
                        <a:latin typeface="Cambria Math" panose="02040503050406030204" pitchFamily="18" charset="0"/>
                      </a:rPr>
                      <m:t>𝑊</m:t>
                    </m:r>
                    <m:d>
                      <m:dPr>
                        <m:ctrlPr>
                          <a:rPr lang="en-GB" sz="1400" b="0" i="1" smtClean="0">
                            <a:latin typeface="Cambria Math" panose="02040503050406030204" pitchFamily="18" charset="0"/>
                          </a:rPr>
                        </m:ctrlPr>
                      </m:dPr>
                      <m:e>
                        <m:r>
                          <a:rPr lang="en-GB" sz="1400" b="0" i="1" smtClean="0">
                            <a:latin typeface="Cambria Math" panose="02040503050406030204" pitchFamily="18" charset="0"/>
                          </a:rPr>
                          <m:t>𝑡</m:t>
                        </m:r>
                      </m:e>
                    </m:d>
                    <m:r>
                      <a:rPr lang="en-GB" i="1">
                        <a:latin typeface="Cambria Math" panose="02040503050406030204" pitchFamily="18" charset="0"/>
                        <a:ea typeface="Cambria Math" panose="02040503050406030204" pitchFamily="18" charset="0"/>
                      </a:rPr>
                      <m:t>~</m:t>
                    </m:r>
                    <m:r>
                      <a:rPr lang="en-GB" b="0" i="1" smtClean="0">
                        <a:latin typeface="Cambria Math" panose="02040503050406030204" pitchFamily="18" charset="0"/>
                        <a:ea typeface="Cambria Math" panose="02040503050406030204" pitchFamily="18" charset="0"/>
                      </a:rPr>
                      <m:t>𝑁</m:t>
                    </m:r>
                    <m:d>
                      <m:dPr>
                        <m:ctrlPr>
                          <a:rPr lang="en-GB" b="0" i="1" smtClean="0">
                            <a:latin typeface="Cambria Math" panose="02040503050406030204" pitchFamily="18" charset="0"/>
                            <a:ea typeface="Cambria Math" panose="02040503050406030204" pitchFamily="18" charset="0"/>
                          </a:rPr>
                        </m:ctrlPr>
                      </m:dPr>
                      <m:e>
                        <m:r>
                          <a:rPr lang="en-GB" b="0" i="1" smtClean="0">
                            <a:latin typeface="Cambria Math" panose="02040503050406030204" pitchFamily="18" charset="0"/>
                            <a:ea typeface="Cambria Math" panose="02040503050406030204" pitchFamily="18" charset="0"/>
                          </a:rPr>
                          <m:t>0,</m:t>
                        </m:r>
                        <m:rad>
                          <m:radPr>
                            <m:degHide m:val="on"/>
                            <m:ctrlPr>
                              <a:rPr lang="en-GB" b="0" i="1" smtClean="0">
                                <a:latin typeface="Cambria Math" panose="02040503050406030204" pitchFamily="18" charset="0"/>
                                <a:ea typeface="Cambria Math" panose="02040503050406030204" pitchFamily="18" charset="0"/>
                              </a:rPr>
                            </m:ctrlPr>
                          </m:radPr>
                          <m:deg/>
                          <m:e>
                            <m:r>
                              <m:rPr>
                                <m:sty m:val="p"/>
                              </m:rPr>
                              <a:rPr lang="en-GB" b="0" i="0" smtClean="0">
                                <a:latin typeface="Cambria Math" panose="02040503050406030204" pitchFamily="18" charset="0"/>
                                <a:ea typeface="Cambria Math" panose="02040503050406030204" pitchFamily="18" charset="0"/>
                              </a:rPr>
                              <m:t>Δ</m:t>
                            </m:r>
                            <m:r>
                              <a:rPr lang="en-GB" b="0" i="1" smtClean="0">
                                <a:latin typeface="Cambria Math" panose="02040503050406030204" pitchFamily="18" charset="0"/>
                                <a:ea typeface="Cambria Math" panose="02040503050406030204" pitchFamily="18" charset="0"/>
                              </a:rPr>
                              <m:t>𝑡</m:t>
                            </m:r>
                          </m:e>
                        </m:rad>
                      </m:e>
                    </m:d>
                  </m:oMath>
                </a14:m>
                <a:r>
                  <a:rPr lang="en-GB" sz="1400" dirty="0">
                    <a:latin typeface="Arial" panose="020B0604020202020204" pitchFamily="34" charset="0"/>
                  </a:rPr>
                  <a:t>. </a:t>
                </a:r>
              </a:p>
              <a:p>
                <a:pPr lvl="2"/>
                <a:r>
                  <a:rPr lang="en-GB" sz="1400" dirty="0">
                    <a:latin typeface="Arial" panose="020B0604020202020204" pitchFamily="34" charset="0"/>
                  </a:rPr>
                  <a:t>Also referred to as “Shocks” - </a:t>
                </a:r>
                <a14:m>
                  <m:oMath xmlns:m="http://schemas.openxmlformats.org/officeDocument/2006/math">
                    <m:r>
                      <m:rPr>
                        <m:sty m:val="p"/>
                      </m:rPr>
                      <a:rPr lang="en-GB" sz="1400" b="0" i="0" smtClean="0">
                        <a:latin typeface="Cambria Math" panose="02040503050406030204" pitchFamily="18" charset="0"/>
                      </a:rPr>
                      <m:t>Δ</m:t>
                    </m:r>
                    <m:r>
                      <a:rPr lang="en-GB" sz="1400" b="0" i="1" smtClean="0">
                        <a:latin typeface="Cambria Math" panose="02040503050406030204" pitchFamily="18" charset="0"/>
                      </a:rPr>
                      <m:t>𝑊</m:t>
                    </m:r>
                    <m:r>
                      <a:rPr lang="en-GB" sz="1400" b="0" i="1" smtClean="0">
                        <a:latin typeface="Cambria Math" panose="02040503050406030204" pitchFamily="18" charset="0"/>
                      </a:rPr>
                      <m:t>=</m:t>
                    </m:r>
                    <m:r>
                      <a:rPr lang="en-GB" sz="1400" b="0" i="1" smtClean="0">
                        <a:latin typeface="Cambria Math" panose="02040503050406030204" pitchFamily="18" charset="0"/>
                      </a:rPr>
                      <m:t>𝜖</m:t>
                    </m:r>
                    <m:rad>
                      <m:radPr>
                        <m:degHide m:val="on"/>
                        <m:ctrlPr>
                          <a:rPr lang="en-GB" b="0" i="1" smtClean="0">
                            <a:latin typeface="Cambria Math" panose="02040503050406030204" pitchFamily="18" charset="0"/>
                            <a:ea typeface="Cambria Math" panose="02040503050406030204" pitchFamily="18" charset="0"/>
                          </a:rPr>
                        </m:ctrlPr>
                      </m:radPr>
                      <m:deg/>
                      <m:e>
                        <m:r>
                          <m:rPr>
                            <m:sty m:val="p"/>
                          </m:rPr>
                          <a:rPr lang="en-GB" b="0" i="0" smtClean="0">
                            <a:latin typeface="Cambria Math" panose="02040503050406030204" pitchFamily="18" charset="0"/>
                            <a:ea typeface="Cambria Math" panose="02040503050406030204" pitchFamily="18" charset="0"/>
                          </a:rPr>
                          <m:t>Δ</m:t>
                        </m:r>
                        <m:r>
                          <a:rPr lang="en-GB" b="0" i="1" smtClean="0">
                            <a:latin typeface="Cambria Math" panose="02040503050406030204" pitchFamily="18" charset="0"/>
                            <a:ea typeface="Cambria Math" panose="02040503050406030204" pitchFamily="18" charset="0"/>
                          </a:rPr>
                          <m:t>𝑡</m:t>
                        </m:r>
                      </m:e>
                    </m:rad>
                    <m:r>
                      <a:rPr lang="en-GB" b="0" i="1" smtClean="0">
                        <a:latin typeface="Cambria Math" panose="02040503050406030204" pitchFamily="18" charset="0"/>
                        <a:ea typeface="Cambria Math" panose="02040503050406030204" pitchFamily="18" charset="0"/>
                      </a:rPr>
                      <m:t>, </m:t>
                    </m:r>
                    <m:r>
                      <a:rPr lang="en-GB" b="0" i="1" smtClean="0">
                        <a:latin typeface="Cambria Math" panose="02040503050406030204" pitchFamily="18" charset="0"/>
                        <a:ea typeface="Cambria Math" panose="02040503050406030204" pitchFamily="18" charset="0"/>
                      </a:rPr>
                      <m:t>𝜖</m:t>
                    </m:r>
                    <m:r>
                      <a:rPr lang="en-GB" i="1">
                        <a:latin typeface="Cambria Math" panose="02040503050406030204" pitchFamily="18" charset="0"/>
                        <a:ea typeface="Cambria Math" panose="02040503050406030204" pitchFamily="18" charset="0"/>
                      </a:rPr>
                      <m:t>~</m:t>
                    </m:r>
                    <m:r>
                      <a:rPr lang="en-GB" b="0" i="1" smtClean="0">
                        <a:latin typeface="Cambria Math" panose="02040503050406030204" pitchFamily="18" charset="0"/>
                        <a:ea typeface="Cambria Math" panose="02040503050406030204" pitchFamily="18" charset="0"/>
                      </a:rPr>
                      <m:t>𝑁</m:t>
                    </m:r>
                    <m:r>
                      <a:rPr lang="en-GB" b="0" i="1" smtClean="0">
                        <a:latin typeface="Cambria Math" panose="02040503050406030204" pitchFamily="18" charset="0"/>
                        <a:ea typeface="Cambria Math" panose="02040503050406030204" pitchFamily="18" charset="0"/>
                      </a:rPr>
                      <m:t>(0,1)</m:t>
                    </m:r>
                  </m:oMath>
                </a14:m>
                <a:endParaRPr lang="en-GB" sz="1400" dirty="0">
                  <a:latin typeface="Arial" panose="020B0604020202020204" pitchFamily="34" charset="0"/>
                </a:endParaRPr>
              </a:p>
              <a:p>
                <a:pPr lvl="1"/>
                <a:r>
                  <a:rPr lang="en-GB" sz="1400" dirty="0">
                    <a:latin typeface="Arial" panose="020B0604020202020204" pitchFamily="34" charset="0"/>
                  </a:rPr>
                  <a:t>Brownian motions form the basis of the stochastic equations that describe economic variables: equity returns, interest rates, credit transitions, exchange rates etc.</a:t>
                </a:r>
              </a:p>
              <a:p>
                <a:pPr lvl="1"/>
                <a:r>
                  <a:rPr lang="en-GB" sz="1400" dirty="0">
                    <a:latin typeface="Arial" panose="020B0604020202020204" pitchFamily="34" charset="0"/>
                  </a:rPr>
                  <a:t>We need to sample from a normal distribution to obtain our Brownian Motion shocks</a:t>
                </a:r>
              </a:p>
              <a:p>
                <a:pPr lvl="2"/>
                <a:r>
                  <a:rPr lang="en-GB" sz="1400" dirty="0">
                    <a:latin typeface="Arial" panose="020B0604020202020204" pitchFamily="34" charset="0"/>
                  </a:rPr>
                  <a:t>We do this using pseudo random numbers</a:t>
                </a:r>
              </a:p>
              <a:p>
                <a:pPr marL="1588" lvl="1" indent="0">
                  <a:buNone/>
                </a:pPr>
                <a:r>
                  <a:rPr lang="en-GB" sz="1600" dirty="0">
                    <a:latin typeface="Arial" panose="020B0604020202020204" pitchFamily="34" charset="0"/>
                  </a:rPr>
                  <a:t>Example: Exchange Rate</a:t>
                </a:r>
              </a:p>
              <a:p>
                <a:pPr marL="1588" lvl="1" indent="0">
                  <a:buNone/>
                </a:pPr>
                <a:endParaRPr lang="en-GB" dirty="0"/>
              </a:p>
            </p:txBody>
          </p:sp>
        </mc:Choice>
        <mc:Fallback xmlns="">
          <p:sp>
            <p:nvSpPr>
              <p:cNvPr id="3" name="Content Placeholder 2"/>
              <p:cNvSpPr>
                <a:spLocks noGrp="1" noRot="1" noChangeAspect="1" noMove="1" noResize="1" noEditPoints="1" noAdjustHandles="1" noChangeArrowheads="1" noChangeShapeType="1" noTextEdit="1"/>
              </p:cNvSpPr>
              <p:nvPr>
                <p:ph sz="half" idx="2"/>
              </p:nvPr>
            </p:nvSpPr>
            <p:spPr>
              <a:xfrm>
                <a:off x="546100" y="1392238"/>
                <a:ext cx="9672637" cy="4017962"/>
              </a:xfrm>
              <a:blipFill>
                <a:blip r:embed="rId3"/>
                <a:stretch>
                  <a:fillRect l="-1324" t="-1667"/>
                </a:stretch>
              </a:blipFill>
            </p:spPr>
            <p:txBody>
              <a:bodyPr/>
              <a:lstStyle/>
              <a:p>
                <a:r>
                  <a:rPr lang="en-GB">
                    <a:noFill/>
                  </a:rPr>
                  <a:t> </a:t>
                </a:r>
              </a:p>
            </p:txBody>
          </p:sp>
        </mc:Fallback>
      </mc:AlternateContent>
      <p:sp>
        <p:nvSpPr>
          <p:cNvPr id="8" name="Text Placeholder 7">
            <a:extLst>
              <a:ext uri="{FF2B5EF4-FFF2-40B4-BE49-F238E27FC236}">
                <a16:creationId xmlns:a16="http://schemas.microsoft.com/office/drawing/2014/main" id="{62265AE2-0410-E068-0F82-FA8384748B69}"/>
              </a:ext>
            </a:extLst>
          </p:cNvPr>
          <p:cNvSpPr>
            <a:spLocks noGrp="1"/>
          </p:cNvSpPr>
          <p:nvPr>
            <p:ph type="body" sz="quarter" idx="18"/>
          </p:nvPr>
        </p:nvSpPr>
        <p:spPr/>
        <p:txBody>
          <a:bodyPr/>
          <a:lstStyle/>
          <a:p>
            <a:endParaRPr lang="en-GB"/>
          </a:p>
        </p:txBody>
      </p:sp>
      <p:sp>
        <p:nvSpPr>
          <p:cNvPr id="7" name="Right Arrow 6"/>
          <p:cNvSpPr/>
          <p:nvPr/>
        </p:nvSpPr>
        <p:spPr>
          <a:xfrm>
            <a:off x="5388224" y="4371960"/>
            <a:ext cx="1209284" cy="962396"/>
          </a:xfrm>
          <a:prstGeom prst="rightArrow">
            <a:avLst/>
          </a:prstGeom>
          <a:solidFill>
            <a:srgbClr val="009FDF"/>
          </a:solidFill>
          <a:ln w="9525">
            <a:solidFill>
              <a:srgbClr val="009BE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fontAlgn="base">
              <a:spcBef>
                <a:spcPct val="50000"/>
              </a:spcBef>
              <a:spcAft>
                <a:spcPct val="0"/>
              </a:spcAft>
            </a:pPr>
            <a:r>
              <a:rPr lang="en-GB" b="1">
                <a:solidFill>
                  <a:srgbClr val="FFFFFF"/>
                </a:solidFill>
                <a:latin typeface="Arial" panose="020B0604020202020204" pitchFamily="34" charset="0"/>
              </a:rPr>
              <a:t>f(W</a:t>
            </a:r>
            <a:r>
              <a:rPr lang="en-GB" b="1" baseline="-25000">
                <a:solidFill>
                  <a:srgbClr val="FFFFFF"/>
                </a:solidFill>
                <a:latin typeface="Arial" panose="020B0604020202020204" pitchFamily="34" charset="0"/>
              </a:rPr>
              <a:t>t </a:t>
            </a:r>
            <a:r>
              <a:rPr lang="en-GB" b="1">
                <a:solidFill>
                  <a:srgbClr val="FFFFFF"/>
                </a:solidFill>
                <a:latin typeface="Arial" panose="020B0604020202020204" pitchFamily="34" charset="0"/>
              </a:rPr>
              <a:t>, t)</a:t>
            </a:r>
          </a:p>
        </p:txBody>
      </p:sp>
      <p:pic>
        <p:nvPicPr>
          <p:cNvPr id="9" name="Picture 3"/>
          <p:cNvPicPr>
            <a:picLocks noChangeAspect="1" noChangeArrowheads="1"/>
          </p:cNvPicPr>
          <p:nvPr/>
        </p:nvPicPr>
        <p:blipFill>
          <a:blip r:embed="rId4" cstate="print"/>
          <a:srcRect/>
          <a:stretch>
            <a:fillRect/>
          </a:stretch>
        </p:blipFill>
        <p:spPr bwMode="auto">
          <a:xfrm>
            <a:off x="6736080" y="3771121"/>
            <a:ext cx="3434333" cy="2409503"/>
          </a:xfrm>
          <a:prstGeom prst="rect">
            <a:avLst/>
          </a:prstGeom>
          <a:noFill/>
          <a:ln w="9525">
            <a:noFill/>
            <a:miter lim="800000"/>
            <a:headEnd/>
            <a:tailEnd/>
          </a:ln>
          <a:effectLst/>
        </p:spPr>
      </p:pic>
      <p:pic>
        <p:nvPicPr>
          <p:cNvPr id="10" name="Picture 4"/>
          <p:cNvPicPr>
            <a:picLocks noChangeAspect="1" noChangeArrowheads="1"/>
          </p:cNvPicPr>
          <p:nvPr/>
        </p:nvPicPr>
        <p:blipFill>
          <a:blip r:embed="rId5" cstate="print"/>
          <a:srcRect/>
          <a:stretch>
            <a:fillRect/>
          </a:stretch>
        </p:blipFill>
        <p:spPr bwMode="auto">
          <a:xfrm>
            <a:off x="1661160" y="3794760"/>
            <a:ext cx="3522477" cy="2385864"/>
          </a:xfrm>
          <a:prstGeom prst="rect">
            <a:avLst/>
          </a:prstGeom>
          <a:noFill/>
          <a:ln w="9525">
            <a:noFill/>
            <a:miter lim="800000"/>
            <a:headEnd/>
            <a:tailEnd/>
          </a:ln>
          <a:effectLst/>
        </p:spPr>
      </p:pic>
    </p:spTree>
    <p:extLst>
      <p:ext uri="{BB962C8B-B14F-4D97-AF65-F5344CB8AC3E}">
        <p14:creationId xmlns:p14="http://schemas.microsoft.com/office/powerpoint/2010/main" val="500359028"/>
      </p:ext>
    </p:extLst>
  </p:cSld>
  <p:clrMapOvr>
    <a:masterClrMapping/>
  </p:clrMapOvr>
  <p:transition spd="slow">
    <p:push dir="u"/>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Oval 21"/>
          <p:cNvSpPr>
            <a:spLocks noChangeArrowheads="1"/>
          </p:cNvSpPr>
          <p:nvPr/>
        </p:nvSpPr>
        <p:spPr bwMode="auto">
          <a:xfrm>
            <a:off x="883920" y="1933920"/>
            <a:ext cx="3875250" cy="3872520"/>
          </a:xfrm>
          <a:prstGeom prst="ellipse">
            <a:avLst/>
          </a:prstGeom>
          <a:solidFill>
            <a:schemeClr val="accent1">
              <a:alpha val="89804"/>
            </a:schemeClr>
          </a:solidFill>
          <a:ln w="9525" cap="flat" cmpd="sng" algn="ctr">
            <a:noFill/>
            <a:prstDash val="solid"/>
            <a:round/>
            <a:headEnd type="none" w="med" len="med"/>
            <a:tailEnd type="none" w="med" len="med"/>
          </a:ln>
          <a:effectLst/>
        </p:spPr>
        <p:txBody>
          <a:bodyPr lIns="82124" tIns="41061" rIns="82124" bIns="41061" anchor="ctr"/>
          <a:lstStyle/>
          <a:p>
            <a:pPr algn="ctr" defTabSz="814388"/>
            <a:endParaRPr lang="en-US" sz="2800">
              <a:solidFill>
                <a:schemeClr val="bg1"/>
              </a:solidFill>
              <a:latin typeface="Arial" panose="020B0604020202020204" pitchFamily="34" charset="0"/>
            </a:endParaRPr>
          </a:p>
          <a:p>
            <a:pPr algn="ctr" defTabSz="814388"/>
            <a:endParaRPr lang="en-US" sz="2800">
              <a:solidFill>
                <a:schemeClr val="bg1"/>
              </a:solidFill>
              <a:latin typeface="Arial" panose="020B0604020202020204" pitchFamily="34" charset="0"/>
            </a:endParaRPr>
          </a:p>
          <a:p>
            <a:pPr algn="ctr" defTabSz="814388"/>
            <a:r>
              <a:rPr lang="en-US" sz="2800" b="1" i="1">
                <a:solidFill>
                  <a:schemeClr val="bg1"/>
                </a:solidFill>
                <a:latin typeface="Arial" panose="020B0604020202020204" pitchFamily="34" charset="0"/>
              </a:rPr>
              <a:t>Valuation </a:t>
            </a:r>
            <a:r>
              <a:rPr lang="en-US" sz="2800">
                <a:solidFill>
                  <a:schemeClr val="bg1"/>
                </a:solidFill>
                <a:latin typeface="Arial" panose="020B0604020202020204" pitchFamily="34" charset="0"/>
              </a:rPr>
              <a:t>C</a:t>
            </a:r>
            <a:r>
              <a:rPr lang="en-US" sz="2400">
                <a:solidFill>
                  <a:schemeClr val="bg1"/>
                </a:solidFill>
                <a:latin typeface="Arial" panose="020B0604020202020204" pitchFamily="34" charset="0"/>
              </a:rPr>
              <a:t>omplex liabilities with uncertain cashflow</a:t>
            </a:r>
            <a:endParaRPr lang="en-US" sz="2000">
              <a:solidFill>
                <a:prstClr val="white"/>
              </a:solidFill>
              <a:latin typeface="Arial" panose="020B0604020202020204" pitchFamily="34" charset="0"/>
            </a:endParaRPr>
          </a:p>
        </p:txBody>
      </p:sp>
      <p:sp>
        <p:nvSpPr>
          <p:cNvPr id="2" name="Title 1"/>
          <p:cNvSpPr>
            <a:spLocks noGrp="1"/>
          </p:cNvSpPr>
          <p:nvPr>
            <p:ph type="title"/>
          </p:nvPr>
        </p:nvSpPr>
        <p:spPr/>
        <p:txBody>
          <a:bodyPr/>
          <a:lstStyle/>
          <a:p>
            <a:r>
              <a:rPr lang="en-GB" b="1" dirty="0">
                <a:latin typeface="Times New Roman" panose="02020603050405020304" pitchFamily="18" charset="0"/>
              </a:rPr>
              <a:t>Use Cases</a:t>
            </a:r>
          </a:p>
        </p:txBody>
      </p:sp>
      <p:sp>
        <p:nvSpPr>
          <p:cNvPr id="5" name="Text Placeholder 4">
            <a:extLst>
              <a:ext uri="{FF2B5EF4-FFF2-40B4-BE49-F238E27FC236}">
                <a16:creationId xmlns:a16="http://schemas.microsoft.com/office/drawing/2014/main" id="{01DA8B7A-34BE-39BE-9AA3-952B15CB006D}"/>
              </a:ext>
            </a:extLst>
          </p:cNvPr>
          <p:cNvSpPr>
            <a:spLocks noGrp="1"/>
          </p:cNvSpPr>
          <p:nvPr>
            <p:ph type="body" sz="quarter" idx="18"/>
          </p:nvPr>
        </p:nvSpPr>
        <p:spPr/>
        <p:txBody>
          <a:bodyPr/>
          <a:lstStyle/>
          <a:p>
            <a:endParaRPr lang="en-GB"/>
          </a:p>
        </p:txBody>
      </p:sp>
      <p:sp>
        <p:nvSpPr>
          <p:cNvPr id="11" name="Oval 19"/>
          <p:cNvSpPr>
            <a:spLocks noChangeArrowheads="1"/>
          </p:cNvSpPr>
          <p:nvPr/>
        </p:nvSpPr>
        <p:spPr bwMode="auto">
          <a:xfrm>
            <a:off x="4249821" y="1938718"/>
            <a:ext cx="3864288" cy="3862924"/>
          </a:xfrm>
          <a:prstGeom prst="ellipse">
            <a:avLst/>
          </a:prstGeom>
          <a:solidFill>
            <a:schemeClr val="accent2">
              <a:alpha val="89804"/>
            </a:schemeClr>
          </a:solidFill>
          <a:ln w="9525" cap="flat" cmpd="sng" algn="ctr">
            <a:noFill/>
            <a:prstDash val="solid"/>
            <a:round/>
            <a:headEnd type="none" w="med" len="med"/>
            <a:tailEnd type="none" w="med" len="med"/>
          </a:ln>
          <a:effectLst/>
        </p:spPr>
        <p:txBody>
          <a:bodyPr lIns="82124" tIns="41061" rIns="82124" bIns="41061" anchor="ctr"/>
          <a:lstStyle/>
          <a:p>
            <a:pPr lvl="0" algn="ctr" defTabSz="814388"/>
            <a:endParaRPr lang="en-US" sz="2800">
              <a:solidFill>
                <a:schemeClr val="bg1"/>
              </a:solidFill>
              <a:latin typeface="Arial" panose="020B0604020202020204" pitchFamily="34" charset="0"/>
            </a:endParaRPr>
          </a:p>
          <a:p>
            <a:pPr lvl="0" algn="ctr" defTabSz="814388"/>
            <a:endParaRPr lang="en-US" sz="2800" b="1" i="1">
              <a:solidFill>
                <a:schemeClr val="bg1"/>
              </a:solidFill>
              <a:latin typeface="Arial" panose="020B0604020202020204" pitchFamily="34" charset="0"/>
            </a:endParaRPr>
          </a:p>
          <a:p>
            <a:pPr lvl="0" algn="ctr" defTabSz="814388"/>
            <a:r>
              <a:rPr lang="en-US" sz="2800" b="1" i="1">
                <a:solidFill>
                  <a:schemeClr val="bg1"/>
                </a:solidFill>
                <a:latin typeface="Arial" panose="020B0604020202020204" pitchFamily="34" charset="0"/>
              </a:rPr>
              <a:t>Solvency</a:t>
            </a:r>
          </a:p>
          <a:p>
            <a:pPr lvl="0" algn="ctr" defTabSz="814388"/>
            <a:r>
              <a:rPr lang="en-US" sz="2800" b="1" i="1">
                <a:solidFill>
                  <a:schemeClr val="bg1"/>
                </a:solidFill>
                <a:latin typeface="Arial" panose="020B0604020202020204" pitchFamily="34" charset="0"/>
              </a:rPr>
              <a:t>/ Capital </a:t>
            </a:r>
            <a:r>
              <a:rPr lang="en-US" sz="2400">
                <a:solidFill>
                  <a:schemeClr val="bg1"/>
                </a:solidFill>
                <a:latin typeface="Arial" panose="020B0604020202020204" pitchFamily="34" charset="0"/>
              </a:rPr>
              <a:t>Modelling for </a:t>
            </a:r>
          </a:p>
          <a:p>
            <a:pPr lvl="0" algn="ctr" defTabSz="814388"/>
            <a:r>
              <a:rPr lang="en-US" sz="2400">
                <a:solidFill>
                  <a:schemeClr val="bg1"/>
                </a:solidFill>
                <a:latin typeface="Arial" panose="020B0604020202020204" pitchFamily="34" charset="0"/>
              </a:rPr>
              <a:t>Solvency II Regulation</a:t>
            </a:r>
          </a:p>
        </p:txBody>
      </p:sp>
      <p:sp>
        <p:nvSpPr>
          <p:cNvPr id="6" name="Oval 19"/>
          <p:cNvSpPr>
            <a:spLocks noChangeArrowheads="1"/>
          </p:cNvSpPr>
          <p:nvPr/>
        </p:nvSpPr>
        <p:spPr bwMode="auto">
          <a:xfrm>
            <a:off x="7535232" y="1938718"/>
            <a:ext cx="3864288" cy="3862924"/>
          </a:xfrm>
          <a:prstGeom prst="ellipse">
            <a:avLst/>
          </a:prstGeom>
          <a:solidFill>
            <a:schemeClr val="accent3">
              <a:alpha val="89804"/>
            </a:schemeClr>
          </a:solidFill>
          <a:ln w="9525" cap="flat" cmpd="sng" algn="ctr">
            <a:noFill/>
            <a:prstDash val="solid"/>
            <a:round/>
            <a:headEnd type="none" w="med" len="med"/>
            <a:tailEnd type="none" w="med" len="med"/>
          </a:ln>
          <a:effectLst/>
        </p:spPr>
        <p:txBody>
          <a:bodyPr lIns="82124" tIns="41061" rIns="82124" bIns="41061" anchor="ctr"/>
          <a:lstStyle/>
          <a:p>
            <a:pPr lvl="0" algn="ctr" defTabSz="814388"/>
            <a:endParaRPr lang="en-US" sz="3200" b="1">
              <a:solidFill>
                <a:prstClr val="white"/>
              </a:solidFill>
              <a:latin typeface="Arial" panose="020B0604020202020204" pitchFamily="34" charset="0"/>
            </a:endParaRPr>
          </a:p>
          <a:p>
            <a:pPr lvl="0" algn="ctr" defTabSz="814388"/>
            <a:endParaRPr lang="en-US" sz="2800" b="1">
              <a:solidFill>
                <a:prstClr val="white"/>
              </a:solidFill>
              <a:latin typeface="Arial" panose="020B0604020202020204" pitchFamily="34" charset="0"/>
            </a:endParaRPr>
          </a:p>
          <a:p>
            <a:pPr lvl="0" algn="ctr" defTabSz="814388"/>
            <a:r>
              <a:rPr lang="en-US" sz="2800" b="1">
                <a:solidFill>
                  <a:prstClr val="white"/>
                </a:solidFill>
                <a:latin typeface="Arial" panose="020B0604020202020204" pitchFamily="34" charset="0"/>
              </a:rPr>
              <a:t>Risk Management</a:t>
            </a:r>
          </a:p>
          <a:p>
            <a:pPr lvl="0" algn="ctr" defTabSz="814388"/>
            <a:r>
              <a:rPr lang="en-US" sz="2400">
                <a:solidFill>
                  <a:prstClr val="white"/>
                </a:solidFill>
                <a:latin typeface="Arial" panose="020B0604020202020204" pitchFamily="34" charset="0"/>
              </a:rPr>
              <a:t>Wide range of Real-World applications</a:t>
            </a:r>
          </a:p>
        </p:txBody>
      </p:sp>
      <p:sp>
        <p:nvSpPr>
          <p:cNvPr id="21" name="Freeform 80">
            <a:extLst>
              <a:ext uri="{FF2B5EF4-FFF2-40B4-BE49-F238E27FC236}">
                <a16:creationId xmlns:a16="http://schemas.microsoft.com/office/drawing/2014/main" id="{85FBA8A9-90C1-4C2D-A34B-0AF84F889136}"/>
              </a:ext>
            </a:extLst>
          </p:cNvPr>
          <p:cNvSpPr>
            <a:spLocks noEditPoints="1"/>
          </p:cNvSpPr>
          <p:nvPr/>
        </p:nvSpPr>
        <p:spPr bwMode="auto">
          <a:xfrm>
            <a:off x="2484120" y="2385912"/>
            <a:ext cx="813888" cy="723048"/>
          </a:xfrm>
          <a:custGeom>
            <a:avLst/>
            <a:gdLst>
              <a:gd name="T0" fmla="*/ 465 w 695"/>
              <a:gd name="T1" fmla="*/ 329 h 711"/>
              <a:gd name="T2" fmla="*/ 460 w 695"/>
              <a:gd name="T3" fmla="*/ 281 h 711"/>
              <a:gd name="T4" fmla="*/ 460 w 695"/>
              <a:gd name="T5" fmla="*/ 101 h 711"/>
              <a:gd name="T6" fmla="*/ 0 w 695"/>
              <a:gd name="T7" fmla="*/ 101 h 711"/>
              <a:gd name="T8" fmla="*/ 0 w 695"/>
              <a:gd name="T9" fmla="*/ 281 h 711"/>
              <a:gd name="T10" fmla="*/ 0 w 695"/>
              <a:gd name="T11" fmla="*/ 461 h 711"/>
              <a:gd name="T12" fmla="*/ 235 w 695"/>
              <a:gd name="T13" fmla="*/ 562 h 711"/>
              <a:gd name="T14" fmla="*/ 465 w 695"/>
              <a:gd name="T15" fmla="*/ 711 h 711"/>
              <a:gd name="T16" fmla="*/ 695 w 695"/>
              <a:gd name="T17" fmla="*/ 520 h 711"/>
              <a:gd name="T18" fmla="*/ 695 w 695"/>
              <a:gd name="T19" fmla="*/ 420 h 711"/>
              <a:gd name="T20" fmla="*/ 465 w 695"/>
              <a:gd name="T21" fmla="*/ 672 h 711"/>
              <a:gd name="T22" fmla="*/ 290 w 695"/>
              <a:gd name="T23" fmla="*/ 588 h 711"/>
              <a:gd name="T24" fmla="*/ 640 w 695"/>
              <a:gd name="T25" fmla="*/ 588 h 711"/>
              <a:gd name="T26" fmla="*/ 465 w 695"/>
              <a:gd name="T27" fmla="*/ 672 h 711"/>
              <a:gd name="T28" fmla="*/ 55 w 695"/>
              <a:gd name="T29" fmla="*/ 439 h 711"/>
              <a:gd name="T30" fmla="*/ 235 w 695"/>
              <a:gd name="T31" fmla="*/ 472 h 711"/>
              <a:gd name="T32" fmla="*/ 235 w 695"/>
              <a:gd name="T33" fmla="*/ 522 h 711"/>
              <a:gd name="T34" fmla="*/ 40 w 695"/>
              <a:gd name="T35" fmla="*/ 461 h 711"/>
              <a:gd name="T36" fmla="*/ 591 w 695"/>
              <a:gd name="T37" fmla="*/ 565 h 711"/>
              <a:gd name="T38" fmla="*/ 340 w 695"/>
              <a:gd name="T39" fmla="*/ 565 h 711"/>
              <a:gd name="T40" fmla="*/ 312 w 695"/>
              <a:gd name="T41" fmla="*/ 554 h 711"/>
              <a:gd name="T42" fmla="*/ 286 w 695"/>
              <a:gd name="T43" fmla="*/ 539 h 711"/>
              <a:gd name="T44" fmla="*/ 274 w 695"/>
              <a:gd name="T45" fmla="*/ 520 h 711"/>
              <a:gd name="T46" fmla="*/ 328 w 695"/>
              <a:gd name="T47" fmla="*/ 513 h 711"/>
              <a:gd name="T48" fmla="*/ 367 w 695"/>
              <a:gd name="T49" fmla="*/ 523 h 711"/>
              <a:gd name="T50" fmla="*/ 425 w 695"/>
              <a:gd name="T51" fmla="*/ 530 h 711"/>
              <a:gd name="T52" fmla="*/ 505 w 695"/>
              <a:gd name="T53" fmla="*/ 530 h 711"/>
              <a:gd name="T54" fmla="*/ 640 w 695"/>
              <a:gd name="T55" fmla="*/ 498 h 711"/>
              <a:gd name="T56" fmla="*/ 640 w 695"/>
              <a:gd name="T57" fmla="*/ 542 h 711"/>
              <a:gd name="T58" fmla="*/ 77 w 695"/>
              <a:gd name="T59" fmla="*/ 405 h 711"/>
              <a:gd name="T60" fmla="*/ 40 w 695"/>
              <a:gd name="T61" fmla="*/ 371 h 711"/>
              <a:gd name="T62" fmla="*/ 121 w 695"/>
              <a:gd name="T63" fmla="*/ 371 h 711"/>
              <a:gd name="T64" fmla="*/ 230 w 695"/>
              <a:gd name="T65" fmla="*/ 382 h 711"/>
              <a:gd name="T66" fmla="*/ 245 w 695"/>
              <a:gd name="T67" fmla="*/ 399 h 711"/>
              <a:gd name="T68" fmla="*/ 235 w 695"/>
              <a:gd name="T69" fmla="*/ 430 h 711"/>
              <a:gd name="T70" fmla="*/ 230 w 695"/>
              <a:gd name="T71" fmla="*/ 433 h 711"/>
              <a:gd name="T72" fmla="*/ 77 w 695"/>
              <a:gd name="T73" fmla="*/ 405 h 711"/>
              <a:gd name="T74" fmla="*/ 55 w 695"/>
              <a:gd name="T75" fmla="*/ 259 h 711"/>
              <a:gd name="T76" fmla="*/ 190 w 695"/>
              <a:gd name="T77" fmla="*/ 291 h 711"/>
              <a:gd name="T78" fmla="*/ 271 w 695"/>
              <a:gd name="T79" fmla="*/ 291 h 711"/>
              <a:gd name="T80" fmla="*/ 405 w 695"/>
              <a:gd name="T81" fmla="*/ 259 h 711"/>
              <a:gd name="T82" fmla="*/ 405 w 695"/>
              <a:gd name="T83" fmla="*/ 303 h 711"/>
              <a:gd name="T84" fmla="*/ 356 w 695"/>
              <a:gd name="T85" fmla="*/ 326 h 711"/>
              <a:gd name="T86" fmla="*/ 105 w 695"/>
              <a:gd name="T87" fmla="*/ 326 h 711"/>
              <a:gd name="T88" fmla="*/ 55 w 695"/>
              <a:gd name="T89" fmla="*/ 303 h 711"/>
              <a:gd name="T90" fmla="*/ 40 w 695"/>
              <a:gd name="T91" fmla="*/ 191 h 711"/>
              <a:gd name="T92" fmla="*/ 121 w 695"/>
              <a:gd name="T93" fmla="*/ 191 h 711"/>
              <a:gd name="T94" fmla="*/ 230 w 695"/>
              <a:gd name="T95" fmla="*/ 203 h 711"/>
              <a:gd name="T96" fmla="*/ 340 w 695"/>
              <a:gd name="T97" fmla="*/ 191 h 711"/>
              <a:gd name="T98" fmla="*/ 421 w 695"/>
              <a:gd name="T99" fmla="*/ 191 h 711"/>
              <a:gd name="T100" fmla="*/ 384 w 695"/>
              <a:gd name="T101" fmla="*/ 226 h 711"/>
              <a:gd name="T102" fmla="*/ 230 w 695"/>
              <a:gd name="T103" fmla="*/ 253 h 711"/>
              <a:gd name="T104" fmla="*/ 77 w 695"/>
              <a:gd name="T105" fmla="*/ 226 h 711"/>
              <a:gd name="T106" fmla="*/ 40 w 695"/>
              <a:gd name="T107" fmla="*/ 191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695" h="711">
                <a:moveTo>
                  <a:pt x="694" y="420"/>
                </a:moveTo>
                <a:cubicBezTo>
                  <a:pt x="682" y="360"/>
                  <a:pt x="573" y="329"/>
                  <a:pt x="465" y="329"/>
                </a:cubicBezTo>
                <a:cubicBezTo>
                  <a:pt x="464" y="329"/>
                  <a:pt x="462" y="329"/>
                  <a:pt x="460" y="329"/>
                </a:cubicBezTo>
                <a:cubicBezTo>
                  <a:pt x="460" y="281"/>
                  <a:pt x="460" y="281"/>
                  <a:pt x="460" y="281"/>
                </a:cubicBezTo>
                <a:cubicBezTo>
                  <a:pt x="460" y="191"/>
                  <a:pt x="460" y="191"/>
                  <a:pt x="460" y="191"/>
                </a:cubicBezTo>
                <a:cubicBezTo>
                  <a:pt x="460" y="101"/>
                  <a:pt x="460" y="101"/>
                  <a:pt x="460" y="101"/>
                </a:cubicBezTo>
                <a:cubicBezTo>
                  <a:pt x="460" y="35"/>
                  <a:pt x="345" y="0"/>
                  <a:pt x="230" y="0"/>
                </a:cubicBezTo>
                <a:cubicBezTo>
                  <a:pt x="116" y="0"/>
                  <a:pt x="0" y="35"/>
                  <a:pt x="0" y="101"/>
                </a:cubicBezTo>
                <a:cubicBezTo>
                  <a:pt x="0" y="191"/>
                  <a:pt x="0" y="191"/>
                  <a:pt x="0" y="191"/>
                </a:cubicBezTo>
                <a:cubicBezTo>
                  <a:pt x="0" y="281"/>
                  <a:pt x="0" y="281"/>
                  <a:pt x="0" y="281"/>
                </a:cubicBezTo>
                <a:cubicBezTo>
                  <a:pt x="0" y="371"/>
                  <a:pt x="0" y="371"/>
                  <a:pt x="0" y="371"/>
                </a:cubicBezTo>
                <a:cubicBezTo>
                  <a:pt x="0" y="461"/>
                  <a:pt x="0" y="461"/>
                  <a:pt x="0" y="461"/>
                </a:cubicBezTo>
                <a:cubicBezTo>
                  <a:pt x="0" y="527"/>
                  <a:pt x="116" y="562"/>
                  <a:pt x="230" y="562"/>
                </a:cubicBezTo>
                <a:cubicBezTo>
                  <a:pt x="232" y="562"/>
                  <a:pt x="233" y="562"/>
                  <a:pt x="235" y="562"/>
                </a:cubicBezTo>
                <a:cubicBezTo>
                  <a:pt x="235" y="610"/>
                  <a:pt x="235" y="610"/>
                  <a:pt x="235" y="610"/>
                </a:cubicBezTo>
                <a:cubicBezTo>
                  <a:pt x="235" y="676"/>
                  <a:pt x="351" y="711"/>
                  <a:pt x="465" y="711"/>
                </a:cubicBezTo>
                <a:cubicBezTo>
                  <a:pt x="579" y="711"/>
                  <a:pt x="695" y="676"/>
                  <a:pt x="695" y="610"/>
                </a:cubicBezTo>
                <a:cubicBezTo>
                  <a:pt x="695" y="520"/>
                  <a:pt x="695" y="520"/>
                  <a:pt x="695" y="520"/>
                </a:cubicBezTo>
                <a:cubicBezTo>
                  <a:pt x="695" y="430"/>
                  <a:pt x="695" y="430"/>
                  <a:pt x="695" y="430"/>
                </a:cubicBezTo>
                <a:cubicBezTo>
                  <a:pt x="695" y="420"/>
                  <a:pt x="695" y="420"/>
                  <a:pt x="695" y="420"/>
                </a:cubicBezTo>
                <a:lnTo>
                  <a:pt x="694" y="420"/>
                </a:lnTo>
                <a:close/>
                <a:moveTo>
                  <a:pt x="465" y="672"/>
                </a:moveTo>
                <a:cubicBezTo>
                  <a:pt x="349" y="672"/>
                  <a:pt x="274" y="635"/>
                  <a:pt x="274" y="610"/>
                </a:cubicBezTo>
                <a:cubicBezTo>
                  <a:pt x="274" y="603"/>
                  <a:pt x="280" y="596"/>
                  <a:pt x="290" y="588"/>
                </a:cubicBezTo>
                <a:cubicBezTo>
                  <a:pt x="334" y="610"/>
                  <a:pt x="400" y="621"/>
                  <a:pt x="465" y="621"/>
                </a:cubicBezTo>
                <a:cubicBezTo>
                  <a:pt x="530" y="621"/>
                  <a:pt x="596" y="610"/>
                  <a:pt x="640" y="588"/>
                </a:cubicBezTo>
                <a:cubicBezTo>
                  <a:pt x="650" y="596"/>
                  <a:pt x="656" y="603"/>
                  <a:pt x="656" y="610"/>
                </a:cubicBezTo>
                <a:cubicBezTo>
                  <a:pt x="656" y="635"/>
                  <a:pt x="581" y="672"/>
                  <a:pt x="465" y="672"/>
                </a:cubicBezTo>
                <a:close/>
                <a:moveTo>
                  <a:pt x="40" y="461"/>
                </a:moveTo>
                <a:cubicBezTo>
                  <a:pt x="40" y="454"/>
                  <a:pt x="45" y="446"/>
                  <a:pt x="55" y="439"/>
                </a:cubicBezTo>
                <a:cubicBezTo>
                  <a:pt x="100" y="461"/>
                  <a:pt x="165" y="472"/>
                  <a:pt x="230" y="472"/>
                </a:cubicBezTo>
                <a:cubicBezTo>
                  <a:pt x="232" y="472"/>
                  <a:pt x="233" y="472"/>
                  <a:pt x="235" y="472"/>
                </a:cubicBezTo>
                <a:cubicBezTo>
                  <a:pt x="235" y="520"/>
                  <a:pt x="235" y="520"/>
                  <a:pt x="235" y="520"/>
                </a:cubicBezTo>
                <a:cubicBezTo>
                  <a:pt x="235" y="522"/>
                  <a:pt x="235" y="522"/>
                  <a:pt x="235" y="522"/>
                </a:cubicBezTo>
                <a:cubicBezTo>
                  <a:pt x="233" y="522"/>
                  <a:pt x="232" y="523"/>
                  <a:pt x="230" y="523"/>
                </a:cubicBezTo>
                <a:cubicBezTo>
                  <a:pt x="114" y="523"/>
                  <a:pt x="40" y="486"/>
                  <a:pt x="40" y="461"/>
                </a:cubicBezTo>
                <a:close/>
                <a:moveTo>
                  <a:pt x="619" y="554"/>
                </a:moveTo>
                <a:cubicBezTo>
                  <a:pt x="610" y="558"/>
                  <a:pt x="601" y="562"/>
                  <a:pt x="591" y="565"/>
                </a:cubicBezTo>
                <a:cubicBezTo>
                  <a:pt x="559" y="575"/>
                  <a:pt x="516" y="582"/>
                  <a:pt x="465" y="582"/>
                </a:cubicBezTo>
                <a:cubicBezTo>
                  <a:pt x="414" y="582"/>
                  <a:pt x="372" y="575"/>
                  <a:pt x="340" y="565"/>
                </a:cubicBezTo>
                <a:cubicBezTo>
                  <a:pt x="330" y="562"/>
                  <a:pt x="321" y="559"/>
                  <a:pt x="314" y="556"/>
                </a:cubicBezTo>
                <a:cubicBezTo>
                  <a:pt x="313" y="555"/>
                  <a:pt x="312" y="555"/>
                  <a:pt x="312" y="554"/>
                </a:cubicBezTo>
                <a:cubicBezTo>
                  <a:pt x="303" y="551"/>
                  <a:pt x="296" y="546"/>
                  <a:pt x="290" y="542"/>
                </a:cubicBezTo>
                <a:cubicBezTo>
                  <a:pt x="289" y="541"/>
                  <a:pt x="288" y="540"/>
                  <a:pt x="286" y="539"/>
                </a:cubicBezTo>
                <a:cubicBezTo>
                  <a:pt x="279" y="533"/>
                  <a:pt x="275" y="526"/>
                  <a:pt x="274" y="521"/>
                </a:cubicBezTo>
                <a:cubicBezTo>
                  <a:pt x="274" y="521"/>
                  <a:pt x="274" y="520"/>
                  <a:pt x="274" y="520"/>
                </a:cubicBezTo>
                <a:cubicBezTo>
                  <a:pt x="274" y="513"/>
                  <a:pt x="280" y="506"/>
                  <a:pt x="290" y="498"/>
                </a:cubicBezTo>
                <a:cubicBezTo>
                  <a:pt x="301" y="504"/>
                  <a:pt x="314" y="509"/>
                  <a:pt x="328" y="513"/>
                </a:cubicBezTo>
                <a:cubicBezTo>
                  <a:pt x="336" y="516"/>
                  <a:pt x="346" y="518"/>
                  <a:pt x="355" y="520"/>
                </a:cubicBezTo>
                <a:cubicBezTo>
                  <a:pt x="359" y="521"/>
                  <a:pt x="363" y="522"/>
                  <a:pt x="367" y="523"/>
                </a:cubicBezTo>
                <a:cubicBezTo>
                  <a:pt x="380" y="525"/>
                  <a:pt x="393" y="527"/>
                  <a:pt x="406" y="528"/>
                </a:cubicBezTo>
                <a:cubicBezTo>
                  <a:pt x="412" y="529"/>
                  <a:pt x="418" y="530"/>
                  <a:pt x="425" y="530"/>
                </a:cubicBezTo>
                <a:cubicBezTo>
                  <a:pt x="438" y="531"/>
                  <a:pt x="452" y="532"/>
                  <a:pt x="465" y="532"/>
                </a:cubicBezTo>
                <a:cubicBezTo>
                  <a:pt x="479" y="532"/>
                  <a:pt x="492" y="531"/>
                  <a:pt x="505" y="530"/>
                </a:cubicBezTo>
                <a:cubicBezTo>
                  <a:pt x="529" y="528"/>
                  <a:pt x="553" y="525"/>
                  <a:pt x="575" y="520"/>
                </a:cubicBezTo>
                <a:cubicBezTo>
                  <a:pt x="599" y="515"/>
                  <a:pt x="621" y="508"/>
                  <a:pt x="640" y="498"/>
                </a:cubicBezTo>
                <a:cubicBezTo>
                  <a:pt x="650" y="506"/>
                  <a:pt x="656" y="513"/>
                  <a:pt x="656" y="520"/>
                </a:cubicBezTo>
                <a:cubicBezTo>
                  <a:pt x="656" y="527"/>
                  <a:pt x="650" y="535"/>
                  <a:pt x="640" y="542"/>
                </a:cubicBezTo>
                <a:cubicBezTo>
                  <a:pt x="634" y="546"/>
                  <a:pt x="627" y="551"/>
                  <a:pt x="619" y="554"/>
                </a:cubicBezTo>
                <a:close/>
                <a:moveTo>
                  <a:pt x="77" y="405"/>
                </a:moveTo>
                <a:cubicBezTo>
                  <a:pt x="68" y="401"/>
                  <a:pt x="61" y="397"/>
                  <a:pt x="55" y="393"/>
                </a:cubicBezTo>
                <a:cubicBezTo>
                  <a:pt x="45" y="385"/>
                  <a:pt x="40" y="378"/>
                  <a:pt x="40" y="371"/>
                </a:cubicBezTo>
                <a:cubicBezTo>
                  <a:pt x="40" y="364"/>
                  <a:pt x="45" y="357"/>
                  <a:pt x="55" y="349"/>
                </a:cubicBezTo>
                <a:cubicBezTo>
                  <a:pt x="74" y="358"/>
                  <a:pt x="96" y="366"/>
                  <a:pt x="121" y="371"/>
                </a:cubicBezTo>
                <a:cubicBezTo>
                  <a:pt x="143" y="376"/>
                  <a:pt x="166" y="379"/>
                  <a:pt x="190" y="381"/>
                </a:cubicBezTo>
                <a:cubicBezTo>
                  <a:pt x="203" y="382"/>
                  <a:pt x="217" y="382"/>
                  <a:pt x="230" y="382"/>
                </a:cubicBezTo>
                <a:cubicBezTo>
                  <a:pt x="240" y="382"/>
                  <a:pt x="250" y="382"/>
                  <a:pt x="260" y="381"/>
                </a:cubicBezTo>
                <a:cubicBezTo>
                  <a:pt x="254" y="387"/>
                  <a:pt x="249" y="393"/>
                  <a:pt x="245" y="399"/>
                </a:cubicBezTo>
                <a:cubicBezTo>
                  <a:pt x="238" y="409"/>
                  <a:pt x="235" y="419"/>
                  <a:pt x="235" y="430"/>
                </a:cubicBezTo>
                <a:cubicBezTo>
                  <a:pt x="235" y="430"/>
                  <a:pt x="235" y="430"/>
                  <a:pt x="235" y="430"/>
                </a:cubicBezTo>
                <a:cubicBezTo>
                  <a:pt x="235" y="433"/>
                  <a:pt x="235" y="433"/>
                  <a:pt x="235" y="433"/>
                </a:cubicBezTo>
                <a:cubicBezTo>
                  <a:pt x="233" y="433"/>
                  <a:pt x="232" y="433"/>
                  <a:pt x="230" y="433"/>
                </a:cubicBezTo>
                <a:cubicBezTo>
                  <a:pt x="180" y="433"/>
                  <a:pt x="137" y="426"/>
                  <a:pt x="105" y="416"/>
                </a:cubicBezTo>
                <a:cubicBezTo>
                  <a:pt x="94" y="413"/>
                  <a:pt x="85" y="409"/>
                  <a:pt x="77" y="405"/>
                </a:cubicBezTo>
                <a:close/>
                <a:moveTo>
                  <a:pt x="40" y="281"/>
                </a:moveTo>
                <a:cubicBezTo>
                  <a:pt x="40" y="274"/>
                  <a:pt x="45" y="267"/>
                  <a:pt x="55" y="259"/>
                </a:cubicBezTo>
                <a:cubicBezTo>
                  <a:pt x="74" y="268"/>
                  <a:pt x="96" y="276"/>
                  <a:pt x="121" y="281"/>
                </a:cubicBezTo>
                <a:cubicBezTo>
                  <a:pt x="142" y="286"/>
                  <a:pt x="166" y="289"/>
                  <a:pt x="190" y="291"/>
                </a:cubicBezTo>
                <a:cubicBezTo>
                  <a:pt x="203" y="292"/>
                  <a:pt x="217" y="292"/>
                  <a:pt x="230" y="292"/>
                </a:cubicBezTo>
                <a:cubicBezTo>
                  <a:pt x="244" y="292"/>
                  <a:pt x="257" y="292"/>
                  <a:pt x="271" y="291"/>
                </a:cubicBezTo>
                <a:cubicBezTo>
                  <a:pt x="295" y="289"/>
                  <a:pt x="318" y="286"/>
                  <a:pt x="340" y="281"/>
                </a:cubicBezTo>
                <a:cubicBezTo>
                  <a:pt x="365" y="276"/>
                  <a:pt x="387" y="268"/>
                  <a:pt x="405" y="259"/>
                </a:cubicBezTo>
                <a:cubicBezTo>
                  <a:pt x="416" y="267"/>
                  <a:pt x="421" y="274"/>
                  <a:pt x="421" y="281"/>
                </a:cubicBezTo>
                <a:cubicBezTo>
                  <a:pt x="421" y="288"/>
                  <a:pt x="416" y="296"/>
                  <a:pt x="405" y="303"/>
                </a:cubicBezTo>
                <a:cubicBezTo>
                  <a:pt x="400" y="307"/>
                  <a:pt x="393" y="311"/>
                  <a:pt x="384" y="315"/>
                </a:cubicBezTo>
                <a:cubicBezTo>
                  <a:pt x="376" y="319"/>
                  <a:pt x="367" y="323"/>
                  <a:pt x="356" y="326"/>
                </a:cubicBezTo>
                <a:cubicBezTo>
                  <a:pt x="324" y="336"/>
                  <a:pt x="281" y="343"/>
                  <a:pt x="230" y="343"/>
                </a:cubicBezTo>
                <a:cubicBezTo>
                  <a:pt x="180" y="343"/>
                  <a:pt x="137" y="336"/>
                  <a:pt x="105" y="326"/>
                </a:cubicBezTo>
                <a:cubicBezTo>
                  <a:pt x="94" y="323"/>
                  <a:pt x="85" y="319"/>
                  <a:pt x="77" y="315"/>
                </a:cubicBezTo>
                <a:cubicBezTo>
                  <a:pt x="68" y="311"/>
                  <a:pt x="61" y="307"/>
                  <a:pt x="55" y="303"/>
                </a:cubicBezTo>
                <a:cubicBezTo>
                  <a:pt x="45" y="296"/>
                  <a:pt x="40" y="288"/>
                  <a:pt x="40" y="281"/>
                </a:cubicBezTo>
                <a:close/>
                <a:moveTo>
                  <a:pt x="40" y="191"/>
                </a:moveTo>
                <a:cubicBezTo>
                  <a:pt x="40" y="184"/>
                  <a:pt x="45" y="177"/>
                  <a:pt x="55" y="169"/>
                </a:cubicBezTo>
                <a:cubicBezTo>
                  <a:pt x="74" y="179"/>
                  <a:pt x="96" y="186"/>
                  <a:pt x="121" y="191"/>
                </a:cubicBezTo>
                <a:cubicBezTo>
                  <a:pt x="143" y="196"/>
                  <a:pt x="166" y="199"/>
                  <a:pt x="190" y="201"/>
                </a:cubicBezTo>
                <a:cubicBezTo>
                  <a:pt x="204" y="202"/>
                  <a:pt x="217" y="203"/>
                  <a:pt x="230" y="203"/>
                </a:cubicBezTo>
                <a:cubicBezTo>
                  <a:pt x="244" y="203"/>
                  <a:pt x="257" y="202"/>
                  <a:pt x="271" y="201"/>
                </a:cubicBezTo>
                <a:cubicBezTo>
                  <a:pt x="295" y="199"/>
                  <a:pt x="318" y="196"/>
                  <a:pt x="340" y="191"/>
                </a:cubicBezTo>
                <a:cubicBezTo>
                  <a:pt x="364" y="186"/>
                  <a:pt x="387" y="179"/>
                  <a:pt x="405" y="169"/>
                </a:cubicBezTo>
                <a:cubicBezTo>
                  <a:pt x="416" y="177"/>
                  <a:pt x="421" y="184"/>
                  <a:pt x="421" y="191"/>
                </a:cubicBezTo>
                <a:cubicBezTo>
                  <a:pt x="421" y="198"/>
                  <a:pt x="416" y="206"/>
                  <a:pt x="405" y="213"/>
                </a:cubicBezTo>
                <a:cubicBezTo>
                  <a:pt x="400" y="217"/>
                  <a:pt x="393" y="222"/>
                  <a:pt x="384" y="226"/>
                </a:cubicBezTo>
                <a:cubicBezTo>
                  <a:pt x="376" y="229"/>
                  <a:pt x="367" y="233"/>
                  <a:pt x="356" y="236"/>
                </a:cubicBezTo>
                <a:cubicBezTo>
                  <a:pt x="324" y="246"/>
                  <a:pt x="281" y="253"/>
                  <a:pt x="230" y="253"/>
                </a:cubicBezTo>
                <a:cubicBezTo>
                  <a:pt x="180" y="253"/>
                  <a:pt x="137" y="246"/>
                  <a:pt x="105" y="236"/>
                </a:cubicBezTo>
                <a:cubicBezTo>
                  <a:pt x="94" y="233"/>
                  <a:pt x="85" y="229"/>
                  <a:pt x="77" y="226"/>
                </a:cubicBezTo>
                <a:cubicBezTo>
                  <a:pt x="68" y="222"/>
                  <a:pt x="61" y="217"/>
                  <a:pt x="55" y="213"/>
                </a:cubicBezTo>
                <a:cubicBezTo>
                  <a:pt x="45" y="206"/>
                  <a:pt x="40" y="198"/>
                  <a:pt x="40" y="191"/>
                </a:cubicBezTo>
                <a:close/>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a:p>
        </p:txBody>
      </p:sp>
      <p:grpSp>
        <p:nvGrpSpPr>
          <p:cNvPr id="22" name="Group 21">
            <a:extLst>
              <a:ext uri="{FF2B5EF4-FFF2-40B4-BE49-F238E27FC236}">
                <a16:creationId xmlns:a16="http://schemas.microsoft.com/office/drawing/2014/main" id="{C9072D41-3E72-480E-9B88-9BE40B99482E}"/>
              </a:ext>
            </a:extLst>
          </p:cNvPr>
          <p:cNvGrpSpPr/>
          <p:nvPr/>
        </p:nvGrpSpPr>
        <p:grpSpPr>
          <a:xfrm>
            <a:off x="5782955" y="2365161"/>
            <a:ext cx="770245" cy="708538"/>
            <a:chOff x="5140325" y="4406901"/>
            <a:chExt cx="620713" cy="614362"/>
          </a:xfrm>
          <a:solidFill>
            <a:schemeClr val="bg1"/>
          </a:solidFill>
        </p:grpSpPr>
        <p:sp>
          <p:nvSpPr>
            <p:cNvPr id="23" name="Freeform 105">
              <a:extLst>
                <a:ext uri="{FF2B5EF4-FFF2-40B4-BE49-F238E27FC236}">
                  <a16:creationId xmlns:a16="http://schemas.microsoft.com/office/drawing/2014/main" id="{5D9F3610-50E0-4473-A279-05D04A4DE9D3}"/>
                </a:ext>
              </a:extLst>
            </p:cNvPr>
            <p:cNvSpPr>
              <a:spLocks/>
            </p:cNvSpPr>
            <p:nvPr/>
          </p:nvSpPr>
          <p:spPr bwMode="auto">
            <a:xfrm>
              <a:off x="5140325" y="4976813"/>
              <a:ext cx="620713" cy="44450"/>
            </a:xfrm>
            <a:custGeom>
              <a:avLst/>
              <a:gdLst>
                <a:gd name="T0" fmla="*/ 654 w 678"/>
                <a:gd name="T1" fmla="*/ 0 h 48"/>
                <a:gd name="T2" fmla="*/ 24 w 678"/>
                <a:gd name="T3" fmla="*/ 0 h 48"/>
                <a:gd name="T4" fmla="*/ 0 w 678"/>
                <a:gd name="T5" fmla="*/ 24 h 48"/>
                <a:gd name="T6" fmla="*/ 24 w 678"/>
                <a:gd name="T7" fmla="*/ 48 h 48"/>
                <a:gd name="T8" fmla="*/ 654 w 678"/>
                <a:gd name="T9" fmla="*/ 48 h 48"/>
                <a:gd name="T10" fmla="*/ 678 w 678"/>
                <a:gd name="T11" fmla="*/ 24 h 48"/>
                <a:gd name="T12" fmla="*/ 654 w 678"/>
                <a:gd name="T13" fmla="*/ 0 h 48"/>
              </a:gdLst>
              <a:ahLst/>
              <a:cxnLst>
                <a:cxn ang="0">
                  <a:pos x="T0" y="T1"/>
                </a:cxn>
                <a:cxn ang="0">
                  <a:pos x="T2" y="T3"/>
                </a:cxn>
                <a:cxn ang="0">
                  <a:pos x="T4" y="T5"/>
                </a:cxn>
                <a:cxn ang="0">
                  <a:pos x="T6" y="T7"/>
                </a:cxn>
                <a:cxn ang="0">
                  <a:pos x="T8" y="T9"/>
                </a:cxn>
                <a:cxn ang="0">
                  <a:pos x="T10" y="T11"/>
                </a:cxn>
                <a:cxn ang="0">
                  <a:pos x="T12" y="T13"/>
                </a:cxn>
              </a:cxnLst>
              <a:rect l="0" t="0" r="r" b="b"/>
              <a:pathLst>
                <a:path w="678" h="48">
                  <a:moveTo>
                    <a:pt x="654" y="0"/>
                  </a:moveTo>
                  <a:cubicBezTo>
                    <a:pt x="24" y="0"/>
                    <a:pt x="24" y="0"/>
                    <a:pt x="24" y="0"/>
                  </a:cubicBezTo>
                  <a:cubicBezTo>
                    <a:pt x="11" y="0"/>
                    <a:pt x="0" y="10"/>
                    <a:pt x="0" y="24"/>
                  </a:cubicBezTo>
                  <a:cubicBezTo>
                    <a:pt x="0" y="37"/>
                    <a:pt x="11" y="48"/>
                    <a:pt x="24" y="48"/>
                  </a:cubicBezTo>
                  <a:cubicBezTo>
                    <a:pt x="654" y="48"/>
                    <a:pt x="654" y="48"/>
                    <a:pt x="654" y="48"/>
                  </a:cubicBezTo>
                  <a:cubicBezTo>
                    <a:pt x="667" y="48"/>
                    <a:pt x="678" y="37"/>
                    <a:pt x="678" y="24"/>
                  </a:cubicBezTo>
                  <a:cubicBezTo>
                    <a:pt x="678" y="10"/>
                    <a:pt x="667" y="0"/>
                    <a:pt x="654"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4" name="Freeform 106">
              <a:extLst>
                <a:ext uri="{FF2B5EF4-FFF2-40B4-BE49-F238E27FC236}">
                  <a16:creationId xmlns:a16="http://schemas.microsoft.com/office/drawing/2014/main" id="{AC5BD8BA-C327-403E-8F67-0555B7C00A09}"/>
                </a:ext>
              </a:extLst>
            </p:cNvPr>
            <p:cNvSpPr>
              <a:spLocks/>
            </p:cNvSpPr>
            <p:nvPr/>
          </p:nvSpPr>
          <p:spPr bwMode="auto">
            <a:xfrm>
              <a:off x="5559425" y="4814888"/>
              <a:ext cx="114300" cy="128588"/>
            </a:xfrm>
            <a:custGeom>
              <a:avLst/>
              <a:gdLst>
                <a:gd name="T0" fmla="*/ 14 w 124"/>
                <a:gd name="T1" fmla="*/ 0 h 139"/>
                <a:gd name="T2" fmla="*/ 0 w 124"/>
                <a:gd name="T3" fmla="*/ 15 h 139"/>
                <a:gd name="T4" fmla="*/ 0 w 124"/>
                <a:gd name="T5" fmla="*/ 124 h 139"/>
                <a:gd name="T6" fmla="*/ 14 w 124"/>
                <a:gd name="T7" fmla="*/ 139 h 139"/>
                <a:gd name="T8" fmla="*/ 109 w 124"/>
                <a:gd name="T9" fmla="*/ 139 h 139"/>
                <a:gd name="T10" fmla="*/ 124 w 124"/>
                <a:gd name="T11" fmla="*/ 124 h 139"/>
                <a:gd name="T12" fmla="*/ 124 w 124"/>
                <a:gd name="T13" fmla="*/ 15 h 139"/>
                <a:gd name="T14" fmla="*/ 109 w 124"/>
                <a:gd name="T15" fmla="*/ 0 h 139"/>
                <a:gd name="T16" fmla="*/ 14 w 124"/>
                <a:gd name="T17" fmla="*/ 0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24" h="139">
                  <a:moveTo>
                    <a:pt x="14" y="0"/>
                  </a:moveTo>
                  <a:cubicBezTo>
                    <a:pt x="6" y="0"/>
                    <a:pt x="0" y="7"/>
                    <a:pt x="0" y="15"/>
                  </a:cubicBezTo>
                  <a:cubicBezTo>
                    <a:pt x="0" y="124"/>
                    <a:pt x="0" y="124"/>
                    <a:pt x="0" y="124"/>
                  </a:cubicBezTo>
                  <a:cubicBezTo>
                    <a:pt x="0" y="132"/>
                    <a:pt x="6" y="139"/>
                    <a:pt x="14" y="139"/>
                  </a:cubicBezTo>
                  <a:cubicBezTo>
                    <a:pt x="109" y="139"/>
                    <a:pt x="109" y="139"/>
                    <a:pt x="109" y="139"/>
                  </a:cubicBezTo>
                  <a:cubicBezTo>
                    <a:pt x="117" y="139"/>
                    <a:pt x="124" y="132"/>
                    <a:pt x="124" y="124"/>
                  </a:cubicBezTo>
                  <a:cubicBezTo>
                    <a:pt x="124" y="15"/>
                    <a:pt x="124" y="15"/>
                    <a:pt x="124" y="15"/>
                  </a:cubicBezTo>
                  <a:cubicBezTo>
                    <a:pt x="124" y="7"/>
                    <a:pt x="117" y="0"/>
                    <a:pt x="109" y="0"/>
                  </a:cubicBezTo>
                  <a:lnTo>
                    <a:pt x="14"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5" name="Freeform 107">
              <a:extLst>
                <a:ext uri="{FF2B5EF4-FFF2-40B4-BE49-F238E27FC236}">
                  <a16:creationId xmlns:a16="http://schemas.microsoft.com/office/drawing/2014/main" id="{37FA79E5-E0FE-4518-B41B-C808B01AA662}"/>
                </a:ext>
              </a:extLst>
            </p:cNvPr>
            <p:cNvSpPr>
              <a:spLocks/>
            </p:cNvSpPr>
            <p:nvPr/>
          </p:nvSpPr>
          <p:spPr bwMode="auto">
            <a:xfrm>
              <a:off x="5392738" y="4630738"/>
              <a:ext cx="112713" cy="312738"/>
            </a:xfrm>
            <a:custGeom>
              <a:avLst/>
              <a:gdLst>
                <a:gd name="T0" fmla="*/ 15 w 124"/>
                <a:gd name="T1" fmla="*/ 0 h 341"/>
                <a:gd name="T2" fmla="*/ 0 w 124"/>
                <a:gd name="T3" fmla="*/ 14 h 341"/>
                <a:gd name="T4" fmla="*/ 0 w 124"/>
                <a:gd name="T5" fmla="*/ 326 h 341"/>
                <a:gd name="T6" fmla="*/ 15 w 124"/>
                <a:gd name="T7" fmla="*/ 341 h 341"/>
                <a:gd name="T8" fmla="*/ 110 w 124"/>
                <a:gd name="T9" fmla="*/ 341 h 341"/>
                <a:gd name="T10" fmla="*/ 124 w 124"/>
                <a:gd name="T11" fmla="*/ 326 h 341"/>
                <a:gd name="T12" fmla="*/ 124 w 124"/>
                <a:gd name="T13" fmla="*/ 14 h 341"/>
                <a:gd name="T14" fmla="*/ 110 w 124"/>
                <a:gd name="T15" fmla="*/ 0 h 341"/>
                <a:gd name="T16" fmla="*/ 15 w 124"/>
                <a:gd name="T17" fmla="*/ 0 h 34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24" h="341">
                  <a:moveTo>
                    <a:pt x="15" y="0"/>
                  </a:moveTo>
                  <a:cubicBezTo>
                    <a:pt x="7" y="0"/>
                    <a:pt x="0" y="6"/>
                    <a:pt x="0" y="14"/>
                  </a:cubicBezTo>
                  <a:cubicBezTo>
                    <a:pt x="0" y="326"/>
                    <a:pt x="0" y="326"/>
                    <a:pt x="0" y="326"/>
                  </a:cubicBezTo>
                  <a:cubicBezTo>
                    <a:pt x="0" y="334"/>
                    <a:pt x="7" y="341"/>
                    <a:pt x="15" y="341"/>
                  </a:cubicBezTo>
                  <a:cubicBezTo>
                    <a:pt x="110" y="341"/>
                    <a:pt x="110" y="341"/>
                    <a:pt x="110" y="341"/>
                  </a:cubicBezTo>
                  <a:cubicBezTo>
                    <a:pt x="118" y="341"/>
                    <a:pt x="124" y="334"/>
                    <a:pt x="124" y="326"/>
                  </a:cubicBezTo>
                  <a:cubicBezTo>
                    <a:pt x="124" y="14"/>
                    <a:pt x="124" y="14"/>
                    <a:pt x="124" y="14"/>
                  </a:cubicBezTo>
                  <a:cubicBezTo>
                    <a:pt x="124" y="6"/>
                    <a:pt x="118" y="0"/>
                    <a:pt x="110" y="0"/>
                  </a:cubicBezTo>
                  <a:lnTo>
                    <a:pt x="15"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6" name="Freeform 108">
              <a:extLst>
                <a:ext uri="{FF2B5EF4-FFF2-40B4-BE49-F238E27FC236}">
                  <a16:creationId xmlns:a16="http://schemas.microsoft.com/office/drawing/2014/main" id="{CB44BD1D-540A-429B-805E-43A9668BAD49}"/>
                </a:ext>
              </a:extLst>
            </p:cNvPr>
            <p:cNvSpPr>
              <a:spLocks/>
            </p:cNvSpPr>
            <p:nvPr/>
          </p:nvSpPr>
          <p:spPr bwMode="auto">
            <a:xfrm>
              <a:off x="5224463" y="4714876"/>
              <a:ext cx="114300" cy="228600"/>
            </a:xfrm>
            <a:custGeom>
              <a:avLst/>
              <a:gdLst>
                <a:gd name="T0" fmla="*/ 14 w 124"/>
                <a:gd name="T1" fmla="*/ 248 h 248"/>
                <a:gd name="T2" fmla="*/ 109 w 124"/>
                <a:gd name="T3" fmla="*/ 248 h 248"/>
                <a:gd name="T4" fmla="*/ 124 w 124"/>
                <a:gd name="T5" fmla="*/ 233 h 248"/>
                <a:gd name="T6" fmla="*/ 124 w 124"/>
                <a:gd name="T7" fmla="*/ 14 h 248"/>
                <a:gd name="T8" fmla="*/ 109 w 124"/>
                <a:gd name="T9" fmla="*/ 0 h 248"/>
                <a:gd name="T10" fmla="*/ 14 w 124"/>
                <a:gd name="T11" fmla="*/ 0 h 248"/>
                <a:gd name="T12" fmla="*/ 0 w 124"/>
                <a:gd name="T13" fmla="*/ 14 h 248"/>
                <a:gd name="T14" fmla="*/ 0 w 124"/>
                <a:gd name="T15" fmla="*/ 233 h 248"/>
                <a:gd name="T16" fmla="*/ 14 w 124"/>
                <a:gd name="T17" fmla="*/ 248 h 2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24" h="248">
                  <a:moveTo>
                    <a:pt x="14" y="248"/>
                  </a:moveTo>
                  <a:cubicBezTo>
                    <a:pt x="109" y="248"/>
                    <a:pt x="109" y="248"/>
                    <a:pt x="109" y="248"/>
                  </a:cubicBezTo>
                  <a:cubicBezTo>
                    <a:pt x="117" y="248"/>
                    <a:pt x="124" y="241"/>
                    <a:pt x="124" y="233"/>
                  </a:cubicBezTo>
                  <a:cubicBezTo>
                    <a:pt x="124" y="14"/>
                    <a:pt x="124" y="14"/>
                    <a:pt x="124" y="14"/>
                  </a:cubicBezTo>
                  <a:cubicBezTo>
                    <a:pt x="124" y="6"/>
                    <a:pt x="117" y="0"/>
                    <a:pt x="109" y="0"/>
                  </a:cubicBezTo>
                  <a:cubicBezTo>
                    <a:pt x="14" y="0"/>
                    <a:pt x="14" y="0"/>
                    <a:pt x="14" y="0"/>
                  </a:cubicBezTo>
                  <a:cubicBezTo>
                    <a:pt x="6" y="0"/>
                    <a:pt x="0" y="6"/>
                    <a:pt x="0" y="14"/>
                  </a:cubicBezTo>
                  <a:cubicBezTo>
                    <a:pt x="0" y="233"/>
                    <a:pt x="0" y="233"/>
                    <a:pt x="0" y="233"/>
                  </a:cubicBezTo>
                  <a:cubicBezTo>
                    <a:pt x="0" y="241"/>
                    <a:pt x="6" y="248"/>
                    <a:pt x="14" y="24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7" name="Freeform 109">
              <a:extLst>
                <a:ext uri="{FF2B5EF4-FFF2-40B4-BE49-F238E27FC236}">
                  <a16:creationId xmlns:a16="http://schemas.microsoft.com/office/drawing/2014/main" id="{A641484F-997C-4BCE-B2B0-BC25C8710041}"/>
                </a:ext>
              </a:extLst>
            </p:cNvPr>
            <p:cNvSpPr>
              <a:spLocks/>
            </p:cNvSpPr>
            <p:nvPr/>
          </p:nvSpPr>
          <p:spPr bwMode="auto">
            <a:xfrm>
              <a:off x="5262563" y="4406901"/>
              <a:ext cx="433388" cy="317500"/>
            </a:xfrm>
            <a:custGeom>
              <a:avLst/>
              <a:gdLst>
                <a:gd name="T0" fmla="*/ 34 w 473"/>
                <a:gd name="T1" fmla="*/ 169 h 347"/>
                <a:gd name="T2" fmla="*/ 184 w 473"/>
                <a:gd name="T3" fmla="*/ 48 h 347"/>
                <a:gd name="T4" fmla="*/ 381 w 473"/>
                <a:gd name="T5" fmla="*/ 275 h 347"/>
                <a:gd name="T6" fmla="*/ 353 w 473"/>
                <a:gd name="T7" fmla="*/ 298 h 347"/>
                <a:gd name="T8" fmla="*/ 349 w 473"/>
                <a:gd name="T9" fmla="*/ 312 h 347"/>
                <a:gd name="T10" fmla="*/ 359 w 473"/>
                <a:gd name="T11" fmla="*/ 323 h 347"/>
                <a:gd name="T12" fmla="*/ 455 w 473"/>
                <a:gd name="T13" fmla="*/ 347 h 347"/>
                <a:gd name="T14" fmla="*/ 458 w 473"/>
                <a:gd name="T15" fmla="*/ 347 h 347"/>
                <a:gd name="T16" fmla="*/ 468 w 473"/>
                <a:gd name="T17" fmla="*/ 344 h 347"/>
                <a:gd name="T18" fmla="*/ 473 w 473"/>
                <a:gd name="T19" fmla="*/ 332 h 347"/>
                <a:gd name="T20" fmla="*/ 466 w 473"/>
                <a:gd name="T21" fmla="*/ 233 h 347"/>
                <a:gd name="T22" fmla="*/ 457 w 473"/>
                <a:gd name="T23" fmla="*/ 221 h 347"/>
                <a:gd name="T24" fmla="*/ 443 w 473"/>
                <a:gd name="T25" fmla="*/ 223 h 347"/>
                <a:gd name="T26" fmla="*/ 410 w 473"/>
                <a:gd name="T27" fmla="*/ 250 h 347"/>
                <a:gd name="T28" fmla="*/ 201 w 473"/>
                <a:gd name="T29" fmla="*/ 9 h 347"/>
                <a:gd name="T30" fmla="*/ 174 w 473"/>
                <a:gd name="T31" fmla="*/ 7 h 347"/>
                <a:gd name="T32" fmla="*/ 10 w 473"/>
                <a:gd name="T33" fmla="*/ 139 h 347"/>
                <a:gd name="T34" fmla="*/ 7 w 473"/>
                <a:gd name="T35" fmla="*/ 166 h 347"/>
                <a:gd name="T36" fmla="*/ 34 w 473"/>
                <a:gd name="T37" fmla="*/ 169 h 3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73" h="347">
                  <a:moveTo>
                    <a:pt x="34" y="169"/>
                  </a:moveTo>
                  <a:cubicBezTo>
                    <a:pt x="184" y="48"/>
                    <a:pt x="184" y="48"/>
                    <a:pt x="184" y="48"/>
                  </a:cubicBezTo>
                  <a:cubicBezTo>
                    <a:pt x="381" y="275"/>
                    <a:pt x="381" y="275"/>
                    <a:pt x="381" y="275"/>
                  </a:cubicBezTo>
                  <a:cubicBezTo>
                    <a:pt x="353" y="298"/>
                    <a:pt x="353" y="298"/>
                    <a:pt x="353" y="298"/>
                  </a:cubicBezTo>
                  <a:cubicBezTo>
                    <a:pt x="349" y="301"/>
                    <a:pt x="347" y="307"/>
                    <a:pt x="349" y="312"/>
                  </a:cubicBezTo>
                  <a:cubicBezTo>
                    <a:pt x="350" y="317"/>
                    <a:pt x="354" y="321"/>
                    <a:pt x="359" y="323"/>
                  </a:cubicBezTo>
                  <a:cubicBezTo>
                    <a:pt x="455" y="347"/>
                    <a:pt x="455" y="347"/>
                    <a:pt x="455" y="347"/>
                  </a:cubicBezTo>
                  <a:cubicBezTo>
                    <a:pt x="456" y="347"/>
                    <a:pt x="457" y="347"/>
                    <a:pt x="458" y="347"/>
                  </a:cubicBezTo>
                  <a:cubicBezTo>
                    <a:pt x="462" y="347"/>
                    <a:pt x="465" y="346"/>
                    <a:pt x="468" y="344"/>
                  </a:cubicBezTo>
                  <a:cubicBezTo>
                    <a:pt x="471" y="341"/>
                    <a:pt x="473" y="336"/>
                    <a:pt x="473" y="332"/>
                  </a:cubicBezTo>
                  <a:cubicBezTo>
                    <a:pt x="466" y="233"/>
                    <a:pt x="466" y="233"/>
                    <a:pt x="466" y="233"/>
                  </a:cubicBezTo>
                  <a:cubicBezTo>
                    <a:pt x="466" y="228"/>
                    <a:pt x="462" y="223"/>
                    <a:pt x="457" y="221"/>
                  </a:cubicBezTo>
                  <a:cubicBezTo>
                    <a:pt x="453" y="219"/>
                    <a:pt x="447" y="220"/>
                    <a:pt x="443" y="223"/>
                  </a:cubicBezTo>
                  <a:cubicBezTo>
                    <a:pt x="410" y="250"/>
                    <a:pt x="410" y="250"/>
                    <a:pt x="410" y="250"/>
                  </a:cubicBezTo>
                  <a:cubicBezTo>
                    <a:pt x="201" y="9"/>
                    <a:pt x="201" y="9"/>
                    <a:pt x="201" y="9"/>
                  </a:cubicBezTo>
                  <a:cubicBezTo>
                    <a:pt x="194" y="1"/>
                    <a:pt x="182" y="0"/>
                    <a:pt x="174" y="7"/>
                  </a:cubicBezTo>
                  <a:cubicBezTo>
                    <a:pt x="10" y="139"/>
                    <a:pt x="10" y="139"/>
                    <a:pt x="10" y="139"/>
                  </a:cubicBezTo>
                  <a:cubicBezTo>
                    <a:pt x="2" y="146"/>
                    <a:pt x="0" y="158"/>
                    <a:pt x="7" y="166"/>
                  </a:cubicBezTo>
                  <a:cubicBezTo>
                    <a:pt x="14" y="175"/>
                    <a:pt x="26" y="176"/>
                    <a:pt x="34" y="16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grpSp>
        <p:nvGrpSpPr>
          <p:cNvPr id="28" name="Group 27">
            <a:extLst>
              <a:ext uri="{FF2B5EF4-FFF2-40B4-BE49-F238E27FC236}">
                <a16:creationId xmlns:a16="http://schemas.microsoft.com/office/drawing/2014/main" id="{B6A20EA7-8E0D-4DE1-A10E-2241FC9E1125}"/>
              </a:ext>
            </a:extLst>
          </p:cNvPr>
          <p:cNvGrpSpPr/>
          <p:nvPr/>
        </p:nvGrpSpPr>
        <p:grpSpPr>
          <a:xfrm>
            <a:off x="9098656" y="2365161"/>
            <a:ext cx="792104" cy="708538"/>
            <a:chOff x="9024938" y="4395788"/>
            <a:chExt cx="539750" cy="633413"/>
          </a:xfrm>
          <a:solidFill>
            <a:schemeClr val="bg1"/>
          </a:solidFill>
        </p:grpSpPr>
        <p:sp>
          <p:nvSpPr>
            <p:cNvPr id="29" name="Freeform 146">
              <a:extLst>
                <a:ext uri="{FF2B5EF4-FFF2-40B4-BE49-F238E27FC236}">
                  <a16:creationId xmlns:a16="http://schemas.microsoft.com/office/drawing/2014/main" id="{9DA1D036-3561-49F3-AAAE-74631D67F5E2}"/>
                </a:ext>
              </a:extLst>
            </p:cNvPr>
            <p:cNvSpPr>
              <a:spLocks/>
            </p:cNvSpPr>
            <p:nvPr/>
          </p:nvSpPr>
          <p:spPr bwMode="auto">
            <a:xfrm>
              <a:off x="9150350" y="4879976"/>
              <a:ext cx="87313" cy="147638"/>
            </a:xfrm>
            <a:custGeom>
              <a:avLst/>
              <a:gdLst>
                <a:gd name="T0" fmla="*/ 2 w 96"/>
                <a:gd name="T1" fmla="*/ 133 h 161"/>
                <a:gd name="T2" fmla="*/ 20 w 96"/>
                <a:gd name="T3" fmla="*/ 160 h 161"/>
                <a:gd name="T4" fmla="*/ 25 w 96"/>
                <a:gd name="T5" fmla="*/ 161 h 161"/>
                <a:gd name="T6" fmla="*/ 48 w 96"/>
                <a:gd name="T7" fmla="*/ 145 h 161"/>
                <a:gd name="T8" fmla="*/ 96 w 96"/>
                <a:gd name="T9" fmla="*/ 0 h 161"/>
                <a:gd name="T10" fmla="*/ 25 w 96"/>
                <a:gd name="T11" fmla="*/ 0 h 161"/>
                <a:gd name="T12" fmla="*/ 2 w 96"/>
                <a:gd name="T13" fmla="*/ 133 h 161"/>
              </a:gdLst>
              <a:ahLst/>
              <a:cxnLst>
                <a:cxn ang="0">
                  <a:pos x="T0" y="T1"/>
                </a:cxn>
                <a:cxn ang="0">
                  <a:pos x="T2" y="T3"/>
                </a:cxn>
                <a:cxn ang="0">
                  <a:pos x="T4" y="T5"/>
                </a:cxn>
                <a:cxn ang="0">
                  <a:pos x="T6" y="T7"/>
                </a:cxn>
                <a:cxn ang="0">
                  <a:pos x="T8" y="T9"/>
                </a:cxn>
                <a:cxn ang="0">
                  <a:pos x="T10" y="T11"/>
                </a:cxn>
                <a:cxn ang="0">
                  <a:pos x="T12" y="T13"/>
                </a:cxn>
              </a:cxnLst>
              <a:rect l="0" t="0" r="r" b="b"/>
              <a:pathLst>
                <a:path w="96" h="161">
                  <a:moveTo>
                    <a:pt x="2" y="133"/>
                  </a:moveTo>
                  <a:cubicBezTo>
                    <a:pt x="0" y="146"/>
                    <a:pt x="8" y="157"/>
                    <a:pt x="20" y="160"/>
                  </a:cubicBezTo>
                  <a:cubicBezTo>
                    <a:pt x="22" y="161"/>
                    <a:pt x="24" y="161"/>
                    <a:pt x="25" y="161"/>
                  </a:cubicBezTo>
                  <a:cubicBezTo>
                    <a:pt x="35" y="161"/>
                    <a:pt x="45" y="155"/>
                    <a:pt x="48" y="145"/>
                  </a:cubicBezTo>
                  <a:cubicBezTo>
                    <a:pt x="96" y="0"/>
                    <a:pt x="96" y="0"/>
                    <a:pt x="96" y="0"/>
                  </a:cubicBezTo>
                  <a:cubicBezTo>
                    <a:pt x="25" y="0"/>
                    <a:pt x="25" y="0"/>
                    <a:pt x="25" y="0"/>
                  </a:cubicBezTo>
                  <a:lnTo>
                    <a:pt x="2" y="1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30" name="Freeform 147">
              <a:extLst>
                <a:ext uri="{FF2B5EF4-FFF2-40B4-BE49-F238E27FC236}">
                  <a16:creationId xmlns:a16="http://schemas.microsoft.com/office/drawing/2014/main" id="{5C849442-DE1F-4B17-84F8-E7243028D6C4}"/>
                </a:ext>
              </a:extLst>
            </p:cNvPr>
            <p:cNvSpPr>
              <a:spLocks/>
            </p:cNvSpPr>
            <p:nvPr/>
          </p:nvSpPr>
          <p:spPr bwMode="auto">
            <a:xfrm>
              <a:off x="9350375" y="4879976"/>
              <a:ext cx="85725" cy="149225"/>
            </a:xfrm>
            <a:custGeom>
              <a:avLst/>
              <a:gdLst>
                <a:gd name="T0" fmla="*/ 71 w 95"/>
                <a:gd name="T1" fmla="*/ 0 h 163"/>
                <a:gd name="T2" fmla="*/ 0 w 95"/>
                <a:gd name="T3" fmla="*/ 0 h 163"/>
                <a:gd name="T4" fmla="*/ 47 w 95"/>
                <a:gd name="T5" fmla="*/ 145 h 163"/>
                <a:gd name="T6" fmla="*/ 75 w 95"/>
                <a:gd name="T7" fmla="*/ 160 h 163"/>
                <a:gd name="T8" fmla="*/ 93 w 95"/>
                <a:gd name="T9" fmla="*/ 133 h 163"/>
                <a:gd name="T10" fmla="*/ 71 w 95"/>
                <a:gd name="T11" fmla="*/ 0 h 163"/>
              </a:gdLst>
              <a:ahLst/>
              <a:cxnLst>
                <a:cxn ang="0">
                  <a:pos x="T0" y="T1"/>
                </a:cxn>
                <a:cxn ang="0">
                  <a:pos x="T2" y="T3"/>
                </a:cxn>
                <a:cxn ang="0">
                  <a:pos x="T4" y="T5"/>
                </a:cxn>
                <a:cxn ang="0">
                  <a:pos x="T6" y="T7"/>
                </a:cxn>
                <a:cxn ang="0">
                  <a:pos x="T8" y="T9"/>
                </a:cxn>
                <a:cxn ang="0">
                  <a:pos x="T10" y="T11"/>
                </a:cxn>
              </a:cxnLst>
              <a:rect l="0" t="0" r="r" b="b"/>
              <a:pathLst>
                <a:path w="95" h="163">
                  <a:moveTo>
                    <a:pt x="71" y="0"/>
                  </a:moveTo>
                  <a:cubicBezTo>
                    <a:pt x="0" y="0"/>
                    <a:pt x="0" y="0"/>
                    <a:pt x="0" y="0"/>
                  </a:cubicBezTo>
                  <a:cubicBezTo>
                    <a:pt x="47" y="145"/>
                    <a:pt x="47" y="145"/>
                    <a:pt x="47" y="145"/>
                  </a:cubicBezTo>
                  <a:cubicBezTo>
                    <a:pt x="51" y="156"/>
                    <a:pt x="63" y="163"/>
                    <a:pt x="75" y="160"/>
                  </a:cubicBezTo>
                  <a:cubicBezTo>
                    <a:pt x="87" y="157"/>
                    <a:pt x="95" y="146"/>
                    <a:pt x="93" y="133"/>
                  </a:cubicBezTo>
                  <a:lnTo>
                    <a:pt x="71"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31" name="Freeform 148">
              <a:extLst>
                <a:ext uri="{FF2B5EF4-FFF2-40B4-BE49-F238E27FC236}">
                  <a16:creationId xmlns:a16="http://schemas.microsoft.com/office/drawing/2014/main" id="{D6C27A0C-B724-4608-96D6-8CBE73CAB374}"/>
                </a:ext>
              </a:extLst>
            </p:cNvPr>
            <p:cNvSpPr>
              <a:spLocks noEditPoints="1"/>
            </p:cNvSpPr>
            <p:nvPr/>
          </p:nvSpPr>
          <p:spPr bwMode="auto">
            <a:xfrm>
              <a:off x="9024938" y="4395788"/>
              <a:ext cx="539750" cy="452438"/>
            </a:xfrm>
            <a:custGeom>
              <a:avLst/>
              <a:gdLst>
                <a:gd name="T0" fmla="*/ 565 w 589"/>
                <a:gd name="T1" fmla="*/ 31 h 494"/>
                <a:gd name="T2" fmla="*/ 399 w 589"/>
                <a:gd name="T3" fmla="*/ 31 h 494"/>
                <a:gd name="T4" fmla="*/ 399 w 589"/>
                <a:gd name="T5" fmla="*/ 23 h 494"/>
                <a:gd name="T6" fmla="*/ 375 w 589"/>
                <a:gd name="T7" fmla="*/ 0 h 494"/>
                <a:gd name="T8" fmla="*/ 352 w 589"/>
                <a:gd name="T9" fmla="*/ 23 h 494"/>
                <a:gd name="T10" fmla="*/ 352 w 589"/>
                <a:gd name="T11" fmla="*/ 31 h 494"/>
                <a:gd name="T12" fmla="*/ 234 w 589"/>
                <a:gd name="T13" fmla="*/ 31 h 494"/>
                <a:gd name="T14" fmla="*/ 234 w 589"/>
                <a:gd name="T15" fmla="*/ 23 h 494"/>
                <a:gd name="T16" fmla="*/ 210 w 589"/>
                <a:gd name="T17" fmla="*/ 0 h 494"/>
                <a:gd name="T18" fmla="*/ 186 w 589"/>
                <a:gd name="T19" fmla="*/ 23 h 494"/>
                <a:gd name="T20" fmla="*/ 186 w 589"/>
                <a:gd name="T21" fmla="*/ 31 h 494"/>
                <a:gd name="T22" fmla="*/ 24 w 589"/>
                <a:gd name="T23" fmla="*/ 31 h 494"/>
                <a:gd name="T24" fmla="*/ 0 w 589"/>
                <a:gd name="T25" fmla="*/ 55 h 494"/>
                <a:gd name="T26" fmla="*/ 0 w 589"/>
                <a:gd name="T27" fmla="*/ 470 h 494"/>
                <a:gd name="T28" fmla="*/ 24 w 589"/>
                <a:gd name="T29" fmla="*/ 494 h 494"/>
                <a:gd name="T30" fmla="*/ 565 w 589"/>
                <a:gd name="T31" fmla="*/ 494 h 494"/>
                <a:gd name="T32" fmla="*/ 589 w 589"/>
                <a:gd name="T33" fmla="*/ 470 h 494"/>
                <a:gd name="T34" fmla="*/ 589 w 589"/>
                <a:gd name="T35" fmla="*/ 55 h 494"/>
                <a:gd name="T36" fmla="*/ 565 w 589"/>
                <a:gd name="T37" fmla="*/ 31 h 494"/>
                <a:gd name="T38" fmla="*/ 542 w 589"/>
                <a:gd name="T39" fmla="*/ 447 h 494"/>
                <a:gd name="T40" fmla="*/ 48 w 589"/>
                <a:gd name="T41" fmla="*/ 447 h 494"/>
                <a:gd name="T42" fmla="*/ 48 w 589"/>
                <a:gd name="T43" fmla="*/ 78 h 494"/>
                <a:gd name="T44" fmla="*/ 542 w 589"/>
                <a:gd name="T45" fmla="*/ 78 h 494"/>
                <a:gd name="T46" fmla="*/ 542 w 589"/>
                <a:gd name="T47" fmla="*/ 447 h 4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589" h="494">
                  <a:moveTo>
                    <a:pt x="565" y="31"/>
                  </a:moveTo>
                  <a:cubicBezTo>
                    <a:pt x="399" y="31"/>
                    <a:pt x="399" y="31"/>
                    <a:pt x="399" y="31"/>
                  </a:cubicBezTo>
                  <a:cubicBezTo>
                    <a:pt x="399" y="23"/>
                    <a:pt x="399" y="23"/>
                    <a:pt x="399" y="23"/>
                  </a:cubicBezTo>
                  <a:cubicBezTo>
                    <a:pt x="399" y="10"/>
                    <a:pt x="388" y="0"/>
                    <a:pt x="375" y="0"/>
                  </a:cubicBezTo>
                  <a:cubicBezTo>
                    <a:pt x="362" y="0"/>
                    <a:pt x="352" y="10"/>
                    <a:pt x="352" y="23"/>
                  </a:cubicBezTo>
                  <a:cubicBezTo>
                    <a:pt x="352" y="31"/>
                    <a:pt x="352" y="31"/>
                    <a:pt x="352" y="31"/>
                  </a:cubicBezTo>
                  <a:cubicBezTo>
                    <a:pt x="234" y="31"/>
                    <a:pt x="234" y="31"/>
                    <a:pt x="234" y="31"/>
                  </a:cubicBezTo>
                  <a:cubicBezTo>
                    <a:pt x="234" y="23"/>
                    <a:pt x="234" y="23"/>
                    <a:pt x="234" y="23"/>
                  </a:cubicBezTo>
                  <a:cubicBezTo>
                    <a:pt x="234" y="10"/>
                    <a:pt x="223" y="0"/>
                    <a:pt x="210" y="0"/>
                  </a:cubicBezTo>
                  <a:cubicBezTo>
                    <a:pt x="197" y="0"/>
                    <a:pt x="186" y="10"/>
                    <a:pt x="186" y="23"/>
                  </a:cubicBezTo>
                  <a:cubicBezTo>
                    <a:pt x="186" y="31"/>
                    <a:pt x="186" y="31"/>
                    <a:pt x="186" y="31"/>
                  </a:cubicBezTo>
                  <a:cubicBezTo>
                    <a:pt x="24" y="31"/>
                    <a:pt x="24" y="31"/>
                    <a:pt x="24" y="31"/>
                  </a:cubicBezTo>
                  <a:cubicBezTo>
                    <a:pt x="11" y="31"/>
                    <a:pt x="0" y="42"/>
                    <a:pt x="0" y="55"/>
                  </a:cubicBezTo>
                  <a:cubicBezTo>
                    <a:pt x="0" y="470"/>
                    <a:pt x="0" y="470"/>
                    <a:pt x="0" y="470"/>
                  </a:cubicBezTo>
                  <a:cubicBezTo>
                    <a:pt x="0" y="483"/>
                    <a:pt x="11" y="494"/>
                    <a:pt x="24" y="494"/>
                  </a:cubicBezTo>
                  <a:cubicBezTo>
                    <a:pt x="565" y="494"/>
                    <a:pt x="565" y="494"/>
                    <a:pt x="565" y="494"/>
                  </a:cubicBezTo>
                  <a:cubicBezTo>
                    <a:pt x="579" y="494"/>
                    <a:pt x="589" y="483"/>
                    <a:pt x="589" y="470"/>
                  </a:cubicBezTo>
                  <a:cubicBezTo>
                    <a:pt x="589" y="55"/>
                    <a:pt x="589" y="55"/>
                    <a:pt x="589" y="55"/>
                  </a:cubicBezTo>
                  <a:cubicBezTo>
                    <a:pt x="589" y="42"/>
                    <a:pt x="579" y="31"/>
                    <a:pt x="565" y="31"/>
                  </a:cubicBezTo>
                  <a:close/>
                  <a:moveTo>
                    <a:pt x="542" y="447"/>
                  </a:moveTo>
                  <a:cubicBezTo>
                    <a:pt x="48" y="447"/>
                    <a:pt x="48" y="447"/>
                    <a:pt x="48" y="447"/>
                  </a:cubicBezTo>
                  <a:cubicBezTo>
                    <a:pt x="48" y="78"/>
                    <a:pt x="48" y="78"/>
                    <a:pt x="48" y="78"/>
                  </a:cubicBezTo>
                  <a:cubicBezTo>
                    <a:pt x="542" y="78"/>
                    <a:pt x="542" y="78"/>
                    <a:pt x="542" y="78"/>
                  </a:cubicBezTo>
                  <a:lnTo>
                    <a:pt x="542" y="44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32" name="Freeform 149">
              <a:extLst>
                <a:ext uri="{FF2B5EF4-FFF2-40B4-BE49-F238E27FC236}">
                  <a16:creationId xmlns:a16="http://schemas.microsoft.com/office/drawing/2014/main" id="{3E8DD4B0-9FC5-40BF-8532-C615FE00EB81}"/>
                </a:ext>
              </a:extLst>
            </p:cNvPr>
            <p:cNvSpPr>
              <a:spLocks/>
            </p:cNvSpPr>
            <p:nvPr/>
          </p:nvSpPr>
          <p:spPr bwMode="auto">
            <a:xfrm>
              <a:off x="9351963" y="4597401"/>
              <a:ext cx="87313" cy="106363"/>
            </a:xfrm>
            <a:custGeom>
              <a:avLst/>
              <a:gdLst>
                <a:gd name="T0" fmla="*/ 17 w 95"/>
                <a:gd name="T1" fmla="*/ 117 h 117"/>
                <a:gd name="T2" fmla="*/ 95 w 95"/>
                <a:gd name="T3" fmla="*/ 13 h 117"/>
                <a:gd name="T4" fmla="*/ 78 w 95"/>
                <a:gd name="T5" fmla="*/ 0 h 117"/>
                <a:gd name="T6" fmla="*/ 0 w 95"/>
                <a:gd name="T7" fmla="*/ 104 h 117"/>
                <a:gd name="T8" fmla="*/ 17 w 95"/>
                <a:gd name="T9" fmla="*/ 117 h 117"/>
              </a:gdLst>
              <a:ahLst/>
              <a:cxnLst>
                <a:cxn ang="0">
                  <a:pos x="T0" y="T1"/>
                </a:cxn>
                <a:cxn ang="0">
                  <a:pos x="T2" y="T3"/>
                </a:cxn>
                <a:cxn ang="0">
                  <a:pos x="T4" y="T5"/>
                </a:cxn>
                <a:cxn ang="0">
                  <a:pos x="T6" y="T7"/>
                </a:cxn>
                <a:cxn ang="0">
                  <a:pos x="T8" y="T9"/>
                </a:cxn>
              </a:cxnLst>
              <a:rect l="0" t="0" r="r" b="b"/>
              <a:pathLst>
                <a:path w="95" h="117">
                  <a:moveTo>
                    <a:pt x="17" y="117"/>
                  </a:moveTo>
                  <a:cubicBezTo>
                    <a:pt x="95" y="13"/>
                    <a:pt x="95" y="13"/>
                    <a:pt x="95" y="13"/>
                  </a:cubicBezTo>
                  <a:cubicBezTo>
                    <a:pt x="88" y="11"/>
                    <a:pt x="82" y="6"/>
                    <a:pt x="78" y="0"/>
                  </a:cubicBezTo>
                  <a:cubicBezTo>
                    <a:pt x="0" y="104"/>
                    <a:pt x="0" y="104"/>
                    <a:pt x="0" y="104"/>
                  </a:cubicBezTo>
                  <a:cubicBezTo>
                    <a:pt x="7" y="107"/>
                    <a:pt x="13" y="111"/>
                    <a:pt x="17" y="1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33" name="Freeform 150">
              <a:extLst>
                <a:ext uri="{FF2B5EF4-FFF2-40B4-BE49-F238E27FC236}">
                  <a16:creationId xmlns:a16="http://schemas.microsoft.com/office/drawing/2014/main" id="{F5F95979-C63C-4072-8288-1F32E66ACAA8}"/>
                </a:ext>
              </a:extLst>
            </p:cNvPr>
            <p:cNvSpPr>
              <a:spLocks/>
            </p:cNvSpPr>
            <p:nvPr/>
          </p:nvSpPr>
          <p:spPr bwMode="auto">
            <a:xfrm>
              <a:off x="9239250" y="4597401"/>
              <a:ext cx="88900" cy="106363"/>
            </a:xfrm>
            <a:custGeom>
              <a:avLst/>
              <a:gdLst>
                <a:gd name="T0" fmla="*/ 80 w 97"/>
                <a:gd name="T1" fmla="*/ 117 h 117"/>
                <a:gd name="T2" fmla="*/ 97 w 97"/>
                <a:gd name="T3" fmla="*/ 104 h 117"/>
                <a:gd name="T4" fmla="*/ 17 w 97"/>
                <a:gd name="T5" fmla="*/ 0 h 117"/>
                <a:gd name="T6" fmla="*/ 0 w 97"/>
                <a:gd name="T7" fmla="*/ 13 h 117"/>
                <a:gd name="T8" fmla="*/ 80 w 97"/>
                <a:gd name="T9" fmla="*/ 117 h 117"/>
              </a:gdLst>
              <a:ahLst/>
              <a:cxnLst>
                <a:cxn ang="0">
                  <a:pos x="T0" y="T1"/>
                </a:cxn>
                <a:cxn ang="0">
                  <a:pos x="T2" y="T3"/>
                </a:cxn>
                <a:cxn ang="0">
                  <a:pos x="T4" y="T5"/>
                </a:cxn>
                <a:cxn ang="0">
                  <a:pos x="T6" y="T7"/>
                </a:cxn>
                <a:cxn ang="0">
                  <a:pos x="T8" y="T9"/>
                </a:cxn>
              </a:cxnLst>
              <a:rect l="0" t="0" r="r" b="b"/>
              <a:pathLst>
                <a:path w="97" h="117">
                  <a:moveTo>
                    <a:pt x="80" y="117"/>
                  </a:moveTo>
                  <a:cubicBezTo>
                    <a:pt x="85" y="111"/>
                    <a:pt x="91" y="107"/>
                    <a:pt x="97" y="104"/>
                  </a:cubicBezTo>
                  <a:cubicBezTo>
                    <a:pt x="17" y="0"/>
                    <a:pt x="17" y="0"/>
                    <a:pt x="17" y="0"/>
                  </a:cubicBezTo>
                  <a:cubicBezTo>
                    <a:pt x="13" y="6"/>
                    <a:pt x="7" y="11"/>
                    <a:pt x="0" y="13"/>
                  </a:cubicBezTo>
                  <a:lnTo>
                    <a:pt x="80" y="11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34" name="Freeform 151">
              <a:extLst>
                <a:ext uri="{FF2B5EF4-FFF2-40B4-BE49-F238E27FC236}">
                  <a16:creationId xmlns:a16="http://schemas.microsoft.com/office/drawing/2014/main" id="{DD96E7D1-33D4-4009-8F26-AF91ABAA81B5}"/>
                </a:ext>
              </a:extLst>
            </p:cNvPr>
            <p:cNvSpPr>
              <a:spLocks/>
            </p:cNvSpPr>
            <p:nvPr/>
          </p:nvSpPr>
          <p:spPr bwMode="auto">
            <a:xfrm>
              <a:off x="9155113" y="4591051"/>
              <a:ext cx="55563" cy="52388"/>
            </a:xfrm>
            <a:custGeom>
              <a:avLst/>
              <a:gdLst>
                <a:gd name="T0" fmla="*/ 14 w 60"/>
                <a:gd name="T1" fmla="*/ 57 h 57"/>
                <a:gd name="T2" fmla="*/ 60 w 60"/>
                <a:gd name="T3" fmla="*/ 16 h 57"/>
                <a:gd name="T4" fmla="*/ 46 w 60"/>
                <a:gd name="T5" fmla="*/ 0 h 57"/>
                <a:gd name="T6" fmla="*/ 0 w 60"/>
                <a:gd name="T7" fmla="*/ 41 h 57"/>
                <a:gd name="T8" fmla="*/ 14 w 60"/>
                <a:gd name="T9" fmla="*/ 57 h 57"/>
              </a:gdLst>
              <a:ahLst/>
              <a:cxnLst>
                <a:cxn ang="0">
                  <a:pos x="T0" y="T1"/>
                </a:cxn>
                <a:cxn ang="0">
                  <a:pos x="T2" y="T3"/>
                </a:cxn>
                <a:cxn ang="0">
                  <a:pos x="T4" y="T5"/>
                </a:cxn>
                <a:cxn ang="0">
                  <a:pos x="T6" y="T7"/>
                </a:cxn>
                <a:cxn ang="0">
                  <a:pos x="T8" y="T9"/>
                </a:cxn>
              </a:cxnLst>
              <a:rect l="0" t="0" r="r" b="b"/>
              <a:pathLst>
                <a:path w="60" h="57">
                  <a:moveTo>
                    <a:pt x="14" y="57"/>
                  </a:moveTo>
                  <a:cubicBezTo>
                    <a:pt x="60" y="16"/>
                    <a:pt x="60" y="16"/>
                    <a:pt x="60" y="16"/>
                  </a:cubicBezTo>
                  <a:cubicBezTo>
                    <a:pt x="54" y="12"/>
                    <a:pt x="49" y="7"/>
                    <a:pt x="46" y="0"/>
                  </a:cubicBezTo>
                  <a:cubicBezTo>
                    <a:pt x="0" y="41"/>
                    <a:pt x="0" y="41"/>
                    <a:pt x="0" y="41"/>
                  </a:cubicBezTo>
                  <a:cubicBezTo>
                    <a:pt x="6" y="45"/>
                    <a:pt x="11" y="50"/>
                    <a:pt x="14" y="5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35" name="Freeform 152">
              <a:extLst>
                <a:ext uri="{FF2B5EF4-FFF2-40B4-BE49-F238E27FC236}">
                  <a16:creationId xmlns:a16="http://schemas.microsoft.com/office/drawing/2014/main" id="{0459B62A-A2A8-4401-A1EA-60B2916943D3}"/>
                </a:ext>
              </a:extLst>
            </p:cNvPr>
            <p:cNvSpPr>
              <a:spLocks/>
            </p:cNvSpPr>
            <p:nvPr/>
          </p:nvSpPr>
          <p:spPr bwMode="auto">
            <a:xfrm>
              <a:off x="9204325" y="4554538"/>
              <a:ext cx="47625" cy="47625"/>
            </a:xfrm>
            <a:custGeom>
              <a:avLst/>
              <a:gdLst>
                <a:gd name="T0" fmla="*/ 15 w 51"/>
                <a:gd name="T1" fmla="*/ 50 h 52"/>
                <a:gd name="T2" fmla="*/ 26 w 51"/>
                <a:gd name="T3" fmla="*/ 52 h 52"/>
                <a:gd name="T4" fmla="*/ 31 w 51"/>
                <a:gd name="T5" fmla="*/ 51 h 52"/>
                <a:gd name="T6" fmla="*/ 48 w 51"/>
                <a:gd name="T7" fmla="*/ 38 h 52"/>
                <a:gd name="T8" fmla="*/ 51 w 51"/>
                <a:gd name="T9" fmla="*/ 26 h 52"/>
                <a:gd name="T10" fmla="*/ 26 w 51"/>
                <a:gd name="T11" fmla="*/ 0 h 52"/>
                <a:gd name="T12" fmla="*/ 0 w 51"/>
                <a:gd name="T13" fmla="*/ 26 h 52"/>
                <a:gd name="T14" fmla="*/ 1 w 51"/>
                <a:gd name="T15" fmla="*/ 33 h 52"/>
                <a:gd name="T16" fmla="*/ 15 w 51"/>
                <a:gd name="T17" fmla="*/ 50 h 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51" h="52">
                  <a:moveTo>
                    <a:pt x="15" y="50"/>
                  </a:moveTo>
                  <a:cubicBezTo>
                    <a:pt x="18" y="51"/>
                    <a:pt x="22" y="52"/>
                    <a:pt x="26" y="52"/>
                  </a:cubicBezTo>
                  <a:cubicBezTo>
                    <a:pt x="28" y="52"/>
                    <a:pt x="30" y="52"/>
                    <a:pt x="31" y="51"/>
                  </a:cubicBezTo>
                  <a:cubicBezTo>
                    <a:pt x="39" y="50"/>
                    <a:pt x="45" y="45"/>
                    <a:pt x="48" y="38"/>
                  </a:cubicBezTo>
                  <a:cubicBezTo>
                    <a:pt x="50" y="35"/>
                    <a:pt x="51" y="30"/>
                    <a:pt x="51" y="26"/>
                  </a:cubicBezTo>
                  <a:cubicBezTo>
                    <a:pt x="51" y="12"/>
                    <a:pt x="40" y="0"/>
                    <a:pt x="26" y="0"/>
                  </a:cubicBezTo>
                  <a:cubicBezTo>
                    <a:pt x="11" y="0"/>
                    <a:pt x="0" y="12"/>
                    <a:pt x="0" y="26"/>
                  </a:cubicBezTo>
                  <a:cubicBezTo>
                    <a:pt x="0" y="29"/>
                    <a:pt x="0" y="31"/>
                    <a:pt x="1" y="33"/>
                  </a:cubicBezTo>
                  <a:cubicBezTo>
                    <a:pt x="3" y="41"/>
                    <a:pt x="8" y="47"/>
                    <a:pt x="15" y="5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36" name="Freeform 153">
              <a:extLst>
                <a:ext uri="{FF2B5EF4-FFF2-40B4-BE49-F238E27FC236}">
                  <a16:creationId xmlns:a16="http://schemas.microsoft.com/office/drawing/2014/main" id="{ED15DDEA-E71F-475F-B361-DE327F4FA40F}"/>
                </a:ext>
              </a:extLst>
            </p:cNvPr>
            <p:cNvSpPr>
              <a:spLocks/>
            </p:cNvSpPr>
            <p:nvPr/>
          </p:nvSpPr>
          <p:spPr bwMode="auto">
            <a:xfrm>
              <a:off x="9317038" y="4700588"/>
              <a:ext cx="47625" cy="47625"/>
            </a:xfrm>
            <a:custGeom>
              <a:avLst/>
              <a:gdLst>
                <a:gd name="T0" fmla="*/ 10 w 52"/>
                <a:gd name="T1" fmla="*/ 5 h 51"/>
                <a:gd name="T2" fmla="*/ 7 w 52"/>
                <a:gd name="T3" fmla="*/ 9 h 51"/>
                <a:gd name="T4" fmla="*/ 7 w 52"/>
                <a:gd name="T5" fmla="*/ 9 h 51"/>
                <a:gd name="T6" fmla="*/ 4 w 52"/>
                <a:gd name="T7" fmla="*/ 13 h 51"/>
                <a:gd name="T8" fmla="*/ 4 w 52"/>
                <a:gd name="T9" fmla="*/ 14 h 51"/>
                <a:gd name="T10" fmla="*/ 4 w 52"/>
                <a:gd name="T11" fmla="*/ 14 h 51"/>
                <a:gd name="T12" fmla="*/ 0 w 52"/>
                <a:gd name="T13" fmla="*/ 25 h 51"/>
                <a:gd name="T14" fmla="*/ 26 w 52"/>
                <a:gd name="T15" fmla="*/ 51 h 51"/>
                <a:gd name="T16" fmla="*/ 52 w 52"/>
                <a:gd name="T17" fmla="*/ 25 h 51"/>
                <a:gd name="T18" fmla="*/ 49 w 52"/>
                <a:gd name="T19" fmla="*/ 13 h 51"/>
                <a:gd name="T20" fmla="*/ 49 w 52"/>
                <a:gd name="T21" fmla="*/ 13 h 51"/>
                <a:gd name="T22" fmla="*/ 46 w 52"/>
                <a:gd name="T23" fmla="*/ 9 h 51"/>
                <a:gd name="T24" fmla="*/ 46 w 52"/>
                <a:gd name="T25" fmla="*/ 9 h 51"/>
                <a:gd name="T26" fmla="*/ 42 w 52"/>
                <a:gd name="T27" fmla="*/ 5 h 51"/>
                <a:gd name="T28" fmla="*/ 42 w 52"/>
                <a:gd name="T29" fmla="*/ 5 h 51"/>
                <a:gd name="T30" fmla="*/ 38 w 52"/>
                <a:gd name="T31" fmla="*/ 2 h 51"/>
                <a:gd name="T32" fmla="*/ 37 w 52"/>
                <a:gd name="T33" fmla="*/ 2 h 51"/>
                <a:gd name="T34" fmla="*/ 32 w 52"/>
                <a:gd name="T35" fmla="*/ 0 h 51"/>
                <a:gd name="T36" fmla="*/ 26 w 52"/>
                <a:gd name="T37" fmla="*/ 0 h 51"/>
                <a:gd name="T38" fmla="*/ 15 w 52"/>
                <a:gd name="T39" fmla="*/ 2 h 51"/>
                <a:gd name="T40" fmla="*/ 15 w 52"/>
                <a:gd name="T41" fmla="*/ 2 h 51"/>
                <a:gd name="T42" fmla="*/ 11 w 52"/>
                <a:gd name="T43" fmla="*/ 5 h 51"/>
                <a:gd name="T44" fmla="*/ 10 w 52"/>
                <a:gd name="T45" fmla="*/ 5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Lst>
              <a:rect l="0" t="0" r="r" b="b"/>
              <a:pathLst>
                <a:path w="52" h="51">
                  <a:moveTo>
                    <a:pt x="10" y="5"/>
                  </a:moveTo>
                  <a:cubicBezTo>
                    <a:pt x="9" y="6"/>
                    <a:pt x="8" y="8"/>
                    <a:pt x="7" y="9"/>
                  </a:cubicBezTo>
                  <a:cubicBezTo>
                    <a:pt x="7" y="9"/>
                    <a:pt x="7" y="9"/>
                    <a:pt x="7" y="9"/>
                  </a:cubicBezTo>
                  <a:cubicBezTo>
                    <a:pt x="5" y="10"/>
                    <a:pt x="4" y="12"/>
                    <a:pt x="4" y="13"/>
                  </a:cubicBezTo>
                  <a:cubicBezTo>
                    <a:pt x="4" y="13"/>
                    <a:pt x="4" y="13"/>
                    <a:pt x="4" y="14"/>
                  </a:cubicBezTo>
                  <a:cubicBezTo>
                    <a:pt x="4" y="14"/>
                    <a:pt x="4" y="14"/>
                    <a:pt x="4" y="14"/>
                  </a:cubicBezTo>
                  <a:cubicBezTo>
                    <a:pt x="2" y="17"/>
                    <a:pt x="0" y="21"/>
                    <a:pt x="0" y="25"/>
                  </a:cubicBezTo>
                  <a:cubicBezTo>
                    <a:pt x="0" y="40"/>
                    <a:pt x="12" y="51"/>
                    <a:pt x="26" y="51"/>
                  </a:cubicBezTo>
                  <a:cubicBezTo>
                    <a:pt x="40" y="51"/>
                    <a:pt x="52" y="40"/>
                    <a:pt x="52" y="25"/>
                  </a:cubicBezTo>
                  <a:cubicBezTo>
                    <a:pt x="52" y="21"/>
                    <a:pt x="51" y="17"/>
                    <a:pt x="49" y="13"/>
                  </a:cubicBezTo>
                  <a:cubicBezTo>
                    <a:pt x="49" y="13"/>
                    <a:pt x="49" y="13"/>
                    <a:pt x="49" y="13"/>
                  </a:cubicBezTo>
                  <a:cubicBezTo>
                    <a:pt x="48" y="12"/>
                    <a:pt x="47" y="10"/>
                    <a:pt x="46" y="9"/>
                  </a:cubicBezTo>
                  <a:cubicBezTo>
                    <a:pt x="46" y="9"/>
                    <a:pt x="46" y="9"/>
                    <a:pt x="46" y="9"/>
                  </a:cubicBezTo>
                  <a:cubicBezTo>
                    <a:pt x="45" y="7"/>
                    <a:pt x="43" y="6"/>
                    <a:pt x="42" y="5"/>
                  </a:cubicBezTo>
                  <a:cubicBezTo>
                    <a:pt x="42" y="5"/>
                    <a:pt x="42" y="5"/>
                    <a:pt x="42" y="5"/>
                  </a:cubicBezTo>
                  <a:cubicBezTo>
                    <a:pt x="40" y="4"/>
                    <a:pt x="39" y="3"/>
                    <a:pt x="38" y="2"/>
                  </a:cubicBezTo>
                  <a:cubicBezTo>
                    <a:pt x="37" y="2"/>
                    <a:pt x="37" y="2"/>
                    <a:pt x="37" y="2"/>
                  </a:cubicBezTo>
                  <a:cubicBezTo>
                    <a:pt x="35" y="1"/>
                    <a:pt x="34" y="1"/>
                    <a:pt x="32" y="0"/>
                  </a:cubicBezTo>
                  <a:cubicBezTo>
                    <a:pt x="30" y="0"/>
                    <a:pt x="28" y="0"/>
                    <a:pt x="26" y="0"/>
                  </a:cubicBezTo>
                  <a:cubicBezTo>
                    <a:pt x="22" y="0"/>
                    <a:pt x="19" y="1"/>
                    <a:pt x="15" y="2"/>
                  </a:cubicBezTo>
                  <a:cubicBezTo>
                    <a:pt x="15" y="2"/>
                    <a:pt x="15" y="2"/>
                    <a:pt x="15" y="2"/>
                  </a:cubicBezTo>
                  <a:cubicBezTo>
                    <a:pt x="13" y="3"/>
                    <a:pt x="12" y="4"/>
                    <a:pt x="11" y="5"/>
                  </a:cubicBezTo>
                  <a:cubicBezTo>
                    <a:pt x="11" y="5"/>
                    <a:pt x="10" y="5"/>
                    <a:pt x="10"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37" name="Freeform 154">
              <a:extLst>
                <a:ext uri="{FF2B5EF4-FFF2-40B4-BE49-F238E27FC236}">
                  <a16:creationId xmlns:a16="http://schemas.microsoft.com/office/drawing/2014/main" id="{B501168F-FD98-4AC0-9356-73FBB3DF5E29}"/>
                </a:ext>
              </a:extLst>
            </p:cNvPr>
            <p:cNvSpPr>
              <a:spLocks/>
            </p:cNvSpPr>
            <p:nvPr/>
          </p:nvSpPr>
          <p:spPr bwMode="auto">
            <a:xfrm>
              <a:off x="9428163" y="4554538"/>
              <a:ext cx="47625" cy="47625"/>
            </a:xfrm>
            <a:custGeom>
              <a:avLst/>
              <a:gdLst>
                <a:gd name="T0" fmla="*/ 20 w 52"/>
                <a:gd name="T1" fmla="*/ 51 h 52"/>
                <a:gd name="T2" fmla="*/ 26 w 52"/>
                <a:gd name="T3" fmla="*/ 52 h 52"/>
                <a:gd name="T4" fmla="*/ 52 w 52"/>
                <a:gd name="T5" fmla="*/ 26 h 52"/>
                <a:gd name="T6" fmla="*/ 26 w 52"/>
                <a:gd name="T7" fmla="*/ 0 h 52"/>
                <a:gd name="T8" fmla="*/ 0 w 52"/>
                <a:gd name="T9" fmla="*/ 26 h 52"/>
                <a:gd name="T10" fmla="*/ 3 w 52"/>
                <a:gd name="T11" fmla="*/ 38 h 52"/>
                <a:gd name="T12" fmla="*/ 20 w 52"/>
                <a:gd name="T13" fmla="*/ 51 h 52"/>
              </a:gdLst>
              <a:ahLst/>
              <a:cxnLst>
                <a:cxn ang="0">
                  <a:pos x="T0" y="T1"/>
                </a:cxn>
                <a:cxn ang="0">
                  <a:pos x="T2" y="T3"/>
                </a:cxn>
                <a:cxn ang="0">
                  <a:pos x="T4" y="T5"/>
                </a:cxn>
                <a:cxn ang="0">
                  <a:pos x="T6" y="T7"/>
                </a:cxn>
                <a:cxn ang="0">
                  <a:pos x="T8" y="T9"/>
                </a:cxn>
                <a:cxn ang="0">
                  <a:pos x="T10" y="T11"/>
                </a:cxn>
                <a:cxn ang="0">
                  <a:pos x="T12" y="T13"/>
                </a:cxn>
              </a:cxnLst>
              <a:rect l="0" t="0" r="r" b="b"/>
              <a:pathLst>
                <a:path w="52" h="52">
                  <a:moveTo>
                    <a:pt x="20" y="51"/>
                  </a:moveTo>
                  <a:cubicBezTo>
                    <a:pt x="22" y="52"/>
                    <a:pt x="24" y="52"/>
                    <a:pt x="26" y="52"/>
                  </a:cubicBezTo>
                  <a:cubicBezTo>
                    <a:pt x="40" y="52"/>
                    <a:pt x="52" y="40"/>
                    <a:pt x="52" y="26"/>
                  </a:cubicBezTo>
                  <a:cubicBezTo>
                    <a:pt x="52" y="12"/>
                    <a:pt x="40" y="0"/>
                    <a:pt x="26" y="0"/>
                  </a:cubicBezTo>
                  <a:cubicBezTo>
                    <a:pt x="12" y="0"/>
                    <a:pt x="0" y="12"/>
                    <a:pt x="0" y="26"/>
                  </a:cubicBezTo>
                  <a:cubicBezTo>
                    <a:pt x="0" y="30"/>
                    <a:pt x="1" y="34"/>
                    <a:pt x="3" y="38"/>
                  </a:cubicBezTo>
                  <a:cubicBezTo>
                    <a:pt x="6" y="44"/>
                    <a:pt x="12" y="49"/>
                    <a:pt x="20" y="5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38" name="Freeform 155">
              <a:extLst>
                <a:ext uri="{FF2B5EF4-FFF2-40B4-BE49-F238E27FC236}">
                  <a16:creationId xmlns:a16="http://schemas.microsoft.com/office/drawing/2014/main" id="{BB92F27C-B8D9-49D0-ADB3-2B56145E3C50}"/>
                </a:ext>
              </a:extLst>
            </p:cNvPr>
            <p:cNvSpPr>
              <a:spLocks/>
            </p:cNvSpPr>
            <p:nvPr/>
          </p:nvSpPr>
          <p:spPr bwMode="auto">
            <a:xfrm>
              <a:off x="9113838" y="4632326"/>
              <a:ext cx="47625" cy="47625"/>
            </a:xfrm>
            <a:custGeom>
              <a:avLst/>
              <a:gdLst>
                <a:gd name="T0" fmla="*/ 26 w 52"/>
                <a:gd name="T1" fmla="*/ 52 h 52"/>
                <a:gd name="T2" fmla="*/ 52 w 52"/>
                <a:gd name="T3" fmla="*/ 26 h 52"/>
                <a:gd name="T4" fmla="*/ 51 w 52"/>
                <a:gd name="T5" fmla="*/ 20 h 52"/>
                <a:gd name="T6" fmla="*/ 37 w 52"/>
                <a:gd name="T7" fmla="*/ 3 h 52"/>
                <a:gd name="T8" fmla="*/ 26 w 52"/>
                <a:gd name="T9" fmla="*/ 0 h 52"/>
                <a:gd name="T10" fmla="*/ 0 w 52"/>
                <a:gd name="T11" fmla="*/ 26 h 52"/>
                <a:gd name="T12" fmla="*/ 26 w 52"/>
                <a:gd name="T13" fmla="*/ 52 h 52"/>
              </a:gdLst>
              <a:ahLst/>
              <a:cxnLst>
                <a:cxn ang="0">
                  <a:pos x="T0" y="T1"/>
                </a:cxn>
                <a:cxn ang="0">
                  <a:pos x="T2" y="T3"/>
                </a:cxn>
                <a:cxn ang="0">
                  <a:pos x="T4" y="T5"/>
                </a:cxn>
                <a:cxn ang="0">
                  <a:pos x="T6" y="T7"/>
                </a:cxn>
                <a:cxn ang="0">
                  <a:pos x="T8" y="T9"/>
                </a:cxn>
                <a:cxn ang="0">
                  <a:pos x="T10" y="T11"/>
                </a:cxn>
                <a:cxn ang="0">
                  <a:pos x="T12" y="T13"/>
                </a:cxn>
              </a:cxnLst>
              <a:rect l="0" t="0" r="r" b="b"/>
              <a:pathLst>
                <a:path w="52" h="52">
                  <a:moveTo>
                    <a:pt x="26" y="52"/>
                  </a:moveTo>
                  <a:cubicBezTo>
                    <a:pt x="40" y="52"/>
                    <a:pt x="52" y="40"/>
                    <a:pt x="52" y="26"/>
                  </a:cubicBezTo>
                  <a:cubicBezTo>
                    <a:pt x="52" y="24"/>
                    <a:pt x="51" y="22"/>
                    <a:pt x="51" y="20"/>
                  </a:cubicBezTo>
                  <a:cubicBezTo>
                    <a:pt x="49" y="13"/>
                    <a:pt x="44" y="6"/>
                    <a:pt x="37" y="3"/>
                  </a:cubicBezTo>
                  <a:cubicBezTo>
                    <a:pt x="34" y="1"/>
                    <a:pt x="30" y="0"/>
                    <a:pt x="26" y="0"/>
                  </a:cubicBezTo>
                  <a:cubicBezTo>
                    <a:pt x="12" y="0"/>
                    <a:pt x="0" y="12"/>
                    <a:pt x="0" y="26"/>
                  </a:cubicBezTo>
                  <a:cubicBezTo>
                    <a:pt x="0" y="40"/>
                    <a:pt x="12" y="52"/>
                    <a:pt x="26" y="5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spTree>
    <p:extLst>
      <p:ext uri="{BB962C8B-B14F-4D97-AF65-F5344CB8AC3E}">
        <p14:creationId xmlns:p14="http://schemas.microsoft.com/office/powerpoint/2010/main" val="3168745774"/>
      </p:ext>
    </p:extLst>
  </p:cSld>
  <p:clrMapOvr>
    <a:masterClrMapping/>
  </p:clrMapOvr>
  <p:transition spd="slow">
    <p:push dir="u"/>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GB" b="1">
                <a:latin typeface="Times New Roman" panose="02020603050405020304" pitchFamily="18" charset="0"/>
              </a:rPr>
              <a:t>Real World Modelling</a:t>
            </a:r>
          </a:p>
        </p:txBody>
      </p:sp>
      <p:sp>
        <p:nvSpPr>
          <p:cNvPr id="3" name="Text Placeholder 2"/>
          <p:cNvSpPr>
            <a:spLocks noGrp="1"/>
          </p:cNvSpPr>
          <p:nvPr>
            <p:ph type="body" sz="quarter" idx="17"/>
          </p:nvPr>
        </p:nvSpPr>
        <p:spPr/>
        <p:txBody>
          <a:bodyPr/>
          <a:lstStyle/>
          <a:p>
            <a:r>
              <a:rPr lang="en-GB" b="1">
                <a:latin typeface="Times New Roman" panose="02020603050405020304" pitchFamily="18" charset="0"/>
              </a:rPr>
              <a:t>Our offering</a:t>
            </a:r>
          </a:p>
        </p:txBody>
      </p:sp>
      <p:sp>
        <p:nvSpPr>
          <p:cNvPr id="5" name="Text Placeholder 4">
            <a:extLst>
              <a:ext uri="{FF2B5EF4-FFF2-40B4-BE49-F238E27FC236}">
                <a16:creationId xmlns:a16="http://schemas.microsoft.com/office/drawing/2014/main" id="{46D06923-26F4-827A-F7DE-CFC655B0554B}"/>
              </a:ext>
            </a:extLst>
          </p:cNvPr>
          <p:cNvSpPr>
            <a:spLocks noGrp="1"/>
          </p:cNvSpPr>
          <p:nvPr>
            <p:ph type="body" sz="quarter" idx="18"/>
          </p:nvPr>
        </p:nvSpPr>
        <p:spPr/>
        <p:txBody>
          <a:bodyPr/>
          <a:lstStyle/>
          <a:p>
            <a:endParaRPr lang="en-GB"/>
          </a:p>
        </p:txBody>
      </p:sp>
      <p:sp>
        <p:nvSpPr>
          <p:cNvPr id="24" name="모서리가 둥근 직사각형 124"/>
          <p:cNvSpPr/>
          <p:nvPr/>
        </p:nvSpPr>
        <p:spPr>
          <a:xfrm>
            <a:off x="1942166" y="5646433"/>
            <a:ext cx="8229599" cy="613397"/>
          </a:xfrm>
          <a:prstGeom prst="roundRect">
            <a:avLst>
              <a:gd name="adj" fmla="val 0"/>
            </a:avLst>
          </a:prstGeom>
          <a:noFill/>
          <a:ln w="3175">
            <a:noFill/>
          </a:ln>
          <a:effectLst/>
          <a:extLst>
            <a:ext uri="{909E8E84-426E-40DD-AFC4-6F175D3DCCD1}">
              <a14:hiddenFill xmlns:a14="http://schemas.microsoft.com/office/drawing/2010/main">
                <a:solidFill>
                  <a:schemeClr val="tx1"/>
                </a:solidFill>
              </a14:hiddenFill>
            </a:ext>
          </a:extLst>
        </p:spPr>
        <p:txBody>
          <a:bodyPr vert="horz" wrap="square" lIns="91440" tIns="45720" rIns="91440" bIns="45720" numCol="1" anchor="ctr" anchorCtr="0" compatLnSpc="1">
            <a:prstTxWarp prst="textNoShape">
              <a:avLst/>
            </a:prstTxWarp>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2400" b="0" i="0" u="none" strike="noStrike" kern="1200" cap="none" spc="0" normalizeH="0" baseline="0" noProof="0">
                <a:ln>
                  <a:noFill/>
                </a:ln>
                <a:solidFill>
                  <a:srgbClr val="000000"/>
                </a:solidFill>
                <a:effectLst/>
                <a:uLnTx/>
                <a:uFillTx/>
                <a:latin typeface="Arial"/>
                <a:ea typeface="굴림" panose="020B0600000101010101" pitchFamily="34" charset="-127"/>
                <a:cs typeface="+mn-cs"/>
              </a:rPr>
              <a:t>Real World Scenarios</a:t>
            </a:r>
            <a:endParaRPr kumimoji="0" lang="ko-KR" altLang="en-US" sz="2400" b="1" i="0" u="none" strike="noStrike" kern="1200" cap="none" spc="0" normalizeH="0" baseline="0" noProof="0">
              <a:ln>
                <a:noFill/>
              </a:ln>
              <a:solidFill>
                <a:srgbClr val="000000"/>
              </a:solidFill>
              <a:effectLst/>
              <a:uLnTx/>
              <a:uFillTx/>
              <a:latin typeface="Arial"/>
              <a:ea typeface="굴림" panose="020B0600000101010101" pitchFamily="34" charset="-127"/>
              <a:cs typeface="+mn-cs"/>
            </a:endParaRPr>
          </a:p>
        </p:txBody>
      </p:sp>
      <p:sp>
        <p:nvSpPr>
          <p:cNvPr id="25" name="Rectangle 24"/>
          <p:cNvSpPr/>
          <p:nvPr/>
        </p:nvSpPr>
        <p:spPr>
          <a:xfrm>
            <a:off x="477544" y="3996450"/>
            <a:ext cx="5325212" cy="1073054"/>
          </a:xfrm>
          <a:prstGeom prst="rect">
            <a:avLst/>
          </a:prstGeom>
          <a:solidFill>
            <a:schemeClr val="accent5">
              <a:lumMod val="20000"/>
              <a:lumOff val="80000"/>
            </a:schemeClr>
          </a:solidFill>
          <a:ln w="952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000000">
                    <a:lumMod val="65000"/>
                    <a:lumOff val="35000"/>
                  </a:srgbClr>
                </a:solidFill>
                <a:effectLst/>
                <a:uLnTx/>
                <a:uFillTx/>
                <a:latin typeface="Arial"/>
                <a:ea typeface="+mn-ea"/>
                <a:cs typeface="+mn-cs"/>
              </a:rPr>
              <a:t>Our experienced advisory team helps users calibrate the SG to a range of assumptions, including calibrations to narrative scenarios.</a:t>
            </a:r>
          </a:p>
        </p:txBody>
      </p:sp>
      <p:sp>
        <p:nvSpPr>
          <p:cNvPr id="26" name="Rectangle 25"/>
          <p:cNvSpPr/>
          <p:nvPr/>
        </p:nvSpPr>
        <p:spPr>
          <a:xfrm>
            <a:off x="477544" y="2243119"/>
            <a:ext cx="5330315" cy="1454135"/>
          </a:xfrm>
          <a:prstGeom prst="rect">
            <a:avLst/>
          </a:prstGeom>
          <a:solidFill>
            <a:schemeClr val="accent5">
              <a:lumMod val="20000"/>
              <a:lumOff val="80000"/>
            </a:schemeClr>
          </a:solidFill>
          <a:ln w="952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GB" sz="1800" b="0" i="0" u="none" strike="noStrike" kern="1200" cap="none" spc="0" normalizeH="0" baseline="0" noProof="0">
                <a:ln>
                  <a:noFill/>
                </a:ln>
                <a:solidFill>
                  <a:srgbClr val="000000">
                    <a:lumMod val="65000"/>
                    <a:lumOff val="35000"/>
                  </a:srgbClr>
                </a:solidFill>
                <a:effectLst/>
                <a:uLnTx/>
                <a:uFillTx/>
                <a:latin typeface="Arial"/>
                <a:ea typeface="+mn-ea"/>
                <a:cs typeface="+mn-cs"/>
              </a:rPr>
              <a:t>A Monte Carlo Engine with a number of financial models used for the evolution of interest rates, equity, exchange rates, credit spreads etc.</a:t>
            </a:r>
          </a:p>
        </p:txBody>
      </p:sp>
      <p:sp>
        <p:nvSpPr>
          <p:cNvPr id="27" name="Rectangle 26"/>
          <p:cNvSpPr/>
          <p:nvPr/>
        </p:nvSpPr>
        <p:spPr>
          <a:xfrm>
            <a:off x="6294050" y="2243119"/>
            <a:ext cx="5453450" cy="1444961"/>
          </a:xfrm>
          <a:prstGeom prst="rect">
            <a:avLst/>
          </a:prstGeom>
          <a:solidFill>
            <a:schemeClr val="accent5">
              <a:lumMod val="20000"/>
              <a:lumOff val="80000"/>
            </a:schemeClr>
          </a:solidFill>
          <a:ln w="952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000000">
                    <a:lumMod val="65000"/>
                    <a:lumOff val="35000"/>
                  </a:srgbClr>
                </a:solidFill>
                <a:effectLst/>
                <a:uLnTx/>
                <a:uFillTx/>
                <a:latin typeface="Arial"/>
                <a:ea typeface="+mn-ea"/>
                <a:cs typeface="+mn-cs"/>
              </a:rPr>
              <a:t>Highly flexible tools allowing users to calibrate the SG models to a range of data and assumptions, or to their own in-house views.</a:t>
            </a:r>
          </a:p>
        </p:txBody>
      </p:sp>
      <p:grpSp>
        <p:nvGrpSpPr>
          <p:cNvPr id="28" name="Group 27"/>
          <p:cNvGrpSpPr/>
          <p:nvPr/>
        </p:nvGrpSpPr>
        <p:grpSpPr>
          <a:xfrm>
            <a:off x="477538" y="1892039"/>
            <a:ext cx="5816511" cy="586342"/>
            <a:chOff x="516573" y="1437474"/>
            <a:chExt cx="5816511" cy="586342"/>
          </a:xfrm>
          <a:solidFill>
            <a:schemeClr val="accent1"/>
          </a:solidFill>
        </p:grpSpPr>
        <p:sp>
          <p:nvSpPr>
            <p:cNvPr id="29" name="직사각형 3"/>
            <p:cNvSpPr/>
            <p:nvPr/>
          </p:nvSpPr>
          <p:spPr>
            <a:xfrm rot="5400000">
              <a:off x="5729643" y="1420374"/>
              <a:ext cx="586342" cy="620541"/>
            </a:xfrm>
            <a:custGeom>
              <a:avLst/>
              <a:gdLst/>
              <a:ahLst/>
              <a:cxnLst/>
              <a:rect l="l" t="t" r="r" b="b"/>
              <a:pathLst>
                <a:path w="360000" h="360000">
                  <a:moveTo>
                    <a:pt x="360000" y="0"/>
                  </a:moveTo>
                  <a:lnTo>
                    <a:pt x="360000" y="288000"/>
                  </a:lnTo>
                  <a:cubicBezTo>
                    <a:pt x="320235" y="288000"/>
                    <a:pt x="288000" y="320235"/>
                    <a:pt x="288000" y="360000"/>
                  </a:cubicBezTo>
                  <a:lnTo>
                    <a:pt x="0" y="360000"/>
                  </a:lnTo>
                  <a:cubicBezTo>
                    <a:pt x="0" y="161177"/>
                    <a:pt x="161177" y="0"/>
                    <a:pt x="360000" y="0"/>
                  </a:cubicBezTo>
                  <a:close/>
                </a:path>
              </a:pathLst>
            </a:custGeom>
            <a:grpFill/>
            <a:ln w="25400" cap="flat" cmpd="sng" algn="ctr">
              <a:noFill/>
              <a:prstDash val="solid"/>
            </a:ln>
            <a:effectLst/>
            <a:extLst>
              <a:ext uri="{91240B29-F687-4F45-9708-019B960494DF}">
                <a14:hiddenLine xmlns:a14="http://schemas.microsoft.com/office/drawing/2010/main" w="25400" cap="flat" cmpd="sng" algn="ctr">
                  <a:solidFill>
                    <a:schemeClr val="accent1">
                      <a:shade val="50000"/>
                    </a:schemeClr>
                  </a:solidFill>
                  <a:prstDash val="solid"/>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prstClr val="white"/>
                </a:solidFill>
                <a:effectLst/>
                <a:uLnTx/>
                <a:uFillTx/>
                <a:latin typeface="Arial"/>
                <a:ea typeface="굴림" panose="020B0600000101010101" pitchFamily="34" charset="-127"/>
                <a:cs typeface="+mn-cs"/>
              </a:endParaRPr>
            </a:p>
          </p:txBody>
        </p:sp>
        <p:sp>
          <p:nvSpPr>
            <p:cNvPr id="30" name="직사각형 97"/>
            <p:cNvSpPr>
              <a:spLocks/>
            </p:cNvSpPr>
            <p:nvPr/>
          </p:nvSpPr>
          <p:spPr>
            <a:xfrm rot="10800000" flipV="1">
              <a:off x="516573" y="1437474"/>
              <a:ext cx="5198007" cy="469074"/>
            </a:xfrm>
            <a:prstGeom prst="rect">
              <a:avLst/>
            </a:prstGeom>
            <a:grpFill/>
            <a:ln w="25400" cap="flat" cmpd="sng" algn="ctr">
              <a:no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GB" altLang="ko-KR" sz="2000" b="0" i="0" u="none" strike="noStrike" kern="1200" cap="none" spc="0" normalizeH="0" baseline="0" noProof="0">
                  <a:ln>
                    <a:noFill/>
                  </a:ln>
                  <a:solidFill>
                    <a:prstClr val="white"/>
                  </a:solidFill>
                  <a:effectLst/>
                  <a:uLnTx/>
                  <a:uFillTx/>
                  <a:latin typeface="Arial"/>
                  <a:ea typeface="굴림" panose="020B0600000101010101" pitchFamily="34" charset="-127"/>
                  <a:cs typeface="+mn-cs"/>
                </a:rPr>
                <a:t>SG Engine</a:t>
              </a:r>
              <a:endParaRPr kumimoji="0" lang="ko-KR" altLang="en-US" sz="2000" b="0" i="0" u="none" strike="noStrike" kern="1200" cap="none" spc="0" normalizeH="0" baseline="0" noProof="0">
                <a:ln>
                  <a:noFill/>
                </a:ln>
                <a:solidFill>
                  <a:prstClr val="white"/>
                </a:solidFill>
                <a:effectLst/>
                <a:uLnTx/>
                <a:uFillTx/>
                <a:latin typeface="Arial"/>
                <a:ea typeface="굴림" panose="020B0600000101010101" pitchFamily="34" charset="-127"/>
                <a:cs typeface="+mn-cs"/>
              </a:endParaRPr>
            </a:p>
          </p:txBody>
        </p:sp>
      </p:grpSp>
      <p:sp>
        <p:nvSpPr>
          <p:cNvPr id="31" name="직사각형 93"/>
          <p:cNvSpPr>
            <a:spLocks/>
          </p:cNvSpPr>
          <p:nvPr/>
        </p:nvSpPr>
        <p:spPr>
          <a:xfrm rot="5400000" flipV="1">
            <a:off x="4750280" y="3525733"/>
            <a:ext cx="2591116" cy="496433"/>
          </a:xfrm>
          <a:prstGeom prst="rect">
            <a:avLst/>
          </a:prstGeom>
          <a:solidFill>
            <a:schemeClr val="accent1"/>
          </a:solidFill>
          <a:ln w="25400" cap="flat" cmpd="sng" algn="ctr">
            <a:no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srgbClr val="000000"/>
              </a:solidFill>
              <a:effectLst/>
              <a:uLnTx/>
              <a:uFillTx/>
              <a:latin typeface="Arial"/>
              <a:ea typeface="굴림" panose="020B0600000101010101" pitchFamily="34" charset="-127"/>
              <a:cs typeface="+mn-cs"/>
            </a:endParaRPr>
          </a:p>
        </p:txBody>
      </p:sp>
      <p:sp>
        <p:nvSpPr>
          <p:cNvPr id="32" name="직사각형 66"/>
          <p:cNvSpPr>
            <a:spLocks/>
          </p:cNvSpPr>
          <p:nvPr/>
        </p:nvSpPr>
        <p:spPr>
          <a:xfrm rot="16200000" flipH="1" flipV="1">
            <a:off x="4750274" y="3525731"/>
            <a:ext cx="2591116" cy="496433"/>
          </a:xfrm>
          <a:prstGeom prst="rect">
            <a:avLst/>
          </a:prstGeom>
          <a:solidFill>
            <a:schemeClr val="accent2"/>
          </a:solidFill>
          <a:ln w="25400" cap="flat" cmpd="sng" algn="ctr">
            <a:no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srgbClr val="000000"/>
              </a:solidFill>
              <a:effectLst/>
              <a:uLnTx/>
              <a:uFillTx/>
              <a:latin typeface="Arial"/>
              <a:ea typeface="굴림" panose="020B0600000101010101" pitchFamily="34" charset="-127"/>
              <a:cs typeface="+mn-cs"/>
            </a:endParaRPr>
          </a:p>
        </p:txBody>
      </p:sp>
      <p:sp>
        <p:nvSpPr>
          <p:cNvPr id="33" name="직사각형 3"/>
          <p:cNvSpPr/>
          <p:nvPr/>
        </p:nvSpPr>
        <p:spPr>
          <a:xfrm rot="16200000" flipH="1">
            <a:off x="5814717" y="1874942"/>
            <a:ext cx="586343" cy="620542"/>
          </a:xfrm>
          <a:custGeom>
            <a:avLst/>
            <a:gdLst/>
            <a:ahLst/>
            <a:cxnLst/>
            <a:rect l="l" t="t" r="r" b="b"/>
            <a:pathLst>
              <a:path w="360000" h="360000">
                <a:moveTo>
                  <a:pt x="360000" y="0"/>
                </a:moveTo>
                <a:lnTo>
                  <a:pt x="360000" y="288000"/>
                </a:lnTo>
                <a:cubicBezTo>
                  <a:pt x="320235" y="288000"/>
                  <a:pt x="288000" y="320235"/>
                  <a:pt x="288000" y="360000"/>
                </a:cubicBezTo>
                <a:lnTo>
                  <a:pt x="0" y="360000"/>
                </a:lnTo>
                <a:cubicBezTo>
                  <a:pt x="0" y="161177"/>
                  <a:pt x="161177" y="0"/>
                  <a:pt x="360000" y="0"/>
                </a:cubicBezTo>
                <a:close/>
              </a:path>
            </a:pathLst>
          </a:custGeom>
          <a:solidFill>
            <a:schemeClr val="accent2"/>
          </a:solidFill>
          <a:ln w="25400" cap="flat" cmpd="sng" algn="ctr">
            <a:no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srgbClr val="000000"/>
              </a:solidFill>
              <a:effectLst/>
              <a:uLnTx/>
              <a:uFillTx/>
              <a:latin typeface="Arial"/>
              <a:ea typeface="굴림" panose="020B0600000101010101" pitchFamily="34" charset="-127"/>
              <a:cs typeface="+mn-cs"/>
            </a:endParaRPr>
          </a:p>
        </p:txBody>
      </p:sp>
      <p:sp>
        <p:nvSpPr>
          <p:cNvPr id="34" name="직사각형 84"/>
          <p:cNvSpPr>
            <a:spLocks/>
          </p:cNvSpPr>
          <p:nvPr/>
        </p:nvSpPr>
        <p:spPr>
          <a:xfrm rot="10800000" flipH="1" flipV="1">
            <a:off x="6418158" y="1892044"/>
            <a:ext cx="5329341" cy="469075"/>
          </a:xfrm>
          <a:prstGeom prst="rect">
            <a:avLst/>
          </a:prstGeom>
          <a:solidFill>
            <a:schemeClr val="accent2"/>
          </a:solidFill>
          <a:ln w="25400" cap="flat" cmpd="sng" algn="ctr">
            <a:no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GB" altLang="ko-KR" sz="2000" b="0" i="0" u="none" strike="noStrike" kern="1200" cap="none" spc="0" normalizeH="0" baseline="0" noProof="0">
                <a:ln>
                  <a:noFill/>
                </a:ln>
                <a:solidFill>
                  <a:prstClr val="white"/>
                </a:solidFill>
                <a:effectLst/>
                <a:uLnTx/>
                <a:uFillTx/>
                <a:latin typeface="Arial"/>
                <a:ea typeface="굴림" panose="020B0600000101010101" pitchFamily="34" charset="-127"/>
                <a:cs typeface="+mn-cs"/>
              </a:rPr>
              <a:t>Calibration Tools</a:t>
            </a:r>
            <a:endParaRPr kumimoji="0" lang="ko-KR" altLang="en-US" sz="2000" b="0" i="0" u="none" strike="noStrike" kern="1200" cap="none" spc="0" normalizeH="0" baseline="0" noProof="0">
              <a:ln>
                <a:noFill/>
              </a:ln>
              <a:solidFill>
                <a:prstClr val="white"/>
              </a:solidFill>
              <a:effectLst/>
              <a:uLnTx/>
              <a:uFillTx/>
              <a:latin typeface="Arial"/>
              <a:ea typeface="굴림" panose="020B0600000101010101" pitchFamily="34" charset="-127"/>
              <a:cs typeface="+mn-cs"/>
            </a:endParaRPr>
          </a:p>
        </p:txBody>
      </p:sp>
      <p:grpSp>
        <p:nvGrpSpPr>
          <p:cNvPr id="35" name="그룹 108"/>
          <p:cNvGrpSpPr/>
          <p:nvPr/>
        </p:nvGrpSpPr>
        <p:grpSpPr>
          <a:xfrm>
            <a:off x="472440" y="3551439"/>
            <a:ext cx="5816506" cy="586343"/>
            <a:chOff x="1876625" y="1091284"/>
            <a:chExt cx="3846137" cy="410330"/>
          </a:xfrm>
          <a:solidFill>
            <a:schemeClr val="accent3"/>
          </a:solidFill>
          <a:effectLst/>
        </p:grpSpPr>
        <p:sp>
          <p:nvSpPr>
            <p:cNvPr id="36" name="직사각형 3"/>
            <p:cNvSpPr/>
            <p:nvPr/>
          </p:nvSpPr>
          <p:spPr>
            <a:xfrm rot="5400000">
              <a:off x="5312432" y="1091284"/>
              <a:ext cx="410330" cy="410330"/>
            </a:xfrm>
            <a:custGeom>
              <a:avLst/>
              <a:gdLst/>
              <a:ahLst/>
              <a:cxnLst/>
              <a:rect l="l" t="t" r="r" b="b"/>
              <a:pathLst>
                <a:path w="360000" h="360000">
                  <a:moveTo>
                    <a:pt x="360000" y="0"/>
                  </a:moveTo>
                  <a:lnTo>
                    <a:pt x="360000" y="288000"/>
                  </a:lnTo>
                  <a:cubicBezTo>
                    <a:pt x="320235" y="288000"/>
                    <a:pt x="288000" y="320235"/>
                    <a:pt x="288000" y="360000"/>
                  </a:cubicBezTo>
                  <a:lnTo>
                    <a:pt x="0" y="360000"/>
                  </a:lnTo>
                  <a:cubicBezTo>
                    <a:pt x="0" y="161177"/>
                    <a:pt x="161177" y="0"/>
                    <a:pt x="360000" y="0"/>
                  </a:cubicBezTo>
                  <a:close/>
                </a:path>
              </a:pathLst>
            </a:custGeom>
            <a:grpFill/>
            <a:ln w="25400" cap="flat" cmpd="sng" algn="ctr">
              <a:noFill/>
              <a:prstDash val="solid"/>
            </a:ln>
            <a:effectLst/>
            <a:extLst>
              <a:ext uri="{91240B29-F687-4F45-9708-019B960494DF}">
                <a14:hiddenLine xmlns:a14="http://schemas.microsoft.com/office/drawing/2010/main" w="25400" cap="flat" cmpd="sng" algn="ctr">
                  <a:solidFill>
                    <a:schemeClr val="accent1">
                      <a:shade val="50000"/>
                    </a:schemeClr>
                  </a:solidFill>
                  <a:prstDash val="solid"/>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prstClr val="white"/>
                </a:solidFill>
                <a:effectLst/>
                <a:uLnTx/>
                <a:uFillTx/>
                <a:latin typeface="Arial"/>
                <a:ea typeface="굴림" panose="020B0600000101010101" pitchFamily="34" charset="-127"/>
                <a:cs typeface="+mn-cs"/>
              </a:endParaRPr>
            </a:p>
          </p:txBody>
        </p:sp>
        <p:sp>
          <p:nvSpPr>
            <p:cNvPr id="37" name="직사각형 97"/>
            <p:cNvSpPr>
              <a:spLocks/>
            </p:cNvSpPr>
            <p:nvPr/>
          </p:nvSpPr>
          <p:spPr>
            <a:xfrm rot="10800000" flipV="1">
              <a:off x="1876625" y="1091284"/>
              <a:ext cx="3435808" cy="328264"/>
            </a:xfrm>
            <a:prstGeom prst="rect">
              <a:avLst/>
            </a:prstGeom>
            <a:grpFill/>
            <a:ln w="25400" cap="flat" cmpd="sng" algn="ctr">
              <a:no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GB" altLang="ko-KR" sz="2000" b="0" i="0" u="none" strike="noStrike" kern="1200" cap="none" spc="0" normalizeH="0" baseline="0" noProof="0">
                  <a:ln>
                    <a:noFill/>
                  </a:ln>
                  <a:solidFill>
                    <a:prstClr val="white"/>
                  </a:solidFill>
                  <a:effectLst/>
                  <a:uLnTx/>
                  <a:uFillTx/>
                  <a:latin typeface="Arial"/>
                  <a:ea typeface="굴림" panose="020B0600000101010101" pitchFamily="34" charset="-127"/>
                  <a:cs typeface="+mn-cs"/>
                </a:rPr>
                <a:t>Own Views</a:t>
              </a:r>
              <a:endParaRPr kumimoji="0" lang="ko-KR" altLang="en-US" sz="2000" b="0" i="0" u="none" strike="noStrike" kern="1200" cap="none" spc="0" normalizeH="0" baseline="0" noProof="0">
                <a:ln>
                  <a:noFill/>
                </a:ln>
                <a:solidFill>
                  <a:prstClr val="white"/>
                </a:solidFill>
                <a:effectLst/>
                <a:uLnTx/>
                <a:uFillTx/>
                <a:latin typeface="Arial"/>
                <a:ea typeface="굴림" panose="020B0600000101010101" pitchFamily="34" charset="-127"/>
                <a:cs typeface="+mn-cs"/>
              </a:endParaRPr>
            </a:p>
          </p:txBody>
        </p:sp>
      </p:grpSp>
      <p:sp>
        <p:nvSpPr>
          <p:cNvPr id="38" name="직사각형 93"/>
          <p:cNvSpPr>
            <a:spLocks/>
          </p:cNvSpPr>
          <p:nvPr/>
        </p:nvSpPr>
        <p:spPr>
          <a:xfrm rot="5400000" flipV="1">
            <a:off x="5549462" y="4380839"/>
            <a:ext cx="982542" cy="496433"/>
          </a:xfrm>
          <a:prstGeom prst="rect">
            <a:avLst/>
          </a:prstGeom>
          <a:solidFill>
            <a:schemeClr val="accent3"/>
          </a:solidFill>
          <a:ln w="25400" cap="flat" cmpd="sng" algn="ctr">
            <a:no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srgbClr val="000000"/>
              </a:solidFill>
              <a:effectLst/>
              <a:uLnTx/>
              <a:uFillTx/>
              <a:latin typeface="Arial"/>
              <a:ea typeface="굴림" panose="020B0600000101010101" pitchFamily="34" charset="-127"/>
              <a:cs typeface="+mn-cs"/>
            </a:endParaRPr>
          </a:p>
        </p:txBody>
      </p:sp>
      <p:sp>
        <p:nvSpPr>
          <p:cNvPr id="39" name="Rectangle 38"/>
          <p:cNvSpPr/>
          <p:nvPr/>
        </p:nvSpPr>
        <p:spPr>
          <a:xfrm>
            <a:off x="6288944" y="3996450"/>
            <a:ext cx="5458555" cy="1071604"/>
          </a:xfrm>
          <a:prstGeom prst="rect">
            <a:avLst/>
          </a:prstGeom>
          <a:solidFill>
            <a:schemeClr val="accent5">
              <a:lumMod val="20000"/>
              <a:lumOff val="80000"/>
            </a:schemeClr>
          </a:solidFill>
          <a:ln w="952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i="0" u="none" strike="noStrike" kern="1200" cap="none" spc="0" normalizeH="0" baseline="0" noProof="0">
                <a:ln>
                  <a:noFill/>
                </a:ln>
                <a:solidFill>
                  <a:srgbClr val="000000">
                    <a:lumMod val="65000"/>
                    <a:lumOff val="35000"/>
                  </a:srgbClr>
                </a:solidFill>
                <a:effectLst/>
                <a:uLnTx/>
                <a:uFillTx/>
                <a:latin typeface="Arial"/>
                <a:ea typeface="+mn-ea"/>
                <a:cs typeface="+mn-cs"/>
              </a:rPr>
              <a:t>Our quarterly standard calibrations produced for over 30 economies and a number of equity assets by our dedicated team of quantitative analysts.</a:t>
            </a:r>
          </a:p>
        </p:txBody>
      </p:sp>
      <p:grpSp>
        <p:nvGrpSpPr>
          <p:cNvPr id="40" name="Group 39"/>
          <p:cNvGrpSpPr/>
          <p:nvPr/>
        </p:nvGrpSpPr>
        <p:grpSpPr>
          <a:xfrm>
            <a:off x="5602006" y="4133721"/>
            <a:ext cx="877447" cy="1410477"/>
            <a:chOff x="5602006" y="3771771"/>
            <a:chExt cx="877447" cy="1410477"/>
          </a:xfrm>
          <a:solidFill>
            <a:schemeClr val="accent4"/>
          </a:solidFill>
        </p:grpSpPr>
        <p:sp>
          <p:nvSpPr>
            <p:cNvPr id="41" name="이등변 삼각형 83"/>
            <p:cNvSpPr/>
            <p:nvPr/>
          </p:nvSpPr>
          <p:spPr>
            <a:xfrm flipH="1" flipV="1">
              <a:off x="5602006" y="4752606"/>
              <a:ext cx="877447" cy="429642"/>
            </a:xfrm>
            <a:prstGeom prst="triangle">
              <a:avLst/>
            </a:prstGeom>
            <a:grpFill/>
            <a:ln w="25400" cap="flat" cmpd="sng" algn="ctr">
              <a:no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srgbClr val="000000"/>
                </a:solidFill>
                <a:effectLst/>
                <a:uLnTx/>
                <a:uFillTx/>
                <a:latin typeface="Arial"/>
                <a:ea typeface="굴림" panose="020B0600000101010101" pitchFamily="34" charset="-127"/>
                <a:cs typeface="+mn-cs"/>
              </a:endParaRPr>
            </a:p>
          </p:txBody>
        </p:sp>
        <p:sp>
          <p:nvSpPr>
            <p:cNvPr id="42" name="직사각형 66"/>
            <p:cNvSpPr>
              <a:spLocks/>
            </p:cNvSpPr>
            <p:nvPr/>
          </p:nvSpPr>
          <p:spPr>
            <a:xfrm rot="16200000" flipH="1" flipV="1">
              <a:off x="5544545" y="4019738"/>
              <a:ext cx="992368" cy="496433"/>
            </a:xfrm>
            <a:prstGeom prst="rect">
              <a:avLst/>
            </a:prstGeom>
            <a:grpFill/>
            <a:ln w="25400" cap="flat" cmpd="sng" algn="ctr">
              <a:no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srgbClr val="000000"/>
                </a:solidFill>
                <a:effectLst/>
                <a:uLnTx/>
                <a:uFillTx/>
                <a:latin typeface="Arial"/>
                <a:ea typeface="굴림" panose="020B0600000101010101" pitchFamily="34" charset="-127"/>
                <a:cs typeface="+mn-cs"/>
              </a:endParaRPr>
            </a:p>
          </p:txBody>
        </p:sp>
      </p:grpSp>
      <p:sp>
        <p:nvSpPr>
          <p:cNvPr id="43" name="직사각형 3"/>
          <p:cNvSpPr/>
          <p:nvPr/>
        </p:nvSpPr>
        <p:spPr>
          <a:xfrm rot="16200000" flipH="1">
            <a:off x="5806682" y="3527342"/>
            <a:ext cx="592207" cy="620542"/>
          </a:xfrm>
          <a:custGeom>
            <a:avLst/>
            <a:gdLst/>
            <a:ahLst/>
            <a:cxnLst/>
            <a:rect l="l" t="t" r="r" b="b"/>
            <a:pathLst>
              <a:path w="360000" h="360000">
                <a:moveTo>
                  <a:pt x="360000" y="0"/>
                </a:moveTo>
                <a:lnTo>
                  <a:pt x="360000" y="288000"/>
                </a:lnTo>
                <a:cubicBezTo>
                  <a:pt x="320235" y="288000"/>
                  <a:pt x="288000" y="320235"/>
                  <a:pt x="288000" y="360000"/>
                </a:cubicBezTo>
                <a:lnTo>
                  <a:pt x="0" y="360000"/>
                </a:lnTo>
                <a:cubicBezTo>
                  <a:pt x="0" y="161177"/>
                  <a:pt x="161177" y="0"/>
                  <a:pt x="360000" y="0"/>
                </a:cubicBezTo>
                <a:close/>
              </a:path>
            </a:pathLst>
          </a:custGeom>
          <a:solidFill>
            <a:schemeClr val="accent4"/>
          </a:solidFill>
          <a:ln w="25400" cap="flat" cmpd="sng" algn="ctr">
            <a:no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srgbClr val="000000"/>
              </a:solidFill>
              <a:effectLst/>
              <a:uLnTx/>
              <a:uFillTx/>
              <a:latin typeface="Arial"/>
              <a:ea typeface="굴림" panose="020B0600000101010101" pitchFamily="34" charset="-127"/>
              <a:cs typeface="+mn-cs"/>
            </a:endParaRPr>
          </a:p>
        </p:txBody>
      </p:sp>
      <p:sp>
        <p:nvSpPr>
          <p:cNvPr id="44" name="직사각형 84"/>
          <p:cNvSpPr>
            <a:spLocks/>
          </p:cNvSpPr>
          <p:nvPr/>
        </p:nvSpPr>
        <p:spPr>
          <a:xfrm rot="10800000" flipH="1" flipV="1">
            <a:off x="6394551" y="3546742"/>
            <a:ext cx="5333476" cy="473766"/>
          </a:xfrm>
          <a:prstGeom prst="rect">
            <a:avLst/>
          </a:prstGeom>
          <a:solidFill>
            <a:schemeClr val="accent4"/>
          </a:solidFill>
          <a:ln w="25400" cap="flat" cmpd="sng" algn="ctr">
            <a:no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GB" altLang="ko-KR" sz="2000" b="0" i="0" u="none" strike="noStrike" kern="1200" cap="none" spc="0" normalizeH="0" baseline="0" noProof="0">
                <a:ln>
                  <a:noFill/>
                </a:ln>
                <a:solidFill>
                  <a:prstClr val="white"/>
                </a:solidFill>
                <a:effectLst/>
                <a:uLnTx/>
                <a:uFillTx/>
                <a:latin typeface="Arial"/>
                <a:ea typeface="굴림" panose="020B0600000101010101" pitchFamily="34" charset="-127"/>
                <a:cs typeface="+mn-cs"/>
              </a:rPr>
              <a:t>WD 2 RW Calibrations</a:t>
            </a:r>
            <a:endParaRPr kumimoji="0" lang="ko-KR" altLang="en-US" sz="2000" b="0" i="0" u="none" strike="noStrike" kern="1200" cap="none" spc="0" normalizeH="0" baseline="0" noProof="0">
              <a:ln>
                <a:noFill/>
              </a:ln>
              <a:solidFill>
                <a:prstClr val="white"/>
              </a:solidFill>
              <a:effectLst/>
              <a:uLnTx/>
              <a:uFillTx/>
              <a:latin typeface="Arial"/>
              <a:ea typeface="굴림" panose="020B0600000101010101" pitchFamily="34" charset="-127"/>
              <a:cs typeface="+mn-cs"/>
            </a:endParaRPr>
          </a:p>
        </p:txBody>
      </p:sp>
    </p:spTree>
    <p:extLst>
      <p:ext uri="{BB962C8B-B14F-4D97-AF65-F5344CB8AC3E}">
        <p14:creationId xmlns:p14="http://schemas.microsoft.com/office/powerpoint/2010/main" val="1574659800"/>
      </p:ext>
    </p:extLst>
  </p:cSld>
  <p:clrMapOvr>
    <a:masterClrMapping/>
  </p:clrMapOvr>
  <p:transition spd="slow">
    <p:push dir="u"/>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GB" b="1">
                <a:latin typeface="Times New Roman" panose="02020603050405020304" pitchFamily="18" charset="0"/>
              </a:rPr>
              <a:t>Market Consistent Modelling</a:t>
            </a:r>
          </a:p>
        </p:txBody>
      </p:sp>
      <p:sp>
        <p:nvSpPr>
          <p:cNvPr id="3" name="Text Placeholder 2"/>
          <p:cNvSpPr>
            <a:spLocks noGrp="1"/>
          </p:cNvSpPr>
          <p:nvPr>
            <p:ph type="body" sz="quarter" idx="17"/>
          </p:nvPr>
        </p:nvSpPr>
        <p:spPr/>
        <p:txBody>
          <a:bodyPr/>
          <a:lstStyle/>
          <a:p>
            <a:r>
              <a:rPr lang="en-GB" b="1">
                <a:latin typeface="Times New Roman" panose="02020603050405020304" pitchFamily="18" charset="0"/>
              </a:rPr>
              <a:t>Our offering</a:t>
            </a:r>
          </a:p>
        </p:txBody>
      </p:sp>
      <p:sp>
        <p:nvSpPr>
          <p:cNvPr id="5" name="Text Placeholder 4">
            <a:extLst>
              <a:ext uri="{FF2B5EF4-FFF2-40B4-BE49-F238E27FC236}">
                <a16:creationId xmlns:a16="http://schemas.microsoft.com/office/drawing/2014/main" id="{46D06923-26F4-827A-F7DE-CFC655B0554B}"/>
              </a:ext>
            </a:extLst>
          </p:cNvPr>
          <p:cNvSpPr>
            <a:spLocks noGrp="1"/>
          </p:cNvSpPr>
          <p:nvPr>
            <p:ph type="body" sz="quarter" idx="18"/>
          </p:nvPr>
        </p:nvSpPr>
        <p:spPr/>
        <p:txBody>
          <a:bodyPr/>
          <a:lstStyle/>
          <a:p>
            <a:endParaRPr lang="en-GB"/>
          </a:p>
        </p:txBody>
      </p:sp>
      <p:sp>
        <p:nvSpPr>
          <p:cNvPr id="24" name="모서리가 둥근 직사각형 124"/>
          <p:cNvSpPr/>
          <p:nvPr/>
        </p:nvSpPr>
        <p:spPr>
          <a:xfrm>
            <a:off x="1942166" y="5646433"/>
            <a:ext cx="8229599" cy="613397"/>
          </a:xfrm>
          <a:prstGeom prst="roundRect">
            <a:avLst>
              <a:gd name="adj" fmla="val 0"/>
            </a:avLst>
          </a:prstGeom>
          <a:noFill/>
          <a:ln w="3175">
            <a:noFill/>
          </a:ln>
          <a:effectLst/>
          <a:extLst>
            <a:ext uri="{909E8E84-426E-40DD-AFC4-6F175D3DCCD1}">
              <a14:hiddenFill xmlns:a14="http://schemas.microsoft.com/office/drawing/2010/main">
                <a:solidFill>
                  <a:schemeClr val="tx1"/>
                </a:solidFill>
              </a14:hiddenFill>
            </a:ext>
          </a:extLst>
        </p:spPr>
        <p:txBody>
          <a:bodyPr vert="horz" wrap="square" lIns="91440" tIns="45720" rIns="91440" bIns="45720" numCol="1" anchor="ctr" anchorCtr="0" compatLnSpc="1">
            <a:prstTxWarp prst="textNoShape">
              <a:avLst/>
            </a:prstTxWarp>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2400" b="0" i="0" u="none" strike="noStrike" kern="1200" cap="none" spc="0" normalizeH="0" baseline="0" noProof="0">
                <a:ln>
                  <a:noFill/>
                </a:ln>
                <a:solidFill>
                  <a:srgbClr val="000000"/>
                </a:solidFill>
                <a:effectLst/>
                <a:uLnTx/>
                <a:uFillTx/>
                <a:latin typeface="Arial"/>
                <a:ea typeface="굴림" panose="020B0600000101010101" pitchFamily="34" charset="-127"/>
                <a:cs typeface="+mn-cs"/>
              </a:rPr>
              <a:t>Market Consistent Scenarios</a:t>
            </a:r>
            <a:endParaRPr kumimoji="0" lang="ko-KR" altLang="en-US" sz="2400" b="1" i="0" u="none" strike="noStrike" kern="1200" cap="none" spc="0" normalizeH="0" baseline="0" noProof="0">
              <a:ln>
                <a:noFill/>
              </a:ln>
              <a:solidFill>
                <a:srgbClr val="000000"/>
              </a:solidFill>
              <a:effectLst/>
              <a:uLnTx/>
              <a:uFillTx/>
              <a:latin typeface="Arial"/>
              <a:ea typeface="굴림" panose="020B0600000101010101" pitchFamily="34" charset="-127"/>
              <a:cs typeface="+mn-cs"/>
            </a:endParaRPr>
          </a:p>
        </p:txBody>
      </p:sp>
      <p:sp>
        <p:nvSpPr>
          <p:cNvPr id="25" name="Rectangle 24"/>
          <p:cNvSpPr/>
          <p:nvPr/>
        </p:nvSpPr>
        <p:spPr>
          <a:xfrm>
            <a:off x="477544" y="3996450"/>
            <a:ext cx="5325212" cy="1073054"/>
          </a:xfrm>
          <a:prstGeom prst="rect">
            <a:avLst/>
          </a:prstGeom>
          <a:solidFill>
            <a:schemeClr val="accent5">
              <a:lumMod val="20000"/>
              <a:lumOff val="80000"/>
            </a:schemeClr>
          </a:solidFill>
          <a:ln w="952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GB" sz="1800" b="0" i="0" u="none" strike="noStrike" kern="1200" cap="none" spc="0" normalizeH="0" baseline="0" noProof="0">
                <a:ln>
                  <a:noFill/>
                </a:ln>
                <a:solidFill>
                  <a:srgbClr val="000000">
                    <a:lumMod val="65000"/>
                    <a:lumOff val="35000"/>
                  </a:srgbClr>
                </a:solidFill>
                <a:effectLst/>
                <a:uLnTx/>
                <a:uFillTx/>
                <a:latin typeface="Arial"/>
                <a:ea typeface="+mn-ea"/>
                <a:cs typeface="+mn-cs"/>
              </a:rPr>
              <a:t>SG Automation Module brings together the SG Engine, Calibration Tools and Stress Functionality to help users automate hundreds of scenario runs. </a:t>
            </a:r>
          </a:p>
        </p:txBody>
      </p:sp>
      <p:sp>
        <p:nvSpPr>
          <p:cNvPr id="26" name="Rectangle 25"/>
          <p:cNvSpPr/>
          <p:nvPr/>
        </p:nvSpPr>
        <p:spPr>
          <a:xfrm>
            <a:off x="477544" y="2243119"/>
            <a:ext cx="5330315" cy="1454135"/>
          </a:xfrm>
          <a:prstGeom prst="rect">
            <a:avLst/>
          </a:prstGeom>
          <a:solidFill>
            <a:schemeClr val="accent5">
              <a:lumMod val="20000"/>
              <a:lumOff val="80000"/>
            </a:schemeClr>
          </a:solidFill>
          <a:ln w="952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GB" sz="1800" b="0" i="0" u="none" strike="noStrike" kern="1200" cap="none" spc="0" normalizeH="0" baseline="0" noProof="0">
                <a:ln>
                  <a:noFill/>
                </a:ln>
                <a:solidFill>
                  <a:srgbClr val="000000">
                    <a:lumMod val="65000"/>
                    <a:lumOff val="35000"/>
                  </a:srgbClr>
                </a:solidFill>
                <a:effectLst/>
                <a:uLnTx/>
                <a:uFillTx/>
                <a:latin typeface="Arial"/>
                <a:ea typeface="+mn-ea"/>
                <a:cs typeface="+mn-cs"/>
              </a:rPr>
              <a:t>A Monte Carlo Engine with a number of financial models used for the evolution of interest rates, equity, exchange rates, credit spreads etc.</a:t>
            </a:r>
          </a:p>
        </p:txBody>
      </p:sp>
      <p:sp>
        <p:nvSpPr>
          <p:cNvPr id="27" name="Rectangle 26"/>
          <p:cNvSpPr/>
          <p:nvPr/>
        </p:nvSpPr>
        <p:spPr>
          <a:xfrm>
            <a:off x="6294050" y="2243119"/>
            <a:ext cx="5453450" cy="1444961"/>
          </a:xfrm>
          <a:prstGeom prst="rect">
            <a:avLst/>
          </a:prstGeom>
          <a:solidFill>
            <a:schemeClr val="accent5">
              <a:lumMod val="20000"/>
              <a:lumOff val="80000"/>
            </a:schemeClr>
          </a:solidFill>
          <a:ln w="952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GB" sz="1800" b="0" i="0" u="none" strike="noStrike" kern="1200" cap="none" spc="0" normalizeH="0" baseline="0" noProof="0">
                <a:ln>
                  <a:noFill/>
                </a:ln>
                <a:solidFill>
                  <a:srgbClr val="000000">
                    <a:lumMod val="65000"/>
                    <a:lumOff val="35000"/>
                  </a:srgbClr>
                </a:solidFill>
                <a:effectLst/>
                <a:uLnTx/>
                <a:uFillTx/>
                <a:latin typeface="Arial"/>
                <a:ea typeface="+mn-ea"/>
                <a:cs typeface="+mn-cs"/>
              </a:rPr>
              <a:t>Highly flexible tools allowing users to calibrate the SG models to a range of market data.</a:t>
            </a:r>
          </a:p>
        </p:txBody>
      </p:sp>
      <p:grpSp>
        <p:nvGrpSpPr>
          <p:cNvPr id="28" name="Group 27"/>
          <p:cNvGrpSpPr/>
          <p:nvPr/>
        </p:nvGrpSpPr>
        <p:grpSpPr>
          <a:xfrm>
            <a:off x="477538" y="1892039"/>
            <a:ext cx="5816511" cy="586342"/>
            <a:chOff x="516573" y="1437474"/>
            <a:chExt cx="5816511" cy="586342"/>
          </a:xfrm>
          <a:solidFill>
            <a:schemeClr val="accent1"/>
          </a:solidFill>
        </p:grpSpPr>
        <p:sp>
          <p:nvSpPr>
            <p:cNvPr id="29" name="직사각형 3"/>
            <p:cNvSpPr/>
            <p:nvPr/>
          </p:nvSpPr>
          <p:spPr>
            <a:xfrm rot="5400000">
              <a:off x="5729643" y="1420374"/>
              <a:ext cx="586342" cy="620541"/>
            </a:xfrm>
            <a:custGeom>
              <a:avLst/>
              <a:gdLst/>
              <a:ahLst/>
              <a:cxnLst/>
              <a:rect l="l" t="t" r="r" b="b"/>
              <a:pathLst>
                <a:path w="360000" h="360000">
                  <a:moveTo>
                    <a:pt x="360000" y="0"/>
                  </a:moveTo>
                  <a:lnTo>
                    <a:pt x="360000" y="288000"/>
                  </a:lnTo>
                  <a:cubicBezTo>
                    <a:pt x="320235" y="288000"/>
                    <a:pt x="288000" y="320235"/>
                    <a:pt x="288000" y="360000"/>
                  </a:cubicBezTo>
                  <a:lnTo>
                    <a:pt x="0" y="360000"/>
                  </a:lnTo>
                  <a:cubicBezTo>
                    <a:pt x="0" y="161177"/>
                    <a:pt x="161177" y="0"/>
                    <a:pt x="360000" y="0"/>
                  </a:cubicBezTo>
                  <a:close/>
                </a:path>
              </a:pathLst>
            </a:custGeom>
            <a:grpFill/>
            <a:ln w="25400" cap="flat" cmpd="sng" algn="ctr">
              <a:noFill/>
              <a:prstDash val="solid"/>
            </a:ln>
            <a:effectLst/>
            <a:extLst>
              <a:ext uri="{91240B29-F687-4F45-9708-019B960494DF}">
                <a14:hiddenLine xmlns:a14="http://schemas.microsoft.com/office/drawing/2010/main" w="25400" cap="flat" cmpd="sng" algn="ctr">
                  <a:solidFill>
                    <a:schemeClr val="accent1">
                      <a:shade val="50000"/>
                    </a:schemeClr>
                  </a:solidFill>
                  <a:prstDash val="solid"/>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prstClr val="white"/>
                </a:solidFill>
                <a:effectLst/>
                <a:uLnTx/>
                <a:uFillTx/>
                <a:latin typeface="Arial"/>
                <a:ea typeface="굴림" panose="020B0600000101010101" pitchFamily="34" charset="-127"/>
                <a:cs typeface="+mn-cs"/>
              </a:endParaRPr>
            </a:p>
          </p:txBody>
        </p:sp>
        <p:sp>
          <p:nvSpPr>
            <p:cNvPr id="30" name="직사각형 97"/>
            <p:cNvSpPr>
              <a:spLocks/>
            </p:cNvSpPr>
            <p:nvPr/>
          </p:nvSpPr>
          <p:spPr>
            <a:xfrm rot="10800000" flipV="1">
              <a:off x="516573" y="1437474"/>
              <a:ext cx="5198007" cy="469074"/>
            </a:xfrm>
            <a:prstGeom prst="rect">
              <a:avLst/>
            </a:prstGeom>
            <a:grpFill/>
            <a:ln w="25400" cap="flat" cmpd="sng" algn="ctr">
              <a:no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GB" altLang="ko-KR" sz="2000" b="0" i="0" u="none" strike="noStrike" kern="1200" cap="none" spc="0" normalizeH="0" baseline="0" noProof="0">
                  <a:ln>
                    <a:noFill/>
                  </a:ln>
                  <a:solidFill>
                    <a:prstClr val="white"/>
                  </a:solidFill>
                  <a:effectLst/>
                  <a:uLnTx/>
                  <a:uFillTx/>
                  <a:latin typeface="Arial"/>
                  <a:ea typeface="굴림" panose="020B0600000101010101" pitchFamily="34" charset="-127"/>
                  <a:cs typeface="+mn-cs"/>
                </a:rPr>
                <a:t>SG Engine</a:t>
              </a:r>
              <a:endParaRPr kumimoji="0" lang="ko-KR" altLang="en-US" sz="2000" b="0" i="0" u="none" strike="noStrike" kern="1200" cap="none" spc="0" normalizeH="0" baseline="0" noProof="0">
                <a:ln>
                  <a:noFill/>
                </a:ln>
                <a:solidFill>
                  <a:prstClr val="white"/>
                </a:solidFill>
                <a:effectLst/>
                <a:uLnTx/>
                <a:uFillTx/>
                <a:latin typeface="Arial"/>
                <a:ea typeface="굴림" panose="020B0600000101010101" pitchFamily="34" charset="-127"/>
                <a:cs typeface="+mn-cs"/>
              </a:endParaRPr>
            </a:p>
          </p:txBody>
        </p:sp>
      </p:grpSp>
      <p:sp>
        <p:nvSpPr>
          <p:cNvPr id="31" name="직사각형 93"/>
          <p:cNvSpPr>
            <a:spLocks/>
          </p:cNvSpPr>
          <p:nvPr/>
        </p:nvSpPr>
        <p:spPr>
          <a:xfrm rot="5400000" flipV="1">
            <a:off x="4750280" y="3525733"/>
            <a:ext cx="2591116" cy="496433"/>
          </a:xfrm>
          <a:prstGeom prst="rect">
            <a:avLst/>
          </a:prstGeom>
          <a:solidFill>
            <a:schemeClr val="accent1"/>
          </a:solidFill>
          <a:ln w="25400" cap="flat" cmpd="sng" algn="ctr">
            <a:no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srgbClr val="000000"/>
              </a:solidFill>
              <a:effectLst/>
              <a:uLnTx/>
              <a:uFillTx/>
              <a:latin typeface="Arial"/>
              <a:ea typeface="굴림" panose="020B0600000101010101" pitchFamily="34" charset="-127"/>
              <a:cs typeface="+mn-cs"/>
            </a:endParaRPr>
          </a:p>
        </p:txBody>
      </p:sp>
      <p:sp>
        <p:nvSpPr>
          <p:cNvPr id="32" name="직사각형 66"/>
          <p:cNvSpPr>
            <a:spLocks/>
          </p:cNvSpPr>
          <p:nvPr/>
        </p:nvSpPr>
        <p:spPr>
          <a:xfrm rot="16200000" flipH="1" flipV="1">
            <a:off x="4750274" y="3525731"/>
            <a:ext cx="2591116" cy="496433"/>
          </a:xfrm>
          <a:prstGeom prst="rect">
            <a:avLst/>
          </a:prstGeom>
          <a:solidFill>
            <a:schemeClr val="accent2"/>
          </a:solidFill>
          <a:ln w="25400" cap="flat" cmpd="sng" algn="ctr">
            <a:no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srgbClr val="000000"/>
              </a:solidFill>
              <a:effectLst/>
              <a:uLnTx/>
              <a:uFillTx/>
              <a:latin typeface="Arial"/>
              <a:ea typeface="굴림" panose="020B0600000101010101" pitchFamily="34" charset="-127"/>
              <a:cs typeface="+mn-cs"/>
            </a:endParaRPr>
          </a:p>
        </p:txBody>
      </p:sp>
      <p:sp>
        <p:nvSpPr>
          <p:cNvPr id="33" name="직사각형 3"/>
          <p:cNvSpPr/>
          <p:nvPr/>
        </p:nvSpPr>
        <p:spPr>
          <a:xfrm rot="16200000" flipH="1">
            <a:off x="5814717" y="1874942"/>
            <a:ext cx="586343" cy="620542"/>
          </a:xfrm>
          <a:custGeom>
            <a:avLst/>
            <a:gdLst/>
            <a:ahLst/>
            <a:cxnLst/>
            <a:rect l="l" t="t" r="r" b="b"/>
            <a:pathLst>
              <a:path w="360000" h="360000">
                <a:moveTo>
                  <a:pt x="360000" y="0"/>
                </a:moveTo>
                <a:lnTo>
                  <a:pt x="360000" y="288000"/>
                </a:lnTo>
                <a:cubicBezTo>
                  <a:pt x="320235" y="288000"/>
                  <a:pt x="288000" y="320235"/>
                  <a:pt x="288000" y="360000"/>
                </a:cubicBezTo>
                <a:lnTo>
                  <a:pt x="0" y="360000"/>
                </a:lnTo>
                <a:cubicBezTo>
                  <a:pt x="0" y="161177"/>
                  <a:pt x="161177" y="0"/>
                  <a:pt x="360000" y="0"/>
                </a:cubicBezTo>
                <a:close/>
              </a:path>
            </a:pathLst>
          </a:custGeom>
          <a:solidFill>
            <a:schemeClr val="accent2"/>
          </a:solidFill>
          <a:ln w="25400" cap="flat" cmpd="sng" algn="ctr">
            <a:no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srgbClr val="000000"/>
              </a:solidFill>
              <a:effectLst/>
              <a:uLnTx/>
              <a:uFillTx/>
              <a:latin typeface="Arial"/>
              <a:ea typeface="굴림" panose="020B0600000101010101" pitchFamily="34" charset="-127"/>
              <a:cs typeface="+mn-cs"/>
            </a:endParaRPr>
          </a:p>
        </p:txBody>
      </p:sp>
      <p:sp>
        <p:nvSpPr>
          <p:cNvPr id="34" name="직사각형 84"/>
          <p:cNvSpPr>
            <a:spLocks/>
          </p:cNvSpPr>
          <p:nvPr/>
        </p:nvSpPr>
        <p:spPr>
          <a:xfrm rot="10800000" flipH="1" flipV="1">
            <a:off x="6418158" y="1892044"/>
            <a:ext cx="5329341" cy="469075"/>
          </a:xfrm>
          <a:prstGeom prst="rect">
            <a:avLst/>
          </a:prstGeom>
          <a:solidFill>
            <a:schemeClr val="accent2"/>
          </a:solidFill>
          <a:ln w="25400" cap="flat" cmpd="sng" algn="ctr">
            <a:no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GB" altLang="ko-KR" sz="2000" b="0" i="0" u="none" strike="noStrike" kern="1200" cap="none" spc="0" normalizeH="0" baseline="0" noProof="0">
                <a:ln>
                  <a:noFill/>
                </a:ln>
                <a:solidFill>
                  <a:prstClr val="white"/>
                </a:solidFill>
                <a:effectLst/>
                <a:uLnTx/>
                <a:uFillTx/>
                <a:latin typeface="Arial"/>
                <a:ea typeface="굴림" panose="020B0600000101010101" pitchFamily="34" charset="-127"/>
                <a:cs typeface="+mn-cs"/>
              </a:rPr>
              <a:t>Calibration Tools</a:t>
            </a:r>
            <a:endParaRPr kumimoji="0" lang="ko-KR" altLang="en-US" sz="2000" b="0" i="0" u="none" strike="noStrike" kern="1200" cap="none" spc="0" normalizeH="0" baseline="0" noProof="0">
              <a:ln>
                <a:noFill/>
              </a:ln>
              <a:solidFill>
                <a:prstClr val="white"/>
              </a:solidFill>
              <a:effectLst/>
              <a:uLnTx/>
              <a:uFillTx/>
              <a:latin typeface="Arial"/>
              <a:ea typeface="굴림" panose="020B0600000101010101" pitchFamily="34" charset="-127"/>
              <a:cs typeface="+mn-cs"/>
            </a:endParaRPr>
          </a:p>
        </p:txBody>
      </p:sp>
      <p:grpSp>
        <p:nvGrpSpPr>
          <p:cNvPr id="35" name="그룹 108"/>
          <p:cNvGrpSpPr/>
          <p:nvPr/>
        </p:nvGrpSpPr>
        <p:grpSpPr>
          <a:xfrm>
            <a:off x="472440" y="3551439"/>
            <a:ext cx="5816506" cy="586343"/>
            <a:chOff x="1876625" y="1091284"/>
            <a:chExt cx="3846137" cy="410330"/>
          </a:xfrm>
          <a:solidFill>
            <a:schemeClr val="accent3"/>
          </a:solidFill>
          <a:effectLst/>
        </p:grpSpPr>
        <p:sp>
          <p:nvSpPr>
            <p:cNvPr id="36" name="직사각형 3"/>
            <p:cNvSpPr/>
            <p:nvPr/>
          </p:nvSpPr>
          <p:spPr>
            <a:xfrm rot="5400000">
              <a:off x="5312432" y="1091284"/>
              <a:ext cx="410330" cy="410330"/>
            </a:xfrm>
            <a:custGeom>
              <a:avLst/>
              <a:gdLst/>
              <a:ahLst/>
              <a:cxnLst/>
              <a:rect l="l" t="t" r="r" b="b"/>
              <a:pathLst>
                <a:path w="360000" h="360000">
                  <a:moveTo>
                    <a:pt x="360000" y="0"/>
                  </a:moveTo>
                  <a:lnTo>
                    <a:pt x="360000" y="288000"/>
                  </a:lnTo>
                  <a:cubicBezTo>
                    <a:pt x="320235" y="288000"/>
                    <a:pt x="288000" y="320235"/>
                    <a:pt x="288000" y="360000"/>
                  </a:cubicBezTo>
                  <a:lnTo>
                    <a:pt x="0" y="360000"/>
                  </a:lnTo>
                  <a:cubicBezTo>
                    <a:pt x="0" y="161177"/>
                    <a:pt x="161177" y="0"/>
                    <a:pt x="360000" y="0"/>
                  </a:cubicBezTo>
                  <a:close/>
                </a:path>
              </a:pathLst>
            </a:custGeom>
            <a:grpFill/>
            <a:ln w="25400" cap="flat" cmpd="sng" algn="ctr">
              <a:noFill/>
              <a:prstDash val="solid"/>
            </a:ln>
            <a:effectLst/>
            <a:extLst>
              <a:ext uri="{91240B29-F687-4F45-9708-019B960494DF}">
                <a14:hiddenLine xmlns:a14="http://schemas.microsoft.com/office/drawing/2010/main" w="25400" cap="flat" cmpd="sng" algn="ctr">
                  <a:solidFill>
                    <a:schemeClr val="accent1">
                      <a:shade val="50000"/>
                    </a:schemeClr>
                  </a:solidFill>
                  <a:prstDash val="solid"/>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prstClr val="white"/>
                </a:solidFill>
                <a:effectLst/>
                <a:uLnTx/>
                <a:uFillTx/>
                <a:latin typeface="Arial"/>
                <a:ea typeface="굴림" panose="020B0600000101010101" pitchFamily="34" charset="-127"/>
                <a:cs typeface="+mn-cs"/>
              </a:endParaRPr>
            </a:p>
          </p:txBody>
        </p:sp>
        <p:sp>
          <p:nvSpPr>
            <p:cNvPr id="37" name="직사각형 97"/>
            <p:cNvSpPr>
              <a:spLocks/>
            </p:cNvSpPr>
            <p:nvPr/>
          </p:nvSpPr>
          <p:spPr>
            <a:xfrm rot="10800000" flipV="1">
              <a:off x="1876625" y="1091284"/>
              <a:ext cx="3435808" cy="328264"/>
            </a:xfrm>
            <a:prstGeom prst="rect">
              <a:avLst/>
            </a:prstGeom>
            <a:grpFill/>
            <a:ln w="25400" cap="flat" cmpd="sng" algn="ctr">
              <a:no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GB" altLang="ko-KR" sz="2000" b="0" i="0" u="none" strike="noStrike" kern="1200" cap="none" spc="0" normalizeH="0" baseline="0" noProof="0">
                  <a:ln>
                    <a:noFill/>
                  </a:ln>
                  <a:solidFill>
                    <a:prstClr val="white"/>
                  </a:solidFill>
                  <a:effectLst/>
                  <a:uLnTx/>
                  <a:uFillTx/>
                  <a:latin typeface="Arial"/>
                  <a:ea typeface="굴림" panose="020B0600000101010101" pitchFamily="34" charset="-127"/>
                  <a:cs typeface="+mn-cs"/>
                </a:rPr>
                <a:t>Automation Module</a:t>
              </a:r>
              <a:endParaRPr kumimoji="0" lang="ko-KR" altLang="en-US" sz="2000" b="0" i="0" u="none" strike="noStrike" kern="1200" cap="none" spc="0" normalizeH="0" baseline="0" noProof="0">
                <a:ln>
                  <a:noFill/>
                </a:ln>
                <a:solidFill>
                  <a:prstClr val="white"/>
                </a:solidFill>
                <a:effectLst/>
                <a:uLnTx/>
                <a:uFillTx/>
                <a:latin typeface="Arial"/>
                <a:ea typeface="굴림" panose="020B0600000101010101" pitchFamily="34" charset="-127"/>
                <a:cs typeface="+mn-cs"/>
              </a:endParaRPr>
            </a:p>
          </p:txBody>
        </p:sp>
      </p:grpSp>
      <p:sp>
        <p:nvSpPr>
          <p:cNvPr id="38" name="직사각형 93"/>
          <p:cNvSpPr>
            <a:spLocks/>
          </p:cNvSpPr>
          <p:nvPr/>
        </p:nvSpPr>
        <p:spPr>
          <a:xfrm rot="5400000" flipV="1">
            <a:off x="5549462" y="4380839"/>
            <a:ext cx="982542" cy="496433"/>
          </a:xfrm>
          <a:prstGeom prst="rect">
            <a:avLst/>
          </a:prstGeom>
          <a:solidFill>
            <a:schemeClr val="accent3"/>
          </a:solidFill>
          <a:ln w="25400" cap="flat" cmpd="sng" algn="ctr">
            <a:no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srgbClr val="000000"/>
              </a:solidFill>
              <a:effectLst/>
              <a:uLnTx/>
              <a:uFillTx/>
              <a:latin typeface="Arial"/>
              <a:ea typeface="굴림" panose="020B0600000101010101" pitchFamily="34" charset="-127"/>
              <a:cs typeface="+mn-cs"/>
            </a:endParaRPr>
          </a:p>
        </p:txBody>
      </p:sp>
      <p:sp>
        <p:nvSpPr>
          <p:cNvPr id="39" name="Rectangle 38"/>
          <p:cNvSpPr/>
          <p:nvPr/>
        </p:nvSpPr>
        <p:spPr>
          <a:xfrm>
            <a:off x="6288944" y="3996450"/>
            <a:ext cx="5458555" cy="1071604"/>
          </a:xfrm>
          <a:prstGeom prst="rect">
            <a:avLst/>
          </a:prstGeom>
          <a:solidFill>
            <a:schemeClr val="accent5">
              <a:lumMod val="20000"/>
              <a:lumOff val="80000"/>
            </a:schemeClr>
          </a:solidFill>
          <a:ln w="952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GB" sz="1600" b="0" i="0" u="none" strike="noStrike" kern="1200" cap="none" spc="0" normalizeH="0" baseline="0" noProof="0" dirty="0">
                <a:ln>
                  <a:noFill/>
                </a:ln>
                <a:solidFill>
                  <a:srgbClr val="000000">
                    <a:lumMod val="65000"/>
                    <a:lumOff val="35000"/>
                  </a:srgbClr>
                </a:solidFill>
                <a:effectLst/>
                <a:uLnTx/>
                <a:uFillTx/>
                <a:latin typeface="Arial"/>
                <a:ea typeface="+mn-ea"/>
                <a:cs typeface="+mn-cs"/>
              </a:rPr>
              <a:t>We offer comprehensive quarterly standard calibrations, that cover close to 30 economies, range of yield curves (incl. EIOPA styled) and other assets. In addition to this, we offer bespoke calibration services.</a:t>
            </a:r>
          </a:p>
        </p:txBody>
      </p:sp>
      <p:grpSp>
        <p:nvGrpSpPr>
          <p:cNvPr id="40" name="Group 39"/>
          <p:cNvGrpSpPr/>
          <p:nvPr/>
        </p:nvGrpSpPr>
        <p:grpSpPr>
          <a:xfrm>
            <a:off x="5602006" y="4133721"/>
            <a:ext cx="877447" cy="1410477"/>
            <a:chOff x="5602006" y="3771771"/>
            <a:chExt cx="877447" cy="1410477"/>
          </a:xfrm>
          <a:solidFill>
            <a:schemeClr val="accent4"/>
          </a:solidFill>
        </p:grpSpPr>
        <p:sp>
          <p:nvSpPr>
            <p:cNvPr id="41" name="이등변 삼각형 83"/>
            <p:cNvSpPr/>
            <p:nvPr/>
          </p:nvSpPr>
          <p:spPr>
            <a:xfrm flipH="1" flipV="1">
              <a:off x="5602006" y="4752606"/>
              <a:ext cx="877447" cy="429642"/>
            </a:xfrm>
            <a:prstGeom prst="triangle">
              <a:avLst/>
            </a:prstGeom>
            <a:grpFill/>
            <a:ln w="25400" cap="flat" cmpd="sng" algn="ctr">
              <a:no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srgbClr val="000000"/>
                </a:solidFill>
                <a:effectLst/>
                <a:uLnTx/>
                <a:uFillTx/>
                <a:latin typeface="Arial"/>
                <a:ea typeface="굴림" panose="020B0600000101010101" pitchFamily="34" charset="-127"/>
                <a:cs typeface="+mn-cs"/>
              </a:endParaRPr>
            </a:p>
          </p:txBody>
        </p:sp>
        <p:sp>
          <p:nvSpPr>
            <p:cNvPr id="42" name="직사각형 66"/>
            <p:cNvSpPr>
              <a:spLocks/>
            </p:cNvSpPr>
            <p:nvPr/>
          </p:nvSpPr>
          <p:spPr>
            <a:xfrm rot="16200000" flipH="1" flipV="1">
              <a:off x="5544545" y="4019738"/>
              <a:ext cx="992368" cy="496433"/>
            </a:xfrm>
            <a:prstGeom prst="rect">
              <a:avLst/>
            </a:prstGeom>
            <a:grpFill/>
            <a:ln w="25400" cap="flat" cmpd="sng" algn="ctr">
              <a:no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srgbClr val="000000"/>
                </a:solidFill>
                <a:effectLst/>
                <a:uLnTx/>
                <a:uFillTx/>
                <a:latin typeface="Arial"/>
                <a:ea typeface="굴림" panose="020B0600000101010101" pitchFamily="34" charset="-127"/>
                <a:cs typeface="+mn-cs"/>
              </a:endParaRPr>
            </a:p>
          </p:txBody>
        </p:sp>
      </p:grpSp>
      <p:sp>
        <p:nvSpPr>
          <p:cNvPr id="43" name="직사각형 3"/>
          <p:cNvSpPr/>
          <p:nvPr/>
        </p:nvSpPr>
        <p:spPr>
          <a:xfrm rot="16200000" flipH="1">
            <a:off x="5806682" y="3527342"/>
            <a:ext cx="592207" cy="620542"/>
          </a:xfrm>
          <a:custGeom>
            <a:avLst/>
            <a:gdLst/>
            <a:ahLst/>
            <a:cxnLst/>
            <a:rect l="l" t="t" r="r" b="b"/>
            <a:pathLst>
              <a:path w="360000" h="360000">
                <a:moveTo>
                  <a:pt x="360000" y="0"/>
                </a:moveTo>
                <a:lnTo>
                  <a:pt x="360000" y="288000"/>
                </a:lnTo>
                <a:cubicBezTo>
                  <a:pt x="320235" y="288000"/>
                  <a:pt x="288000" y="320235"/>
                  <a:pt x="288000" y="360000"/>
                </a:cubicBezTo>
                <a:lnTo>
                  <a:pt x="0" y="360000"/>
                </a:lnTo>
                <a:cubicBezTo>
                  <a:pt x="0" y="161177"/>
                  <a:pt x="161177" y="0"/>
                  <a:pt x="360000" y="0"/>
                </a:cubicBezTo>
                <a:close/>
              </a:path>
            </a:pathLst>
          </a:custGeom>
          <a:solidFill>
            <a:schemeClr val="accent4"/>
          </a:solidFill>
          <a:ln w="25400" cap="flat" cmpd="sng" algn="ctr">
            <a:no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srgbClr val="000000"/>
              </a:solidFill>
              <a:effectLst/>
              <a:uLnTx/>
              <a:uFillTx/>
              <a:latin typeface="Arial"/>
              <a:ea typeface="굴림" panose="020B0600000101010101" pitchFamily="34" charset="-127"/>
              <a:cs typeface="+mn-cs"/>
            </a:endParaRPr>
          </a:p>
        </p:txBody>
      </p:sp>
      <p:sp>
        <p:nvSpPr>
          <p:cNvPr id="44" name="직사각형 84"/>
          <p:cNvSpPr>
            <a:spLocks/>
          </p:cNvSpPr>
          <p:nvPr/>
        </p:nvSpPr>
        <p:spPr>
          <a:xfrm rot="10800000" flipH="1" flipV="1">
            <a:off x="6394551" y="3546742"/>
            <a:ext cx="5333476" cy="473766"/>
          </a:xfrm>
          <a:prstGeom prst="rect">
            <a:avLst/>
          </a:prstGeom>
          <a:solidFill>
            <a:schemeClr val="accent4"/>
          </a:solidFill>
          <a:ln w="25400" cap="flat" cmpd="sng" algn="ctr">
            <a:no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GB" altLang="ko-KR" sz="2000" b="0" i="0" u="none" strike="noStrike" kern="1200" cap="none" spc="0" normalizeH="0" baseline="0" noProof="0">
                <a:ln>
                  <a:noFill/>
                </a:ln>
                <a:solidFill>
                  <a:prstClr val="white"/>
                </a:solidFill>
                <a:effectLst/>
                <a:uLnTx/>
                <a:uFillTx/>
                <a:latin typeface="Arial"/>
                <a:ea typeface="굴림" panose="020B0600000101010101" pitchFamily="34" charset="-127"/>
                <a:cs typeface="+mn-cs"/>
              </a:rPr>
              <a:t>WD 2 MC Calibrations</a:t>
            </a:r>
            <a:endParaRPr kumimoji="0" lang="ko-KR" altLang="en-US" sz="2000" b="0" i="0" u="none" strike="noStrike" kern="1200" cap="none" spc="0" normalizeH="0" baseline="0" noProof="0">
              <a:ln>
                <a:noFill/>
              </a:ln>
              <a:solidFill>
                <a:prstClr val="white"/>
              </a:solidFill>
              <a:effectLst/>
              <a:uLnTx/>
              <a:uFillTx/>
              <a:latin typeface="Arial"/>
              <a:ea typeface="굴림" panose="020B0600000101010101" pitchFamily="34" charset="-127"/>
              <a:cs typeface="+mn-cs"/>
            </a:endParaRPr>
          </a:p>
        </p:txBody>
      </p:sp>
    </p:spTree>
    <p:extLst>
      <p:ext uri="{BB962C8B-B14F-4D97-AF65-F5344CB8AC3E}">
        <p14:creationId xmlns:p14="http://schemas.microsoft.com/office/powerpoint/2010/main" val="1846748740"/>
      </p:ext>
    </p:extLst>
  </p:cSld>
  <p:clrMapOvr>
    <a:masterClrMapping/>
  </p:clrMapOvr>
  <p:transition spd="slow">
    <p:push dir="u"/>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 name="Content Placeholder 2"/>
          <p:cNvSpPr>
            <a:spLocks noGrp="1"/>
          </p:cNvSpPr>
          <p:nvPr>
            <p:ph type="body" sz="quarter" idx="10"/>
          </p:nvPr>
        </p:nvSpPr>
        <p:spPr>
          <a:xfrm>
            <a:off x="548640" y="5669280"/>
            <a:ext cx="11264265" cy="505203"/>
          </a:xfrm>
        </p:spPr>
        <p:txBody>
          <a:bodyPr/>
          <a:lstStyle/>
          <a:p>
            <a:pPr lvl="1"/>
            <a:r>
              <a:rPr lang="en-US" sz="1400">
                <a:latin typeface="Arial" panose="020B0604020202020204" pitchFamily="34" charset="0"/>
              </a:rPr>
              <a:t>Equations describe stochastic evolution of key economic variables</a:t>
            </a:r>
          </a:p>
          <a:p>
            <a:pPr lvl="1"/>
            <a:r>
              <a:rPr lang="en-US" sz="1400">
                <a:latin typeface="Arial" panose="020B0604020202020204" pitchFamily="34" charset="0"/>
              </a:rPr>
              <a:t>Correlations ensure plausible economic relationship between asset classes</a:t>
            </a:r>
          </a:p>
        </p:txBody>
      </p:sp>
      <p:sp>
        <p:nvSpPr>
          <p:cNvPr id="10242" name="Title 1"/>
          <p:cNvSpPr>
            <a:spLocks noGrp="1"/>
          </p:cNvSpPr>
          <p:nvPr>
            <p:ph type="title"/>
          </p:nvPr>
        </p:nvSpPr>
        <p:spPr>
          <a:xfrm>
            <a:off x="548640" y="548640"/>
            <a:ext cx="11268075" cy="492443"/>
          </a:xfrm>
        </p:spPr>
        <p:txBody>
          <a:bodyPr/>
          <a:lstStyle/>
          <a:p>
            <a:pPr eaLnBrk="1" hangingPunct="1"/>
            <a:r>
              <a:rPr lang="en-GB" b="1">
                <a:latin typeface="Times New Roman" panose="02020603050405020304" pitchFamily="18" charset="0"/>
              </a:rPr>
              <a:t>Scenario Generator Model Structure</a:t>
            </a:r>
            <a:endParaRPr lang="en-US" b="1">
              <a:latin typeface="Times New Roman" panose="02020603050405020304" pitchFamily="18" charset="0"/>
            </a:endParaRPr>
          </a:p>
        </p:txBody>
      </p:sp>
      <p:sp>
        <p:nvSpPr>
          <p:cNvPr id="158" name="Rectangle 157"/>
          <p:cNvSpPr/>
          <p:nvPr/>
        </p:nvSpPr>
        <p:spPr bwMode="white">
          <a:xfrm>
            <a:off x="4153376" y="1243965"/>
            <a:ext cx="1522412" cy="460374"/>
          </a:xfrm>
          <a:prstGeom prst="rect">
            <a:avLst/>
          </a:prstGeom>
          <a:solidFill>
            <a:srgbClr val="BABBBD"/>
          </a:solidFill>
          <a:ln>
            <a:solidFill>
              <a:schemeClr val="tx1"/>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spcBef>
                <a:spcPct val="50000"/>
              </a:spcBef>
              <a:defRPr/>
            </a:pPr>
            <a:r>
              <a:rPr lang="en-GB" sz="1200" b="1">
                <a:solidFill>
                  <a:srgbClr val="0028A0"/>
                </a:solidFill>
                <a:latin typeface="Arial" panose="020B0604020202020204" pitchFamily="34" charset="0"/>
              </a:rPr>
              <a:t>Property Returns</a:t>
            </a:r>
          </a:p>
        </p:txBody>
      </p:sp>
      <p:sp>
        <p:nvSpPr>
          <p:cNvPr id="159" name="Rectangle 158"/>
          <p:cNvSpPr/>
          <p:nvPr/>
        </p:nvSpPr>
        <p:spPr bwMode="white">
          <a:xfrm>
            <a:off x="6012439" y="1234440"/>
            <a:ext cx="2211387" cy="482600"/>
          </a:xfrm>
          <a:prstGeom prst="rect">
            <a:avLst/>
          </a:prstGeom>
          <a:solidFill>
            <a:srgbClr val="BABBBD"/>
          </a:solidFill>
          <a:ln>
            <a:solidFill>
              <a:schemeClr val="tx1"/>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spcBef>
                <a:spcPct val="50000"/>
              </a:spcBef>
              <a:defRPr/>
            </a:pPr>
            <a:r>
              <a:rPr lang="en-GB" sz="1200" b="1">
                <a:solidFill>
                  <a:srgbClr val="0028A0"/>
                </a:solidFill>
                <a:latin typeface="Arial" panose="020B0604020202020204" pitchFamily="34" charset="0"/>
              </a:rPr>
              <a:t>Alternative Asset Returns (e.g. Commodities)</a:t>
            </a:r>
          </a:p>
        </p:txBody>
      </p:sp>
      <p:sp>
        <p:nvSpPr>
          <p:cNvPr id="160" name="Rectangle 159"/>
          <p:cNvSpPr/>
          <p:nvPr/>
        </p:nvSpPr>
        <p:spPr bwMode="white">
          <a:xfrm>
            <a:off x="8499156" y="3554648"/>
            <a:ext cx="1522800" cy="889200"/>
          </a:xfrm>
          <a:prstGeom prst="rect">
            <a:avLst/>
          </a:prstGeom>
          <a:solidFill>
            <a:srgbClr val="BABBBD"/>
          </a:solidFill>
          <a:ln>
            <a:solidFill>
              <a:schemeClr val="tx1"/>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spcBef>
                <a:spcPct val="50000"/>
              </a:spcBef>
              <a:defRPr/>
            </a:pPr>
            <a:r>
              <a:rPr lang="en-GB" sz="1200" b="1">
                <a:solidFill>
                  <a:srgbClr val="0028A0"/>
                </a:solidFill>
                <a:latin typeface="Arial" panose="020B0604020202020204" pitchFamily="34" charset="0"/>
              </a:rPr>
              <a:t>Exchange Rate</a:t>
            </a:r>
          </a:p>
          <a:p>
            <a:pPr algn="ctr">
              <a:spcBef>
                <a:spcPct val="50000"/>
              </a:spcBef>
              <a:defRPr/>
            </a:pPr>
            <a:r>
              <a:rPr lang="en-GB" sz="1200" b="1">
                <a:solidFill>
                  <a:srgbClr val="0028A0"/>
                </a:solidFill>
                <a:latin typeface="Arial" panose="020B0604020202020204" pitchFamily="34" charset="0"/>
              </a:rPr>
              <a:t>(PPP or Interest Rate Parity)</a:t>
            </a:r>
          </a:p>
        </p:txBody>
      </p:sp>
      <p:sp>
        <p:nvSpPr>
          <p:cNvPr id="161" name="Rectangle 160"/>
          <p:cNvSpPr/>
          <p:nvPr/>
        </p:nvSpPr>
        <p:spPr bwMode="white">
          <a:xfrm>
            <a:off x="2298381" y="2825986"/>
            <a:ext cx="1522800" cy="889200"/>
          </a:xfrm>
          <a:prstGeom prst="rect">
            <a:avLst/>
          </a:prstGeom>
          <a:solidFill>
            <a:srgbClr val="BABBBD"/>
          </a:solidFill>
          <a:ln>
            <a:solidFill>
              <a:schemeClr val="tx1"/>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spcBef>
                <a:spcPct val="50000"/>
              </a:spcBef>
            </a:pPr>
            <a:r>
              <a:rPr lang="en-GB" sz="1200" b="1">
                <a:solidFill>
                  <a:srgbClr val="0028A0"/>
                </a:solidFill>
                <a:latin typeface="Arial" panose="020B0604020202020204" pitchFamily="34" charset="0"/>
              </a:rPr>
              <a:t>Initial swap and government nominal bonds</a:t>
            </a:r>
          </a:p>
        </p:txBody>
      </p:sp>
      <p:sp>
        <p:nvSpPr>
          <p:cNvPr id="162" name="Rectangle 161"/>
          <p:cNvSpPr/>
          <p:nvPr/>
        </p:nvSpPr>
        <p:spPr bwMode="white">
          <a:xfrm>
            <a:off x="4420869" y="2825986"/>
            <a:ext cx="1522800" cy="889200"/>
          </a:xfrm>
          <a:prstGeom prst="rect">
            <a:avLst/>
          </a:prstGeom>
          <a:solidFill>
            <a:srgbClr val="BABBBD"/>
          </a:solidFill>
          <a:ln>
            <a:solidFill>
              <a:schemeClr val="tx1"/>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spcBef>
                <a:spcPct val="50000"/>
              </a:spcBef>
            </a:pPr>
            <a:r>
              <a:rPr lang="en-GB" sz="1200" b="1">
                <a:solidFill>
                  <a:srgbClr val="0028A0"/>
                </a:solidFill>
                <a:latin typeface="Arial" panose="020B0604020202020204" pitchFamily="34" charset="0"/>
              </a:rPr>
              <a:t>Nominal Rate Model</a:t>
            </a:r>
          </a:p>
        </p:txBody>
      </p:sp>
      <p:sp>
        <p:nvSpPr>
          <p:cNvPr id="163" name="Rectangle 162"/>
          <p:cNvSpPr/>
          <p:nvPr/>
        </p:nvSpPr>
        <p:spPr bwMode="white">
          <a:xfrm>
            <a:off x="6438581" y="3554649"/>
            <a:ext cx="1522800" cy="889200"/>
          </a:xfrm>
          <a:prstGeom prst="rect">
            <a:avLst/>
          </a:prstGeom>
          <a:solidFill>
            <a:srgbClr val="BABBBD"/>
          </a:solidFill>
          <a:ln>
            <a:solidFill>
              <a:schemeClr val="tx1"/>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spcBef>
                <a:spcPct val="50000"/>
              </a:spcBef>
              <a:defRPr/>
            </a:pPr>
            <a:r>
              <a:rPr lang="en-GB" sz="1200" b="1">
                <a:solidFill>
                  <a:srgbClr val="0028A0"/>
                </a:solidFill>
                <a:latin typeface="Arial" panose="020B0604020202020204" pitchFamily="34" charset="0"/>
              </a:rPr>
              <a:t>Inflation Expectations (Nominal - Real)</a:t>
            </a:r>
          </a:p>
        </p:txBody>
      </p:sp>
      <p:sp>
        <p:nvSpPr>
          <p:cNvPr id="164" name="Rectangle 163"/>
          <p:cNvSpPr/>
          <p:nvPr/>
        </p:nvSpPr>
        <p:spPr bwMode="white">
          <a:xfrm>
            <a:off x="8499156" y="1901189"/>
            <a:ext cx="1528764" cy="460800"/>
          </a:xfrm>
          <a:prstGeom prst="rect">
            <a:avLst/>
          </a:prstGeom>
          <a:solidFill>
            <a:srgbClr val="BABBBD"/>
          </a:solidFill>
          <a:ln>
            <a:solidFill>
              <a:schemeClr val="tx1"/>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spcBef>
                <a:spcPct val="50000"/>
              </a:spcBef>
              <a:defRPr/>
            </a:pPr>
            <a:r>
              <a:rPr lang="en-GB" sz="1200" b="1">
                <a:solidFill>
                  <a:srgbClr val="0028A0"/>
                </a:solidFill>
                <a:latin typeface="Arial" panose="020B0604020202020204" pitchFamily="34" charset="0"/>
              </a:rPr>
              <a:t>Credit Risk Model</a:t>
            </a:r>
          </a:p>
        </p:txBody>
      </p:sp>
      <p:sp>
        <p:nvSpPr>
          <p:cNvPr id="165" name="Rectangle 164"/>
          <p:cNvSpPr/>
          <p:nvPr/>
        </p:nvSpPr>
        <p:spPr bwMode="white">
          <a:xfrm>
            <a:off x="6442023" y="4685841"/>
            <a:ext cx="1522800" cy="889200"/>
          </a:xfrm>
          <a:prstGeom prst="rect">
            <a:avLst/>
          </a:prstGeom>
          <a:solidFill>
            <a:srgbClr val="BABBBD"/>
          </a:solidFill>
          <a:ln>
            <a:solidFill>
              <a:schemeClr val="tx1"/>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spcBef>
                <a:spcPct val="50000"/>
              </a:spcBef>
              <a:defRPr/>
            </a:pPr>
            <a:r>
              <a:rPr lang="en-GB" sz="1200" b="1">
                <a:solidFill>
                  <a:srgbClr val="0028A0"/>
                </a:solidFill>
                <a:latin typeface="Arial" panose="020B0604020202020204" pitchFamily="34" charset="0"/>
              </a:rPr>
              <a:t>Realised Inflation and Alternative Inflation Rates   (e.g. Medical)</a:t>
            </a:r>
          </a:p>
        </p:txBody>
      </p:sp>
      <p:sp>
        <p:nvSpPr>
          <p:cNvPr id="166" name="Rectangle 165"/>
          <p:cNvSpPr/>
          <p:nvPr/>
        </p:nvSpPr>
        <p:spPr bwMode="white">
          <a:xfrm>
            <a:off x="6438581" y="2441110"/>
            <a:ext cx="1522800" cy="889200"/>
          </a:xfrm>
          <a:prstGeom prst="rect">
            <a:avLst/>
          </a:prstGeom>
          <a:solidFill>
            <a:srgbClr val="BABBBD"/>
          </a:solidFill>
          <a:ln>
            <a:solidFill>
              <a:schemeClr val="tx1"/>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spcBef>
                <a:spcPct val="50000"/>
              </a:spcBef>
              <a:defRPr/>
            </a:pPr>
            <a:r>
              <a:rPr lang="en-GB" sz="1200" b="1">
                <a:solidFill>
                  <a:srgbClr val="0028A0"/>
                </a:solidFill>
                <a:latin typeface="Arial" panose="020B0604020202020204" pitchFamily="34" charset="0"/>
              </a:rPr>
              <a:t>Real-Economy: GDP and Real Wages </a:t>
            </a:r>
          </a:p>
        </p:txBody>
      </p:sp>
      <p:cxnSp>
        <p:nvCxnSpPr>
          <p:cNvPr id="167" name="Straight Connector 166"/>
          <p:cNvCxnSpPr>
            <a:stCxn id="162" idx="1"/>
            <a:endCxn id="161" idx="3"/>
          </p:cNvCxnSpPr>
          <p:nvPr/>
        </p:nvCxnSpPr>
        <p:spPr bwMode="white">
          <a:xfrm flipH="1">
            <a:off x="3821181" y="3270586"/>
            <a:ext cx="599688" cy="0"/>
          </a:xfrm>
          <a:prstGeom prst="line">
            <a:avLst/>
          </a:prstGeom>
          <a:ln w="19050">
            <a:solidFill>
              <a:schemeClr val="tx1"/>
            </a:solidFill>
            <a:headEnd type="arrow"/>
          </a:ln>
        </p:spPr>
        <p:style>
          <a:lnRef idx="1">
            <a:schemeClr val="accent1"/>
          </a:lnRef>
          <a:fillRef idx="0">
            <a:schemeClr val="accent1"/>
          </a:fillRef>
          <a:effectRef idx="0">
            <a:schemeClr val="accent1"/>
          </a:effectRef>
          <a:fontRef idx="minor">
            <a:schemeClr val="tx1"/>
          </a:fontRef>
        </p:style>
      </p:cxnSp>
      <p:sp>
        <p:nvSpPr>
          <p:cNvPr id="168" name="Rectangle 167"/>
          <p:cNvSpPr/>
          <p:nvPr/>
        </p:nvSpPr>
        <p:spPr bwMode="white">
          <a:xfrm>
            <a:off x="4420869" y="4257911"/>
            <a:ext cx="1522800" cy="889200"/>
          </a:xfrm>
          <a:prstGeom prst="rect">
            <a:avLst/>
          </a:prstGeom>
          <a:solidFill>
            <a:srgbClr val="BABBBD"/>
          </a:solidFill>
          <a:ln>
            <a:solidFill>
              <a:schemeClr val="tx1"/>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spcBef>
                <a:spcPct val="50000"/>
              </a:spcBef>
              <a:defRPr/>
            </a:pPr>
            <a:r>
              <a:rPr lang="en-GB" sz="1200" b="1">
                <a:solidFill>
                  <a:srgbClr val="0028A0"/>
                </a:solidFill>
                <a:latin typeface="Arial" panose="020B0604020202020204" pitchFamily="34" charset="0"/>
              </a:rPr>
              <a:t>Real Rate Model</a:t>
            </a:r>
          </a:p>
        </p:txBody>
      </p:sp>
      <p:sp>
        <p:nvSpPr>
          <p:cNvPr id="169" name="Rectangle 168"/>
          <p:cNvSpPr/>
          <p:nvPr/>
        </p:nvSpPr>
        <p:spPr bwMode="white">
          <a:xfrm>
            <a:off x="2298381" y="4257911"/>
            <a:ext cx="1522800" cy="889200"/>
          </a:xfrm>
          <a:prstGeom prst="rect">
            <a:avLst/>
          </a:prstGeom>
          <a:solidFill>
            <a:srgbClr val="BABBBD"/>
          </a:solidFill>
          <a:ln>
            <a:solidFill>
              <a:schemeClr val="tx1"/>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spcBef>
                <a:spcPct val="50000"/>
              </a:spcBef>
            </a:pPr>
            <a:r>
              <a:rPr lang="en-GB" sz="1200" b="1">
                <a:solidFill>
                  <a:srgbClr val="0028A0"/>
                </a:solidFill>
                <a:latin typeface="Arial" panose="020B0604020202020204" pitchFamily="34" charset="0"/>
              </a:rPr>
              <a:t>Index linked government bonds</a:t>
            </a:r>
          </a:p>
        </p:txBody>
      </p:sp>
      <p:cxnSp>
        <p:nvCxnSpPr>
          <p:cNvPr id="170" name="Straight Connector 169"/>
          <p:cNvCxnSpPr>
            <a:stCxn id="168" idx="1"/>
            <a:endCxn id="169" idx="3"/>
          </p:cNvCxnSpPr>
          <p:nvPr/>
        </p:nvCxnSpPr>
        <p:spPr bwMode="white">
          <a:xfrm flipH="1">
            <a:off x="3821181" y="4702511"/>
            <a:ext cx="599688" cy="0"/>
          </a:xfrm>
          <a:prstGeom prst="line">
            <a:avLst/>
          </a:prstGeom>
          <a:ln w="19050">
            <a:solidFill>
              <a:schemeClr val="tx1"/>
            </a:solidFill>
            <a:headEnd type="arrow"/>
          </a:ln>
        </p:spPr>
        <p:style>
          <a:lnRef idx="1">
            <a:schemeClr val="accent1"/>
          </a:lnRef>
          <a:fillRef idx="0">
            <a:schemeClr val="accent1"/>
          </a:fillRef>
          <a:effectRef idx="0">
            <a:schemeClr val="accent1"/>
          </a:effectRef>
          <a:fontRef idx="minor">
            <a:schemeClr val="tx1"/>
          </a:fontRef>
        </p:style>
      </p:cxnSp>
      <p:cxnSp>
        <p:nvCxnSpPr>
          <p:cNvPr id="171" name="Straight Connector 170"/>
          <p:cNvCxnSpPr>
            <a:stCxn id="168" idx="0"/>
            <a:endCxn id="162" idx="2"/>
          </p:cNvCxnSpPr>
          <p:nvPr/>
        </p:nvCxnSpPr>
        <p:spPr bwMode="white">
          <a:xfrm flipV="1">
            <a:off x="5182269" y="3715187"/>
            <a:ext cx="0" cy="542725"/>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72" name="Straight Arrow Connector 171"/>
          <p:cNvCxnSpPr>
            <a:endCxn id="163" idx="1"/>
          </p:cNvCxnSpPr>
          <p:nvPr/>
        </p:nvCxnSpPr>
        <p:spPr bwMode="white">
          <a:xfrm>
            <a:off x="5182269" y="3999249"/>
            <a:ext cx="1256312" cy="0"/>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73" name="Straight Arrow Connector 172"/>
          <p:cNvCxnSpPr>
            <a:stCxn id="163" idx="2"/>
            <a:endCxn id="165" idx="0"/>
          </p:cNvCxnSpPr>
          <p:nvPr/>
        </p:nvCxnSpPr>
        <p:spPr bwMode="white">
          <a:xfrm>
            <a:off x="7199981" y="4443849"/>
            <a:ext cx="3442" cy="241992"/>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74" name="Straight Arrow Connector 173"/>
          <p:cNvCxnSpPr>
            <a:stCxn id="163" idx="0"/>
            <a:endCxn id="166" idx="2"/>
          </p:cNvCxnSpPr>
          <p:nvPr/>
        </p:nvCxnSpPr>
        <p:spPr bwMode="white">
          <a:xfrm flipV="1">
            <a:off x="7199981" y="3330311"/>
            <a:ext cx="0" cy="224339"/>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75" name="Straight Arrow Connector 174"/>
          <p:cNvCxnSpPr>
            <a:stCxn id="163" idx="3"/>
            <a:endCxn id="160" idx="1"/>
          </p:cNvCxnSpPr>
          <p:nvPr/>
        </p:nvCxnSpPr>
        <p:spPr bwMode="white">
          <a:xfrm flipV="1">
            <a:off x="7961382" y="3999249"/>
            <a:ext cx="537775" cy="1"/>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77" name="Straight Arrow Connector 176"/>
          <p:cNvCxnSpPr/>
          <p:nvPr/>
        </p:nvCxnSpPr>
        <p:spPr bwMode="white">
          <a:xfrm flipH="1" flipV="1">
            <a:off x="4909313" y="1704339"/>
            <a:ext cx="796" cy="427250"/>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78" name="Straight Arrow Connector 177"/>
          <p:cNvCxnSpPr>
            <a:endCxn id="186" idx="2"/>
          </p:cNvCxnSpPr>
          <p:nvPr/>
        </p:nvCxnSpPr>
        <p:spPr bwMode="white">
          <a:xfrm flipV="1">
            <a:off x="3032537" y="1705133"/>
            <a:ext cx="4569" cy="425663"/>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79" name="Straight Arrow Connector 178"/>
          <p:cNvCxnSpPr/>
          <p:nvPr/>
        </p:nvCxnSpPr>
        <p:spPr bwMode="white">
          <a:xfrm flipH="1" flipV="1">
            <a:off x="7112864" y="1717041"/>
            <a:ext cx="1" cy="414549"/>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180" name="Rectangle 179"/>
          <p:cNvSpPr/>
          <p:nvPr/>
        </p:nvSpPr>
        <p:spPr bwMode="white">
          <a:xfrm>
            <a:off x="8504426" y="1244820"/>
            <a:ext cx="1522413" cy="460374"/>
          </a:xfrm>
          <a:prstGeom prst="rect">
            <a:avLst/>
          </a:prstGeom>
          <a:solidFill>
            <a:srgbClr val="BABBBD"/>
          </a:solidFill>
          <a:ln>
            <a:solidFill>
              <a:schemeClr val="tx1"/>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spcBef>
                <a:spcPct val="50000"/>
              </a:spcBef>
              <a:defRPr/>
            </a:pPr>
            <a:r>
              <a:rPr lang="en-GB" sz="1200" b="1">
                <a:solidFill>
                  <a:srgbClr val="0028A0"/>
                </a:solidFill>
                <a:latin typeface="Arial" panose="020B0604020202020204" pitchFamily="34" charset="0"/>
              </a:rPr>
              <a:t>Corporate Bond Returns</a:t>
            </a:r>
          </a:p>
        </p:txBody>
      </p:sp>
      <p:cxnSp>
        <p:nvCxnSpPr>
          <p:cNvPr id="181" name="Straight Arrow Connector 180"/>
          <p:cNvCxnSpPr>
            <a:endCxn id="164" idx="1"/>
          </p:cNvCxnSpPr>
          <p:nvPr/>
        </p:nvCxnSpPr>
        <p:spPr bwMode="white">
          <a:xfrm>
            <a:off x="3032536" y="2131589"/>
            <a:ext cx="5466620" cy="0"/>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83" name="Straight Connector 182"/>
          <p:cNvCxnSpPr>
            <a:endCxn id="186" idx="3"/>
          </p:cNvCxnSpPr>
          <p:nvPr/>
        </p:nvCxnSpPr>
        <p:spPr bwMode="white">
          <a:xfrm flipH="1">
            <a:off x="3798311" y="1474153"/>
            <a:ext cx="349796" cy="793"/>
          </a:xfrm>
          <a:prstGeom prst="line">
            <a:avLst/>
          </a:prstGeom>
          <a:ln w="2222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84" name="Straight Connector 183"/>
          <p:cNvCxnSpPr/>
          <p:nvPr/>
        </p:nvCxnSpPr>
        <p:spPr bwMode="white">
          <a:xfrm flipH="1" flipV="1">
            <a:off x="5670519" y="1474152"/>
            <a:ext cx="336650" cy="1588"/>
          </a:xfrm>
          <a:prstGeom prst="line">
            <a:avLst/>
          </a:prstGeom>
          <a:ln w="22225">
            <a:solidFill>
              <a:schemeClr val="tx1"/>
            </a:solidFill>
          </a:ln>
        </p:spPr>
        <p:style>
          <a:lnRef idx="1">
            <a:schemeClr val="accent1"/>
          </a:lnRef>
          <a:fillRef idx="0">
            <a:schemeClr val="accent1"/>
          </a:fillRef>
          <a:effectRef idx="0">
            <a:schemeClr val="accent1"/>
          </a:effectRef>
          <a:fontRef idx="minor">
            <a:schemeClr val="tx1"/>
          </a:fontRef>
        </p:style>
      </p:cxnSp>
      <p:sp>
        <p:nvSpPr>
          <p:cNvPr id="186" name="Rectangle 185"/>
          <p:cNvSpPr/>
          <p:nvPr/>
        </p:nvSpPr>
        <p:spPr bwMode="white">
          <a:xfrm>
            <a:off x="2275899" y="1244758"/>
            <a:ext cx="1522412" cy="460374"/>
          </a:xfrm>
          <a:prstGeom prst="rect">
            <a:avLst/>
          </a:prstGeom>
          <a:solidFill>
            <a:srgbClr val="BABBBD"/>
          </a:solidFill>
          <a:ln>
            <a:solidFill>
              <a:schemeClr val="tx1"/>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spcBef>
                <a:spcPct val="50000"/>
              </a:spcBef>
              <a:defRPr/>
            </a:pPr>
            <a:r>
              <a:rPr lang="en-GB" sz="1200" b="1">
                <a:solidFill>
                  <a:srgbClr val="0028A0"/>
                </a:solidFill>
                <a:latin typeface="Arial" panose="020B0604020202020204" pitchFamily="34" charset="0"/>
              </a:rPr>
              <a:t>Equity Returns</a:t>
            </a:r>
          </a:p>
        </p:txBody>
      </p:sp>
      <p:cxnSp>
        <p:nvCxnSpPr>
          <p:cNvPr id="38" name="Straight Connector 37"/>
          <p:cNvCxnSpPr>
            <a:stCxn id="162" idx="0"/>
          </p:cNvCxnSpPr>
          <p:nvPr/>
        </p:nvCxnSpPr>
        <p:spPr bwMode="white">
          <a:xfrm flipV="1">
            <a:off x="5182269" y="2131590"/>
            <a:ext cx="0" cy="694397"/>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48" name="Rectangle 47"/>
          <p:cNvSpPr/>
          <p:nvPr/>
        </p:nvSpPr>
        <p:spPr bwMode="white">
          <a:xfrm>
            <a:off x="8499156" y="4695366"/>
            <a:ext cx="1522800" cy="889200"/>
          </a:xfrm>
          <a:prstGeom prst="rect">
            <a:avLst/>
          </a:prstGeom>
          <a:solidFill>
            <a:srgbClr val="BABBBD"/>
          </a:solidFill>
          <a:ln>
            <a:solidFill>
              <a:schemeClr val="tx1"/>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spcBef>
                <a:spcPct val="50000"/>
              </a:spcBef>
            </a:pPr>
            <a:r>
              <a:rPr lang="en-GB" sz="1200" b="1">
                <a:solidFill>
                  <a:srgbClr val="0028A0"/>
                </a:solidFill>
                <a:latin typeface="Arial" panose="020B0604020202020204" pitchFamily="34" charset="0"/>
              </a:rPr>
              <a:t>Foreign Nominal Interest Rate</a:t>
            </a:r>
          </a:p>
        </p:txBody>
      </p:sp>
      <p:cxnSp>
        <p:nvCxnSpPr>
          <p:cNvPr id="50" name="Straight Arrow Connector 49"/>
          <p:cNvCxnSpPr/>
          <p:nvPr/>
        </p:nvCxnSpPr>
        <p:spPr bwMode="white">
          <a:xfrm flipV="1">
            <a:off x="9278915" y="4478173"/>
            <a:ext cx="0" cy="224339"/>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73" name="Straight Arrow Connector 72"/>
          <p:cNvCxnSpPr>
            <a:stCxn id="164" idx="0"/>
          </p:cNvCxnSpPr>
          <p:nvPr/>
        </p:nvCxnSpPr>
        <p:spPr bwMode="white">
          <a:xfrm flipH="1" flipV="1">
            <a:off x="9260362" y="1705195"/>
            <a:ext cx="3176" cy="195994"/>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24490941"/>
      </p:ext>
    </p:extLst>
  </p:cSld>
  <p:clrMapOvr>
    <a:masterClrMapping/>
  </p:clrMapOvr>
  <p:transition spd="slow">
    <p:push dir="u"/>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A91C84B4-4730-68FE-1DCB-07E940B55738}"/>
              </a:ext>
            </a:extLst>
          </p:cNvPr>
          <p:cNvSpPr>
            <a:spLocks noGrp="1"/>
          </p:cNvSpPr>
          <p:nvPr>
            <p:ph type="title"/>
          </p:nvPr>
        </p:nvSpPr>
        <p:spPr/>
        <p:txBody>
          <a:bodyPr/>
          <a:lstStyle/>
          <a:p>
            <a:r>
              <a:rPr lang="en-GB" b="1">
                <a:latin typeface="Times New Roman" panose="02020603050405020304" pitchFamily="18" charset="0"/>
              </a:rPr>
              <a:t>Calibration and Validation Approach</a:t>
            </a:r>
          </a:p>
        </p:txBody>
      </p:sp>
      <p:sp>
        <p:nvSpPr>
          <p:cNvPr id="6" name="Text Placeholder 5">
            <a:extLst>
              <a:ext uri="{FF2B5EF4-FFF2-40B4-BE49-F238E27FC236}">
                <a16:creationId xmlns:a16="http://schemas.microsoft.com/office/drawing/2014/main" id="{0F08C70A-8F29-65E2-6A57-56E85231E938}"/>
              </a:ext>
            </a:extLst>
          </p:cNvPr>
          <p:cNvSpPr>
            <a:spLocks noGrp="1"/>
          </p:cNvSpPr>
          <p:nvPr>
            <p:ph type="body" sz="quarter" idx="18"/>
          </p:nvPr>
        </p:nvSpPr>
        <p:spPr/>
        <p:txBody>
          <a:bodyPr/>
          <a:lstStyle/>
          <a:p>
            <a:endParaRPr lang="en-GB"/>
          </a:p>
        </p:txBody>
      </p:sp>
      <p:sp>
        <p:nvSpPr>
          <p:cNvPr id="25" name="Content Placeholder 12">
            <a:extLst>
              <a:ext uri="{FF2B5EF4-FFF2-40B4-BE49-F238E27FC236}">
                <a16:creationId xmlns:a16="http://schemas.microsoft.com/office/drawing/2014/main" id="{520C2098-9E49-A16C-36FA-077F52937FA6}"/>
              </a:ext>
            </a:extLst>
          </p:cNvPr>
          <p:cNvSpPr txBox="1">
            <a:spLocks/>
          </p:cNvSpPr>
          <p:nvPr/>
        </p:nvSpPr>
        <p:spPr>
          <a:xfrm>
            <a:off x="3834094" y="2276873"/>
            <a:ext cx="1933575" cy="973123"/>
          </a:xfrm>
          <a:prstGeom prst="roundRect">
            <a:avLst/>
          </a:prstGeom>
          <a:solidFill>
            <a:srgbClr val="0028A0"/>
          </a:solidFill>
          <a:ln w="12700" cap="flat" cmpd="sng" algn="ctr">
            <a:noFill/>
            <a:prstDash val="solid"/>
            <a:miter lim="800000"/>
          </a:ln>
        </p:spPr>
        <p:style>
          <a:lnRef idx="2">
            <a:schemeClr val="accent1">
              <a:shade val="50000"/>
            </a:schemeClr>
          </a:lnRef>
          <a:fillRef idx="1">
            <a:schemeClr val="accent1"/>
          </a:fillRef>
          <a:effectRef idx="0">
            <a:schemeClr val="accent1"/>
          </a:effectRef>
          <a:fontRef idx="minor">
            <a:schemeClr val="lt1"/>
          </a:fontRef>
        </p:style>
        <p:txBody>
          <a:bodyPr anchor="ctr"/>
          <a:lstStyle>
            <a:lvl1pPr marL="0" indent="0" algn="l" defTabSz="914400" rtl="0" eaLnBrk="1" latinLnBrk="0" hangingPunct="1">
              <a:lnSpc>
                <a:spcPct val="101000"/>
              </a:lnSpc>
              <a:spcBef>
                <a:spcPts val="0"/>
              </a:spcBef>
              <a:spcAft>
                <a:spcPts val="600"/>
              </a:spcAft>
              <a:buFont typeface="GT America Regular"/>
              <a:buNone/>
              <a:defRPr sz="1400" b="0" i="0" kern="1200">
                <a:solidFill>
                  <a:schemeClr val="lt1"/>
                </a:solidFill>
                <a:latin typeface="+mn-lt"/>
                <a:ea typeface="+mn-ea"/>
                <a:cs typeface="+mn-cs"/>
              </a:defRPr>
            </a:lvl1pPr>
            <a:lvl2pPr marL="285750" indent="-285750" algn="l" defTabSz="914400" rtl="0" eaLnBrk="1" latinLnBrk="0" hangingPunct="1">
              <a:lnSpc>
                <a:spcPct val="101000"/>
              </a:lnSpc>
              <a:spcBef>
                <a:spcPts val="0"/>
              </a:spcBef>
              <a:spcAft>
                <a:spcPts val="600"/>
              </a:spcAft>
              <a:buFont typeface="GT America Regular" charset="0"/>
              <a:buChar char="→"/>
              <a:defRPr sz="1400" b="0" i="0" kern="1200">
                <a:solidFill>
                  <a:schemeClr val="lt1"/>
                </a:solidFill>
                <a:latin typeface="+mn-lt"/>
                <a:ea typeface="+mn-ea"/>
                <a:cs typeface="+mn-cs"/>
              </a:defRPr>
            </a:lvl2pPr>
            <a:lvl3pPr marL="458788" indent="-171450" algn="l" defTabSz="914400" rtl="0" eaLnBrk="1" latinLnBrk="0" hangingPunct="1">
              <a:lnSpc>
                <a:spcPct val="101000"/>
              </a:lnSpc>
              <a:spcBef>
                <a:spcPts val="0"/>
              </a:spcBef>
              <a:spcAft>
                <a:spcPts val="600"/>
              </a:spcAft>
              <a:buClr>
                <a:schemeClr val="accent1"/>
              </a:buClr>
              <a:buFont typeface="GT America Regular" pitchFamily="50" charset="0"/>
              <a:buChar char="•"/>
              <a:defRPr sz="1400" b="0" i="0" kern="1200">
                <a:solidFill>
                  <a:schemeClr val="lt1"/>
                </a:solidFill>
                <a:latin typeface="+mn-lt"/>
                <a:ea typeface="+mn-ea"/>
                <a:cs typeface="+mn-cs"/>
              </a:defRPr>
            </a:lvl3pPr>
            <a:lvl4pPr marL="628650" indent="-171450" algn="l" defTabSz="914400" rtl="0" eaLnBrk="1" latinLnBrk="0" hangingPunct="1">
              <a:lnSpc>
                <a:spcPct val="101000"/>
              </a:lnSpc>
              <a:spcBef>
                <a:spcPts val="0"/>
              </a:spcBef>
              <a:spcAft>
                <a:spcPts val="600"/>
              </a:spcAft>
              <a:buClrTx/>
              <a:buFont typeface="GT America Regular" pitchFamily="50" charset="0"/>
              <a:buChar char="–"/>
              <a:defRPr sz="1300" b="0" i="0" kern="1200">
                <a:solidFill>
                  <a:schemeClr val="lt1"/>
                </a:solidFill>
                <a:latin typeface="+mn-lt"/>
                <a:ea typeface="+mn-ea"/>
                <a:cs typeface="+mn-cs"/>
              </a:defRPr>
            </a:lvl4pPr>
            <a:lvl5pPr marL="801688" indent="-171450" algn="l" defTabSz="914400" rtl="0" eaLnBrk="1" latinLnBrk="0" hangingPunct="1">
              <a:lnSpc>
                <a:spcPct val="101000"/>
              </a:lnSpc>
              <a:spcBef>
                <a:spcPts val="0"/>
              </a:spcBef>
              <a:spcAft>
                <a:spcPts val="600"/>
              </a:spcAft>
              <a:buClr>
                <a:schemeClr val="accent1"/>
              </a:buClr>
              <a:buFont typeface="GT America Regular" charset="0"/>
              <a:buChar char="–"/>
              <a:tabLst/>
              <a:defRPr sz="1200" b="0" i="0" kern="1200">
                <a:solidFill>
                  <a:schemeClr val="lt1"/>
                </a:solidFill>
                <a:latin typeface="+mn-lt"/>
                <a:ea typeface="+mn-ea"/>
                <a:cs typeface="+mn-cs"/>
              </a:defRPr>
            </a:lvl5pPr>
            <a:lvl6pPr marL="971550" indent="-171450" algn="l" defTabSz="914400" rtl="0" eaLnBrk="1" latinLnBrk="0" hangingPunct="1">
              <a:lnSpc>
                <a:spcPct val="101000"/>
              </a:lnSpc>
              <a:spcBef>
                <a:spcPts val="0"/>
              </a:spcBef>
              <a:spcAft>
                <a:spcPts val="600"/>
              </a:spcAft>
              <a:buClrTx/>
              <a:buFont typeface="GT America Regular" pitchFamily="50" charset="0"/>
              <a:buChar char="»"/>
              <a:defRPr sz="1200" b="0" i="0" kern="1200">
                <a:solidFill>
                  <a:schemeClr val="lt1"/>
                </a:solidFill>
                <a:latin typeface="+mn-lt"/>
                <a:ea typeface="+mn-ea"/>
                <a:cs typeface="+mn-cs"/>
              </a:defRPr>
            </a:lvl6pPr>
            <a:lvl7pPr marL="1144588" indent="-171450" algn="l" defTabSz="914400" rtl="0" eaLnBrk="1" latinLnBrk="0" hangingPunct="1">
              <a:lnSpc>
                <a:spcPct val="101000"/>
              </a:lnSpc>
              <a:spcBef>
                <a:spcPts val="0"/>
              </a:spcBef>
              <a:spcAft>
                <a:spcPts val="600"/>
              </a:spcAft>
              <a:buClr>
                <a:schemeClr val="accent1"/>
              </a:buClr>
              <a:buFont typeface="GT America Regular" charset="0"/>
              <a:buChar char="»"/>
              <a:defRPr sz="1100" kern="1200">
                <a:solidFill>
                  <a:schemeClr val="lt1"/>
                </a:solidFill>
                <a:latin typeface="+mn-lt"/>
                <a:ea typeface="+mn-ea"/>
                <a:cs typeface="+mn-cs"/>
              </a:defRPr>
            </a:lvl7pPr>
            <a:lvl8pPr marL="1312863" indent="-171450" algn="l" defTabSz="914400" rtl="0" eaLnBrk="1" latinLnBrk="0" hangingPunct="1">
              <a:lnSpc>
                <a:spcPct val="101000"/>
              </a:lnSpc>
              <a:spcBef>
                <a:spcPts val="0"/>
              </a:spcBef>
              <a:spcAft>
                <a:spcPts val="600"/>
              </a:spcAft>
              <a:buClrTx/>
              <a:buFont typeface="GT America Regular" pitchFamily="50" charset="0"/>
              <a:buChar char="›"/>
              <a:defRPr sz="1100" kern="1200">
                <a:solidFill>
                  <a:schemeClr val="lt1"/>
                </a:solidFill>
                <a:latin typeface="+mn-lt"/>
                <a:ea typeface="+mn-ea"/>
                <a:cs typeface="+mn-cs"/>
              </a:defRPr>
            </a:lvl8pPr>
            <a:lvl9pPr marL="1485900" indent="-171450" algn="l" defTabSz="914400" rtl="0" eaLnBrk="1" latinLnBrk="0" hangingPunct="1">
              <a:lnSpc>
                <a:spcPct val="101000"/>
              </a:lnSpc>
              <a:spcBef>
                <a:spcPts val="0"/>
              </a:spcBef>
              <a:spcAft>
                <a:spcPts val="600"/>
              </a:spcAft>
              <a:buClr>
                <a:schemeClr val="accent1"/>
              </a:buClr>
              <a:buFont typeface="GT America Regular" charset="0"/>
              <a:buChar char="›"/>
              <a:defRPr sz="1100" kern="1200">
                <a:solidFill>
                  <a:schemeClr val="lt1"/>
                </a:solidFill>
                <a:latin typeface="+mn-lt"/>
                <a:ea typeface="+mn-ea"/>
                <a:cs typeface="+mn-cs"/>
              </a:defRPr>
            </a:lvl9pPr>
          </a:lstStyle>
          <a:p>
            <a:pPr algn="ctr">
              <a:spcBef>
                <a:spcPct val="0"/>
              </a:spcBef>
              <a:defRPr/>
            </a:pPr>
            <a:r>
              <a:rPr lang="en-GB">
                <a:solidFill>
                  <a:schemeClr val="bg1"/>
                </a:solidFill>
                <a:latin typeface="Arial" panose="020B0604020202020204" pitchFamily="34" charset="0"/>
              </a:rPr>
              <a:t>Find model parameters that give ‘best-fit’ to market data</a:t>
            </a:r>
          </a:p>
        </p:txBody>
      </p:sp>
      <p:grpSp>
        <p:nvGrpSpPr>
          <p:cNvPr id="26" name="Group 25">
            <a:extLst>
              <a:ext uri="{FF2B5EF4-FFF2-40B4-BE49-F238E27FC236}">
                <a16:creationId xmlns:a16="http://schemas.microsoft.com/office/drawing/2014/main" id="{BCFA12AA-FF4B-AEB1-9BC9-B6EC23D85412}"/>
              </a:ext>
            </a:extLst>
          </p:cNvPr>
          <p:cNvGrpSpPr/>
          <p:nvPr/>
        </p:nvGrpSpPr>
        <p:grpSpPr>
          <a:xfrm>
            <a:off x="1798320" y="1078024"/>
            <a:ext cx="8539885" cy="5159289"/>
            <a:chOff x="1798320" y="1078024"/>
            <a:chExt cx="8539885" cy="5159289"/>
          </a:xfrm>
        </p:grpSpPr>
        <p:sp>
          <p:nvSpPr>
            <p:cNvPr id="27" name="Rounded Rectangle 4">
              <a:extLst>
                <a:ext uri="{FF2B5EF4-FFF2-40B4-BE49-F238E27FC236}">
                  <a16:creationId xmlns:a16="http://schemas.microsoft.com/office/drawing/2014/main" id="{AF0C653F-1DB9-743C-D4B2-3A09B52FB4F1}"/>
                </a:ext>
              </a:extLst>
            </p:cNvPr>
            <p:cNvSpPr/>
            <p:nvPr/>
          </p:nvSpPr>
          <p:spPr>
            <a:xfrm>
              <a:off x="1798320" y="1078024"/>
              <a:ext cx="1707176" cy="1427974"/>
            </a:xfrm>
            <a:prstGeom prst="roundRect">
              <a:avLst/>
            </a:prstGeom>
            <a:solidFill>
              <a:srgbClr val="BABBBD"/>
            </a:solidFill>
            <a:ln>
              <a:solidFill>
                <a:srgbClr val="C5D6E5"/>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base" latinLnBrk="0" hangingPunct="1">
                <a:lnSpc>
                  <a:spcPct val="100000"/>
                </a:lnSpc>
                <a:spcBef>
                  <a:spcPct val="50000"/>
                </a:spcBef>
                <a:spcAft>
                  <a:spcPct val="0"/>
                </a:spcAft>
                <a:buClrTx/>
                <a:buSzTx/>
                <a:buFontTx/>
                <a:buNone/>
                <a:tabLst/>
                <a:defRPr/>
              </a:pPr>
              <a:r>
                <a:rPr kumimoji="0" lang="en-GB" sz="1400" b="1" i="0" u="none" strike="noStrike" kern="1200" cap="none" spc="0" normalizeH="0" baseline="0" noProof="0">
                  <a:ln>
                    <a:noFill/>
                  </a:ln>
                  <a:solidFill>
                    <a:srgbClr val="FFFFFF"/>
                  </a:solidFill>
                  <a:effectLst/>
                  <a:uLnTx/>
                  <a:uFillTx/>
                  <a:latin typeface="Arial"/>
                  <a:ea typeface="+mn-ea"/>
                  <a:cs typeface="Arial" charset="0"/>
                </a:rPr>
                <a:t>Choose market instruments and find their market prices</a:t>
              </a:r>
            </a:p>
          </p:txBody>
        </p:sp>
        <p:sp>
          <p:nvSpPr>
            <p:cNvPr id="28" name="Rounded Rectangle 18">
              <a:extLst>
                <a:ext uri="{FF2B5EF4-FFF2-40B4-BE49-F238E27FC236}">
                  <a16:creationId xmlns:a16="http://schemas.microsoft.com/office/drawing/2014/main" id="{86D05B25-12EA-D6C4-CECC-B8A3936C8C68}"/>
                </a:ext>
              </a:extLst>
            </p:cNvPr>
            <p:cNvSpPr/>
            <p:nvPr/>
          </p:nvSpPr>
          <p:spPr>
            <a:xfrm>
              <a:off x="6120948" y="1078024"/>
              <a:ext cx="1731963" cy="1440160"/>
            </a:xfrm>
            <a:prstGeom prst="roundRect">
              <a:avLst/>
            </a:prstGeom>
            <a:no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base" latinLnBrk="0" hangingPunct="1">
                <a:lnSpc>
                  <a:spcPct val="100000"/>
                </a:lnSpc>
                <a:spcBef>
                  <a:spcPct val="50000"/>
                </a:spcBef>
                <a:spcAft>
                  <a:spcPct val="0"/>
                </a:spcAft>
                <a:buClrTx/>
                <a:buSzTx/>
                <a:buFontTx/>
                <a:buNone/>
                <a:tabLst/>
                <a:defRPr/>
              </a:pPr>
              <a:r>
                <a:rPr kumimoji="0" lang="en-GB" sz="1600" b="1" i="0" u="none" strike="noStrike" kern="1200" cap="none" spc="0" normalizeH="0" baseline="0" noProof="0">
                  <a:ln>
                    <a:noFill/>
                  </a:ln>
                  <a:solidFill>
                    <a:srgbClr val="0028A0"/>
                  </a:solidFill>
                  <a:effectLst/>
                  <a:uLnTx/>
                  <a:uFillTx/>
                  <a:latin typeface="Arial"/>
                  <a:ea typeface="+mn-ea"/>
                  <a:cs typeface="Arial" charset="0"/>
                </a:rPr>
                <a:t>Produce calibration (.bhc) files containing parameters</a:t>
              </a:r>
              <a:endParaRPr kumimoji="0" lang="en-US" sz="1600" b="1" i="0" u="none" strike="noStrike" kern="1200" cap="none" spc="0" normalizeH="0" baseline="0" noProof="0">
                <a:ln>
                  <a:noFill/>
                </a:ln>
                <a:solidFill>
                  <a:srgbClr val="0028A0"/>
                </a:solidFill>
                <a:effectLst/>
                <a:uLnTx/>
                <a:uFillTx/>
                <a:latin typeface="Arial"/>
                <a:ea typeface="+mn-ea"/>
                <a:cs typeface="Arial" charset="0"/>
              </a:endParaRPr>
            </a:p>
          </p:txBody>
        </p:sp>
        <p:sp>
          <p:nvSpPr>
            <p:cNvPr id="29" name="Rounded Rectangle 46">
              <a:extLst>
                <a:ext uri="{FF2B5EF4-FFF2-40B4-BE49-F238E27FC236}">
                  <a16:creationId xmlns:a16="http://schemas.microsoft.com/office/drawing/2014/main" id="{98494AAC-B279-494C-5AD9-9E647A3B5F2F}"/>
                </a:ext>
              </a:extLst>
            </p:cNvPr>
            <p:cNvSpPr/>
            <p:nvPr/>
          </p:nvSpPr>
          <p:spPr>
            <a:xfrm>
              <a:off x="8728229" y="1078024"/>
              <a:ext cx="1520825" cy="1486880"/>
            </a:xfrm>
            <a:prstGeom prst="roundRect">
              <a:avLst/>
            </a:prstGeom>
            <a:solidFill>
              <a:srgbClr val="97B1D0"/>
            </a:solidFill>
            <a:ln>
              <a:solidFill>
                <a:srgbClr val="C5D6E5"/>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base" latinLnBrk="0" hangingPunct="1">
                <a:lnSpc>
                  <a:spcPct val="100000"/>
                </a:lnSpc>
                <a:spcBef>
                  <a:spcPct val="50000"/>
                </a:spcBef>
                <a:spcAft>
                  <a:spcPct val="0"/>
                </a:spcAft>
                <a:buClrTx/>
                <a:buSzTx/>
                <a:buFontTx/>
                <a:buNone/>
                <a:tabLst/>
                <a:defRPr/>
              </a:pPr>
              <a:r>
                <a:rPr kumimoji="0" lang="en-GB" sz="1400" b="1" i="0" u="none" strike="noStrike" kern="1200" cap="none" spc="0" normalizeH="0" baseline="0" noProof="0">
                  <a:ln>
                    <a:noFill/>
                  </a:ln>
                  <a:solidFill>
                    <a:srgbClr val="FFFFFF"/>
                  </a:solidFill>
                  <a:effectLst/>
                  <a:uLnTx/>
                  <a:uFillTx/>
                  <a:latin typeface="Arial"/>
                  <a:ea typeface="+mn-ea"/>
                  <a:cs typeface="Arial" charset="0"/>
                </a:rPr>
                <a:t>Load calibration (.bhc) file into the SG simulation (.bhs) file </a:t>
              </a:r>
              <a:endParaRPr kumimoji="0" lang="en-US" sz="1400" b="1" i="0" u="none" strike="noStrike" kern="1200" cap="none" spc="0" normalizeH="0" baseline="0" noProof="0">
                <a:ln>
                  <a:noFill/>
                </a:ln>
                <a:solidFill>
                  <a:srgbClr val="FFFFFF"/>
                </a:solidFill>
                <a:effectLst/>
                <a:uLnTx/>
                <a:uFillTx/>
                <a:latin typeface="Arial"/>
                <a:ea typeface="+mn-ea"/>
                <a:cs typeface="Arial" charset="0"/>
              </a:endParaRPr>
            </a:p>
          </p:txBody>
        </p:sp>
        <p:cxnSp>
          <p:nvCxnSpPr>
            <p:cNvPr id="30" name="Straight Arrow Connector 48">
              <a:extLst>
                <a:ext uri="{FF2B5EF4-FFF2-40B4-BE49-F238E27FC236}">
                  <a16:creationId xmlns:a16="http://schemas.microsoft.com/office/drawing/2014/main" id="{F42B0A55-F297-A78A-B2B9-F36A98EB6892}"/>
                </a:ext>
              </a:extLst>
            </p:cNvPr>
            <p:cNvCxnSpPr>
              <a:stCxn id="27" idx="2"/>
              <a:endCxn id="25" idx="1"/>
            </p:cNvCxnSpPr>
            <p:nvPr/>
          </p:nvCxnSpPr>
          <p:spPr>
            <a:xfrm rot="16200000" flipH="1">
              <a:off x="3114283" y="2043623"/>
              <a:ext cx="257437" cy="1182186"/>
            </a:xfrm>
            <a:prstGeom prst="bentConnector2">
              <a:avLst/>
            </a:prstGeom>
            <a:ln w="2222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1" name="Shape 54">
              <a:extLst>
                <a:ext uri="{FF2B5EF4-FFF2-40B4-BE49-F238E27FC236}">
                  <a16:creationId xmlns:a16="http://schemas.microsoft.com/office/drawing/2014/main" id="{734271C3-33AD-58C2-1646-C59AFA317F20}"/>
                </a:ext>
              </a:extLst>
            </p:cNvPr>
            <p:cNvCxnSpPr>
              <a:stCxn id="47" idx="0"/>
              <a:endCxn id="28" idx="1"/>
            </p:cNvCxnSpPr>
            <p:nvPr/>
          </p:nvCxnSpPr>
          <p:spPr>
            <a:xfrm rot="5400000" flipH="1" flipV="1">
              <a:off x="5327039" y="1263248"/>
              <a:ext cx="259051" cy="1328767"/>
            </a:xfrm>
            <a:prstGeom prst="bentConnector2">
              <a:avLst/>
            </a:prstGeom>
            <a:ln w="22225">
              <a:solidFill>
                <a:schemeClr val="accent3"/>
              </a:solidFill>
              <a:tailEnd type="arrow"/>
            </a:ln>
          </p:spPr>
          <p:style>
            <a:lnRef idx="1">
              <a:schemeClr val="accent1"/>
            </a:lnRef>
            <a:fillRef idx="0">
              <a:schemeClr val="accent1"/>
            </a:fillRef>
            <a:effectRef idx="0">
              <a:schemeClr val="accent1"/>
            </a:effectRef>
            <a:fontRef idx="minor">
              <a:schemeClr val="tx1"/>
            </a:fontRef>
          </p:style>
        </p:cxnSp>
        <p:cxnSp>
          <p:nvCxnSpPr>
            <p:cNvPr id="32" name="Straight Arrow Connector 31">
              <a:extLst>
                <a:ext uri="{FF2B5EF4-FFF2-40B4-BE49-F238E27FC236}">
                  <a16:creationId xmlns:a16="http://schemas.microsoft.com/office/drawing/2014/main" id="{03F0B367-8C3B-FDAE-4C70-AC418419CF0B}"/>
                </a:ext>
              </a:extLst>
            </p:cNvPr>
            <p:cNvCxnSpPr/>
            <p:nvPr/>
          </p:nvCxnSpPr>
          <p:spPr>
            <a:xfrm>
              <a:off x="7863909" y="1798104"/>
              <a:ext cx="869779" cy="2"/>
            </a:xfrm>
            <a:prstGeom prst="straightConnector1">
              <a:avLst/>
            </a:prstGeom>
            <a:ln w="22225">
              <a:solidFill>
                <a:schemeClr val="tx1"/>
              </a:solidFill>
              <a:tailEnd type="arrow"/>
            </a:ln>
          </p:spPr>
          <p:style>
            <a:lnRef idx="1">
              <a:schemeClr val="accent1"/>
            </a:lnRef>
            <a:fillRef idx="0">
              <a:schemeClr val="accent1"/>
            </a:fillRef>
            <a:effectRef idx="0">
              <a:schemeClr val="accent1"/>
            </a:effectRef>
            <a:fontRef idx="minor">
              <a:schemeClr val="tx1"/>
            </a:fontRef>
          </p:style>
        </p:cxnSp>
        <p:grpSp>
          <p:nvGrpSpPr>
            <p:cNvPr id="33" name="Group 32">
              <a:extLst>
                <a:ext uri="{FF2B5EF4-FFF2-40B4-BE49-F238E27FC236}">
                  <a16:creationId xmlns:a16="http://schemas.microsoft.com/office/drawing/2014/main" id="{6E4C3F24-C1BA-BE6B-9A58-980BC789C5C5}"/>
                </a:ext>
              </a:extLst>
            </p:cNvPr>
            <p:cNvGrpSpPr/>
            <p:nvPr/>
          </p:nvGrpSpPr>
          <p:grpSpPr>
            <a:xfrm>
              <a:off x="1806080" y="2564904"/>
              <a:ext cx="8532125" cy="3672409"/>
              <a:chOff x="1806080" y="2564904"/>
              <a:chExt cx="8532125" cy="3672409"/>
            </a:xfrm>
          </p:grpSpPr>
          <p:grpSp>
            <p:nvGrpSpPr>
              <p:cNvPr id="34" name="Group 33">
                <a:extLst>
                  <a:ext uri="{FF2B5EF4-FFF2-40B4-BE49-F238E27FC236}">
                    <a16:creationId xmlns:a16="http://schemas.microsoft.com/office/drawing/2014/main" id="{4D840BA7-BC0F-FADD-95BF-F9B7A227EA8A}"/>
                  </a:ext>
                </a:extLst>
              </p:cNvPr>
              <p:cNvGrpSpPr/>
              <p:nvPr/>
            </p:nvGrpSpPr>
            <p:grpSpPr>
              <a:xfrm>
                <a:off x="4792180" y="2564904"/>
                <a:ext cx="5546025" cy="3672408"/>
                <a:chOff x="4792180" y="2564904"/>
                <a:chExt cx="5546025" cy="3672408"/>
              </a:xfrm>
            </p:grpSpPr>
            <p:cxnSp>
              <p:nvCxnSpPr>
                <p:cNvPr id="39" name="Shape 61">
                  <a:extLst>
                    <a:ext uri="{FF2B5EF4-FFF2-40B4-BE49-F238E27FC236}">
                      <a16:creationId xmlns:a16="http://schemas.microsoft.com/office/drawing/2014/main" id="{8EF74038-BE22-0555-92B6-A97C819355D0}"/>
                    </a:ext>
                  </a:extLst>
                </p:cNvPr>
                <p:cNvCxnSpPr>
                  <a:stCxn id="47" idx="2"/>
                  <a:endCxn id="44" idx="1"/>
                </p:cNvCxnSpPr>
                <p:nvPr/>
              </p:nvCxnSpPr>
              <p:spPr>
                <a:xfrm rot="16200000" flipH="1">
                  <a:off x="4984756" y="4320236"/>
                  <a:ext cx="879950" cy="1265102"/>
                </a:xfrm>
                <a:prstGeom prst="bentConnector2">
                  <a:avLst/>
                </a:prstGeom>
                <a:ln w="2222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40" name="Straight Arrow Connector 39">
                  <a:extLst>
                    <a:ext uri="{FF2B5EF4-FFF2-40B4-BE49-F238E27FC236}">
                      <a16:creationId xmlns:a16="http://schemas.microsoft.com/office/drawing/2014/main" id="{9544FDAD-309E-995F-62FE-E1CD75C2A2B5}"/>
                    </a:ext>
                  </a:extLst>
                </p:cNvPr>
                <p:cNvCxnSpPr>
                  <a:stCxn id="29" idx="2"/>
                  <a:endCxn id="42" idx="0"/>
                </p:cNvCxnSpPr>
                <p:nvPr/>
              </p:nvCxnSpPr>
              <p:spPr>
                <a:xfrm>
                  <a:off x="9488641" y="2564904"/>
                  <a:ext cx="0" cy="1983308"/>
                </a:xfrm>
                <a:prstGeom prst="straightConnector1">
                  <a:avLst/>
                </a:prstGeom>
                <a:ln w="22225">
                  <a:solidFill>
                    <a:schemeClr val="tx1"/>
                  </a:solidFill>
                  <a:tailEnd type="arrow"/>
                </a:ln>
              </p:spPr>
              <p:style>
                <a:lnRef idx="1">
                  <a:schemeClr val="accent1"/>
                </a:lnRef>
                <a:fillRef idx="0">
                  <a:schemeClr val="accent1"/>
                </a:fillRef>
                <a:effectRef idx="0">
                  <a:schemeClr val="accent1"/>
                </a:effectRef>
                <a:fontRef idx="minor">
                  <a:schemeClr val="tx1"/>
                </a:fontRef>
              </p:style>
            </p:cxnSp>
            <p:grpSp>
              <p:nvGrpSpPr>
                <p:cNvPr id="41" name="Group 40">
                  <a:extLst>
                    <a:ext uri="{FF2B5EF4-FFF2-40B4-BE49-F238E27FC236}">
                      <a16:creationId xmlns:a16="http://schemas.microsoft.com/office/drawing/2014/main" id="{0832A351-A9EA-1EDA-7083-88381FB9DD24}"/>
                    </a:ext>
                  </a:extLst>
                </p:cNvPr>
                <p:cNvGrpSpPr/>
                <p:nvPr/>
              </p:nvGrpSpPr>
              <p:grpSpPr>
                <a:xfrm>
                  <a:off x="6057282" y="4548212"/>
                  <a:ext cx="4280923" cy="1689100"/>
                  <a:chOff x="6057282" y="4548212"/>
                  <a:chExt cx="4280923" cy="1689100"/>
                </a:xfrm>
              </p:grpSpPr>
              <p:sp>
                <p:nvSpPr>
                  <p:cNvPr id="42" name="Content Placeholder 12">
                    <a:extLst>
                      <a:ext uri="{FF2B5EF4-FFF2-40B4-BE49-F238E27FC236}">
                        <a16:creationId xmlns:a16="http://schemas.microsoft.com/office/drawing/2014/main" id="{91090251-484B-13A7-CA00-9039459176A3}"/>
                      </a:ext>
                    </a:extLst>
                  </p:cNvPr>
                  <p:cNvSpPr txBox="1">
                    <a:spLocks/>
                  </p:cNvSpPr>
                  <p:nvPr/>
                </p:nvSpPr>
                <p:spPr bwMode="auto">
                  <a:xfrm>
                    <a:off x="8639078" y="4548212"/>
                    <a:ext cx="1699127" cy="1689100"/>
                  </a:xfrm>
                  <a:prstGeom prst="roundRect">
                    <a:avLst/>
                  </a:prstGeom>
                  <a:solidFill>
                    <a:srgbClr val="0028A0"/>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352425" algn="ctr" defTabSz="914400" rtl="0" eaLnBrk="1" fontAlgn="base" latinLnBrk="0" hangingPunct="1">
                      <a:lnSpc>
                        <a:spcPts val="2400"/>
                      </a:lnSpc>
                      <a:spcBef>
                        <a:spcPct val="50000"/>
                      </a:spcBef>
                      <a:spcAft>
                        <a:spcPct val="0"/>
                      </a:spcAft>
                      <a:buClr>
                        <a:srgbClr val="CBD34C"/>
                      </a:buClr>
                      <a:buSzTx/>
                      <a:buFontTx/>
                      <a:buNone/>
                      <a:tabLst/>
                      <a:defRPr/>
                    </a:pPr>
                    <a:r>
                      <a:rPr kumimoji="0" lang="en-GB" sz="1600" b="1" i="0" u="none" strike="noStrike" kern="1200" cap="none" spc="0" normalizeH="0" baseline="0" noProof="0">
                        <a:ln>
                          <a:noFill/>
                        </a:ln>
                        <a:solidFill>
                          <a:srgbClr val="FFFFFF"/>
                        </a:solidFill>
                        <a:effectLst/>
                        <a:uLnTx/>
                        <a:uFillTx/>
                        <a:latin typeface="Arial"/>
                        <a:ea typeface="+mn-ea"/>
                        <a:cs typeface="+mn-cs"/>
                      </a:rPr>
                      <a:t>Run simulation and validate the calibration</a:t>
                    </a:r>
                  </a:p>
                </p:txBody>
              </p:sp>
              <p:grpSp>
                <p:nvGrpSpPr>
                  <p:cNvPr id="43" name="Group 42">
                    <a:extLst>
                      <a:ext uri="{FF2B5EF4-FFF2-40B4-BE49-F238E27FC236}">
                        <a16:creationId xmlns:a16="http://schemas.microsoft.com/office/drawing/2014/main" id="{7E549935-01BB-2A59-CCF6-EA52C17FDD2E}"/>
                      </a:ext>
                    </a:extLst>
                  </p:cNvPr>
                  <p:cNvGrpSpPr/>
                  <p:nvPr/>
                </p:nvGrpSpPr>
                <p:grpSpPr>
                  <a:xfrm>
                    <a:off x="6057282" y="4548212"/>
                    <a:ext cx="2581796" cy="1689100"/>
                    <a:chOff x="6057282" y="4548212"/>
                    <a:chExt cx="2581796" cy="1689100"/>
                  </a:xfrm>
                </p:grpSpPr>
                <p:sp>
                  <p:nvSpPr>
                    <p:cNvPr id="44" name="Rounded Rectangle 19">
                      <a:extLst>
                        <a:ext uri="{FF2B5EF4-FFF2-40B4-BE49-F238E27FC236}">
                          <a16:creationId xmlns:a16="http://schemas.microsoft.com/office/drawing/2014/main" id="{5F680119-26AE-F4E9-491B-D48460AFA0D0}"/>
                        </a:ext>
                      </a:extLst>
                    </p:cNvPr>
                    <p:cNvSpPr/>
                    <p:nvPr/>
                  </p:nvSpPr>
                  <p:spPr>
                    <a:xfrm>
                      <a:off x="6057282" y="4548212"/>
                      <a:ext cx="1925638" cy="1689100"/>
                    </a:xfrm>
                    <a:prstGeom prst="roundRect">
                      <a:avLst/>
                    </a:prstGeom>
                    <a:no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base" latinLnBrk="0" hangingPunct="1">
                        <a:lnSpc>
                          <a:spcPct val="100000"/>
                        </a:lnSpc>
                        <a:spcBef>
                          <a:spcPct val="50000"/>
                        </a:spcBef>
                        <a:spcAft>
                          <a:spcPct val="0"/>
                        </a:spcAft>
                        <a:buClrTx/>
                        <a:buSzTx/>
                        <a:buFontTx/>
                        <a:buNone/>
                        <a:tabLst/>
                        <a:defRPr/>
                      </a:pPr>
                      <a:r>
                        <a:rPr kumimoji="0" lang="en-GB" sz="1600" b="1" i="0" u="none" strike="noStrike" kern="1200" cap="none" spc="0" normalizeH="0" baseline="0" noProof="0">
                          <a:ln>
                            <a:noFill/>
                          </a:ln>
                          <a:solidFill>
                            <a:srgbClr val="0028A0"/>
                          </a:solidFill>
                          <a:effectLst/>
                          <a:uLnTx/>
                          <a:uFillTx/>
                          <a:latin typeface="Arial"/>
                          <a:ea typeface="+mn-ea"/>
                          <a:cs typeface="Arial" charset="0"/>
                        </a:rPr>
                        <a:t>Produce documentation detailing methodology and calibration reports </a:t>
                      </a:r>
                      <a:endParaRPr kumimoji="0" lang="en-US" sz="1600" b="1" i="0" u="none" strike="noStrike" kern="1200" cap="none" spc="0" normalizeH="0" baseline="0" noProof="0">
                        <a:ln>
                          <a:noFill/>
                        </a:ln>
                        <a:solidFill>
                          <a:srgbClr val="0028A0"/>
                        </a:solidFill>
                        <a:effectLst/>
                        <a:uLnTx/>
                        <a:uFillTx/>
                        <a:latin typeface="Arial"/>
                        <a:ea typeface="+mn-ea"/>
                        <a:cs typeface="Arial" charset="0"/>
                      </a:endParaRPr>
                    </a:p>
                  </p:txBody>
                </p:sp>
                <p:cxnSp>
                  <p:nvCxnSpPr>
                    <p:cNvPr id="45" name="Straight Arrow Connector 44">
                      <a:extLst>
                        <a:ext uri="{FF2B5EF4-FFF2-40B4-BE49-F238E27FC236}">
                          <a16:creationId xmlns:a16="http://schemas.microsoft.com/office/drawing/2014/main" id="{08C92C45-0964-D9E7-2521-D4674A74D7E9}"/>
                        </a:ext>
                      </a:extLst>
                    </p:cNvPr>
                    <p:cNvCxnSpPr>
                      <a:stCxn id="42" idx="1"/>
                      <a:endCxn id="44" idx="3"/>
                    </p:cNvCxnSpPr>
                    <p:nvPr/>
                  </p:nvCxnSpPr>
                  <p:spPr>
                    <a:xfrm flipH="1">
                      <a:off x="7982921" y="5392762"/>
                      <a:ext cx="656157" cy="0"/>
                    </a:xfrm>
                    <a:prstGeom prst="straightConnector1">
                      <a:avLst/>
                    </a:prstGeom>
                    <a:ln w="22225">
                      <a:solidFill>
                        <a:schemeClr val="tx1"/>
                      </a:solidFill>
                      <a:tailEnd type="arrow"/>
                    </a:ln>
                  </p:spPr>
                  <p:style>
                    <a:lnRef idx="1">
                      <a:schemeClr val="accent1"/>
                    </a:lnRef>
                    <a:fillRef idx="0">
                      <a:schemeClr val="accent1"/>
                    </a:fillRef>
                    <a:effectRef idx="0">
                      <a:schemeClr val="accent1"/>
                    </a:effectRef>
                    <a:fontRef idx="minor">
                      <a:schemeClr val="tx1"/>
                    </a:fontRef>
                  </p:style>
                </p:cxnSp>
              </p:grpSp>
            </p:grpSp>
          </p:grpSp>
          <p:sp>
            <p:nvSpPr>
              <p:cNvPr id="35" name="Rounded Rectangle 15">
                <a:extLst>
                  <a:ext uri="{FF2B5EF4-FFF2-40B4-BE49-F238E27FC236}">
                    <a16:creationId xmlns:a16="http://schemas.microsoft.com/office/drawing/2014/main" id="{45AF051D-BB52-3C23-A8C9-FE60257A37E1}"/>
                  </a:ext>
                </a:extLst>
              </p:cNvPr>
              <p:cNvSpPr/>
              <p:nvPr/>
            </p:nvSpPr>
            <p:spPr>
              <a:xfrm>
                <a:off x="1806080" y="4005064"/>
                <a:ext cx="1707176" cy="669988"/>
              </a:xfrm>
              <a:prstGeom prst="roundRect">
                <a:avLst/>
              </a:prstGeom>
              <a:solidFill>
                <a:srgbClr val="BABBBD"/>
              </a:solidFill>
              <a:ln>
                <a:solidFill>
                  <a:srgbClr val="C5D6E5"/>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base" latinLnBrk="0" hangingPunct="1">
                  <a:lnSpc>
                    <a:spcPct val="100000"/>
                  </a:lnSpc>
                  <a:spcBef>
                    <a:spcPct val="50000"/>
                  </a:spcBef>
                  <a:spcAft>
                    <a:spcPct val="0"/>
                  </a:spcAft>
                  <a:buClrTx/>
                  <a:buSzTx/>
                  <a:buFontTx/>
                  <a:buNone/>
                  <a:tabLst/>
                  <a:defRPr/>
                </a:pPr>
                <a:r>
                  <a:rPr kumimoji="0" lang="en-GB" sz="1400" b="1" i="0" u="none" strike="noStrike" kern="1200" cap="none" spc="0" normalizeH="0" baseline="0" noProof="0">
                    <a:ln>
                      <a:noFill/>
                    </a:ln>
                    <a:solidFill>
                      <a:srgbClr val="FFFFFF"/>
                    </a:solidFill>
                    <a:effectLst/>
                    <a:uLnTx/>
                    <a:uFillTx/>
                    <a:latin typeface="Arial"/>
                    <a:ea typeface="+mn-ea"/>
                    <a:cs typeface="Arial" charset="0"/>
                  </a:rPr>
                  <a:t>Set economic assumptions</a:t>
                </a:r>
              </a:p>
            </p:txBody>
          </p:sp>
          <p:cxnSp>
            <p:nvCxnSpPr>
              <p:cNvPr id="36" name="Straight Arrow Connector 16">
                <a:extLst>
                  <a:ext uri="{FF2B5EF4-FFF2-40B4-BE49-F238E27FC236}">
                    <a16:creationId xmlns:a16="http://schemas.microsoft.com/office/drawing/2014/main" id="{CB6E9368-F657-0FC3-611B-BF6A8B3805ED}"/>
                  </a:ext>
                </a:extLst>
              </p:cNvPr>
              <p:cNvCxnSpPr>
                <a:stCxn id="35" idx="0"/>
                <a:endCxn id="46" idx="1"/>
              </p:cNvCxnSpPr>
              <p:nvPr/>
            </p:nvCxnSpPr>
            <p:spPr>
              <a:xfrm rot="5400000" flipH="1" flipV="1">
                <a:off x="3136081" y="3307050"/>
                <a:ext cx="221603" cy="1174426"/>
              </a:xfrm>
              <a:prstGeom prst="bentConnector2">
                <a:avLst/>
              </a:prstGeom>
              <a:ln w="2222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37" name="Rounded Rectangle 17">
                <a:extLst>
                  <a:ext uri="{FF2B5EF4-FFF2-40B4-BE49-F238E27FC236}">
                    <a16:creationId xmlns:a16="http://schemas.microsoft.com/office/drawing/2014/main" id="{F847F065-F8B9-C9C7-D889-47C84B847C25}"/>
                  </a:ext>
                </a:extLst>
              </p:cNvPr>
              <p:cNvSpPr/>
              <p:nvPr/>
            </p:nvSpPr>
            <p:spPr>
              <a:xfrm>
                <a:off x="1806080" y="5053406"/>
                <a:ext cx="1707176" cy="1183907"/>
              </a:xfrm>
              <a:prstGeom prst="roundRect">
                <a:avLst/>
              </a:prstGeom>
              <a:solidFill>
                <a:srgbClr val="BABBBD"/>
              </a:solidFill>
              <a:ln>
                <a:solidFill>
                  <a:srgbClr val="C5D6E5"/>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base" latinLnBrk="0" hangingPunct="1">
                  <a:lnSpc>
                    <a:spcPct val="100000"/>
                  </a:lnSpc>
                  <a:spcBef>
                    <a:spcPct val="50000"/>
                  </a:spcBef>
                  <a:spcAft>
                    <a:spcPct val="0"/>
                  </a:spcAft>
                  <a:buClrTx/>
                  <a:buSzTx/>
                  <a:buFontTx/>
                  <a:buNone/>
                  <a:tabLst/>
                  <a:defRPr/>
                </a:pPr>
                <a:r>
                  <a:rPr kumimoji="0" lang="en-GB" sz="1400" b="1" i="0" u="none" strike="noStrike" kern="1200" cap="none" spc="0" normalizeH="0" baseline="0" noProof="0">
                    <a:ln>
                      <a:noFill/>
                    </a:ln>
                    <a:solidFill>
                      <a:srgbClr val="FFFFFF"/>
                    </a:solidFill>
                    <a:effectLst/>
                    <a:uLnTx/>
                    <a:uFillTx/>
                    <a:latin typeface="Arial"/>
                    <a:ea typeface="+mn-ea"/>
                    <a:cs typeface="Arial" charset="0"/>
                  </a:rPr>
                  <a:t>Choose historical data  series and expert judgement</a:t>
                </a:r>
              </a:p>
            </p:txBody>
          </p:sp>
          <p:cxnSp>
            <p:nvCxnSpPr>
              <p:cNvPr id="38" name="Straight Arrow Connector 37">
                <a:extLst>
                  <a:ext uri="{FF2B5EF4-FFF2-40B4-BE49-F238E27FC236}">
                    <a16:creationId xmlns:a16="http://schemas.microsoft.com/office/drawing/2014/main" id="{FA129FC3-876F-F7BF-2E57-1DE1737D3B3E}"/>
                  </a:ext>
                </a:extLst>
              </p:cNvPr>
              <p:cNvCxnSpPr>
                <a:stCxn id="37" idx="0"/>
                <a:endCxn id="35" idx="2"/>
              </p:cNvCxnSpPr>
              <p:nvPr/>
            </p:nvCxnSpPr>
            <p:spPr>
              <a:xfrm flipV="1">
                <a:off x="2659668" y="4675053"/>
                <a:ext cx="0" cy="378353"/>
              </a:xfrm>
              <a:prstGeom prst="straightConnector1">
                <a:avLst/>
              </a:prstGeom>
              <a:ln w="22225">
                <a:solidFill>
                  <a:schemeClr val="tx1"/>
                </a:solidFill>
                <a:tailEnd type="arrow"/>
              </a:ln>
            </p:spPr>
            <p:style>
              <a:lnRef idx="1">
                <a:schemeClr val="accent1"/>
              </a:lnRef>
              <a:fillRef idx="0">
                <a:schemeClr val="accent1"/>
              </a:fillRef>
              <a:effectRef idx="0">
                <a:schemeClr val="accent1"/>
              </a:effectRef>
              <a:fontRef idx="minor">
                <a:schemeClr val="tx1"/>
              </a:fontRef>
            </p:style>
          </p:cxnSp>
        </p:grpSp>
      </p:grpSp>
      <p:sp>
        <p:nvSpPr>
          <p:cNvPr id="46" name="Content Placeholder 12">
            <a:extLst>
              <a:ext uri="{FF2B5EF4-FFF2-40B4-BE49-F238E27FC236}">
                <a16:creationId xmlns:a16="http://schemas.microsoft.com/office/drawing/2014/main" id="{FDB012EB-EC66-0289-AFB9-3E63608EE837}"/>
              </a:ext>
            </a:extLst>
          </p:cNvPr>
          <p:cNvSpPr txBox="1">
            <a:spLocks/>
          </p:cNvSpPr>
          <p:nvPr/>
        </p:nvSpPr>
        <p:spPr bwMode="auto">
          <a:xfrm>
            <a:off x="3834095" y="3284985"/>
            <a:ext cx="1933575" cy="996953"/>
          </a:xfrm>
          <a:prstGeom prst="roundRect">
            <a:avLst/>
          </a:prstGeom>
          <a:solidFill>
            <a:srgbClr val="0028A0"/>
          </a:solidFill>
          <a:ln w="25400" cap="flat" cmpd="sng" algn="ctr">
            <a:noFill/>
            <a:prstDash val="solid"/>
            <a:miter lim="800000"/>
            <a:headEnd/>
            <a:tailEnd/>
          </a:ln>
        </p:spPr>
        <p:style>
          <a:lnRef idx="2">
            <a:schemeClr val="accent1">
              <a:shade val="50000"/>
            </a:schemeClr>
          </a:lnRef>
          <a:fillRef idx="1">
            <a:schemeClr val="accent1"/>
          </a:fillRef>
          <a:effectRef idx="0">
            <a:schemeClr val="accent1"/>
          </a:effectRef>
          <a:fontRef idx="minor">
            <a:schemeClr val="lt1"/>
          </a:fontRef>
        </p:style>
        <p:txBody>
          <a:bodyPr vert="horz" wrap="square" lIns="0" tIns="0" rIns="0" bIns="0" numCol="1" anchor="ctr" anchorCtr="0" compatLnSpc="1">
            <a:prstTxWarp prst="textNoShape">
              <a:avLst/>
            </a:prstTxWarp>
          </a:bodyPr>
          <a:lstStyle>
            <a:lvl1pPr algn="l" rtl="0" eaLnBrk="1" fontAlgn="base" hangingPunct="1">
              <a:spcBef>
                <a:spcPct val="60000"/>
              </a:spcBef>
              <a:spcAft>
                <a:spcPct val="0"/>
              </a:spcAft>
              <a:buClr>
                <a:schemeClr val="folHlink"/>
              </a:buClr>
              <a:defRPr sz="1600">
                <a:solidFill>
                  <a:schemeClr val="bg2"/>
                </a:solidFill>
                <a:latin typeface="+mn-lt"/>
                <a:ea typeface="+mn-ea"/>
                <a:cs typeface="+mn-cs"/>
              </a:defRPr>
            </a:lvl1pPr>
            <a:lvl2pPr marL="230188" indent="-228600" algn="l" rtl="0" eaLnBrk="1" fontAlgn="base" hangingPunct="1">
              <a:spcBef>
                <a:spcPct val="50000"/>
              </a:spcBef>
              <a:spcAft>
                <a:spcPct val="0"/>
              </a:spcAft>
              <a:buClr>
                <a:srgbClr val="009BE1"/>
              </a:buClr>
              <a:buFont typeface="Arial" charset="0"/>
              <a:buChar char="»"/>
              <a:defRPr sz="1600">
                <a:solidFill>
                  <a:schemeClr val="bg2"/>
                </a:solidFill>
                <a:latin typeface="+mn-lt"/>
                <a:ea typeface="+mn-ea"/>
                <a:cs typeface="+mn-cs"/>
              </a:defRPr>
            </a:lvl2pPr>
            <a:lvl3pPr marL="455613" indent="-223838" algn="l" rtl="0" eaLnBrk="1" fontAlgn="base" hangingPunct="1">
              <a:spcBef>
                <a:spcPct val="40000"/>
              </a:spcBef>
              <a:spcAft>
                <a:spcPct val="0"/>
              </a:spcAft>
              <a:buClr>
                <a:srgbClr val="009BE1"/>
              </a:buClr>
              <a:buFont typeface="Arial" charset="0"/>
              <a:buChar char="–"/>
              <a:defRPr sz="1400">
                <a:solidFill>
                  <a:schemeClr val="bg2"/>
                </a:solidFill>
                <a:latin typeface="+mn-lt"/>
                <a:ea typeface="+mn-ea"/>
                <a:cs typeface="+mn-cs"/>
              </a:defRPr>
            </a:lvl3pPr>
            <a:lvl4pPr marL="684213" indent="-227013" algn="l" rtl="0" eaLnBrk="1" fontAlgn="base" hangingPunct="1">
              <a:spcBef>
                <a:spcPct val="40000"/>
              </a:spcBef>
              <a:spcAft>
                <a:spcPct val="0"/>
              </a:spcAft>
              <a:buClr>
                <a:srgbClr val="009BE1"/>
              </a:buClr>
              <a:buSzPct val="90000"/>
              <a:buFont typeface="Arial" charset="0"/>
              <a:buChar char="»"/>
              <a:defRPr sz="1200">
                <a:solidFill>
                  <a:schemeClr val="bg2"/>
                </a:solidFill>
                <a:latin typeface="+mn-lt"/>
                <a:ea typeface="+mn-ea"/>
                <a:cs typeface="+mn-cs"/>
              </a:defRPr>
            </a:lvl4pPr>
            <a:lvl5pPr marL="912813" indent="-227013" algn="l" rtl="0" eaLnBrk="1" fontAlgn="base" hangingPunct="1">
              <a:spcBef>
                <a:spcPct val="40000"/>
              </a:spcBef>
              <a:spcAft>
                <a:spcPct val="0"/>
              </a:spcAft>
              <a:buClr>
                <a:srgbClr val="009BE1"/>
              </a:buClr>
              <a:buSzPct val="90000"/>
              <a:buFont typeface="Arial" charset="0"/>
              <a:buChar char="–"/>
              <a:defRPr sz="1200">
                <a:solidFill>
                  <a:schemeClr val="bg2"/>
                </a:solidFill>
                <a:latin typeface="+mn-lt"/>
                <a:ea typeface="+mn-ea"/>
                <a:cs typeface="+mn-cs"/>
              </a:defRPr>
            </a:lvl5pPr>
            <a:lvl6pPr marL="1370013" indent="-227013" algn="l" rtl="0" eaLnBrk="1" fontAlgn="base" hangingPunct="1">
              <a:spcBef>
                <a:spcPct val="40000"/>
              </a:spcBef>
              <a:spcAft>
                <a:spcPct val="0"/>
              </a:spcAft>
              <a:buClr>
                <a:schemeClr val="accent2"/>
              </a:buClr>
              <a:buSzPct val="90000"/>
              <a:buFont typeface="Arial" charset="0"/>
              <a:buChar char="–"/>
              <a:defRPr sz="1200">
                <a:solidFill>
                  <a:schemeClr val="lt1"/>
                </a:solidFill>
                <a:latin typeface="+mn-lt"/>
                <a:ea typeface="+mn-ea"/>
                <a:cs typeface="+mn-cs"/>
              </a:defRPr>
            </a:lvl6pPr>
            <a:lvl7pPr marL="1827213" indent="-227013" algn="l" rtl="0" eaLnBrk="1" fontAlgn="base" hangingPunct="1">
              <a:spcBef>
                <a:spcPct val="40000"/>
              </a:spcBef>
              <a:spcAft>
                <a:spcPct val="0"/>
              </a:spcAft>
              <a:buClr>
                <a:schemeClr val="accent2"/>
              </a:buClr>
              <a:buSzPct val="90000"/>
              <a:buFont typeface="Arial" charset="0"/>
              <a:buChar char="–"/>
              <a:defRPr sz="1200">
                <a:solidFill>
                  <a:schemeClr val="lt1"/>
                </a:solidFill>
                <a:latin typeface="+mn-lt"/>
                <a:ea typeface="+mn-ea"/>
                <a:cs typeface="+mn-cs"/>
              </a:defRPr>
            </a:lvl7pPr>
            <a:lvl8pPr marL="2284413" indent="-227013" algn="l" rtl="0" eaLnBrk="1" fontAlgn="base" hangingPunct="1">
              <a:spcBef>
                <a:spcPct val="40000"/>
              </a:spcBef>
              <a:spcAft>
                <a:spcPct val="0"/>
              </a:spcAft>
              <a:buClr>
                <a:schemeClr val="accent2"/>
              </a:buClr>
              <a:buSzPct val="90000"/>
              <a:buFont typeface="Arial" charset="0"/>
              <a:buChar char="–"/>
              <a:defRPr sz="1200">
                <a:solidFill>
                  <a:schemeClr val="lt1"/>
                </a:solidFill>
                <a:latin typeface="+mn-lt"/>
                <a:ea typeface="+mn-ea"/>
                <a:cs typeface="+mn-cs"/>
              </a:defRPr>
            </a:lvl8pPr>
            <a:lvl9pPr marL="2741613" indent="-227013" algn="l" rtl="0" eaLnBrk="1" fontAlgn="base" hangingPunct="1">
              <a:spcBef>
                <a:spcPct val="40000"/>
              </a:spcBef>
              <a:spcAft>
                <a:spcPct val="0"/>
              </a:spcAft>
              <a:buClr>
                <a:schemeClr val="accent2"/>
              </a:buClr>
              <a:buSzPct val="90000"/>
              <a:buFont typeface="Arial" charset="0"/>
              <a:buChar char="–"/>
              <a:defRPr sz="1200">
                <a:solidFill>
                  <a:schemeClr val="lt1"/>
                </a:solidFill>
                <a:latin typeface="+mn-lt"/>
                <a:ea typeface="+mn-ea"/>
                <a:cs typeface="+mn-cs"/>
              </a:defRPr>
            </a:lvl9pPr>
          </a:lstStyle>
          <a:p>
            <a:pPr marL="0" marR="0" lvl="0" indent="0" algn="ctr" defTabSz="914400" rtl="0" eaLnBrk="1" fontAlgn="base" latinLnBrk="0" hangingPunct="1">
              <a:lnSpc>
                <a:spcPct val="100000"/>
              </a:lnSpc>
              <a:spcBef>
                <a:spcPct val="0"/>
              </a:spcBef>
              <a:spcAft>
                <a:spcPct val="0"/>
              </a:spcAft>
              <a:buClr>
                <a:srgbClr val="009FDF"/>
              </a:buClr>
              <a:buSzTx/>
              <a:buFont typeface="Arial Black" pitchFamily="34" charset="0"/>
              <a:buNone/>
              <a:tabLst/>
              <a:defRPr/>
            </a:pPr>
            <a:r>
              <a:rPr kumimoji="0" lang="en-GB" sz="1400" b="0" i="0" u="none" strike="noStrike" kern="1200" cap="none" spc="0" normalizeH="0" baseline="0" noProof="0">
                <a:ln>
                  <a:noFill/>
                </a:ln>
                <a:solidFill>
                  <a:prstClr val="white"/>
                </a:solidFill>
                <a:effectLst/>
                <a:uLnTx/>
                <a:uFillTx/>
                <a:latin typeface="Arial"/>
                <a:ea typeface="+mn-ea"/>
                <a:cs typeface="+mn-cs"/>
              </a:rPr>
              <a:t>Set distributional parameters - model aligns with economic assumptions</a:t>
            </a:r>
          </a:p>
        </p:txBody>
      </p:sp>
      <p:sp>
        <p:nvSpPr>
          <p:cNvPr id="47" name="Rounded Rectangle 43016">
            <a:extLst>
              <a:ext uri="{FF2B5EF4-FFF2-40B4-BE49-F238E27FC236}">
                <a16:creationId xmlns:a16="http://schemas.microsoft.com/office/drawing/2014/main" id="{0DB85574-E21E-7AC2-41D1-E682F88928A1}"/>
              </a:ext>
            </a:extLst>
          </p:cNvPr>
          <p:cNvSpPr/>
          <p:nvPr/>
        </p:nvSpPr>
        <p:spPr>
          <a:xfrm>
            <a:off x="3640052" y="2057156"/>
            <a:ext cx="2304256" cy="2455657"/>
          </a:xfrm>
          <a:prstGeom prst="roundRect">
            <a:avLst/>
          </a:prstGeom>
          <a:noFill/>
          <a:ln w="28575">
            <a:solidFill>
              <a:schemeClr val="tx2"/>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Arial"/>
              <a:ea typeface="+mn-ea"/>
              <a:cs typeface="+mn-cs"/>
            </a:endParaRPr>
          </a:p>
        </p:txBody>
      </p:sp>
    </p:spTree>
    <p:extLst>
      <p:ext uri="{BB962C8B-B14F-4D97-AF65-F5344CB8AC3E}">
        <p14:creationId xmlns:p14="http://schemas.microsoft.com/office/powerpoint/2010/main" val="1680880146"/>
      </p:ext>
    </p:extLst>
  </p:cSld>
  <p:clrMapOvr>
    <a:masterClrMapping/>
  </p:clrMapOvr>
  <p:transition spd="slow">
    <p:push dir="u"/>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548640"/>
            <a:ext cx="8229600" cy="492443"/>
          </a:xfrm>
        </p:spPr>
        <p:txBody>
          <a:bodyPr/>
          <a:lstStyle/>
          <a:p>
            <a:r>
              <a:rPr lang="en-GB" b="1">
                <a:latin typeface="Times New Roman" panose="02020603050405020304" pitchFamily="18" charset="0"/>
              </a:rPr>
              <a:t>Real World Calibrations – Best Views</a:t>
            </a:r>
          </a:p>
        </p:txBody>
      </p:sp>
      <p:graphicFrame>
        <p:nvGraphicFramePr>
          <p:cNvPr id="6" name="Table 5">
            <a:extLst>
              <a:ext uri="{FF2B5EF4-FFF2-40B4-BE49-F238E27FC236}">
                <a16:creationId xmlns:a16="http://schemas.microsoft.com/office/drawing/2014/main" id="{F106A22F-D8CB-59E8-5AC1-730C908E0550}"/>
              </a:ext>
            </a:extLst>
          </p:cNvPr>
          <p:cNvGraphicFramePr>
            <a:graphicFrameLocks noGrp="1"/>
          </p:cNvGraphicFramePr>
          <p:nvPr>
            <p:extLst>
              <p:ext uri="{D42A27DB-BD31-4B8C-83A1-F6EECF244321}">
                <p14:modId xmlns:p14="http://schemas.microsoft.com/office/powerpoint/2010/main" val="967489237"/>
              </p:ext>
            </p:extLst>
          </p:nvPr>
        </p:nvGraphicFramePr>
        <p:xfrm>
          <a:off x="546100" y="5033915"/>
          <a:ext cx="11183936" cy="1271016"/>
        </p:xfrm>
        <a:graphic>
          <a:graphicData uri="http://schemas.openxmlformats.org/drawingml/2006/table">
            <a:tbl>
              <a:tblPr firstRow="1" bandRow="1">
                <a:tableStyleId>{21E4AEA4-8DFA-4A89-87EB-49C32662AFE0}</a:tableStyleId>
              </a:tblPr>
              <a:tblGrid>
                <a:gridCol w="2795984">
                  <a:extLst>
                    <a:ext uri="{9D8B030D-6E8A-4147-A177-3AD203B41FA5}">
                      <a16:colId xmlns:a16="http://schemas.microsoft.com/office/drawing/2014/main" val="20000"/>
                    </a:ext>
                  </a:extLst>
                </a:gridCol>
                <a:gridCol w="2795984">
                  <a:extLst>
                    <a:ext uri="{9D8B030D-6E8A-4147-A177-3AD203B41FA5}">
                      <a16:colId xmlns:a16="http://schemas.microsoft.com/office/drawing/2014/main" val="20001"/>
                    </a:ext>
                  </a:extLst>
                </a:gridCol>
                <a:gridCol w="2795984">
                  <a:extLst>
                    <a:ext uri="{9D8B030D-6E8A-4147-A177-3AD203B41FA5}">
                      <a16:colId xmlns:a16="http://schemas.microsoft.com/office/drawing/2014/main" val="20002"/>
                    </a:ext>
                  </a:extLst>
                </a:gridCol>
                <a:gridCol w="2795984">
                  <a:extLst>
                    <a:ext uri="{9D8B030D-6E8A-4147-A177-3AD203B41FA5}">
                      <a16:colId xmlns:a16="http://schemas.microsoft.com/office/drawing/2014/main" val="20003"/>
                    </a:ext>
                  </a:extLst>
                </a:gridCol>
              </a:tblGrid>
              <a:tr h="402336">
                <a:tc>
                  <a:txBody>
                    <a:bodyPr/>
                    <a:lstStyle/>
                    <a:p>
                      <a:pPr algn="ctr"/>
                      <a:r>
                        <a:rPr lang="en-GB" sz="1600">
                          <a:solidFill>
                            <a:schemeClr val="bg1"/>
                          </a:solidFill>
                          <a:latin typeface="Arial" panose="020B0604020202020204" pitchFamily="34" charset="0"/>
                        </a:rPr>
                        <a:t>Nominal</a:t>
                      </a:r>
                      <a:r>
                        <a:rPr lang="en-GB" sz="1600" baseline="0">
                          <a:solidFill>
                            <a:schemeClr val="bg1"/>
                          </a:solidFill>
                          <a:latin typeface="Arial" panose="020B0604020202020204" pitchFamily="34" charset="0"/>
                        </a:rPr>
                        <a:t> Rates</a:t>
                      </a:r>
                      <a:endParaRPr lang="en-GB" sz="1600">
                        <a:solidFill>
                          <a:schemeClr val="bg1"/>
                        </a:solidFill>
                        <a:latin typeface="Arial" panose="020B0604020202020204" pitchFamily="34" charset="0"/>
                      </a:endParaRPr>
                    </a:p>
                  </a:txBody>
                  <a:tcPr anchor="ctr"/>
                </a:tc>
                <a:tc>
                  <a:txBody>
                    <a:bodyPr/>
                    <a:lstStyle/>
                    <a:p>
                      <a:pPr algn="ctr"/>
                      <a:r>
                        <a:rPr lang="en-GB" sz="1600">
                          <a:solidFill>
                            <a:schemeClr val="bg1"/>
                          </a:solidFill>
                          <a:latin typeface="Arial" panose="020B0604020202020204" pitchFamily="34" charset="0"/>
                        </a:rPr>
                        <a:t>Equity</a:t>
                      </a:r>
                    </a:p>
                  </a:txBody>
                  <a:tcPr anchor="ctr"/>
                </a:tc>
                <a:tc>
                  <a:txBody>
                    <a:bodyPr/>
                    <a:lstStyle/>
                    <a:p>
                      <a:pPr algn="ctr"/>
                      <a:r>
                        <a:rPr lang="en-GB" sz="1600">
                          <a:solidFill>
                            <a:schemeClr val="bg1"/>
                          </a:solidFill>
                          <a:latin typeface="Arial" panose="020B0604020202020204" pitchFamily="34" charset="0"/>
                        </a:rPr>
                        <a:t>Real Rates</a:t>
                      </a:r>
                    </a:p>
                  </a:txBody>
                  <a:tcPr anchor="ctr"/>
                </a:tc>
                <a:tc>
                  <a:txBody>
                    <a:bodyPr/>
                    <a:lstStyle/>
                    <a:p>
                      <a:pPr algn="ctr"/>
                      <a:r>
                        <a:rPr lang="en-GB" sz="1600">
                          <a:solidFill>
                            <a:schemeClr val="bg1"/>
                          </a:solidFill>
                          <a:latin typeface="Arial" panose="020B0604020202020204" pitchFamily="34" charset="0"/>
                        </a:rPr>
                        <a:t>Credit</a:t>
                      </a:r>
                    </a:p>
                  </a:txBody>
                  <a:tcPr anchor="ctr"/>
                </a:tc>
                <a:extLst>
                  <a:ext uri="{0D108BD9-81ED-4DB2-BD59-A6C34878D82A}">
                    <a16:rowId xmlns:a16="http://schemas.microsoft.com/office/drawing/2014/main" val="10000"/>
                  </a:ext>
                </a:extLst>
              </a:tr>
              <a:tr h="868680">
                <a:tc>
                  <a:txBody>
                    <a:bodyPr/>
                    <a:lstStyle/>
                    <a:p>
                      <a:pPr algn="ctr"/>
                      <a:r>
                        <a:rPr lang="en-GB" sz="1600">
                          <a:solidFill>
                            <a:schemeClr val="tx1"/>
                          </a:solidFill>
                          <a:latin typeface="Arial" panose="020B0604020202020204" pitchFamily="34" charset="0"/>
                        </a:rPr>
                        <a:t>E(D)2FBK</a:t>
                      </a:r>
                    </a:p>
                  </a:txBody>
                  <a:tcPr anchor="ctr"/>
                </a:tc>
                <a:tc>
                  <a:txBody>
                    <a:bodyPr/>
                    <a:lstStyle/>
                    <a:p>
                      <a:pPr algn="ctr"/>
                      <a:r>
                        <a:rPr lang="en-GB" sz="1600">
                          <a:solidFill>
                            <a:schemeClr val="tx1"/>
                          </a:solidFill>
                          <a:latin typeface="Arial" panose="020B0604020202020204" pitchFamily="34" charset="0"/>
                        </a:rPr>
                        <a:t>SVJD</a:t>
                      </a:r>
                    </a:p>
                    <a:p>
                      <a:pPr algn="ctr"/>
                      <a:r>
                        <a:rPr lang="en-GB" sz="1600">
                          <a:solidFill>
                            <a:schemeClr val="tx1"/>
                          </a:solidFill>
                          <a:latin typeface="Arial" panose="020B0604020202020204" pitchFamily="34" charset="0"/>
                        </a:rPr>
                        <a:t>Constant Volatility</a:t>
                      </a:r>
                    </a:p>
                  </a:txBody>
                  <a:tcPr anchor="ctr"/>
                </a:tc>
                <a:tc>
                  <a:txBody>
                    <a:bodyPr/>
                    <a:lstStyle/>
                    <a:p>
                      <a:pPr algn="ctr"/>
                      <a:r>
                        <a:rPr lang="en-GB" sz="1600">
                          <a:solidFill>
                            <a:schemeClr val="tx1"/>
                          </a:solidFill>
                          <a:latin typeface="Arial" panose="020B0604020202020204" pitchFamily="34" charset="0"/>
                        </a:rPr>
                        <a:t>2-Factor Hull White</a:t>
                      </a:r>
                    </a:p>
                  </a:txBody>
                  <a:tcPr anchor="ct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GB" sz="1600" baseline="0" dirty="0">
                          <a:solidFill>
                            <a:schemeClr val="tx1"/>
                          </a:solidFill>
                          <a:latin typeface="Arial" panose="020B0604020202020204" pitchFamily="34" charset="0"/>
                        </a:rPr>
                        <a:t>G2 Dual Term Premium </a:t>
                      </a:r>
                    </a:p>
                  </a:txBody>
                  <a:tcPr anchor="ctr"/>
                </a:tc>
                <a:extLst>
                  <a:ext uri="{0D108BD9-81ED-4DB2-BD59-A6C34878D82A}">
                    <a16:rowId xmlns:a16="http://schemas.microsoft.com/office/drawing/2014/main" val="10001"/>
                  </a:ext>
                </a:extLst>
              </a:tr>
            </a:tbl>
          </a:graphicData>
        </a:graphic>
      </p:graphicFrame>
      <p:sp>
        <p:nvSpPr>
          <p:cNvPr id="8" name="Content Placeholder 2">
            <a:extLst>
              <a:ext uri="{FF2B5EF4-FFF2-40B4-BE49-F238E27FC236}">
                <a16:creationId xmlns:a16="http://schemas.microsoft.com/office/drawing/2014/main" id="{17E7F9F3-BC3B-4D82-C6CA-E13E64C48179}"/>
              </a:ext>
            </a:extLst>
          </p:cNvPr>
          <p:cNvSpPr txBox="1">
            <a:spLocks/>
          </p:cNvSpPr>
          <p:nvPr/>
        </p:nvSpPr>
        <p:spPr>
          <a:xfrm>
            <a:off x="596766" y="1440520"/>
            <a:ext cx="10648749" cy="3741080"/>
          </a:xfrm>
          <a:prstGeom prst="rect">
            <a:avLst/>
          </a:prstGeom>
        </p:spPr>
        <p:txBody>
          <a:bodyPr vert="horz" lIns="0" tIns="0" rIns="0" bIns="0" rtlCol="0">
            <a:normAutofit lnSpcReduction="10000"/>
          </a:bodyPr>
          <a:lstStyle>
            <a:lvl1pPr marL="0" indent="0" algn="l" defTabSz="914400" rtl="0" eaLnBrk="1" latinLnBrk="0" hangingPunct="1">
              <a:lnSpc>
                <a:spcPct val="101000"/>
              </a:lnSpc>
              <a:spcBef>
                <a:spcPts val="0"/>
              </a:spcBef>
              <a:spcAft>
                <a:spcPts val="600"/>
              </a:spcAft>
              <a:buFont typeface="GT America Regular"/>
              <a:buNone/>
              <a:defRPr sz="1400" b="0" i="0" kern="1200">
                <a:solidFill>
                  <a:schemeClr val="bg2"/>
                </a:solidFill>
                <a:latin typeface="+mn-lt"/>
                <a:ea typeface="GT America Regular" charset="0"/>
                <a:cs typeface="GT America Regular" charset="0"/>
              </a:defRPr>
            </a:lvl1pPr>
            <a:lvl2pPr marL="285750" indent="-285750" algn="l" defTabSz="914400" rtl="0" eaLnBrk="1" latinLnBrk="0" hangingPunct="1">
              <a:lnSpc>
                <a:spcPct val="101000"/>
              </a:lnSpc>
              <a:spcBef>
                <a:spcPts val="0"/>
              </a:spcBef>
              <a:spcAft>
                <a:spcPts val="600"/>
              </a:spcAft>
              <a:buFont typeface="GT America Regular" charset="0"/>
              <a:buChar char="→"/>
              <a:defRPr sz="1400" b="0" i="0" kern="1200">
                <a:solidFill>
                  <a:schemeClr val="bg2"/>
                </a:solidFill>
                <a:latin typeface="+mn-lt"/>
                <a:ea typeface="GT America Regular"/>
                <a:cs typeface="GT America Regular"/>
              </a:defRPr>
            </a:lvl2pPr>
            <a:lvl3pPr marL="458788" indent="-171450" algn="l" defTabSz="914400" rtl="0" eaLnBrk="1" latinLnBrk="0" hangingPunct="1">
              <a:lnSpc>
                <a:spcPct val="101000"/>
              </a:lnSpc>
              <a:spcBef>
                <a:spcPts val="0"/>
              </a:spcBef>
              <a:spcAft>
                <a:spcPts val="600"/>
              </a:spcAft>
              <a:buClr>
                <a:schemeClr val="accent1"/>
              </a:buClr>
              <a:buFont typeface="GT America Regular" pitchFamily="50" charset="0"/>
              <a:buChar char="•"/>
              <a:defRPr sz="1400" b="0" i="0" kern="1200">
                <a:solidFill>
                  <a:schemeClr val="bg2"/>
                </a:solidFill>
                <a:latin typeface="+mn-lt"/>
                <a:ea typeface="GT America Regular" pitchFamily="2" charset="77"/>
                <a:cs typeface="GT America Regular" pitchFamily="2" charset="77"/>
              </a:defRPr>
            </a:lvl3pPr>
            <a:lvl4pPr marL="628650" indent="-171450" algn="l" defTabSz="914400" rtl="0" eaLnBrk="1" latinLnBrk="0" hangingPunct="1">
              <a:lnSpc>
                <a:spcPct val="101000"/>
              </a:lnSpc>
              <a:spcBef>
                <a:spcPts val="0"/>
              </a:spcBef>
              <a:spcAft>
                <a:spcPts val="600"/>
              </a:spcAft>
              <a:buClrTx/>
              <a:buFont typeface="GT America Regular" pitchFamily="50" charset="0"/>
              <a:buChar char="–"/>
              <a:defRPr sz="1300" b="0" i="0" kern="1200">
                <a:solidFill>
                  <a:schemeClr val="bg2"/>
                </a:solidFill>
                <a:latin typeface="+mn-lt"/>
                <a:ea typeface="GT America Regular" pitchFamily="2" charset="77"/>
                <a:cs typeface="GT America Regular" pitchFamily="2" charset="77"/>
              </a:defRPr>
            </a:lvl4pPr>
            <a:lvl5pPr marL="801688" indent="-171450" algn="l" defTabSz="914400" rtl="0" eaLnBrk="1" latinLnBrk="0" hangingPunct="1">
              <a:lnSpc>
                <a:spcPct val="101000"/>
              </a:lnSpc>
              <a:spcBef>
                <a:spcPts val="0"/>
              </a:spcBef>
              <a:spcAft>
                <a:spcPts val="600"/>
              </a:spcAft>
              <a:buClr>
                <a:schemeClr val="accent1"/>
              </a:buClr>
              <a:buFont typeface="GT America Regular" charset="0"/>
              <a:buChar char="–"/>
              <a:tabLst/>
              <a:defRPr sz="1200" b="0" i="0" kern="1200">
                <a:solidFill>
                  <a:schemeClr val="bg2"/>
                </a:solidFill>
                <a:latin typeface="+mn-lt"/>
                <a:ea typeface="GT America Regular" pitchFamily="2" charset="77"/>
                <a:cs typeface="GT America Regular" pitchFamily="2" charset="77"/>
              </a:defRPr>
            </a:lvl5pPr>
            <a:lvl6pPr marL="971550" indent="-171450" algn="l" defTabSz="914400" rtl="0" eaLnBrk="1" latinLnBrk="0" hangingPunct="1">
              <a:lnSpc>
                <a:spcPct val="101000"/>
              </a:lnSpc>
              <a:spcBef>
                <a:spcPts val="0"/>
              </a:spcBef>
              <a:spcAft>
                <a:spcPts val="600"/>
              </a:spcAft>
              <a:buClrTx/>
              <a:buFont typeface="GT America Regular" pitchFamily="50" charset="0"/>
              <a:buChar char="»"/>
              <a:defRPr sz="1200" b="0" i="0" kern="1200">
                <a:solidFill>
                  <a:schemeClr val="tx1"/>
                </a:solidFill>
                <a:latin typeface="+mn-lt"/>
                <a:ea typeface="GT America Regular" pitchFamily="2" charset="77"/>
                <a:cs typeface="GT America Regular" pitchFamily="2" charset="77"/>
              </a:defRPr>
            </a:lvl6pPr>
            <a:lvl7pPr marL="1144588" indent="-171450" algn="l" defTabSz="914400" rtl="0" eaLnBrk="1" latinLnBrk="0" hangingPunct="1">
              <a:lnSpc>
                <a:spcPct val="101000"/>
              </a:lnSpc>
              <a:spcBef>
                <a:spcPts val="0"/>
              </a:spcBef>
              <a:spcAft>
                <a:spcPts val="600"/>
              </a:spcAft>
              <a:buClr>
                <a:schemeClr val="accent1"/>
              </a:buClr>
              <a:buFont typeface="GT America Regular" charset="0"/>
              <a:buChar char="»"/>
              <a:defRPr sz="1100" kern="1200">
                <a:solidFill>
                  <a:schemeClr val="tx1"/>
                </a:solidFill>
                <a:latin typeface="+mn-lt"/>
                <a:ea typeface="GT America Regular" pitchFamily="2" charset="77"/>
                <a:cs typeface="GT America Regular" pitchFamily="2" charset="77"/>
              </a:defRPr>
            </a:lvl7pPr>
            <a:lvl8pPr marL="1312863" indent="-171450" algn="l" defTabSz="914400" rtl="0" eaLnBrk="1" latinLnBrk="0" hangingPunct="1">
              <a:lnSpc>
                <a:spcPct val="101000"/>
              </a:lnSpc>
              <a:spcBef>
                <a:spcPts val="0"/>
              </a:spcBef>
              <a:spcAft>
                <a:spcPts val="600"/>
              </a:spcAft>
              <a:buClrTx/>
              <a:buFont typeface="GT America Regular" pitchFamily="50" charset="0"/>
              <a:buChar char="›"/>
              <a:defRPr sz="1100" kern="1200">
                <a:solidFill>
                  <a:schemeClr val="tx1"/>
                </a:solidFill>
                <a:latin typeface="+mn-lt"/>
                <a:ea typeface="GT America Regular" pitchFamily="2" charset="77"/>
                <a:cs typeface="GT America Regular" pitchFamily="2" charset="77"/>
              </a:defRPr>
            </a:lvl8pPr>
            <a:lvl9pPr marL="1485900" indent="-171450" algn="l" defTabSz="914400" rtl="0" eaLnBrk="1" latinLnBrk="0" hangingPunct="1">
              <a:lnSpc>
                <a:spcPct val="101000"/>
              </a:lnSpc>
              <a:spcBef>
                <a:spcPts val="0"/>
              </a:spcBef>
              <a:spcAft>
                <a:spcPts val="600"/>
              </a:spcAft>
              <a:buClr>
                <a:schemeClr val="accent1"/>
              </a:buClr>
              <a:buFont typeface="GT America Regular" charset="0"/>
              <a:buChar char="›"/>
              <a:defRPr sz="1100" kern="1200">
                <a:solidFill>
                  <a:schemeClr val="tx1"/>
                </a:solidFill>
                <a:latin typeface="+mn-lt"/>
                <a:ea typeface="GT America Regular" pitchFamily="2" charset="77"/>
                <a:cs typeface="GT America Regular" pitchFamily="2" charset="77"/>
              </a:defRPr>
            </a:lvl9pPr>
          </a:lstStyle>
          <a:p>
            <a:pPr lvl="1"/>
            <a:r>
              <a:rPr lang="en-US" sz="1800" dirty="0">
                <a:solidFill>
                  <a:schemeClr val="tx1"/>
                </a:solidFill>
                <a:latin typeface="Arial" panose="020B0604020202020204" pitchFamily="34" charset="0"/>
              </a:rPr>
              <a:t>Aim is to produce realistic (forward looking) distributions. Relevant for </a:t>
            </a:r>
            <a:r>
              <a:rPr lang="en-US" sz="1800" dirty="0" err="1">
                <a:solidFill>
                  <a:schemeClr val="tx1"/>
                </a:solidFill>
                <a:latin typeface="Arial" panose="020B0604020202020204" pitchFamily="34" charset="0"/>
              </a:rPr>
              <a:t>analysing</a:t>
            </a:r>
            <a:r>
              <a:rPr lang="en-US" sz="1800" dirty="0">
                <a:solidFill>
                  <a:schemeClr val="tx1"/>
                </a:solidFill>
                <a:latin typeface="Arial" panose="020B0604020202020204" pitchFamily="34" charset="0"/>
              </a:rPr>
              <a:t> the </a:t>
            </a:r>
            <a:r>
              <a:rPr lang="en-US" sz="1800" dirty="0" err="1">
                <a:solidFill>
                  <a:schemeClr val="tx1"/>
                </a:solidFill>
                <a:latin typeface="Arial" panose="020B0604020202020204" pitchFamily="34" charset="0"/>
              </a:rPr>
              <a:t>behaviour</a:t>
            </a:r>
            <a:r>
              <a:rPr lang="en-US" sz="1800" dirty="0">
                <a:solidFill>
                  <a:schemeClr val="tx1"/>
                </a:solidFill>
                <a:latin typeface="Arial" panose="020B0604020202020204" pitchFamily="34" charset="0"/>
              </a:rPr>
              <a:t> of ‘real-world’ financial market risk over both </a:t>
            </a:r>
            <a:r>
              <a:rPr lang="en-US" sz="1800" dirty="0">
                <a:solidFill>
                  <a:schemeClr val="accent1"/>
                </a:solidFill>
                <a:latin typeface="Arial" panose="020B0604020202020204" pitchFamily="34" charset="0"/>
              </a:rPr>
              <a:t>short term (1 Year), medium- and long-term </a:t>
            </a:r>
            <a:r>
              <a:rPr lang="en-US" sz="1800" dirty="0">
                <a:solidFill>
                  <a:schemeClr val="tx1"/>
                </a:solidFill>
                <a:latin typeface="Arial" panose="020B0604020202020204" pitchFamily="34" charset="0"/>
              </a:rPr>
              <a:t>horizons with stable calibrations. This calibration is deemed unconditional (through-the-cycle approach).</a:t>
            </a:r>
          </a:p>
          <a:p>
            <a:pPr lvl="1"/>
            <a:r>
              <a:rPr lang="en-US" sz="1800" dirty="0">
                <a:solidFill>
                  <a:schemeClr val="tx1"/>
                </a:solidFill>
                <a:latin typeface="Arial" panose="020B0604020202020204" pitchFamily="34" charset="0"/>
              </a:rPr>
              <a:t>Calibrations are not likely to change significantly as market conditions change – targets and assumptions are set on an unconditional basis.</a:t>
            </a:r>
          </a:p>
          <a:p>
            <a:pPr lvl="1"/>
            <a:r>
              <a:rPr lang="en-US" sz="1800" dirty="0">
                <a:solidFill>
                  <a:schemeClr val="tx1"/>
                </a:solidFill>
                <a:latin typeface="Arial" panose="020B0604020202020204" pitchFamily="34" charset="0"/>
              </a:rPr>
              <a:t>Best Views ‘approach’ is to produce stable medium/long term interest rate projections (e.g. we assume market participants have relatively stable medium/long term views).</a:t>
            </a:r>
          </a:p>
          <a:p>
            <a:pPr lvl="2"/>
            <a:r>
              <a:rPr lang="en-US" sz="1800" dirty="0">
                <a:solidFill>
                  <a:schemeClr val="tx1"/>
                </a:solidFill>
                <a:latin typeface="Arial" panose="020B0604020202020204" pitchFamily="34" charset="0"/>
              </a:rPr>
              <a:t>The greater interest rate stability gives rise to more stable income distributions for annuity projections and other interest rate linked liabilities.</a:t>
            </a:r>
          </a:p>
          <a:p>
            <a:pPr lvl="2"/>
            <a:r>
              <a:rPr lang="en-US" sz="1800" dirty="0">
                <a:solidFill>
                  <a:schemeClr val="tx1"/>
                </a:solidFill>
                <a:latin typeface="Arial" panose="020B0604020202020204" pitchFamily="34" charset="0"/>
              </a:rPr>
              <a:t>Interest rate stability is achieved by using flexible term premia.</a:t>
            </a:r>
          </a:p>
          <a:p>
            <a:pPr lvl="2"/>
            <a:r>
              <a:rPr lang="en-US" sz="1800" dirty="0">
                <a:solidFill>
                  <a:schemeClr val="tx1"/>
                </a:solidFill>
                <a:latin typeface="Arial" panose="020B0604020202020204" pitchFamily="34" charset="0"/>
              </a:rPr>
              <a:t>1 year projections will vary due to change in initial market prices (e.g. yield curves).</a:t>
            </a:r>
          </a:p>
          <a:p>
            <a:pPr lvl="1"/>
            <a:r>
              <a:rPr lang="en-US" sz="1800" dirty="0">
                <a:solidFill>
                  <a:schemeClr val="tx1"/>
                </a:solidFill>
                <a:latin typeface="Arial" panose="020B0604020202020204" pitchFamily="34" charset="0"/>
              </a:rPr>
              <a:t>Model choices are highlighted below:</a:t>
            </a:r>
          </a:p>
          <a:p>
            <a:pPr lvl="1"/>
            <a:endParaRPr lang="en-US" sz="1800" dirty="0">
              <a:solidFill>
                <a:schemeClr val="tx1"/>
              </a:solidFill>
              <a:latin typeface="Arial" panose="020B0604020202020204" pitchFamily="34" charset="0"/>
            </a:endParaRPr>
          </a:p>
          <a:p>
            <a:pPr lvl="1"/>
            <a:endParaRPr lang="en-US" sz="1800" dirty="0">
              <a:solidFill>
                <a:schemeClr val="tx1"/>
              </a:solidFill>
            </a:endParaRPr>
          </a:p>
        </p:txBody>
      </p:sp>
    </p:spTree>
    <p:extLst>
      <p:ext uri="{BB962C8B-B14F-4D97-AF65-F5344CB8AC3E}">
        <p14:creationId xmlns:p14="http://schemas.microsoft.com/office/powerpoint/2010/main" val="299358105"/>
      </p:ext>
    </p:extLst>
  </p:cSld>
  <p:clrMapOvr>
    <a:masterClrMapping/>
  </p:clrMapOvr>
  <p:transition spd="slow" advTm="227">
    <p:push dir="u"/>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548640"/>
            <a:ext cx="8229600" cy="492443"/>
          </a:xfrm>
        </p:spPr>
        <p:txBody>
          <a:bodyPr/>
          <a:lstStyle/>
          <a:p>
            <a:r>
              <a:rPr lang="en-GB" b="1" dirty="0">
                <a:latin typeface="Times New Roman" panose="02020603050405020304" pitchFamily="18" charset="0"/>
              </a:rPr>
              <a:t>Market Consistent Calibrations</a:t>
            </a:r>
          </a:p>
        </p:txBody>
      </p:sp>
      <p:sp>
        <p:nvSpPr>
          <p:cNvPr id="3" name="Content Placeholder 2"/>
          <p:cNvSpPr>
            <a:spLocks noGrp="1"/>
          </p:cNvSpPr>
          <p:nvPr>
            <p:ph idx="1"/>
          </p:nvPr>
        </p:nvSpPr>
        <p:spPr>
          <a:xfrm>
            <a:off x="548640" y="1579691"/>
            <a:ext cx="11384280" cy="3411409"/>
          </a:xfrm>
        </p:spPr>
        <p:txBody>
          <a:bodyPr/>
          <a:lstStyle/>
          <a:p>
            <a:pPr lvl="1"/>
            <a:r>
              <a:rPr lang="en-GB" sz="1600" dirty="0">
                <a:solidFill>
                  <a:schemeClr val="tx1"/>
                </a:solidFill>
                <a:latin typeface="Arial" panose="020B0604020202020204" pitchFamily="34" charset="0"/>
              </a:rPr>
              <a:t>Aim is to obtain a market-consistent (MC) valuation of liabilities </a:t>
            </a:r>
            <a:r>
              <a:rPr lang="en-US" sz="1600" dirty="0">
                <a:solidFill>
                  <a:schemeClr val="tx1"/>
                </a:solidFill>
                <a:latin typeface="Arial" panose="020B0604020202020204" pitchFamily="34" charset="0"/>
              </a:rPr>
              <a:t>using risk neutral methods.</a:t>
            </a:r>
            <a:endParaRPr lang="en-GB" sz="1600" dirty="0">
              <a:solidFill>
                <a:schemeClr val="tx1"/>
              </a:solidFill>
              <a:latin typeface="Arial" panose="020B0604020202020204" pitchFamily="34" charset="0"/>
            </a:endParaRPr>
          </a:p>
          <a:p>
            <a:pPr lvl="1"/>
            <a:r>
              <a:rPr lang="en-GB" sz="1600" dirty="0">
                <a:solidFill>
                  <a:schemeClr val="tx1"/>
                </a:solidFill>
                <a:latin typeface="Arial" panose="020B0604020202020204" pitchFamily="34" charset="0"/>
              </a:rPr>
              <a:t>It is important to produce calibrations that match available market prices for relevant instruments (e.g. price market instruments at time 0).</a:t>
            </a:r>
          </a:p>
          <a:p>
            <a:pPr lvl="1"/>
            <a:r>
              <a:rPr lang="en-GB" sz="1600" dirty="0">
                <a:solidFill>
                  <a:schemeClr val="tx1"/>
                </a:solidFill>
                <a:latin typeface="Arial" panose="020B0604020202020204" pitchFamily="34" charset="0"/>
              </a:rPr>
              <a:t>The choice of ‘relevant’ market instrument should reflect the liabilities held. </a:t>
            </a:r>
          </a:p>
          <a:p>
            <a:pPr lvl="1"/>
            <a:r>
              <a:rPr lang="en-US" sz="1600" dirty="0">
                <a:solidFill>
                  <a:schemeClr val="tx1"/>
                </a:solidFill>
                <a:latin typeface="Arial" panose="020B0604020202020204" pitchFamily="34" charset="0"/>
              </a:rPr>
              <a:t>Insurance liabilities are complex and may contain path-dependent options and guarantees. Therefore it is also important </a:t>
            </a:r>
            <a:br>
              <a:rPr lang="en-US" sz="1600" dirty="0">
                <a:solidFill>
                  <a:schemeClr val="tx1"/>
                </a:solidFill>
                <a:latin typeface="Arial" panose="020B0604020202020204" pitchFamily="34" charset="0"/>
              </a:rPr>
            </a:br>
            <a:r>
              <a:rPr lang="en-US" sz="1600" dirty="0">
                <a:solidFill>
                  <a:schemeClr val="tx1"/>
                </a:solidFill>
                <a:latin typeface="Arial" panose="020B0604020202020204" pitchFamily="34" charset="0"/>
              </a:rPr>
              <a:t>to produce calibrations that allow for realistic dynamics.</a:t>
            </a:r>
            <a:endParaRPr lang="en-GB" sz="1600" dirty="0">
              <a:solidFill>
                <a:schemeClr val="tx1"/>
              </a:solidFill>
              <a:latin typeface="Arial" panose="020B0604020202020204" pitchFamily="34" charset="0"/>
            </a:endParaRPr>
          </a:p>
          <a:p>
            <a:pPr lvl="1"/>
            <a:r>
              <a:rPr lang="en-GB" sz="1600" dirty="0">
                <a:solidFill>
                  <a:schemeClr val="tx1"/>
                </a:solidFill>
                <a:latin typeface="Arial" panose="020B0604020202020204" pitchFamily="34" charset="0"/>
              </a:rPr>
              <a:t>We would expect parameters to change fairly frequently to reflect changes to the market instruments being priced.</a:t>
            </a:r>
          </a:p>
          <a:p>
            <a:pPr lvl="1"/>
            <a:r>
              <a:rPr lang="en-GB" sz="1600" dirty="0">
                <a:solidFill>
                  <a:schemeClr val="tx1"/>
                </a:solidFill>
                <a:latin typeface="Arial" panose="020B0604020202020204" pitchFamily="34" charset="0"/>
              </a:rPr>
              <a:t>Model choices across our </a:t>
            </a:r>
            <a:r>
              <a:rPr lang="en-GB" sz="1600" i="1" dirty="0">
                <a:solidFill>
                  <a:schemeClr val="tx1"/>
                </a:solidFill>
                <a:latin typeface="Arial" panose="020B0604020202020204" pitchFamily="34" charset="0"/>
              </a:rPr>
              <a:t>MC Premium </a:t>
            </a:r>
            <a:r>
              <a:rPr lang="en-GB" sz="1600" dirty="0">
                <a:solidFill>
                  <a:schemeClr val="tx1"/>
                </a:solidFill>
                <a:latin typeface="Arial" panose="020B0604020202020204" pitchFamily="34" charset="0"/>
              </a:rPr>
              <a:t>and </a:t>
            </a:r>
            <a:r>
              <a:rPr lang="en-GB" sz="1600" i="1" dirty="0">
                <a:solidFill>
                  <a:schemeClr val="tx1"/>
                </a:solidFill>
                <a:latin typeface="Arial" panose="020B0604020202020204" pitchFamily="34" charset="0"/>
              </a:rPr>
              <a:t>MC Standard </a:t>
            </a:r>
            <a:r>
              <a:rPr lang="en-GB" sz="1600" dirty="0">
                <a:solidFill>
                  <a:schemeClr val="tx1"/>
                </a:solidFill>
                <a:latin typeface="Arial" panose="020B0604020202020204" pitchFamily="34" charset="0"/>
              </a:rPr>
              <a:t>services are highlighted below:</a:t>
            </a:r>
          </a:p>
        </p:txBody>
      </p:sp>
      <p:graphicFrame>
        <p:nvGraphicFramePr>
          <p:cNvPr id="5" name="Table 4"/>
          <p:cNvGraphicFramePr>
            <a:graphicFrameLocks noGrp="1"/>
          </p:cNvGraphicFramePr>
          <p:nvPr/>
        </p:nvGraphicFramePr>
        <p:xfrm>
          <a:off x="548640" y="4156147"/>
          <a:ext cx="11236960" cy="1269856"/>
        </p:xfrm>
        <a:graphic>
          <a:graphicData uri="http://schemas.openxmlformats.org/drawingml/2006/table">
            <a:tbl>
              <a:tblPr firstRow="1" bandRow="1">
                <a:tableStyleId>{21E4AEA4-8DFA-4A89-87EB-49C32662AFE0}</a:tableStyleId>
              </a:tblPr>
              <a:tblGrid>
                <a:gridCol w="2809240">
                  <a:extLst>
                    <a:ext uri="{9D8B030D-6E8A-4147-A177-3AD203B41FA5}">
                      <a16:colId xmlns:a16="http://schemas.microsoft.com/office/drawing/2014/main" val="20000"/>
                    </a:ext>
                  </a:extLst>
                </a:gridCol>
                <a:gridCol w="2809240">
                  <a:extLst>
                    <a:ext uri="{9D8B030D-6E8A-4147-A177-3AD203B41FA5}">
                      <a16:colId xmlns:a16="http://schemas.microsoft.com/office/drawing/2014/main" val="20001"/>
                    </a:ext>
                  </a:extLst>
                </a:gridCol>
                <a:gridCol w="2809240">
                  <a:extLst>
                    <a:ext uri="{9D8B030D-6E8A-4147-A177-3AD203B41FA5}">
                      <a16:colId xmlns:a16="http://schemas.microsoft.com/office/drawing/2014/main" val="20002"/>
                    </a:ext>
                  </a:extLst>
                </a:gridCol>
                <a:gridCol w="2809240">
                  <a:extLst>
                    <a:ext uri="{9D8B030D-6E8A-4147-A177-3AD203B41FA5}">
                      <a16:colId xmlns:a16="http://schemas.microsoft.com/office/drawing/2014/main" val="20003"/>
                    </a:ext>
                  </a:extLst>
                </a:gridCol>
              </a:tblGrid>
              <a:tr h="405760">
                <a:tc>
                  <a:txBody>
                    <a:bodyPr/>
                    <a:lstStyle/>
                    <a:p>
                      <a:pPr algn="ctr"/>
                      <a:r>
                        <a:rPr lang="en-GB" sz="1600">
                          <a:solidFill>
                            <a:schemeClr val="bg1"/>
                          </a:solidFill>
                          <a:latin typeface="Arial" panose="020B0604020202020204" pitchFamily="34" charset="0"/>
                        </a:rPr>
                        <a:t>Nominal</a:t>
                      </a:r>
                      <a:r>
                        <a:rPr lang="en-GB" sz="1600" baseline="0">
                          <a:solidFill>
                            <a:schemeClr val="bg1"/>
                          </a:solidFill>
                          <a:latin typeface="Arial" panose="020B0604020202020204" pitchFamily="34" charset="0"/>
                        </a:rPr>
                        <a:t> Rates</a:t>
                      </a:r>
                      <a:endParaRPr lang="en-GB" sz="1600">
                        <a:solidFill>
                          <a:schemeClr val="bg1"/>
                        </a:solidFill>
                        <a:latin typeface="Arial" panose="020B0604020202020204" pitchFamily="34" charset="0"/>
                      </a:endParaRPr>
                    </a:p>
                  </a:txBody>
                  <a:tcPr anchor="ctr"/>
                </a:tc>
                <a:tc>
                  <a:txBody>
                    <a:bodyPr/>
                    <a:lstStyle/>
                    <a:p>
                      <a:pPr algn="ctr"/>
                      <a:r>
                        <a:rPr lang="en-GB" sz="1600">
                          <a:solidFill>
                            <a:schemeClr val="bg1"/>
                          </a:solidFill>
                          <a:latin typeface="Arial" panose="020B0604020202020204" pitchFamily="34" charset="0"/>
                        </a:rPr>
                        <a:t>Equity</a:t>
                      </a:r>
                    </a:p>
                  </a:txBody>
                  <a:tcPr anchor="ctr"/>
                </a:tc>
                <a:tc>
                  <a:txBody>
                    <a:bodyPr/>
                    <a:lstStyle/>
                    <a:p>
                      <a:pPr algn="ctr"/>
                      <a:r>
                        <a:rPr lang="en-GB" sz="1600">
                          <a:solidFill>
                            <a:schemeClr val="bg1"/>
                          </a:solidFill>
                          <a:latin typeface="Arial" panose="020B0604020202020204" pitchFamily="34" charset="0"/>
                        </a:rPr>
                        <a:t>Real Rates</a:t>
                      </a:r>
                    </a:p>
                  </a:txBody>
                  <a:tcPr anchor="ctr"/>
                </a:tc>
                <a:tc>
                  <a:txBody>
                    <a:bodyPr/>
                    <a:lstStyle/>
                    <a:p>
                      <a:pPr algn="ctr"/>
                      <a:r>
                        <a:rPr lang="en-GB" sz="1600">
                          <a:solidFill>
                            <a:schemeClr val="bg1"/>
                          </a:solidFill>
                          <a:latin typeface="Arial" panose="020B0604020202020204" pitchFamily="34" charset="0"/>
                        </a:rPr>
                        <a:t>Credit</a:t>
                      </a:r>
                    </a:p>
                  </a:txBody>
                  <a:tcPr anchor="ctr"/>
                </a:tc>
                <a:extLst>
                  <a:ext uri="{0D108BD9-81ED-4DB2-BD59-A6C34878D82A}">
                    <a16:rowId xmlns:a16="http://schemas.microsoft.com/office/drawing/2014/main" val="10000"/>
                  </a:ext>
                </a:extLst>
              </a:tr>
              <a:tr h="864096">
                <a:tc>
                  <a:txBody>
                    <a:bodyPr/>
                    <a:lstStyle/>
                    <a:p>
                      <a:pPr algn="ctr"/>
                      <a:r>
                        <a:rPr lang="en-GB" sz="1600">
                          <a:solidFill>
                            <a:schemeClr val="tx1"/>
                          </a:solidFill>
                          <a:latin typeface="Arial" panose="020B0604020202020204" pitchFamily="34" charset="0"/>
                        </a:rPr>
                        <a:t>LMM+</a:t>
                      </a:r>
                    </a:p>
                    <a:p>
                      <a:pPr algn="ctr"/>
                      <a:r>
                        <a:rPr lang="en-GB" sz="1600">
                          <a:solidFill>
                            <a:schemeClr val="tx1"/>
                          </a:solidFill>
                          <a:latin typeface="Arial" panose="020B0604020202020204" pitchFamily="34" charset="0"/>
                        </a:rPr>
                        <a:t>E(D)2FBK</a:t>
                      </a:r>
                    </a:p>
                    <a:p>
                      <a:pPr algn="ctr"/>
                      <a:r>
                        <a:rPr lang="en-GB" sz="1600">
                          <a:solidFill>
                            <a:schemeClr val="tx1"/>
                          </a:solidFill>
                          <a:latin typeface="Arial" panose="020B0604020202020204" pitchFamily="34" charset="0"/>
                        </a:rPr>
                        <a:t>2F Hull-White</a:t>
                      </a:r>
                    </a:p>
                  </a:txBody>
                  <a:tcPr anchor="ctr"/>
                </a:tc>
                <a:tc>
                  <a:txBody>
                    <a:bodyPr/>
                    <a:lstStyle/>
                    <a:p>
                      <a:pPr algn="ctr"/>
                      <a:r>
                        <a:rPr lang="en-GB" sz="1600">
                          <a:solidFill>
                            <a:schemeClr val="tx1"/>
                          </a:solidFill>
                          <a:latin typeface="Arial" panose="020B0604020202020204" pitchFamily="34" charset="0"/>
                        </a:rPr>
                        <a:t>SVJD</a:t>
                      </a:r>
                    </a:p>
                    <a:p>
                      <a:pPr algn="ctr"/>
                      <a:r>
                        <a:rPr lang="en-GB" sz="1600">
                          <a:solidFill>
                            <a:schemeClr val="tx1"/>
                          </a:solidFill>
                          <a:latin typeface="Arial" panose="020B0604020202020204" pitchFamily="34" charset="0"/>
                        </a:rPr>
                        <a:t>TVDV</a:t>
                      </a:r>
                    </a:p>
                    <a:p>
                      <a:pPr algn="ctr"/>
                      <a:r>
                        <a:rPr lang="en-GB" sz="1600">
                          <a:solidFill>
                            <a:schemeClr val="tx1"/>
                          </a:solidFill>
                          <a:latin typeface="Arial" panose="020B0604020202020204" pitchFamily="34" charset="0"/>
                        </a:rPr>
                        <a:t>Constant Volatility</a:t>
                      </a:r>
                    </a:p>
                  </a:txBody>
                  <a:tcPr anchor="ctr"/>
                </a:tc>
                <a:tc>
                  <a:txBody>
                    <a:bodyPr/>
                    <a:lstStyle/>
                    <a:p>
                      <a:pPr algn="ctr"/>
                      <a:r>
                        <a:rPr lang="en-GB" sz="1600">
                          <a:solidFill>
                            <a:schemeClr val="tx1"/>
                          </a:solidFill>
                          <a:latin typeface="Arial" panose="020B0604020202020204" pitchFamily="34" charset="0"/>
                        </a:rPr>
                        <a:t>GLMM</a:t>
                      </a:r>
                    </a:p>
                    <a:p>
                      <a:pPr algn="ctr"/>
                      <a:r>
                        <a:rPr lang="en-GB" sz="1600">
                          <a:solidFill>
                            <a:schemeClr val="tx1"/>
                          </a:solidFill>
                          <a:latin typeface="Arial" panose="020B0604020202020204" pitchFamily="34" charset="0"/>
                        </a:rPr>
                        <a:t>2-Factor</a:t>
                      </a:r>
                      <a:r>
                        <a:rPr lang="en-GB" sz="1600" baseline="0">
                          <a:solidFill>
                            <a:schemeClr val="tx1"/>
                          </a:solidFill>
                          <a:latin typeface="Arial" panose="020B0604020202020204" pitchFamily="34" charset="0"/>
                        </a:rPr>
                        <a:t> </a:t>
                      </a:r>
                      <a:r>
                        <a:rPr lang="en-GB" sz="1600" baseline="0" err="1">
                          <a:solidFill>
                            <a:schemeClr val="tx1"/>
                          </a:solidFill>
                          <a:latin typeface="Arial" panose="020B0604020202020204" pitchFamily="34" charset="0"/>
                        </a:rPr>
                        <a:t>Vasicek</a:t>
                      </a:r>
                      <a:endParaRPr lang="en-GB" sz="1600">
                        <a:solidFill>
                          <a:schemeClr val="tx1"/>
                        </a:solidFill>
                        <a:latin typeface="Arial" panose="020B0604020202020204" pitchFamily="34" charset="0"/>
                      </a:endParaRPr>
                    </a:p>
                  </a:txBody>
                  <a:tcPr anchor="ctr"/>
                </a:tc>
                <a:tc>
                  <a:txBody>
                    <a:bodyPr/>
                    <a:lstStyle/>
                    <a:p>
                      <a:pPr algn="ctr"/>
                      <a:r>
                        <a:rPr lang="en-GB" sz="1600">
                          <a:solidFill>
                            <a:schemeClr val="tx1"/>
                          </a:solidFill>
                          <a:latin typeface="Arial" panose="020B0604020202020204" pitchFamily="34" charset="0"/>
                        </a:rPr>
                        <a:t>G3 Credit</a:t>
                      </a:r>
                      <a:r>
                        <a:rPr lang="en-GB" sz="1600" baseline="0">
                          <a:solidFill>
                            <a:schemeClr val="tx1"/>
                          </a:solidFill>
                          <a:latin typeface="Arial" panose="020B0604020202020204" pitchFamily="34" charset="0"/>
                        </a:rPr>
                        <a:t> Model</a:t>
                      </a:r>
                    </a:p>
                    <a:p>
                      <a:pPr algn="ctr"/>
                      <a:r>
                        <a:rPr lang="en-GB" sz="1600" baseline="0">
                          <a:solidFill>
                            <a:schemeClr val="tx1"/>
                          </a:solidFill>
                          <a:latin typeface="Arial" panose="020B0604020202020204" pitchFamily="34" charset="0"/>
                        </a:rPr>
                        <a:t>G2 Credit Model</a:t>
                      </a:r>
                      <a:endParaRPr lang="en-GB" sz="1600">
                        <a:solidFill>
                          <a:schemeClr val="tx1"/>
                        </a:solidFill>
                        <a:latin typeface="Arial" panose="020B0604020202020204" pitchFamily="34" charset="0"/>
                      </a:endParaRPr>
                    </a:p>
                  </a:txBody>
                  <a:tcPr anchor="ctr"/>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1899861044"/>
      </p:ext>
    </p:extLst>
  </p:cSld>
  <p:clrMapOvr>
    <a:masterClrMapping/>
  </p:clrMapOvr>
  <p:transition spd="slow" advTm="227">
    <p:push dir="u"/>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255BE4-EAFD-785D-9FC2-603C98C58AA9}"/>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0E54F9C4-AD74-B067-65F3-F69C14275342}"/>
              </a:ext>
            </a:extLst>
          </p:cNvPr>
          <p:cNvSpPr>
            <a:spLocks noGrp="1"/>
          </p:cNvSpPr>
          <p:nvPr>
            <p:ph type="title"/>
          </p:nvPr>
        </p:nvSpPr>
        <p:spPr>
          <a:xfrm>
            <a:off x="546099" y="3295650"/>
            <a:ext cx="10433051" cy="1997075"/>
          </a:xfrm>
        </p:spPr>
        <p:txBody>
          <a:bodyPr/>
          <a:lstStyle/>
          <a:p>
            <a:r>
              <a:rPr lang="en-US" b="1" dirty="0">
                <a:latin typeface="Times New Roman" panose="02020603050405020304" pitchFamily="18" charset="0"/>
              </a:rPr>
              <a:t>Climate Pathways</a:t>
            </a:r>
          </a:p>
        </p:txBody>
      </p:sp>
    </p:spTree>
    <p:extLst>
      <p:ext uri="{BB962C8B-B14F-4D97-AF65-F5344CB8AC3E}">
        <p14:creationId xmlns:p14="http://schemas.microsoft.com/office/powerpoint/2010/main" val="4004231794"/>
      </p:ext>
    </p:extLst>
  </p:cSld>
  <p:clrMapOvr>
    <a:masterClrMapping/>
  </p:clrMapOvr>
  <p:transition spd="slow">
    <p:push dir="u"/>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Picture Placeholder 6" descr="A wind turbines and solar panels&#10;&#10;Description automatically generated">
            <a:extLst>
              <a:ext uri="{FF2B5EF4-FFF2-40B4-BE49-F238E27FC236}">
                <a16:creationId xmlns:a16="http://schemas.microsoft.com/office/drawing/2014/main" id="{7238D6DF-6217-18EF-FE9B-20C01FABC732}"/>
              </a:ext>
            </a:extLst>
          </p:cNvPr>
          <p:cNvPicPr>
            <a:picLocks noGrp="1" noChangeAspect="1"/>
          </p:cNvPicPr>
          <p:nvPr>
            <p:ph type="pic" sz="quarter" idx="4294967295"/>
          </p:nvPr>
        </p:nvPicPr>
        <p:blipFill rotWithShape="1">
          <a:blip r:embed="rId2" cstate="screen">
            <a:extLst>
              <a:ext uri="{28A0092B-C50C-407E-A947-70E740481C1C}">
                <a14:useLocalDpi xmlns:a14="http://schemas.microsoft.com/office/drawing/2010/main"/>
              </a:ext>
            </a:extLst>
          </a:blip>
          <a:srcRect l="24669"/>
          <a:stretch/>
        </p:blipFill>
        <p:spPr>
          <a:xfrm>
            <a:off x="6208714" y="0"/>
            <a:ext cx="5983285" cy="6858000"/>
          </a:xfrm>
        </p:spPr>
      </p:pic>
      <p:sp>
        <p:nvSpPr>
          <p:cNvPr id="18" name="Title 17">
            <a:extLst>
              <a:ext uri="{FF2B5EF4-FFF2-40B4-BE49-F238E27FC236}">
                <a16:creationId xmlns:a16="http://schemas.microsoft.com/office/drawing/2014/main" id="{702D2874-A322-6E0A-D23A-76E4B5235C92}"/>
              </a:ext>
            </a:extLst>
          </p:cNvPr>
          <p:cNvSpPr>
            <a:spLocks noGrp="1"/>
          </p:cNvSpPr>
          <p:nvPr>
            <p:ph type="title"/>
          </p:nvPr>
        </p:nvSpPr>
        <p:spPr/>
        <p:txBody>
          <a:bodyPr/>
          <a:lstStyle/>
          <a:p>
            <a:r>
              <a:rPr lang="en-US" b="1" dirty="0">
                <a:latin typeface="Times New Roman" panose="02020603050405020304" pitchFamily="18" charset="0"/>
              </a:rPr>
              <a:t>What is Climate Pathways?</a:t>
            </a:r>
          </a:p>
        </p:txBody>
      </p:sp>
      <p:sp>
        <p:nvSpPr>
          <p:cNvPr id="20" name="Content Placeholder 19">
            <a:extLst>
              <a:ext uri="{FF2B5EF4-FFF2-40B4-BE49-F238E27FC236}">
                <a16:creationId xmlns:a16="http://schemas.microsoft.com/office/drawing/2014/main" id="{E418686C-B0AB-DA44-810C-852043B937B6}"/>
              </a:ext>
            </a:extLst>
          </p:cNvPr>
          <p:cNvSpPr>
            <a:spLocks noGrp="1"/>
          </p:cNvSpPr>
          <p:nvPr>
            <p:ph sz="quarter" idx="27"/>
          </p:nvPr>
        </p:nvSpPr>
        <p:spPr>
          <a:xfrm>
            <a:off x="546893" y="2152235"/>
            <a:ext cx="5065924" cy="3441700"/>
          </a:xfrm>
        </p:spPr>
        <p:txBody>
          <a:bodyPr>
            <a:normAutofit/>
          </a:bodyPr>
          <a:lstStyle/>
          <a:p>
            <a:r>
              <a:rPr lang="en-US" sz="1800" dirty="0">
                <a:latin typeface="Arial" panose="020B0604020202020204" pitchFamily="34" charset="0"/>
              </a:rPr>
              <a:t>SG Climate Pathways allows firms to </a:t>
            </a:r>
            <a:r>
              <a:rPr lang="en-US" sz="2400" b="1" dirty="0">
                <a:solidFill>
                  <a:schemeClr val="accent1"/>
                </a:solidFill>
                <a:latin typeface="Times New Roman" panose="02020603050405020304" pitchFamily="18" charset="0"/>
              </a:rPr>
              <a:t>integrate climate risk </a:t>
            </a:r>
            <a:r>
              <a:rPr lang="en-US" sz="1800" dirty="0">
                <a:latin typeface="Arial" panose="020B0604020202020204" pitchFamily="34" charset="0"/>
              </a:rPr>
              <a:t>into their risk management process using </a:t>
            </a:r>
            <a:r>
              <a:rPr lang="en-US" sz="2400" b="1" dirty="0">
                <a:solidFill>
                  <a:schemeClr val="accent1"/>
                </a:solidFill>
                <a:latin typeface="Times New Roman" panose="02020603050405020304" pitchFamily="18" charset="0"/>
              </a:rPr>
              <a:t>economic scenarios </a:t>
            </a:r>
            <a:r>
              <a:rPr lang="en-US" sz="1800" dirty="0">
                <a:latin typeface="Arial" panose="020B0604020202020204" pitchFamily="34" charset="0"/>
              </a:rPr>
              <a:t>which incorporate </a:t>
            </a:r>
            <a:r>
              <a:rPr lang="en-US" sz="2400" b="1" dirty="0">
                <a:solidFill>
                  <a:schemeClr val="accent1"/>
                </a:solidFill>
                <a:latin typeface="Times New Roman" panose="02020603050405020304" pitchFamily="18" charset="0"/>
              </a:rPr>
              <a:t>climate transition and physical risk </a:t>
            </a:r>
            <a:r>
              <a:rPr lang="en-US" sz="1800" dirty="0">
                <a:latin typeface="Arial" panose="020B0604020202020204" pitchFamily="34" charset="0"/>
              </a:rPr>
              <a:t>together with </a:t>
            </a:r>
            <a:r>
              <a:rPr lang="en-US" sz="2400" b="1" dirty="0">
                <a:solidFill>
                  <a:schemeClr val="accent1"/>
                </a:solidFill>
                <a:latin typeface="Times New Roman" panose="02020603050405020304" pitchFamily="18" charset="0"/>
              </a:rPr>
              <a:t>market risk. </a:t>
            </a:r>
          </a:p>
          <a:p>
            <a:pPr>
              <a:spcBef>
                <a:spcPts val="1200"/>
              </a:spcBef>
            </a:pPr>
            <a:r>
              <a:rPr lang="en-US" sz="1800" dirty="0">
                <a:latin typeface="Arial" panose="020B0604020202020204" pitchFamily="34" charset="0"/>
              </a:rPr>
              <a:t>Climate aware risk factors and asset returns can be easily incorporated into existing risk management processes.</a:t>
            </a:r>
          </a:p>
        </p:txBody>
      </p:sp>
    </p:spTree>
    <p:extLst>
      <p:ext uri="{BB962C8B-B14F-4D97-AF65-F5344CB8AC3E}">
        <p14:creationId xmlns:p14="http://schemas.microsoft.com/office/powerpoint/2010/main" val="1010219449"/>
      </p:ext>
    </p:extLst>
  </p:cSld>
  <p:clrMapOvr>
    <a:masterClrMapping/>
  </p:clrMapOvr>
  <p:transition spd="slow">
    <p:push dir="u"/>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534CD92-4B8E-4C7E-A647-01EB44F33E51}"/>
              </a:ext>
            </a:extLst>
          </p:cNvPr>
          <p:cNvSpPr>
            <a:spLocks noGrp="1"/>
          </p:cNvSpPr>
          <p:nvPr>
            <p:ph type="title"/>
          </p:nvPr>
        </p:nvSpPr>
        <p:spPr>
          <a:xfrm>
            <a:off x="479424" y="457200"/>
            <a:ext cx="11268075" cy="615553"/>
          </a:xfrm>
        </p:spPr>
        <p:txBody>
          <a:bodyPr/>
          <a:lstStyle/>
          <a:p>
            <a:r>
              <a:rPr lang="en-US"/>
              <a:t>Modelling Physical and Transition Risk Scenarios</a:t>
            </a:r>
          </a:p>
        </p:txBody>
      </p:sp>
      <p:sp>
        <p:nvSpPr>
          <p:cNvPr id="9" name="Rectangle 8">
            <a:extLst>
              <a:ext uri="{FF2B5EF4-FFF2-40B4-BE49-F238E27FC236}">
                <a16:creationId xmlns:a16="http://schemas.microsoft.com/office/drawing/2014/main" id="{A0B43499-6C18-406F-AAA5-C311ACE48413}"/>
              </a:ext>
            </a:extLst>
          </p:cNvPr>
          <p:cNvSpPr/>
          <p:nvPr/>
        </p:nvSpPr>
        <p:spPr>
          <a:xfrm>
            <a:off x="609600" y="4127540"/>
            <a:ext cx="1066800" cy="977860"/>
          </a:xfrm>
          <a:prstGeom prst="rect">
            <a:avLst/>
          </a:prstGeom>
          <a:noFill/>
          <a:ln w="38100">
            <a:solidFill>
              <a:schemeClr val="accent2"/>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F20E8FBD-5ACC-43F9-BDB8-DE982EE81AA6}"/>
              </a:ext>
            </a:extLst>
          </p:cNvPr>
          <p:cNvSpPr/>
          <p:nvPr/>
        </p:nvSpPr>
        <p:spPr>
          <a:xfrm>
            <a:off x="609600" y="2819400"/>
            <a:ext cx="1066800" cy="990600"/>
          </a:xfrm>
          <a:prstGeom prst="rect">
            <a:avLst/>
          </a:prstGeom>
          <a:noFill/>
          <a:ln w="38100">
            <a:solidFill>
              <a:srgbClr val="FF9933"/>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C17560FC-99C1-49EF-A3C1-C448BB7136D2}"/>
              </a:ext>
            </a:extLst>
          </p:cNvPr>
          <p:cNvSpPr/>
          <p:nvPr/>
        </p:nvSpPr>
        <p:spPr>
          <a:xfrm>
            <a:off x="1905000" y="4127540"/>
            <a:ext cx="1066800" cy="977860"/>
          </a:xfrm>
          <a:prstGeom prst="rect">
            <a:avLst/>
          </a:prstGeom>
          <a:noFill/>
          <a:ln w="38100">
            <a:solidFill>
              <a:srgbClr val="9900CC"/>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05DA96B1-59F7-3B4D-4F54-3D41652C6519}"/>
              </a:ext>
            </a:extLst>
          </p:cNvPr>
          <p:cNvPicPr>
            <a:picLocks noChangeAspect="1"/>
          </p:cNvPicPr>
          <p:nvPr/>
        </p:nvPicPr>
        <p:blipFill>
          <a:blip r:embed="rId3"/>
          <a:stretch>
            <a:fillRect/>
          </a:stretch>
        </p:blipFill>
        <p:spPr>
          <a:xfrm>
            <a:off x="267284" y="1787824"/>
            <a:ext cx="3744416" cy="3826411"/>
          </a:xfrm>
          <a:prstGeom prst="rect">
            <a:avLst/>
          </a:prstGeom>
        </p:spPr>
      </p:pic>
      <p:pic>
        <p:nvPicPr>
          <p:cNvPr id="7" name="Picture 6">
            <a:extLst>
              <a:ext uri="{FF2B5EF4-FFF2-40B4-BE49-F238E27FC236}">
                <a16:creationId xmlns:a16="http://schemas.microsoft.com/office/drawing/2014/main" id="{C9A9E3BD-B8CC-7113-5321-1AC4FA7AC081}"/>
              </a:ext>
            </a:extLst>
          </p:cNvPr>
          <p:cNvPicPr>
            <a:picLocks noChangeAspect="1"/>
          </p:cNvPicPr>
          <p:nvPr/>
        </p:nvPicPr>
        <p:blipFill>
          <a:blip r:embed="rId4"/>
          <a:stretch>
            <a:fillRect/>
          </a:stretch>
        </p:blipFill>
        <p:spPr>
          <a:xfrm>
            <a:off x="4011700" y="1364957"/>
            <a:ext cx="7794509" cy="4672147"/>
          </a:xfrm>
          <a:prstGeom prst="rect">
            <a:avLst/>
          </a:prstGeom>
        </p:spPr>
      </p:pic>
    </p:spTree>
    <p:extLst>
      <p:ext uri="{BB962C8B-B14F-4D97-AF65-F5344CB8AC3E}">
        <p14:creationId xmlns:p14="http://schemas.microsoft.com/office/powerpoint/2010/main" val="528443755"/>
      </p:ext>
    </p:extLst>
  </p:cSld>
  <p:clrMapOvr>
    <a:masterClrMapping/>
  </p:clrMapOvr>
  <p:transition spd="slow">
    <p:push dir="u"/>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C94002-53E7-497A-0755-81A09856034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3152354-3020-3A72-1043-A12AE20AD1B6}"/>
              </a:ext>
            </a:extLst>
          </p:cNvPr>
          <p:cNvSpPr>
            <a:spLocks noGrp="1"/>
          </p:cNvSpPr>
          <p:nvPr>
            <p:ph type="title"/>
          </p:nvPr>
        </p:nvSpPr>
        <p:spPr>
          <a:xfrm>
            <a:off x="546100" y="3295650"/>
            <a:ext cx="9829100" cy="1997075"/>
          </a:xfrm>
        </p:spPr>
        <p:txBody>
          <a:bodyPr/>
          <a:lstStyle/>
          <a:p>
            <a:r>
              <a:rPr lang="fr-FR" b="1" dirty="0">
                <a:solidFill>
                  <a:srgbClr val="FFFFFF"/>
                </a:solidFill>
                <a:latin typeface="Times New Roman" panose="02020603050405020304" pitchFamily="18" charset="0"/>
              </a:rPr>
              <a:t>  Strategic Asset Allocation</a:t>
            </a:r>
          </a:p>
        </p:txBody>
      </p:sp>
      <p:sp>
        <p:nvSpPr>
          <p:cNvPr id="4" name="Slide Number Placeholder 3">
            <a:extLst>
              <a:ext uri="{FF2B5EF4-FFF2-40B4-BE49-F238E27FC236}">
                <a16:creationId xmlns:a16="http://schemas.microsoft.com/office/drawing/2014/main" id="{D80DEBD8-496C-F968-44E7-80AF3B728658}"/>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62A5111-985B-C14D-9115-5787026182A8}" type="slidenum">
              <a:rPr kumimoji="0" lang="en-US" sz="1000" b="0" i="0" u="none" strike="noStrike" kern="1200" cap="none" spc="0" normalizeH="0" baseline="0" noProof="0" smtClean="0">
                <a:ln>
                  <a:noFill/>
                </a:ln>
                <a:solidFill>
                  <a:prstClr val="white"/>
                </a:solidFill>
                <a:effectLst/>
                <a:uLnTx/>
                <a:uFillTx/>
                <a:latin typeface="Arial" panose="020B0604020202020204" pitchFamily="34" charset="0"/>
                <a:ea typeface="GT America Regular" pitchFamily="2" charset="77"/>
                <a:cs typeface="GT America Regular" pitchFamily="2" charset="77"/>
              </a:rPr>
              <a:pPr marL="0" marR="0" lvl="0" indent="0" algn="r" defTabSz="914400" rtl="0" eaLnBrk="1" fontAlgn="auto" latinLnBrk="0" hangingPunct="1">
                <a:lnSpc>
                  <a:spcPct val="100000"/>
                </a:lnSpc>
                <a:spcBef>
                  <a:spcPts val="0"/>
                </a:spcBef>
                <a:spcAft>
                  <a:spcPts val="0"/>
                </a:spcAft>
                <a:buClrTx/>
                <a:buSzTx/>
                <a:buFontTx/>
                <a:buNone/>
                <a:tabLst/>
                <a:defRPr/>
              </a:pPr>
              <a:t>15</a:t>
            </a:fld>
            <a:endParaRPr kumimoji="0" lang="en-US" sz="1000" b="0" i="0" u="none" strike="noStrike" kern="1200" cap="none" spc="0" normalizeH="0" baseline="0" noProof="0">
              <a:ln>
                <a:noFill/>
              </a:ln>
              <a:solidFill>
                <a:prstClr val="white"/>
              </a:solidFill>
              <a:effectLst/>
              <a:uLnTx/>
              <a:uFillTx/>
              <a:latin typeface="Arial" panose="020B0604020202020204" pitchFamily="34" charset="0"/>
              <a:ea typeface="GT America Regular" pitchFamily="2" charset="77"/>
              <a:cs typeface="GT America Regular" pitchFamily="2" charset="77"/>
            </a:endParaRPr>
          </a:p>
        </p:txBody>
      </p:sp>
    </p:spTree>
    <p:extLst>
      <p:ext uri="{BB962C8B-B14F-4D97-AF65-F5344CB8AC3E}">
        <p14:creationId xmlns:p14="http://schemas.microsoft.com/office/powerpoint/2010/main" val="2286914676"/>
      </p:ext>
    </p:extLst>
  </p:cSld>
  <p:clrMapOvr>
    <a:masterClrMapping/>
  </p:clrMapOvr>
  <p:transition spd="slow">
    <p:push dir="u"/>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Content Placeholder 4">
            <a:extLst>
              <a:ext uri="{FF2B5EF4-FFF2-40B4-BE49-F238E27FC236}">
                <a16:creationId xmlns:a16="http://schemas.microsoft.com/office/drawing/2014/main" id="{4878DF67-EFB4-C453-61A1-D62FCB35B07A}"/>
              </a:ext>
            </a:extLst>
          </p:cNvPr>
          <p:cNvGraphicFramePr>
            <a:graphicFrameLocks noGrp="1"/>
          </p:cNvGraphicFramePr>
          <p:nvPr>
            <p:ph sz="half" idx="2"/>
          </p:nvPr>
        </p:nvGraphicFramePr>
        <p:xfrm>
          <a:off x="949928" y="2438247"/>
          <a:ext cx="10495984" cy="401796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81" name="Picture 80">
            <a:extLst>
              <a:ext uri="{FF2B5EF4-FFF2-40B4-BE49-F238E27FC236}">
                <a16:creationId xmlns:a16="http://schemas.microsoft.com/office/drawing/2014/main" id="{EC9D6DA0-C35F-E419-ED87-596A0D5137B0}"/>
              </a:ext>
            </a:extLst>
          </p:cNvPr>
          <p:cNvPicPr>
            <a:picLocks noChangeAspect="1"/>
          </p:cNvPicPr>
          <p:nvPr/>
        </p:nvPicPr>
        <p:blipFill rotWithShape="1">
          <a:blip r:embed="rId7"/>
          <a:srcRect r="14413"/>
          <a:stretch/>
        </p:blipFill>
        <p:spPr>
          <a:xfrm>
            <a:off x="4034785" y="2281768"/>
            <a:ext cx="1695634" cy="971550"/>
          </a:xfrm>
          <a:prstGeom prst="rect">
            <a:avLst/>
          </a:prstGeom>
        </p:spPr>
      </p:pic>
      <p:sp>
        <p:nvSpPr>
          <p:cNvPr id="3" name="Slide Number Placeholder 2">
            <a:extLst>
              <a:ext uri="{FF2B5EF4-FFF2-40B4-BE49-F238E27FC236}">
                <a16:creationId xmlns:a16="http://schemas.microsoft.com/office/drawing/2014/main" id="{0A94ADC3-6F4F-3AC8-DD1E-465A7224E9E7}"/>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62A5111-985B-C14D-9115-5787026182A8}" type="slidenum">
              <a:rPr kumimoji="0" lang="en-US" sz="1000" b="0" i="0" u="none" strike="noStrike" kern="1200" cap="none" spc="0" normalizeH="0" baseline="0" noProof="0" smtClean="0">
                <a:ln>
                  <a:noFill/>
                </a:ln>
                <a:solidFill>
                  <a:srgbClr val="000000"/>
                </a:solidFill>
                <a:effectLst/>
                <a:uLnTx/>
                <a:uFillTx/>
                <a:latin typeface="Arial" panose="020B0604020202020204" pitchFamily="34" charset="0"/>
                <a:ea typeface="GT America Regular" pitchFamily="2" charset="77"/>
                <a:cs typeface="GT America Regular" pitchFamily="2" charset="77"/>
              </a:rPr>
              <a:pPr marL="0" marR="0" lvl="0" indent="0" algn="r" defTabSz="914400" rtl="0" eaLnBrk="1" fontAlgn="auto" latinLnBrk="0" hangingPunct="1">
                <a:lnSpc>
                  <a:spcPct val="100000"/>
                </a:lnSpc>
                <a:spcBef>
                  <a:spcPts val="0"/>
                </a:spcBef>
                <a:spcAft>
                  <a:spcPts val="0"/>
                </a:spcAft>
                <a:buClrTx/>
                <a:buSzTx/>
                <a:buFontTx/>
                <a:buNone/>
                <a:tabLst/>
                <a:defRPr/>
              </a:pPr>
              <a:t>16</a:t>
            </a:fld>
            <a:endParaRPr kumimoji="0" lang="en-US" sz="1000" b="0" i="0" u="none" strike="noStrike" kern="1200" cap="none" spc="0" normalizeH="0" baseline="0" noProof="0">
              <a:ln>
                <a:noFill/>
              </a:ln>
              <a:solidFill>
                <a:srgbClr val="000000"/>
              </a:solidFill>
              <a:effectLst/>
              <a:uLnTx/>
              <a:uFillTx/>
              <a:latin typeface="Arial" panose="020B0604020202020204" pitchFamily="34" charset="0"/>
              <a:ea typeface="GT America Regular" pitchFamily="2" charset="77"/>
              <a:cs typeface="GT America Regular" pitchFamily="2" charset="77"/>
            </a:endParaRPr>
          </a:p>
        </p:txBody>
      </p:sp>
      <p:sp>
        <p:nvSpPr>
          <p:cNvPr id="7" name="Text Placeholder 6">
            <a:extLst>
              <a:ext uri="{FF2B5EF4-FFF2-40B4-BE49-F238E27FC236}">
                <a16:creationId xmlns:a16="http://schemas.microsoft.com/office/drawing/2014/main" id="{DA221F24-DBA6-A177-8B0C-1AC2A1FFB18D}"/>
              </a:ext>
            </a:extLst>
          </p:cNvPr>
          <p:cNvSpPr>
            <a:spLocks noGrp="1"/>
          </p:cNvSpPr>
          <p:nvPr>
            <p:ph type="body" sz="quarter" idx="18"/>
          </p:nvPr>
        </p:nvSpPr>
        <p:spPr/>
        <p:txBody>
          <a:bodyPr/>
          <a:lstStyle/>
          <a:p>
            <a:endParaRPr lang="en-GB"/>
          </a:p>
        </p:txBody>
      </p:sp>
      <p:cxnSp>
        <p:nvCxnSpPr>
          <p:cNvPr id="9" name="Straight Arrow Connector 8">
            <a:extLst>
              <a:ext uri="{FF2B5EF4-FFF2-40B4-BE49-F238E27FC236}">
                <a16:creationId xmlns:a16="http://schemas.microsoft.com/office/drawing/2014/main" id="{1CE0CF9A-659A-05E4-C0C7-1A07375E6764}"/>
              </a:ext>
            </a:extLst>
          </p:cNvPr>
          <p:cNvCxnSpPr>
            <a:cxnSpLocks/>
          </p:cNvCxnSpPr>
          <p:nvPr/>
        </p:nvCxnSpPr>
        <p:spPr>
          <a:xfrm>
            <a:off x="1196584" y="3407983"/>
            <a:ext cx="197179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9BF64881-2C6B-816D-D9A8-C623951AF659}"/>
              </a:ext>
            </a:extLst>
          </p:cNvPr>
          <p:cNvCxnSpPr>
            <a:cxnSpLocks/>
          </p:cNvCxnSpPr>
          <p:nvPr/>
        </p:nvCxnSpPr>
        <p:spPr>
          <a:xfrm flipV="1">
            <a:off x="1348374" y="2062760"/>
            <a:ext cx="0" cy="150973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C238158E-F700-A816-F81C-2FF96162D373}"/>
              </a:ext>
            </a:extLst>
          </p:cNvPr>
          <p:cNvSpPr txBox="1"/>
          <p:nvPr/>
        </p:nvSpPr>
        <p:spPr>
          <a:xfrm>
            <a:off x="2108687" y="3531962"/>
            <a:ext cx="800100" cy="202680"/>
          </a:xfrm>
          <a:prstGeom prst="rect">
            <a:avLst/>
          </a:prstGeom>
          <a:noFill/>
        </p:spPr>
        <p:txBody>
          <a:bodyPr wrap="square" lIns="0" tIns="0" rIns="0" bIns="0" rtlCol="0">
            <a:noAutofit/>
          </a:bodyPr>
          <a:lstStyle/>
          <a:p>
            <a:pPr marL="0" marR="0" lvl="0" indent="0" algn="l" defTabSz="914400" rtl="0" eaLnBrk="1" fontAlgn="auto" latinLnBrk="0" hangingPunct="1">
              <a:lnSpc>
                <a:spcPct val="101000"/>
              </a:lnSpc>
              <a:spcBef>
                <a:spcPts val="0"/>
              </a:spcBef>
              <a:spcAft>
                <a:spcPts val="600"/>
              </a:spcAft>
              <a:buClrTx/>
              <a:buSzTx/>
              <a:buFontTx/>
              <a:buNone/>
              <a:tabLst/>
              <a:defRPr/>
            </a:pPr>
            <a:r>
              <a:rPr kumimoji="0" lang="en-US" sz="1400" b="0" i="0" u="none" strike="noStrike" kern="1200" cap="none" spc="0" normalizeH="0" baseline="0" noProof="0">
                <a:ln>
                  <a:noFill/>
                </a:ln>
                <a:solidFill>
                  <a:srgbClr val="000000"/>
                </a:solidFill>
                <a:effectLst/>
                <a:uLnTx/>
                <a:uFillTx/>
                <a:latin typeface="Arial" panose="020B0604020202020204" pitchFamily="34" charset="0"/>
                <a:ea typeface="GT America Regular" charset="0"/>
                <a:cs typeface="GT America Regular" charset="0"/>
              </a:rPr>
              <a:t>Risk</a:t>
            </a:r>
          </a:p>
        </p:txBody>
      </p:sp>
      <p:sp>
        <p:nvSpPr>
          <p:cNvPr id="21" name="TextBox 20">
            <a:extLst>
              <a:ext uri="{FF2B5EF4-FFF2-40B4-BE49-F238E27FC236}">
                <a16:creationId xmlns:a16="http://schemas.microsoft.com/office/drawing/2014/main" id="{8A5DBCEF-6D31-62BD-8498-E13F16CF5A30}"/>
              </a:ext>
            </a:extLst>
          </p:cNvPr>
          <p:cNvSpPr txBox="1"/>
          <p:nvPr/>
        </p:nvSpPr>
        <p:spPr>
          <a:xfrm>
            <a:off x="949928" y="1900768"/>
            <a:ext cx="212844" cy="1063869"/>
          </a:xfrm>
          <a:prstGeom prst="rect">
            <a:avLst/>
          </a:prstGeom>
          <a:noFill/>
        </p:spPr>
        <p:txBody>
          <a:bodyPr vert="vert270" wrap="square" lIns="0" tIns="0" rIns="0" bIns="0" rtlCol="0">
            <a:noAutofit/>
          </a:bodyPr>
          <a:lstStyle/>
          <a:p>
            <a:pPr marL="0" marR="0" lvl="0" indent="0" algn="l" defTabSz="914400" rtl="0" eaLnBrk="1" fontAlgn="auto" latinLnBrk="0" hangingPunct="1">
              <a:lnSpc>
                <a:spcPct val="101000"/>
              </a:lnSpc>
              <a:spcBef>
                <a:spcPts val="0"/>
              </a:spcBef>
              <a:spcAft>
                <a:spcPts val="600"/>
              </a:spcAft>
              <a:buClrTx/>
              <a:buSzTx/>
              <a:buFontTx/>
              <a:buNone/>
              <a:tabLst/>
              <a:defRPr/>
            </a:pPr>
            <a:r>
              <a:rPr kumimoji="0" lang="en-US" sz="1400" b="0" i="0" u="none" strike="noStrike" kern="1200" cap="none" spc="0" normalizeH="0" baseline="0" noProof="0">
                <a:ln>
                  <a:noFill/>
                </a:ln>
                <a:solidFill>
                  <a:srgbClr val="000000"/>
                </a:solidFill>
                <a:effectLst/>
                <a:uLnTx/>
                <a:uFillTx/>
                <a:latin typeface="Arial" panose="020B0604020202020204" pitchFamily="34" charset="0"/>
                <a:ea typeface="GT America Regular" charset="0"/>
                <a:cs typeface="GT America Regular" charset="0"/>
              </a:rPr>
              <a:t>Return</a:t>
            </a:r>
          </a:p>
        </p:txBody>
      </p:sp>
      <p:sp>
        <p:nvSpPr>
          <p:cNvPr id="23" name="Flowchart: Connector 22">
            <a:extLst>
              <a:ext uri="{FF2B5EF4-FFF2-40B4-BE49-F238E27FC236}">
                <a16:creationId xmlns:a16="http://schemas.microsoft.com/office/drawing/2014/main" id="{D40B194D-92EE-830B-29F4-BE56F1F70945}"/>
              </a:ext>
            </a:extLst>
          </p:cNvPr>
          <p:cNvSpPr/>
          <p:nvPr/>
        </p:nvSpPr>
        <p:spPr>
          <a:xfrm>
            <a:off x="1795971" y="2419774"/>
            <a:ext cx="180000" cy="180000"/>
          </a:xfrm>
          <a:prstGeom prst="flowChartConnector">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GT America"/>
              <a:ea typeface="+mn-ea"/>
              <a:cs typeface="+mn-cs"/>
            </a:endParaRPr>
          </a:p>
        </p:txBody>
      </p:sp>
      <p:sp>
        <p:nvSpPr>
          <p:cNvPr id="24" name="Flowchart: Connector 23">
            <a:extLst>
              <a:ext uri="{FF2B5EF4-FFF2-40B4-BE49-F238E27FC236}">
                <a16:creationId xmlns:a16="http://schemas.microsoft.com/office/drawing/2014/main" id="{11C017BA-311D-6E20-246B-9708F9539169}"/>
              </a:ext>
            </a:extLst>
          </p:cNvPr>
          <p:cNvSpPr/>
          <p:nvPr/>
        </p:nvSpPr>
        <p:spPr>
          <a:xfrm>
            <a:off x="1500165" y="2997042"/>
            <a:ext cx="180000" cy="180000"/>
          </a:xfrm>
          <a:prstGeom prst="flowChartConnector">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GT America"/>
              <a:ea typeface="+mn-ea"/>
              <a:cs typeface="+mn-cs"/>
            </a:endParaRPr>
          </a:p>
        </p:txBody>
      </p:sp>
      <p:sp>
        <p:nvSpPr>
          <p:cNvPr id="25" name="Flowchart: Connector 24">
            <a:extLst>
              <a:ext uri="{FF2B5EF4-FFF2-40B4-BE49-F238E27FC236}">
                <a16:creationId xmlns:a16="http://schemas.microsoft.com/office/drawing/2014/main" id="{5A462DF3-7BE6-1468-AD0D-6308C88B1C9D}"/>
              </a:ext>
            </a:extLst>
          </p:cNvPr>
          <p:cNvSpPr/>
          <p:nvPr/>
        </p:nvSpPr>
        <p:spPr>
          <a:xfrm>
            <a:off x="2122430" y="2827534"/>
            <a:ext cx="180000" cy="180000"/>
          </a:xfrm>
          <a:prstGeom prst="flowChartConnector">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GT America"/>
              <a:ea typeface="+mn-ea"/>
              <a:cs typeface="+mn-cs"/>
            </a:endParaRPr>
          </a:p>
        </p:txBody>
      </p:sp>
      <p:sp>
        <p:nvSpPr>
          <p:cNvPr id="26" name="Flowchart: Connector 25">
            <a:extLst>
              <a:ext uri="{FF2B5EF4-FFF2-40B4-BE49-F238E27FC236}">
                <a16:creationId xmlns:a16="http://schemas.microsoft.com/office/drawing/2014/main" id="{2F0E99CB-3B36-FBDC-AF3C-42BE3578C2D2}"/>
              </a:ext>
            </a:extLst>
          </p:cNvPr>
          <p:cNvSpPr/>
          <p:nvPr/>
        </p:nvSpPr>
        <p:spPr>
          <a:xfrm>
            <a:off x="2441455" y="2221529"/>
            <a:ext cx="180000" cy="180000"/>
          </a:xfrm>
          <a:prstGeom prst="flowChartConnector">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GT America"/>
              <a:ea typeface="+mn-ea"/>
              <a:cs typeface="+mn-cs"/>
            </a:endParaRPr>
          </a:p>
        </p:txBody>
      </p:sp>
      <p:sp>
        <p:nvSpPr>
          <p:cNvPr id="28" name="TextBox 27">
            <a:extLst>
              <a:ext uri="{FF2B5EF4-FFF2-40B4-BE49-F238E27FC236}">
                <a16:creationId xmlns:a16="http://schemas.microsoft.com/office/drawing/2014/main" id="{FE87E11D-C939-2949-81CC-74BCD552C91F}"/>
              </a:ext>
            </a:extLst>
          </p:cNvPr>
          <p:cNvSpPr txBox="1"/>
          <p:nvPr/>
        </p:nvSpPr>
        <p:spPr>
          <a:xfrm>
            <a:off x="1731355" y="3072694"/>
            <a:ext cx="800100" cy="202680"/>
          </a:xfrm>
          <a:prstGeom prst="rect">
            <a:avLst/>
          </a:prstGeom>
          <a:noFill/>
        </p:spPr>
        <p:txBody>
          <a:bodyPr wrap="square" lIns="0" tIns="0" rIns="0" bIns="0" rtlCol="0">
            <a:noAutofit/>
          </a:bodyPr>
          <a:lstStyle/>
          <a:p>
            <a:pPr marL="0" marR="0" lvl="0" indent="0" algn="l" defTabSz="914400" rtl="0" eaLnBrk="1" fontAlgn="auto" latinLnBrk="0" hangingPunct="1">
              <a:lnSpc>
                <a:spcPct val="101000"/>
              </a:lnSpc>
              <a:spcBef>
                <a:spcPts val="0"/>
              </a:spcBef>
              <a:spcAft>
                <a:spcPts val="600"/>
              </a:spcAft>
              <a:buClrTx/>
              <a:buSzTx/>
              <a:buFontTx/>
              <a:buNone/>
              <a:tabLst/>
              <a:defRPr/>
            </a:pPr>
            <a:r>
              <a:rPr kumimoji="0" lang="en-US" sz="1100" b="0" i="0" u="none" strike="noStrike" kern="1200" cap="none" spc="0" normalizeH="0" baseline="0" noProof="0">
                <a:ln>
                  <a:noFill/>
                </a:ln>
                <a:solidFill>
                  <a:srgbClr val="000000"/>
                </a:solidFill>
                <a:effectLst/>
                <a:uLnTx/>
                <a:uFillTx/>
                <a:latin typeface="Arial" panose="020B0604020202020204" pitchFamily="34" charset="0"/>
                <a:ea typeface="GT America Regular" charset="0"/>
                <a:cs typeface="GT America Regular" charset="0"/>
              </a:rPr>
              <a:t>Liability </a:t>
            </a:r>
          </a:p>
        </p:txBody>
      </p:sp>
      <p:sp>
        <p:nvSpPr>
          <p:cNvPr id="29" name="TextBox 28">
            <a:extLst>
              <a:ext uri="{FF2B5EF4-FFF2-40B4-BE49-F238E27FC236}">
                <a16:creationId xmlns:a16="http://schemas.microsoft.com/office/drawing/2014/main" id="{0B5137FA-41AE-59DF-FEBC-2097A0DA8FAC}"/>
              </a:ext>
            </a:extLst>
          </p:cNvPr>
          <p:cNvSpPr txBox="1"/>
          <p:nvPr/>
        </p:nvSpPr>
        <p:spPr>
          <a:xfrm>
            <a:off x="2414688" y="2863719"/>
            <a:ext cx="800100" cy="202680"/>
          </a:xfrm>
          <a:prstGeom prst="rect">
            <a:avLst/>
          </a:prstGeom>
          <a:noFill/>
        </p:spPr>
        <p:txBody>
          <a:bodyPr wrap="square" lIns="0" tIns="0" rIns="0" bIns="0" rtlCol="0">
            <a:noAutofit/>
          </a:bodyPr>
          <a:lstStyle/>
          <a:p>
            <a:pPr marL="0" marR="0" lvl="0" indent="0" algn="l" defTabSz="914400" rtl="0" eaLnBrk="1" fontAlgn="auto" latinLnBrk="0" hangingPunct="1">
              <a:lnSpc>
                <a:spcPct val="101000"/>
              </a:lnSpc>
              <a:spcBef>
                <a:spcPts val="0"/>
              </a:spcBef>
              <a:spcAft>
                <a:spcPts val="600"/>
              </a:spcAft>
              <a:buClrTx/>
              <a:buSzTx/>
              <a:buFontTx/>
              <a:buNone/>
              <a:tabLst/>
              <a:defRPr/>
            </a:pPr>
            <a:r>
              <a:rPr kumimoji="0" lang="en-US" sz="1100" b="0" i="0" u="none" strike="noStrike" kern="1200" cap="none" spc="0" normalizeH="0" baseline="0" noProof="0">
                <a:ln>
                  <a:noFill/>
                </a:ln>
                <a:solidFill>
                  <a:srgbClr val="000000"/>
                </a:solidFill>
                <a:effectLst/>
                <a:uLnTx/>
                <a:uFillTx/>
                <a:latin typeface="Arial" panose="020B0604020202020204" pitchFamily="34" charset="0"/>
                <a:ea typeface="GT America Regular" charset="0"/>
                <a:cs typeface="GT America Regular" charset="0"/>
              </a:rPr>
              <a:t>EUR credit</a:t>
            </a:r>
          </a:p>
        </p:txBody>
      </p:sp>
      <p:sp>
        <p:nvSpPr>
          <p:cNvPr id="30" name="TextBox 29">
            <a:extLst>
              <a:ext uri="{FF2B5EF4-FFF2-40B4-BE49-F238E27FC236}">
                <a16:creationId xmlns:a16="http://schemas.microsoft.com/office/drawing/2014/main" id="{F4EB8481-23D9-B402-2A4D-588813A6D4E3}"/>
              </a:ext>
            </a:extLst>
          </p:cNvPr>
          <p:cNvSpPr txBox="1"/>
          <p:nvPr/>
        </p:nvSpPr>
        <p:spPr>
          <a:xfrm>
            <a:off x="2212430" y="2054845"/>
            <a:ext cx="800100" cy="202680"/>
          </a:xfrm>
          <a:prstGeom prst="rect">
            <a:avLst/>
          </a:prstGeom>
          <a:noFill/>
        </p:spPr>
        <p:txBody>
          <a:bodyPr wrap="square" lIns="0" tIns="0" rIns="0" bIns="0" rtlCol="0">
            <a:noAutofit/>
          </a:bodyPr>
          <a:lstStyle/>
          <a:p>
            <a:pPr marL="0" marR="0" lvl="0" indent="0" algn="l" defTabSz="914400" rtl="0" eaLnBrk="1" fontAlgn="auto" latinLnBrk="0" hangingPunct="1">
              <a:lnSpc>
                <a:spcPct val="101000"/>
              </a:lnSpc>
              <a:spcBef>
                <a:spcPts val="0"/>
              </a:spcBef>
              <a:spcAft>
                <a:spcPts val="600"/>
              </a:spcAft>
              <a:buClrTx/>
              <a:buSzTx/>
              <a:buFontTx/>
              <a:buNone/>
              <a:tabLst/>
              <a:defRPr/>
            </a:pPr>
            <a:r>
              <a:rPr kumimoji="0" lang="en-US" sz="1100" b="0" i="0" u="none" strike="noStrike" kern="1200" cap="none" spc="0" normalizeH="0" baseline="0" noProof="0">
                <a:ln>
                  <a:noFill/>
                </a:ln>
                <a:solidFill>
                  <a:srgbClr val="000000"/>
                </a:solidFill>
                <a:effectLst/>
                <a:uLnTx/>
                <a:uFillTx/>
                <a:latin typeface="Arial" panose="020B0604020202020204" pitchFamily="34" charset="0"/>
                <a:ea typeface="GT America Regular" charset="0"/>
                <a:cs typeface="GT America Regular" charset="0"/>
              </a:rPr>
              <a:t>USD Equity</a:t>
            </a:r>
          </a:p>
          <a:p>
            <a:pPr marL="0" marR="0" lvl="0" indent="0" algn="l" defTabSz="914400" rtl="0" eaLnBrk="1" fontAlgn="auto" latinLnBrk="0" hangingPunct="1">
              <a:lnSpc>
                <a:spcPct val="101000"/>
              </a:lnSpc>
              <a:spcBef>
                <a:spcPts val="0"/>
              </a:spcBef>
              <a:spcAft>
                <a:spcPts val="600"/>
              </a:spcAft>
              <a:buClrTx/>
              <a:buSzTx/>
              <a:buFontTx/>
              <a:buNone/>
              <a:tabLst/>
              <a:defRPr/>
            </a:pPr>
            <a:r>
              <a:rPr kumimoji="0" lang="en-US" sz="1100" b="0" i="0" u="none" strike="noStrike" kern="1200" cap="none" spc="0" normalizeH="0" baseline="0" noProof="0">
                <a:ln>
                  <a:noFill/>
                </a:ln>
                <a:solidFill>
                  <a:srgbClr val="000000"/>
                </a:solidFill>
                <a:effectLst/>
                <a:uLnTx/>
                <a:uFillTx/>
                <a:latin typeface="Arial" panose="020B0604020202020204" pitchFamily="34" charset="0"/>
                <a:ea typeface="GT America Regular" charset="0"/>
                <a:cs typeface="GT America Regular" charset="0"/>
              </a:rPr>
              <a:t> </a:t>
            </a:r>
          </a:p>
        </p:txBody>
      </p:sp>
      <p:sp>
        <p:nvSpPr>
          <p:cNvPr id="31" name="TextBox 30">
            <a:extLst>
              <a:ext uri="{FF2B5EF4-FFF2-40B4-BE49-F238E27FC236}">
                <a16:creationId xmlns:a16="http://schemas.microsoft.com/office/drawing/2014/main" id="{5C963365-6B1F-35C8-9209-8290F7F3F004}"/>
              </a:ext>
            </a:extLst>
          </p:cNvPr>
          <p:cNvSpPr txBox="1"/>
          <p:nvPr/>
        </p:nvSpPr>
        <p:spPr>
          <a:xfrm>
            <a:off x="2014638" y="2466689"/>
            <a:ext cx="800100" cy="202680"/>
          </a:xfrm>
          <a:prstGeom prst="rect">
            <a:avLst/>
          </a:prstGeom>
          <a:noFill/>
        </p:spPr>
        <p:txBody>
          <a:bodyPr wrap="square" lIns="0" tIns="0" rIns="0" bIns="0" rtlCol="0">
            <a:noAutofit/>
          </a:bodyPr>
          <a:lstStyle/>
          <a:p>
            <a:pPr marL="0" marR="0" lvl="0" indent="0" algn="l" defTabSz="914400" rtl="0" eaLnBrk="1" fontAlgn="auto" latinLnBrk="0" hangingPunct="1">
              <a:lnSpc>
                <a:spcPct val="101000"/>
              </a:lnSpc>
              <a:spcBef>
                <a:spcPts val="0"/>
              </a:spcBef>
              <a:spcAft>
                <a:spcPts val="600"/>
              </a:spcAft>
              <a:buClrTx/>
              <a:buSzTx/>
              <a:buFontTx/>
              <a:buNone/>
              <a:tabLst/>
              <a:defRPr/>
            </a:pPr>
            <a:r>
              <a:rPr kumimoji="0" lang="en-US" sz="1100" b="0" i="0" u="none" strike="noStrike" kern="1200" cap="none" spc="0" normalizeH="0" baseline="0" noProof="0">
                <a:ln>
                  <a:noFill/>
                </a:ln>
                <a:solidFill>
                  <a:srgbClr val="000000"/>
                </a:solidFill>
                <a:effectLst/>
                <a:uLnTx/>
                <a:uFillTx/>
                <a:latin typeface="Arial" panose="020B0604020202020204" pitchFamily="34" charset="0"/>
                <a:ea typeface="GT America Regular" charset="0"/>
                <a:cs typeface="GT America Regular" charset="0"/>
              </a:rPr>
              <a:t>EUR RE</a:t>
            </a:r>
          </a:p>
        </p:txBody>
      </p:sp>
      <p:pic>
        <p:nvPicPr>
          <p:cNvPr id="69" name="Picture 68">
            <a:extLst>
              <a:ext uri="{FF2B5EF4-FFF2-40B4-BE49-F238E27FC236}">
                <a16:creationId xmlns:a16="http://schemas.microsoft.com/office/drawing/2014/main" id="{3A35250A-A4CC-D9C8-83C5-0111DCD695F7}"/>
              </a:ext>
            </a:extLst>
          </p:cNvPr>
          <p:cNvPicPr>
            <a:picLocks noChangeAspect="1"/>
          </p:cNvPicPr>
          <p:nvPr/>
        </p:nvPicPr>
        <p:blipFill>
          <a:blip r:embed="rId8">
            <a:alphaModFix/>
          </a:blip>
          <a:stretch>
            <a:fillRect/>
          </a:stretch>
        </p:blipFill>
        <p:spPr>
          <a:xfrm>
            <a:off x="4025396" y="2879805"/>
            <a:ext cx="251206" cy="219121"/>
          </a:xfrm>
          <a:prstGeom prst="ellipse">
            <a:avLst/>
          </a:prstGeom>
        </p:spPr>
      </p:pic>
      <p:cxnSp>
        <p:nvCxnSpPr>
          <p:cNvPr id="70" name="Straight Arrow Connector 69">
            <a:extLst>
              <a:ext uri="{FF2B5EF4-FFF2-40B4-BE49-F238E27FC236}">
                <a16:creationId xmlns:a16="http://schemas.microsoft.com/office/drawing/2014/main" id="{3C9941A0-D8E8-8EF6-1F37-4AB7356D36A3}"/>
              </a:ext>
            </a:extLst>
          </p:cNvPr>
          <p:cNvCxnSpPr>
            <a:cxnSpLocks/>
          </p:cNvCxnSpPr>
          <p:nvPr/>
        </p:nvCxnSpPr>
        <p:spPr>
          <a:xfrm>
            <a:off x="3858832" y="3407983"/>
            <a:ext cx="197179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1" name="Straight Arrow Connector 70">
            <a:extLst>
              <a:ext uri="{FF2B5EF4-FFF2-40B4-BE49-F238E27FC236}">
                <a16:creationId xmlns:a16="http://schemas.microsoft.com/office/drawing/2014/main" id="{90310BC4-4EC7-B47D-7C28-2A5F0ADC6513}"/>
              </a:ext>
            </a:extLst>
          </p:cNvPr>
          <p:cNvCxnSpPr>
            <a:cxnSpLocks/>
          </p:cNvCxnSpPr>
          <p:nvPr/>
        </p:nvCxnSpPr>
        <p:spPr>
          <a:xfrm flipV="1">
            <a:off x="4010622" y="2062760"/>
            <a:ext cx="0" cy="150973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2" name="TextBox 71">
            <a:extLst>
              <a:ext uri="{FF2B5EF4-FFF2-40B4-BE49-F238E27FC236}">
                <a16:creationId xmlns:a16="http://schemas.microsoft.com/office/drawing/2014/main" id="{8F0FED44-1B9D-BB25-9821-570F5D4F1E02}"/>
              </a:ext>
            </a:extLst>
          </p:cNvPr>
          <p:cNvSpPr txBox="1"/>
          <p:nvPr/>
        </p:nvSpPr>
        <p:spPr>
          <a:xfrm>
            <a:off x="4162413" y="3531962"/>
            <a:ext cx="1408622" cy="202680"/>
          </a:xfrm>
          <a:prstGeom prst="rect">
            <a:avLst/>
          </a:prstGeom>
          <a:noFill/>
        </p:spPr>
        <p:txBody>
          <a:bodyPr wrap="square" lIns="0" tIns="0" rIns="0" bIns="0" rtlCol="0">
            <a:noAutofit/>
          </a:bodyPr>
          <a:lstStyle/>
          <a:p>
            <a:pPr marL="0" marR="0" lvl="0" indent="0" algn="l" defTabSz="914400" rtl="0" eaLnBrk="1" fontAlgn="auto" latinLnBrk="0" hangingPunct="1">
              <a:lnSpc>
                <a:spcPct val="101000"/>
              </a:lnSpc>
              <a:spcBef>
                <a:spcPts val="0"/>
              </a:spcBef>
              <a:spcAft>
                <a:spcPts val="600"/>
              </a:spcAft>
              <a:buClrTx/>
              <a:buSzTx/>
              <a:buFontTx/>
              <a:buNone/>
              <a:tabLst/>
              <a:defRPr/>
            </a:pPr>
            <a:r>
              <a:rPr kumimoji="0" lang="en-US" sz="1400" b="0" i="0" u="none" strike="noStrike" kern="1200" cap="none" spc="0" normalizeH="0" baseline="0" noProof="0">
                <a:ln>
                  <a:noFill/>
                </a:ln>
                <a:solidFill>
                  <a:srgbClr val="000000"/>
                </a:solidFill>
                <a:effectLst/>
                <a:uLnTx/>
                <a:uFillTx/>
                <a:latin typeface="Arial" panose="020B0604020202020204" pitchFamily="34" charset="0"/>
                <a:ea typeface="GT America Regular" charset="0"/>
                <a:cs typeface="GT America Regular" charset="0"/>
              </a:rPr>
              <a:t>Efficient frontier</a:t>
            </a:r>
          </a:p>
        </p:txBody>
      </p:sp>
      <p:sp>
        <p:nvSpPr>
          <p:cNvPr id="74" name="Freeform: Shape 73">
            <a:extLst>
              <a:ext uri="{FF2B5EF4-FFF2-40B4-BE49-F238E27FC236}">
                <a16:creationId xmlns:a16="http://schemas.microsoft.com/office/drawing/2014/main" id="{BEEE1C5D-2DE5-D8C7-B171-35DAF3698638}"/>
              </a:ext>
            </a:extLst>
          </p:cNvPr>
          <p:cNvSpPr/>
          <p:nvPr/>
        </p:nvSpPr>
        <p:spPr>
          <a:xfrm>
            <a:off x="4132527" y="2111616"/>
            <a:ext cx="1588655" cy="960582"/>
          </a:xfrm>
          <a:custGeom>
            <a:avLst/>
            <a:gdLst>
              <a:gd name="connsiteX0" fmla="*/ 0 w 1588655"/>
              <a:gd name="connsiteY0" fmla="*/ 960582 h 960582"/>
              <a:gd name="connsiteX1" fmla="*/ 1588655 w 1588655"/>
              <a:gd name="connsiteY1" fmla="*/ 0 h 960582"/>
            </a:gdLst>
            <a:ahLst/>
            <a:cxnLst>
              <a:cxn ang="0">
                <a:pos x="connsiteX0" y="connsiteY0"/>
              </a:cxn>
              <a:cxn ang="0">
                <a:pos x="connsiteX1" y="connsiteY1"/>
              </a:cxn>
            </a:cxnLst>
            <a:rect l="l" t="t" r="r" b="b"/>
            <a:pathLst>
              <a:path w="1588655" h="960582">
                <a:moveTo>
                  <a:pt x="0" y="960582"/>
                </a:moveTo>
                <a:lnTo>
                  <a:pt x="1588655" y="0"/>
                </a:lnTo>
              </a:path>
            </a:pathLst>
          </a:cu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GT America"/>
              <a:ea typeface="+mn-ea"/>
              <a:cs typeface="+mn-cs"/>
            </a:endParaRPr>
          </a:p>
        </p:txBody>
      </p:sp>
      <p:sp>
        <p:nvSpPr>
          <p:cNvPr id="75" name="Freeform: Shape 74">
            <a:extLst>
              <a:ext uri="{FF2B5EF4-FFF2-40B4-BE49-F238E27FC236}">
                <a16:creationId xmlns:a16="http://schemas.microsoft.com/office/drawing/2014/main" id="{090ECDEB-6405-1CDC-2EB8-6B60996AABDC}"/>
              </a:ext>
            </a:extLst>
          </p:cNvPr>
          <p:cNvSpPr/>
          <p:nvPr/>
        </p:nvSpPr>
        <p:spPr>
          <a:xfrm>
            <a:off x="4141764" y="2231689"/>
            <a:ext cx="1524000" cy="831272"/>
          </a:xfrm>
          <a:custGeom>
            <a:avLst/>
            <a:gdLst>
              <a:gd name="connsiteX0" fmla="*/ 0 w 1524000"/>
              <a:gd name="connsiteY0" fmla="*/ 831272 h 831272"/>
              <a:gd name="connsiteX1" fmla="*/ 1524000 w 1524000"/>
              <a:gd name="connsiteY1" fmla="*/ 0 h 831272"/>
            </a:gdLst>
            <a:ahLst/>
            <a:cxnLst>
              <a:cxn ang="0">
                <a:pos x="connsiteX0" y="connsiteY0"/>
              </a:cxn>
              <a:cxn ang="0">
                <a:pos x="connsiteX1" y="connsiteY1"/>
              </a:cxn>
            </a:cxnLst>
            <a:rect l="l" t="t" r="r" b="b"/>
            <a:pathLst>
              <a:path w="1524000" h="831272">
                <a:moveTo>
                  <a:pt x="0" y="831272"/>
                </a:moveTo>
                <a:lnTo>
                  <a:pt x="1524000" y="0"/>
                </a:lnTo>
              </a:path>
            </a:pathLst>
          </a:cu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GT America"/>
              <a:ea typeface="+mn-ea"/>
              <a:cs typeface="+mn-cs"/>
            </a:endParaRPr>
          </a:p>
        </p:txBody>
      </p:sp>
      <p:sp>
        <p:nvSpPr>
          <p:cNvPr id="76" name="Freeform: Shape 75">
            <a:extLst>
              <a:ext uri="{FF2B5EF4-FFF2-40B4-BE49-F238E27FC236}">
                <a16:creationId xmlns:a16="http://schemas.microsoft.com/office/drawing/2014/main" id="{19BCD7EB-E112-A2F4-E326-416CF0A69BB3}"/>
              </a:ext>
            </a:extLst>
          </p:cNvPr>
          <p:cNvSpPr/>
          <p:nvPr/>
        </p:nvSpPr>
        <p:spPr>
          <a:xfrm>
            <a:off x="4151000" y="2296343"/>
            <a:ext cx="1551709" cy="858982"/>
          </a:xfrm>
          <a:custGeom>
            <a:avLst/>
            <a:gdLst>
              <a:gd name="connsiteX0" fmla="*/ 0 w 1551709"/>
              <a:gd name="connsiteY0" fmla="*/ 858982 h 858982"/>
              <a:gd name="connsiteX1" fmla="*/ 120073 w 1551709"/>
              <a:gd name="connsiteY1" fmla="*/ 461818 h 858982"/>
              <a:gd name="connsiteX2" fmla="*/ 424873 w 1551709"/>
              <a:gd name="connsiteY2" fmla="*/ 240146 h 858982"/>
              <a:gd name="connsiteX3" fmla="*/ 942109 w 1551709"/>
              <a:gd name="connsiteY3" fmla="*/ 55418 h 858982"/>
              <a:gd name="connsiteX4" fmla="*/ 1551709 w 1551709"/>
              <a:gd name="connsiteY4" fmla="*/ 0 h 85898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51709" h="858982">
                <a:moveTo>
                  <a:pt x="0" y="858982"/>
                </a:moveTo>
                <a:cubicBezTo>
                  <a:pt x="24630" y="711969"/>
                  <a:pt x="49261" y="564957"/>
                  <a:pt x="120073" y="461818"/>
                </a:cubicBezTo>
                <a:cubicBezTo>
                  <a:pt x="190885" y="358679"/>
                  <a:pt x="287867" y="307879"/>
                  <a:pt x="424873" y="240146"/>
                </a:cubicBezTo>
                <a:cubicBezTo>
                  <a:pt x="561879" y="172413"/>
                  <a:pt x="754303" y="95442"/>
                  <a:pt x="942109" y="55418"/>
                </a:cubicBezTo>
                <a:cubicBezTo>
                  <a:pt x="1129915" y="15394"/>
                  <a:pt x="1340812" y="7697"/>
                  <a:pt x="1551709" y="0"/>
                </a:cubicBezTo>
              </a:path>
            </a:pathLst>
          </a:cu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GT America"/>
              <a:ea typeface="+mn-ea"/>
              <a:cs typeface="+mn-cs"/>
            </a:endParaRPr>
          </a:p>
        </p:txBody>
      </p:sp>
      <p:sp>
        <p:nvSpPr>
          <p:cNvPr id="77" name="Freeform: Shape 76">
            <a:extLst>
              <a:ext uri="{FF2B5EF4-FFF2-40B4-BE49-F238E27FC236}">
                <a16:creationId xmlns:a16="http://schemas.microsoft.com/office/drawing/2014/main" id="{FFD2372A-3897-1B2E-452B-810B6B861705}"/>
              </a:ext>
            </a:extLst>
          </p:cNvPr>
          <p:cNvSpPr/>
          <p:nvPr/>
        </p:nvSpPr>
        <p:spPr>
          <a:xfrm>
            <a:off x="4151000" y="2253925"/>
            <a:ext cx="1579418" cy="864455"/>
          </a:xfrm>
          <a:custGeom>
            <a:avLst/>
            <a:gdLst>
              <a:gd name="connsiteX0" fmla="*/ 0 w 1579418"/>
              <a:gd name="connsiteY0" fmla="*/ 864455 h 864455"/>
              <a:gd name="connsiteX1" fmla="*/ 175491 w 1579418"/>
              <a:gd name="connsiteY1" fmla="*/ 458055 h 864455"/>
              <a:gd name="connsiteX2" fmla="*/ 600364 w 1579418"/>
              <a:gd name="connsiteY2" fmla="*/ 199436 h 864455"/>
              <a:gd name="connsiteX3" fmla="*/ 1006764 w 1579418"/>
              <a:gd name="connsiteY3" fmla="*/ 79364 h 864455"/>
              <a:gd name="connsiteX4" fmla="*/ 1376218 w 1579418"/>
              <a:gd name="connsiteY4" fmla="*/ 5473 h 864455"/>
              <a:gd name="connsiteX5" fmla="*/ 1579418 w 1579418"/>
              <a:gd name="connsiteY5" fmla="*/ 5473 h 864455"/>
              <a:gd name="connsiteX6" fmla="*/ 1579418 w 1579418"/>
              <a:gd name="connsiteY6" fmla="*/ 5473 h 864455"/>
              <a:gd name="connsiteX7" fmla="*/ 1579418 w 1579418"/>
              <a:gd name="connsiteY7" fmla="*/ 5473 h 8644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579418" h="864455">
                <a:moveTo>
                  <a:pt x="0" y="864455"/>
                </a:moveTo>
                <a:cubicBezTo>
                  <a:pt x="37715" y="716673"/>
                  <a:pt x="75430" y="568891"/>
                  <a:pt x="175491" y="458055"/>
                </a:cubicBezTo>
                <a:cubicBezTo>
                  <a:pt x="275552" y="347218"/>
                  <a:pt x="461819" y="262551"/>
                  <a:pt x="600364" y="199436"/>
                </a:cubicBezTo>
                <a:cubicBezTo>
                  <a:pt x="738910" y="136321"/>
                  <a:pt x="877455" y="111691"/>
                  <a:pt x="1006764" y="79364"/>
                </a:cubicBezTo>
                <a:cubicBezTo>
                  <a:pt x="1136073" y="47037"/>
                  <a:pt x="1280776" y="17788"/>
                  <a:pt x="1376218" y="5473"/>
                </a:cubicBezTo>
                <a:cubicBezTo>
                  <a:pt x="1471660" y="-6842"/>
                  <a:pt x="1579418" y="5473"/>
                  <a:pt x="1579418" y="5473"/>
                </a:cubicBezTo>
                <a:lnTo>
                  <a:pt x="1579418" y="5473"/>
                </a:lnTo>
                <a:lnTo>
                  <a:pt x="1579418" y="5473"/>
                </a:lnTo>
              </a:path>
            </a:pathLst>
          </a:cu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GT America"/>
              <a:ea typeface="+mn-ea"/>
              <a:cs typeface="+mn-cs"/>
            </a:endParaRPr>
          </a:p>
        </p:txBody>
      </p:sp>
      <p:pic>
        <p:nvPicPr>
          <p:cNvPr id="82" name="Picture 81">
            <a:extLst>
              <a:ext uri="{FF2B5EF4-FFF2-40B4-BE49-F238E27FC236}">
                <a16:creationId xmlns:a16="http://schemas.microsoft.com/office/drawing/2014/main" id="{55DA80FC-8568-A4CF-2A8B-B8595522AEB8}"/>
              </a:ext>
            </a:extLst>
          </p:cNvPr>
          <p:cNvPicPr>
            <a:picLocks noChangeAspect="1"/>
          </p:cNvPicPr>
          <p:nvPr/>
        </p:nvPicPr>
        <p:blipFill>
          <a:blip r:embed="rId8">
            <a:alphaModFix/>
          </a:blip>
          <a:stretch>
            <a:fillRect/>
          </a:stretch>
        </p:blipFill>
        <p:spPr>
          <a:xfrm>
            <a:off x="4218318" y="2646717"/>
            <a:ext cx="251206" cy="219121"/>
          </a:xfrm>
          <a:prstGeom prst="ellipse">
            <a:avLst/>
          </a:prstGeom>
        </p:spPr>
      </p:pic>
      <p:pic>
        <p:nvPicPr>
          <p:cNvPr id="83" name="Picture 82">
            <a:extLst>
              <a:ext uri="{FF2B5EF4-FFF2-40B4-BE49-F238E27FC236}">
                <a16:creationId xmlns:a16="http://schemas.microsoft.com/office/drawing/2014/main" id="{BFA8DB52-3680-364A-02CD-FBB9F632107C}"/>
              </a:ext>
            </a:extLst>
          </p:cNvPr>
          <p:cNvPicPr>
            <a:picLocks noChangeAspect="1"/>
          </p:cNvPicPr>
          <p:nvPr/>
        </p:nvPicPr>
        <p:blipFill>
          <a:blip r:embed="rId8">
            <a:alphaModFix/>
          </a:blip>
          <a:stretch>
            <a:fillRect/>
          </a:stretch>
        </p:blipFill>
        <p:spPr>
          <a:xfrm>
            <a:off x="4497776" y="2503622"/>
            <a:ext cx="251206" cy="219121"/>
          </a:xfrm>
          <a:prstGeom prst="ellipse">
            <a:avLst/>
          </a:prstGeom>
        </p:spPr>
      </p:pic>
      <p:pic>
        <p:nvPicPr>
          <p:cNvPr id="84" name="Picture 83">
            <a:extLst>
              <a:ext uri="{FF2B5EF4-FFF2-40B4-BE49-F238E27FC236}">
                <a16:creationId xmlns:a16="http://schemas.microsoft.com/office/drawing/2014/main" id="{E12EAE12-3C1D-9470-E746-498B77AA5779}"/>
              </a:ext>
            </a:extLst>
          </p:cNvPr>
          <p:cNvPicPr>
            <a:picLocks noChangeAspect="1"/>
          </p:cNvPicPr>
          <p:nvPr/>
        </p:nvPicPr>
        <p:blipFill>
          <a:blip r:embed="rId8">
            <a:alphaModFix/>
          </a:blip>
          <a:stretch>
            <a:fillRect/>
          </a:stretch>
        </p:blipFill>
        <p:spPr>
          <a:xfrm>
            <a:off x="4790933" y="2355905"/>
            <a:ext cx="251206" cy="219121"/>
          </a:xfrm>
          <a:prstGeom prst="ellipse">
            <a:avLst/>
          </a:prstGeom>
        </p:spPr>
      </p:pic>
      <p:pic>
        <p:nvPicPr>
          <p:cNvPr id="85" name="Picture 84">
            <a:extLst>
              <a:ext uri="{FF2B5EF4-FFF2-40B4-BE49-F238E27FC236}">
                <a16:creationId xmlns:a16="http://schemas.microsoft.com/office/drawing/2014/main" id="{BDEA5F3D-9F76-221C-ED4C-A4F6E44EE45E}"/>
              </a:ext>
            </a:extLst>
          </p:cNvPr>
          <p:cNvPicPr>
            <a:picLocks noChangeAspect="1"/>
          </p:cNvPicPr>
          <p:nvPr/>
        </p:nvPicPr>
        <p:blipFill>
          <a:blip r:embed="rId8">
            <a:alphaModFix/>
          </a:blip>
          <a:stretch>
            <a:fillRect/>
          </a:stretch>
        </p:blipFill>
        <p:spPr>
          <a:xfrm>
            <a:off x="5095758" y="2296374"/>
            <a:ext cx="251206" cy="219121"/>
          </a:xfrm>
          <a:prstGeom prst="ellipse">
            <a:avLst/>
          </a:prstGeom>
        </p:spPr>
      </p:pic>
      <p:pic>
        <p:nvPicPr>
          <p:cNvPr id="86" name="Picture 85">
            <a:extLst>
              <a:ext uri="{FF2B5EF4-FFF2-40B4-BE49-F238E27FC236}">
                <a16:creationId xmlns:a16="http://schemas.microsoft.com/office/drawing/2014/main" id="{41D35739-A293-0A2A-3416-DA42F9780EEA}"/>
              </a:ext>
            </a:extLst>
          </p:cNvPr>
          <p:cNvPicPr>
            <a:picLocks noChangeAspect="1"/>
          </p:cNvPicPr>
          <p:nvPr/>
        </p:nvPicPr>
        <p:blipFill>
          <a:blip r:embed="rId8">
            <a:alphaModFix/>
          </a:blip>
          <a:stretch>
            <a:fillRect/>
          </a:stretch>
        </p:blipFill>
        <p:spPr>
          <a:xfrm>
            <a:off x="5375656" y="2256743"/>
            <a:ext cx="251206" cy="219121"/>
          </a:xfrm>
          <a:prstGeom prst="ellipse">
            <a:avLst/>
          </a:prstGeom>
        </p:spPr>
      </p:pic>
      <p:sp>
        <p:nvSpPr>
          <p:cNvPr id="89" name="Title 88">
            <a:extLst>
              <a:ext uri="{FF2B5EF4-FFF2-40B4-BE49-F238E27FC236}">
                <a16:creationId xmlns:a16="http://schemas.microsoft.com/office/drawing/2014/main" id="{65F987AD-9CD3-52A5-59A7-D9E51F2D8DD8}"/>
              </a:ext>
            </a:extLst>
          </p:cNvPr>
          <p:cNvSpPr>
            <a:spLocks noGrp="1"/>
          </p:cNvSpPr>
          <p:nvPr>
            <p:ph type="title"/>
          </p:nvPr>
        </p:nvSpPr>
        <p:spPr/>
        <p:txBody>
          <a:bodyPr/>
          <a:lstStyle/>
          <a:p>
            <a:r>
              <a:rPr lang="en-US" b="1">
                <a:solidFill>
                  <a:srgbClr val="0A1264"/>
                </a:solidFill>
                <a:latin typeface="Times New Roman" panose="02020603050405020304" pitchFamily="18" charset="0"/>
              </a:rPr>
              <a:t>Case Study – SAA Process</a:t>
            </a:r>
          </a:p>
        </p:txBody>
      </p:sp>
      <p:cxnSp>
        <p:nvCxnSpPr>
          <p:cNvPr id="93" name="Straight Connector 92">
            <a:extLst>
              <a:ext uri="{FF2B5EF4-FFF2-40B4-BE49-F238E27FC236}">
                <a16:creationId xmlns:a16="http://schemas.microsoft.com/office/drawing/2014/main" id="{9FBB8340-1FB6-E3BB-31C9-1B78D8239C1D}"/>
              </a:ext>
            </a:extLst>
          </p:cNvPr>
          <p:cNvCxnSpPr>
            <a:cxnSpLocks/>
          </p:cNvCxnSpPr>
          <p:nvPr/>
        </p:nvCxnSpPr>
        <p:spPr>
          <a:xfrm>
            <a:off x="6568964" y="1968543"/>
            <a:ext cx="0" cy="15084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4" name="Straight Connector 93">
            <a:extLst>
              <a:ext uri="{FF2B5EF4-FFF2-40B4-BE49-F238E27FC236}">
                <a16:creationId xmlns:a16="http://schemas.microsoft.com/office/drawing/2014/main" id="{C24BA522-A551-E50E-76AC-07FB641CD2E9}"/>
              </a:ext>
            </a:extLst>
          </p:cNvPr>
          <p:cNvCxnSpPr>
            <a:cxnSpLocks/>
          </p:cNvCxnSpPr>
          <p:nvPr/>
        </p:nvCxnSpPr>
        <p:spPr>
          <a:xfrm>
            <a:off x="6957847" y="1968543"/>
            <a:ext cx="0" cy="15084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5" name="Straight Connector 94">
            <a:extLst>
              <a:ext uri="{FF2B5EF4-FFF2-40B4-BE49-F238E27FC236}">
                <a16:creationId xmlns:a16="http://schemas.microsoft.com/office/drawing/2014/main" id="{5510A598-2F8D-ED90-83F0-033D184FE804}"/>
              </a:ext>
            </a:extLst>
          </p:cNvPr>
          <p:cNvCxnSpPr>
            <a:cxnSpLocks/>
          </p:cNvCxnSpPr>
          <p:nvPr/>
        </p:nvCxnSpPr>
        <p:spPr>
          <a:xfrm>
            <a:off x="7346730" y="1968543"/>
            <a:ext cx="0" cy="15084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6" name="Straight Connector 95">
            <a:extLst>
              <a:ext uri="{FF2B5EF4-FFF2-40B4-BE49-F238E27FC236}">
                <a16:creationId xmlns:a16="http://schemas.microsoft.com/office/drawing/2014/main" id="{3B0DFC73-671C-D148-1889-88AC76F004A9}"/>
              </a:ext>
            </a:extLst>
          </p:cNvPr>
          <p:cNvCxnSpPr>
            <a:cxnSpLocks/>
          </p:cNvCxnSpPr>
          <p:nvPr/>
        </p:nvCxnSpPr>
        <p:spPr>
          <a:xfrm>
            <a:off x="7735613" y="1968543"/>
            <a:ext cx="0" cy="15084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7" name="Straight Connector 96">
            <a:extLst>
              <a:ext uri="{FF2B5EF4-FFF2-40B4-BE49-F238E27FC236}">
                <a16:creationId xmlns:a16="http://schemas.microsoft.com/office/drawing/2014/main" id="{2DBEA3C1-3C48-5694-DDF8-D979B69513EA}"/>
              </a:ext>
            </a:extLst>
          </p:cNvPr>
          <p:cNvCxnSpPr>
            <a:cxnSpLocks/>
          </p:cNvCxnSpPr>
          <p:nvPr/>
        </p:nvCxnSpPr>
        <p:spPr>
          <a:xfrm>
            <a:off x="8124495" y="1968543"/>
            <a:ext cx="0" cy="15084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pic>
        <p:nvPicPr>
          <p:cNvPr id="98" name="Picture 97">
            <a:extLst>
              <a:ext uri="{FF2B5EF4-FFF2-40B4-BE49-F238E27FC236}">
                <a16:creationId xmlns:a16="http://schemas.microsoft.com/office/drawing/2014/main" id="{2BBF943A-8F0F-E597-79E1-D56B47E6AB44}"/>
              </a:ext>
            </a:extLst>
          </p:cNvPr>
          <p:cNvPicPr>
            <a:picLocks noChangeAspect="1"/>
          </p:cNvPicPr>
          <p:nvPr/>
        </p:nvPicPr>
        <p:blipFill>
          <a:blip r:embed="rId8">
            <a:alphaModFix/>
          </a:blip>
          <a:stretch>
            <a:fillRect/>
          </a:stretch>
        </p:blipFill>
        <p:spPr>
          <a:xfrm>
            <a:off x="6134246" y="2787683"/>
            <a:ext cx="462427" cy="403364"/>
          </a:xfrm>
          <a:prstGeom prst="ellipse">
            <a:avLst/>
          </a:prstGeom>
        </p:spPr>
      </p:pic>
      <p:cxnSp>
        <p:nvCxnSpPr>
          <p:cNvPr id="100" name="Straight Arrow Connector 99">
            <a:extLst>
              <a:ext uri="{FF2B5EF4-FFF2-40B4-BE49-F238E27FC236}">
                <a16:creationId xmlns:a16="http://schemas.microsoft.com/office/drawing/2014/main" id="{158FF7A1-B751-BD8F-519A-8FF8ED0F4662}"/>
              </a:ext>
            </a:extLst>
          </p:cNvPr>
          <p:cNvCxnSpPr/>
          <p:nvPr/>
        </p:nvCxnSpPr>
        <p:spPr>
          <a:xfrm flipV="1">
            <a:off x="6550816" y="2727686"/>
            <a:ext cx="396000" cy="199696"/>
          </a:xfrm>
          <a:prstGeom prst="straightConnector1">
            <a:avLst/>
          </a:prstGeom>
          <a:ln w="41275">
            <a:solidFill>
              <a:schemeClr val="tx2"/>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Straight Arrow Connector 100">
            <a:extLst>
              <a:ext uri="{FF2B5EF4-FFF2-40B4-BE49-F238E27FC236}">
                <a16:creationId xmlns:a16="http://schemas.microsoft.com/office/drawing/2014/main" id="{11E33356-CA81-323C-1F66-F92C3760A036}"/>
              </a:ext>
            </a:extLst>
          </p:cNvPr>
          <p:cNvCxnSpPr>
            <a:cxnSpLocks/>
          </p:cNvCxnSpPr>
          <p:nvPr/>
        </p:nvCxnSpPr>
        <p:spPr>
          <a:xfrm>
            <a:off x="6553264" y="2956889"/>
            <a:ext cx="404583" cy="0"/>
          </a:xfrm>
          <a:prstGeom prst="straightConnector1">
            <a:avLst/>
          </a:prstGeom>
          <a:ln w="41275">
            <a:solidFill>
              <a:schemeClr val="tx2"/>
            </a:solidFill>
            <a:tailEnd type="triangle"/>
          </a:ln>
        </p:spPr>
        <p:style>
          <a:lnRef idx="1">
            <a:schemeClr val="accent1"/>
          </a:lnRef>
          <a:fillRef idx="0">
            <a:schemeClr val="accent1"/>
          </a:fillRef>
          <a:effectRef idx="0">
            <a:schemeClr val="accent1"/>
          </a:effectRef>
          <a:fontRef idx="minor">
            <a:schemeClr val="tx1"/>
          </a:fontRef>
        </p:style>
      </p:cxnSp>
      <p:cxnSp>
        <p:nvCxnSpPr>
          <p:cNvPr id="105" name="Straight Arrow Connector 104">
            <a:extLst>
              <a:ext uri="{FF2B5EF4-FFF2-40B4-BE49-F238E27FC236}">
                <a16:creationId xmlns:a16="http://schemas.microsoft.com/office/drawing/2014/main" id="{673CF4F8-C0BD-727A-9EC8-D2CA82BD1B80}"/>
              </a:ext>
            </a:extLst>
          </p:cNvPr>
          <p:cNvCxnSpPr>
            <a:cxnSpLocks/>
          </p:cNvCxnSpPr>
          <p:nvPr/>
        </p:nvCxnSpPr>
        <p:spPr>
          <a:xfrm>
            <a:off x="6550816" y="2998403"/>
            <a:ext cx="407031" cy="156922"/>
          </a:xfrm>
          <a:prstGeom prst="straightConnector1">
            <a:avLst/>
          </a:prstGeom>
          <a:ln w="41275">
            <a:solidFill>
              <a:schemeClr val="tx2"/>
            </a:solidFill>
            <a:tailEnd type="triangle"/>
          </a:ln>
        </p:spPr>
        <p:style>
          <a:lnRef idx="1">
            <a:schemeClr val="accent1"/>
          </a:lnRef>
          <a:fillRef idx="0">
            <a:schemeClr val="accent1"/>
          </a:fillRef>
          <a:effectRef idx="0">
            <a:schemeClr val="accent1"/>
          </a:effectRef>
          <a:fontRef idx="minor">
            <a:schemeClr val="tx1"/>
          </a:fontRef>
        </p:style>
      </p:cxnSp>
      <p:cxnSp>
        <p:nvCxnSpPr>
          <p:cNvPr id="107" name="Straight Arrow Connector 106">
            <a:extLst>
              <a:ext uri="{FF2B5EF4-FFF2-40B4-BE49-F238E27FC236}">
                <a16:creationId xmlns:a16="http://schemas.microsoft.com/office/drawing/2014/main" id="{DF8FEAD0-79C6-D63B-DBBA-5D3A7477F1F1}"/>
              </a:ext>
            </a:extLst>
          </p:cNvPr>
          <p:cNvCxnSpPr>
            <a:cxnSpLocks/>
          </p:cNvCxnSpPr>
          <p:nvPr/>
        </p:nvCxnSpPr>
        <p:spPr>
          <a:xfrm flipV="1">
            <a:off x="6956355" y="2591907"/>
            <a:ext cx="390375" cy="138452"/>
          </a:xfrm>
          <a:prstGeom prst="straightConnector1">
            <a:avLst/>
          </a:prstGeom>
          <a:ln w="41275">
            <a:solidFill>
              <a:schemeClr val="tx2"/>
            </a:solidFill>
            <a:tailEnd type="triangle"/>
          </a:ln>
        </p:spPr>
        <p:style>
          <a:lnRef idx="1">
            <a:schemeClr val="accent1"/>
          </a:lnRef>
          <a:fillRef idx="0">
            <a:schemeClr val="accent1"/>
          </a:fillRef>
          <a:effectRef idx="0">
            <a:schemeClr val="accent1"/>
          </a:effectRef>
          <a:fontRef idx="minor">
            <a:schemeClr val="tx1"/>
          </a:fontRef>
        </p:style>
      </p:cxnSp>
      <p:cxnSp>
        <p:nvCxnSpPr>
          <p:cNvPr id="109" name="Straight Arrow Connector 108">
            <a:extLst>
              <a:ext uri="{FF2B5EF4-FFF2-40B4-BE49-F238E27FC236}">
                <a16:creationId xmlns:a16="http://schemas.microsoft.com/office/drawing/2014/main" id="{066BA806-5835-F5AA-6082-9279F2B61C5E}"/>
              </a:ext>
            </a:extLst>
          </p:cNvPr>
          <p:cNvCxnSpPr>
            <a:cxnSpLocks/>
          </p:cNvCxnSpPr>
          <p:nvPr/>
        </p:nvCxnSpPr>
        <p:spPr>
          <a:xfrm flipV="1">
            <a:off x="6963866" y="2756277"/>
            <a:ext cx="382119" cy="195346"/>
          </a:xfrm>
          <a:prstGeom prst="straightConnector1">
            <a:avLst/>
          </a:prstGeom>
          <a:ln w="41275">
            <a:solidFill>
              <a:schemeClr val="tx2"/>
            </a:solidFill>
            <a:tailEnd type="triangle"/>
          </a:ln>
        </p:spPr>
        <p:style>
          <a:lnRef idx="1">
            <a:schemeClr val="accent1"/>
          </a:lnRef>
          <a:fillRef idx="0">
            <a:schemeClr val="accent1"/>
          </a:fillRef>
          <a:effectRef idx="0">
            <a:schemeClr val="accent1"/>
          </a:effectRef>
          <a:fontRef idx="minor">
            <a:schemeClr val="tx1"/>
          </a:fontRef>
        </p:style>
      </p:cxnSp>
      <p:cxnSp>
        <p:nvCxnSpPr>
          <p:cNvPr id="111" name="Straight Arrow Connector 110">
            <a:extLst>
              <a:ext uri="{FF2B5EF4-FFF2-40B4-BE49-F238E27FC236}">
                <a16:creationId xmlns:a16="http://schemas.microsoft.com/office/drawing/2014/main" id="{8E9D7813-4A15-6BA1-4989-2CF728FC488B}"/>
              </a:ext>
            </a:extLst>
          </p:cNvPr>
          <p:cNvCxnSpPr>
            <a:cxnSpLocks/>
          </p:cNvCxnSpPr>
          <p:nvPr/>
        </p:nvCxnSpPr>
        <p:spPr>
          <a:xfrm flipV="1">
            <a:off x="6963261" y="3072198"/>
            <a:ext cx="386851" cy="87257"/>
          </a:xfrm>
          <a:prstGeom prst="straightConnector1">
            <a:avLst/>
          </a:prstGeom>
          <a:ln w="41275">
            <a:solidFill>
              <a:schemeClr val="tx2"/>
            </a:solidFill>
            <a:tailEnd type="triangle"/>
          </a:ln>
        </p:spPr>
        <p:style>
          <a:lnRef idx="1">
            <a:schemeClr val="accent1"/>
          </a:lnRef>
          <a:fillRef idx="0">
            <a:schemeClr val="accent1"/>
          </a:fillRef>
          <a:effectRef idx="0">
            <a:schemeClr val="accent1"/>
          </a:effectRef>
          <a:fontRef idx="minor">
            <a:schemeClr val="tx1"/>
          </a:fontRef>
        </p:style>
      </p:cxnSp>
      <p:cxnSp>
        <p:nvCxnSpPr>
          <p:cNvPr id="113" name="Straight Arrow Connector 112">
            <a:extLst>
              <a:ext uri="{FF2B5EF4-FFF2-40B4-BE49-F238E27FC236}">
                <a16:creationId xmlns:a16="http://schemas.microsoft.com/office/drawing/2014/main" id="{874D0C58-405C-FEE0-BC8B-FDEFBBD377E4}"/>
              </a:ext>
            </a:extLst>
          </p:cNvPr>
          <p:cNvCxnSpPr>
            <a:cxnSpLocks/>
          </p:cNvCxnSpPr>
          <p:nvPr/>
        </p:nvCxnSpPr>
        <p:spPr>
          <a:xfrm flipV="1">
            <a:off x="7350112" y="3054199"/>
            <a:ext cx="393308" cy="20135"/>
          </a:xfrm>
          <a:prstGeom prst="straightConnector1">
            <a:avLst/>
          </a:prstGeom>
          <a:ln w="41275">
            <a:solidFill>
              <a:schemeClr val="tx2"/>
            </a:solidFill>
            <a:tailEnd type="triangle"/>
          </a:ln>
        </p:spPr>
        <p:style>
          <a:lnRef idx="1">
            <a:schemeClr val="accent1"/>
          </a:lnRef>
          <a:fillRef idx="0">
            <a:schemeClr val="accent1"/>
          </a:fillRef>
          <a:effectRef idx="0">
            <a:schemeClr val="accent1"/>
          </a:effectRef>
          <a:fontRef idx="minor">
            <a:schemeClr val="tx1"/>
          </a:fontRef>
        </p:style>
      </p:cxnSp>
      <p:cxnSp>
        <p:nvCxnSpPr>
          <p:cNvPr id="115" name="Straight Arrow Connector 114">
            <a:extLst>
              <a:ext uri="{FF2B5EF4-FFF2-40B4-BE49-F238E27FC236}">
                <a16:creationId xmlns:a16="http://schemas.microsoft.com/office/drawing/2014/main" id="{E5CAC6D1-B838-1AF2-BCEA-C6C381AD2DD8}"/>
              </a:ext>
            </a:extLst>
          </p:cNvPr>
          <p:cNvCxnSpPr>
            <a:cxnSpLocks/>
          </p:cNvCxnSpPr>
          <p:nvPr/>
        </p:nvCxnSpPr>
        <p:spPr>
          <a:xfrm>
            <a:off x="7731187" y="3055837"/>
            <a:ext cx="393308" cy="31205"/>
          </a:xfrm>
          <a:prstGeom prst="straightConnector1">
            <a:avLst/>
          </a:prstGeom>
          <a:ln w="41275">
            <a:solidFill>
              <a:schemeClr val="tx2"/>
            </a:solidFill>
            <a:tailEnd type="triangle"/>
          </a:ln>
        </p:spPr>
        <p:style>
          <a:lnRef idx="1">
            <a:schemeClr val="accent1"/>
          </a:lnRef>
          <a:fillRef idx="0">
            <a:schemeClr val="accent1"/>
          </a:fillRef>
          <a:effectRef idx="0">
            <a:schemeClr val="accent1"/>
          </a:effectRef>
          <a:fontRef idx="minor">
            <a:schemeClr val="tx1"/>
          </a:fontRef>
        </p:style>
      </p:cxnSp>
      <p:cxnSp>
        <p:nvCxnSpPr>
          <p:cNvPr id="117" name="Straight Arrow Connector 116">
            <a:extLst>
              <a:ext uri="{FF2B5EF4-FFF2-40B4-BE49-F238E27FC236}">
                <a16:creationId xmlns:a16="http://schemas.microsoft.com/office/drawing/2014/main" id="{A822B5B8-E70D-9317-D4D3-82F3DD878A72}"/>
              </a:ext>
            </a:extLst>
          </p:cNvPr>
          <p:cNvCxnSpPr>
            <a:cxnSpLocks/>
          </p:cNvCxnSpPr>
          <p:nvPr/>
        </p:nvCxnSpPr>
        <p:spPr>
          <a:xfrm flipV="1">
            <a:off x="7347864" y="2705786"/>
            <a:ext cx="401949" cy="64586"/>
          </a:xfrm>
          <a:prstGeom prst="straightConnector1">
            <a:avLst/>
          </a:prstGeom>
          <a:ln w="41275">
            <a:solidFill>
              <a:schemeClr val="tx2"/>
            </a:solidFill>
            <a:tailEnd type="triangle"/>
          </a:ln>
        </p:spPr>
        <p:style>
          <a:lnRef idx="1">
            <a:schemeClr val="accent1"/>
          </a:lnRef>
          <a:fillRef idx="0">
            <a:schemeClr val="accent1"/>
          </a:fillRef>
          <a:effectRef idx="0">
            <a:schemeClr val="accent1"/>
          </a:effectRef>
          <a:fontRef idx="minor">
            <a:schemeClr val="tx1"/>
          </a:fontRef>
        </p:style>
      </p:cxnSp>
      <p:cxnSp>
        <p:nvCxnSpPr>
          <p:cNvPr id="119" name="Straight Arrow Connector 118">
            <a:extLst>
              <a:ext uri="{FF2B5EF4-FFF2-40B4-BE49-F238E27FC236}">
                <a16:creationId xmlns:a16="http://schemas.microsoft.com/office/drawing/2014/main" id="{8DF7A5D9-FD9D-AE8F-4091-E5432E283E1B}"/>
              </a:ext>
            </a:extLst>
          </p:cNvPr>
          <p:cNvCxnSpPr>
            <a:cxnSpLocks/>
          </p:cNvCxnSpPr>
          <p:nvPr/>
        </p:nvCxnSpPr>
        <p:spPr>
          <a:xfrm flipV="1">
            <a:off x="7734479" y="2686050"/>
            <a:ext cx="402252" cy="18917"/>
          </a:xfrm>
          <a:prstGeom prst="straightConnector1">
            <a:avLst/>
          </a:prstGeom>
          <a:ln w="41275">
            <a:solidFill>
              <a:schemeClr val="tx2"/>
            </a:solidFill>
            <a:tailEnd type="triangle"/>
          </a:ln>
        </p:spPr>
        <p:style>
          <a:lnRef idx="1">
            <a:schemeClr val="accent1"/>
          </a:lnRef>
          <a:fillRef idx="0">
            <a:schemeClr val="accent1"/>
          </a:fillRef>
          <a:effectRef idx="0">
            <a:schemeClr val="accent1"/>
          </a:effectRef>
          <a:fontRef idx="minor">
            <a:schemeClr val="tx1"/>
          </a:fontRef>
        </p:style>
      </p:cxnSp>
      <p:cxnSp>
        <p:nvCxnSpPr>
          <p:cNvPr id="121" name="Straight Arrow Connector 120">
            <a:extLst>
              <a:ext uri="{FF2B5EF4-FFF2-40B4-BE49-F238E27FC236}">
                <a16:creationId xmlns:a16="http://schemas.microsoft.com/office/drawing/2014/main" id="{A98A32EC-8397-131F-67CB-674D8139E49D}"/>
              </a:ext>
            </a:extLst>
          </p:cNvPr>
          <p:cNvCxnSpPr>
            <a:cxnSpLocks/>
          </p:cNvCxnSpPr>
          <p:nvPr/>
        </p:nvCxnSpPr>
        <p:spPr>
          <a:xfrm flipV="1">
            <a:off x="7351592" y="2496052"/>
            <a:ext cx="398221" cy="98869"/>
          </a:xfrm>
          <a:prstGeom prst="straightConnector1">
            <a:avLst/>
          </a:prstGeom>
          <a:ln w="41275">
            <a:solidFill>
              <a:schemeClr val="tx2"/>
            </a:solidFill>
            <a:tailEnd type="triangle"/>
          </a:ln>
        </p:spPr>
        <p:style>
          <a:lnRef idx="1">
            <a:schemeClr val="accent1"/>
          </a:lnRef>
          <a:fillRef idx="0">
            <a:schemeClr val="accent1"/>
          </a:fillRef>
          <a:effectRef idx="0">
            <a:schemeClr val="accent1"/>
          </a:effectRef>
          <a:fontRef idx="minor">
            <a:schemeClr val="tx1"/>
          </a:fontRef>
        </p:style>
      </p:cxnSp>
      <p:cxnSp>
        <p:nvCxnSpPr>
          <p:cNvPr id="123" name="Straight Arrow Connector 122">
            <a:extLst>
              <a:ext uri="{FF2B5EF4-FFF2-40B4-BE49-F238E27FC236}">
                <a16:creationId xmlns:a16="http://schemas.microsoft.com/office/drawing/2014/main" id="{698F2580-5A55-D4DA-FF8E-3477C367E6F7}"/>
              </a:ext>
            </a:extLst>
          </p:cNvPr>
          <p:cNvCxnSpPr>
            <a:cxnSpLocks/>
          </p:cNvCxnSpPr>
          <p:nvPr/>
        </p:nvCxnSpPr>
        <p:spPr>
          <a:xfrm flipV="1">
            <a:off x="7735613" y="2284051"/>
            <a:ext cx="384022" cy="215505"/>
          </a:xfrm>
          <a:prstGeom prst="straightConnector1">
            <a:avLst/>
          </a:prstGeom>
          <a:ln w="41275">
            <a:solidFill>
              <a:schemeClr val="tx2"/>
            </a:solidFill>
            <a:tailEnd type="triangle"/>
          </a:ln>
        </p:spPr>
        <p:style>
          <a:lnRef idx="1">
            <a:schemeClr val="accent1"/>
          </a:lnRef>
          <a:fillRef idx="0">
            <a:schemeClr val="accent1"/>
          </a:fillRef>
          <a:effectRef idx="0">
            <a:schemeClr val="accent1"/>
          </a:effectRef>
          <a:fontRef idx="minor">
            <a:schemeClr val="tx1"/>
          </a:fontRef>
        </p:style>
      </p:cxnSp>
      <p:cxnSp>
        <p:nvCxnSpPr>
          <p:cNvPr id="126" name="Straight Arrow Connector 125">
            <a:extLst>
              <a:ext uri="{FF2B5EF4-FFF2-40B4-BE49-F238E27FC236}">
                <a16:creationId xmlns:a16="http://schemas.microsoft.com/office/drawing/2014/main" id="{3C2BFE35-D056-A644-73EE-C203CAE95E95}"/>
              </a:ext>
            </a:extLst>
          </p:cNvPr>
          <p:cNvCxnSpPr>
            <a:cxnSpLocks/>
          </p:cNvCxnSpPr>
          <p:nvPr/>
        </p:nvCxnSpPr>
        <p:spPr>
          <a:xfrm flipV="1">
            <a:off x="9356972" y="2420280"/>
            <a:ext cx="831987" cy="341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7" name="Straight Arrow Connector 126">
            <a:extLst>
              <a:ext uri="{FF2B5EF4-FFF2-40B4-BE49-F238E27FC236}">
                <a16:creationId xmlns:a16="http://schemas.microsoft.com/office/drawing/2014/main" id="{1B46926A-C398-8A94-4DF7-BD4A48EF8BC8}"/>
              </a:ext>
            </a:extLst>
          </p:cNvPr>
          <p:cNvCxnSpPr>
            <a:cxnSpLocks/>
          </p:cNvCxnSpPr>
          <p:nvPr/>
        </p:nvCxnSpPr>
        <p:spPr>
          <a:xfrm flipV="1">
            <a:off x="9412432" y="1833341"/>
            <a:ext cx="0" cy="66418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31" name="Freeform: Shape 130">
            <a:extLst>
              <a:ext uri="{FF2B5EF4-FFF2-40B4-BE49-F238E27FC236}">
                <a16:creationId xmlns:a16="http://schemas.microsoft.com/office/drawing/2014/main" id="{C3EB9A6F-2554-666D-28FD-BCFC4351DF91}"/>
              </a:ext>
            </a:extLst>
          </p:cNvPr>
          <p:cNvSpPr/>
          <p:nvPr/>
        </p:nvSpPr>
        <p:spPr>
          <a:xfrm rot="16200000">
            <a:off x="8388201" y="2552087"/>
            <a:ext cx="1338800" cy="306041"/>
          </a:xfrm>
          <a:custGeom>
            <a:avLst/>
            <a:gdLst>
              <a:gd name="connsiteX0" fmla="*/ 382215 w 7987619"/>
              <a:gd name="connsiteY0" fmla="*/ 3240536 h 3254113"/>
              <a:gd name="connsiteX1" fmla="*/ 1072026 w 7987619"/>
              <a:gd name="connsiteY1" fmla="*/ 3144284 h 3254113"/>
              <a:gd name="connsiteX2" fmla="*/ 1697668 w 7987619"/>
              <a:gd name="connsiteY2" fmla="*/ 2719168 h 3254113"/>
              <a:gd name="connsiteX3" fmla="*/ 2299247 w 7987619"/>
              <a:gd name="connsiteY3" fmla="*/ 2013315 h 3254113"/>
              <a:gd name="connsiteX4" fmla="*/ 2796552 w 7987619"/>
              <a:gd name="connsiteY4" fmla="*/ 1082873 h 3254113"/>
              <a:gd name="connsiteX5" fmla="*/ 3301878 w 7987619"/>
              <a:gd name="connsiteY5" fmla="*/ 344936 h 3254113"/>
              <a:gd name="connsiteX6" fmla="*/ 3951584 w 7987619"/>
              <a:gd name="connsiteY6" fmla="*/ 31 h 3254113"/>
              <a:gd name="connsiteX7" fmla="*/ 4577226 w 7987619"/>
              <a:gd name="connsiteY7" fmla="*/ 360979 h 3254113"/>
              <a:gd name="connsiteX8" fmla="*/ 5066510 w 7987619"/>
              <a:gd name="connsiteY8" fmla="*/ 1090894 h 3254113"/>
              <a:gd name="connsiteX9" fmla="*/ 5507668 w 7987619"/>
              <a:gd name="connsiteY9" fmla="*/ 2013315 h 3254113"/>
              <a:gd name="connsiteX10" fmla="*/ 6149352 w 7987619"/>
              <a:gd name="connsiteY10" fmla="*/ 2735210 h 3254113"/>
              <a:gd name="connsiteX11" fmla="*/ 6927394 w 7987619"/>
              <a:gd name="connsiteY11" fmla="*/ 3144284 h 3254113"/>
              <a:gd name="connsiteX12" fmla="*/ 7601163 w 7987619"/>
              <a:gd name="connsiteY12" fmla="*/ 3240536 h 3254113"/>
              <a:gd name="connsiteX13" fmla="*/ 382215 w 7987619"/>
              <a:gd name="connsiteY13" fmla="*/ 3240536 h 32541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7987619" h="3254113">
                <a:moveTo>
                  <a:pt x="382215" y="3240536"/>
                </a:moveTo>
                <a:cubicBezTo>
                  <a:pt x="-705974" y="3224494"/>
                  <a:pt x="852784" y="3231179"/>
                  <a:pt x="1072026" y="3144284"/>
                </a:cubicBezTo>
                <a:cubicBezTo>
                  <a:pt x="1291268" y="3057389"/>
                  <a:pt x="1493131" y="2907663"/>
                  <a:pt x="1697668" y="2719168"/>
                </a:cubicBezTo>
                <a:cubicBezTo>
                  <a:pt x="1902205" y="2530673"/>
                  <a:pt x="2116100" y="2286031"/>
                  <a:pt x="2299247" y="2013315"/>
                </a:cubicBezTo>
                <a:cubicBezTo>
                  <a:pt x="2482394" y="1740599"/>
                  <a:pt x="2629447" y="1360936"/>
                  <a:pt x="2796552" y="1082873"/>
                </a:cubicBezTo>
                <a:cubicBezTo>
                  <a:pt x="2963657" y="804810"/>
                  <a:pt x="3109373" y="525410"/>
                  <a:pt x="3301878" y="344936"/>
                </a:cubicBezTo>
                <a:cubicBezTo>
                  <a:pt x="3494383" y="164462"/>
                  <a:pt x="3739026" y="-2643"/>
                  <a:pt x="3951584" y="31"/>
                </a:cubicBezTo>
                <a:cubicBezTo>
                  <a:pt x="4164142" y="2705"/>
                  <a:pt x="4391405" y="179169"/>
                  <a:pt x="4577226" y="360979"/>
                </a:cubicBezTo>
                <a:cubicBezTo>
                  <a:pt x="4763047" y="542789"/>
                  <a:pt x="4911436" y="815505"/>
                  <a:pt x="5066510" y="1090894"/>
                </a:cubicBezTo>
                <a:cubicBezTo>
                  <a:pt x="5221584" y="1366283"/>
                  <a:pt x="5327194" y="1739262"/>
                  <a:pt x="5507668" y="2013315"/>
                </a:cubicBezTo>
                <a:cubicBezTo>
                  <a:pt x="5688142" y="2287368"/>
                  <a:pt x="5912731" y="2546715"/>
                  <a:pt x="6149352" y="2735210"/>
                </a:cubicBezTo>
                <a:cubicBezTo>
                  <a:pt x="6385973" y="2923705"/>
                  <a:pt x="6685426" y="3060063"/>
                  <a:pt x="6927394" y="3144284"/>
                </a:cubicBezTo>
                <a:cubicBezTo>
                  <a:pt x="7169362" y="3228505"/>
                  <a:pt x="8685342" y="3220483"/>
                  <a:pt x="7601163" y="3240536"/>
                </a:cubicBezTo>
                <a:cubicBezTo>
                  <a:pt x="6516984" y="3260589"/>
                  <a:pt x="1470404" y="3256578"/>
                  <a:pt x="382215" y="3240536"/>
                </a:cubicBezTo>
                <a:close/>
              </a:path>
            </a:pathLst>
          </a:cu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GT America"/>
              <a:ea typeface="+mn-ea"/>
              <a:cs typeface="+mn-cs"/>
            </a:endParaRPr>
          </a:p>
        </p:txBody>
      </p:sp>
      <p:sp>
        <p:nvSpPr>
          <p:cNvPr id="132" name="TextBox 131">
            <a:extLst>
              <a:ext uri="{FF2B5EF4-FFF2-40B4-BE49-F238E27FC236}">
                <a16:creationId xmlns:a16="http://schemas.microsoft.com/office/drawing/2014/main" id="{166EEFCF-BC1F-D6EC-DF7E-0E904A3487A1}"/>
              </a:ext>
            </a:extLst>
          </p:cNvPr>
          <p:cNvSpPr txBox="1"/>
          <p:nvPr/>
        </p:nvSpPr>
        <p:spPr>
          <a:xfrm>
            <a:off x="8673588" y="2050460"/>
            <a:ext cx="212844" cy="1161496"/>
          </a:xfrm>
          <a:prstGeom prst="rect">
            <a:avLst/>
          </a:prstGeom>
          <a:noFill/>
        </p:spPr>
        <p:txBody>
          <a:bodyPr vert="vert270" wrap="square" lIns="0" tIns="0" rIns="0" bIns="0" rtlCol="0">
            <a:noAutofit/>
          </a:bodyPr>
          <a:lstStyle/>
          <a:p>
            <a:pPr marL="0" marR="0" lvl="0" indent="0" algn="l" defTabSz="914400" rtl="0" eaLnBrk="1" fontAlgn="auto" latinLnBrk="0" hangingPunct="1">
              <a:lnSpc>
                <a:spcPct val="101000"/>
              </a:lnSpc>
              <a:spcBef>
                <a:spcPts val="0"/>
              </a:spcBef>
              <a:spcAft>
                <a:spcPts val="600"/>
              </a:spcAft>
              <a:buClrTx/>
              <a:buSzTx/>
              <a:buFontTx/>
              <a:buNone/>
              <a:tabLst/>
              <a:defRPr/>
            </a:pPr>
            <a:r>
              <a:rPr kumimoji="0" lang="en-US" sz="1400" b="0" i="0" u="none" strike="noStrike" kern="1200" cap="none" spc="0" normalizeH="0" baseline="0" noProof="0">
                <a:ln>
                  <a:noFill/>
                </a:ln>
                <a:solidFill>
                  <a:srgbClr val="000000"/>
                </a:solidFill>
                <a:effectLst/>
                <a:uLnTx/>
                <a:uFillTx/>
                <a:latin typeface="Arial" panose="020B0604020202020204" pitchFamily="34" charset="0"/>
                <a:ea typeface="GT America Regular" charset="0"/>
                <a:cs typeface="GT America Regular" charset="0"/>
              </a:rPr>
              <a:t>Risk &amp; Return</a:t>
            </a:r>
          </a:p>
        </p:txBody>
      </p:sp>
      <p:pic>
        <p:nvPicPr>
          <p:cNvPr id="133" name="Picture 132">
            <a:extLst>
              <a:ext uri="{FF2B5EF4-FFF2-40B4-BE49-F238E27FC236}">
                <a16:creationId xmlns:a16="http://schemas.microsoft.com/office/drawing/2014/main" id="{F79D18D3-80F1-506A-AC89-66D25076BC11}"/>
              </a:ext>
            </a:extLst>
          </p:cNvPr>
          <p:cNvPicPr>
            <a:picLocks noChangeAspect="1"/>
          </p:cNvPicPr>
          <p:nvPr/>
        </p:nvPicPr>
        <p:blipFill rotWithShape="1">
          <a:blip r:embed="rId7"/>
          <a:srcRect r="14413"/>
          <a:stretch/>
        </p:blipFill>
        <p:spPr>
          <a:xfrm>
            <a:off x="9425441" y="1950576"/>
            <a:ext cx="695047" cy="440470"/>
          </a:xfrm>
          <a:prstGeom prst="rect">
            <a:avLst/>
          </a:prstGeom>
        </p:spPr>
      </p:pic>
      <p:sp>
        <p:nvSpPr>
          <p:cNvPr id="134" name="TextBox 133">
            <a:extLst>
              <a:ext uri="{FF2B5EF4-FFF2-40B4-BE49-F238E27FC236}">
                <a16:creationId xmlns:a16="http://schemas.microsoft.com/office/drawing/2014/main" id="{B0AF9148-5B9C-73DF-B946-CC3E897977BA}"/>
              </a:ext>
            </a:extLst>
          </p:cNvPr>
          <p:cNvSpPr txBox="1"/>
          <p:nvPr/>
        </p:nvSpPr>
        <p:spPr>
          <a:xfrm>
            <a:off x="9474620" y="2426140"/>
            <a:ext cx="800100" cy="202680"/>
          </a:xfrm>
          <a:prstGeom prst="rect">
            <a:avLst/>
          </a:prstGeom>
          <a:noFill/>
        </p:spPr>
        <p:txBody>
          <a:bodyPr wrap="square" lIns="0" tIns="0" rIns="0" bIns="0" rtlCol="0">
            <a:noAutofit/>
          </a:bodyPr>
          <a:lstStyle/>
          <a:p>
            <a:pPr marL="0" marR="0" lvl="0" indent="0" algn="l" defTabSz="914400" rtl="0" eaLnBrk="1" fontAlgn="auto" latinLnBrk="0" hangingPunct="1">
              <a:lnSpc>
                <a:spcPct val="101000"/>
              </a:lnSpc>
              <a:spcBef>
                <a:spcPts val="0"/>
              </a:spcBef>
              <a:spcAft>
                <a:spcPts val="600"/>
              </a:spcAft>
              <a:buClrTx/>
              <a:buSzTx/>
              <a:buFontTx/>
              <a:buNone/>
              <a:tabLst/>
              <a:defRPr/>
            </a:pPr>
            <a:r>
              <a:rPr kumimoji="0" lang="en-US" sz="1400" b="0" i="0" u="none" strike="noStrike" kern="1200" cap="none" spc="0" normalizeH="0" baseline="0" noProof="0">
                <a:ln>
                  <a:noFill/>
                </a:ln>
                <a:solidFill>
                  <a:srgbClr val="000000"/>
                </a:solidFill>
                <a:effectLst/>
                <a:uLnTx/>
                <a:uFillTx/>
                <a:latin typeface="Arial" panose="020B0604020202020204" pitchFamily="34" charset="0"/>
                <a:ea typeface="GT America Regular" charset="0"/>
                <a:cs typeface="GT America Regular" charset="0"/>
              </a:rPr>
              <a:t>Income</a:t>
            </a:r>
          </a:p>
        </p:txBody>
      </p:sp>
      <p:cxnSp>
        <p:nvCxnSpPr>
          <p:cNvPr id="144" name="Straight Arrow Connector 143">
            <a:extLst>
              <a:ext uri="{FF2B5EF4-FFF2-40B4-BE49-F238E27FC236}">
                <a16:creationId xmlns:a16="http://schemas.microsoft.com/office/drawing/2014/main" id="{CDF72804-3DBE-19AC-D807-A32439AFFC0F}"/>
              </a:ext>
            </a:extLst>
          </p:cNvPr>
          <p:cNvCxnSpPr>
            <a:cxnSpLocks/>
          </p:cNvCxnSpPr>
          <p:nvPr/>
        </p:nvCxnSpPr>
        <p:spPr>
          <a:xfrm flipV="1">
            <a:off x="10211919" y="2803839"/>
            <a:ext cx="831987" cy="341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5" name="Straight Arrow Connector 144">
            <a:extLst>
              <a:ext uri="{FF2B5EF4-FFF2-40B4-BE49-F238E27FC236}">
                <a16:creationId xmlns:a16="http://schemas.microsoft.com/office/drawing/2014/main" id="{6348FAFE-5974-04AA-F71F-C3103D6BC146}"/>
              </a:ext>
            </a:extLst>
          </p:cNvPr>
          <p:cNvCxnSpPr>
            <a:cxnSpLocks/>
          </p:cNvCxnSpPr>
          <p:nvPr/>
        </p:nvCxnSpPr>
        <p:spPr>
          <a:xfrm flipV="1">
            <a:off x="10267379" y="2216900"/>
            <a:ext cx="0" cy="66418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pic>
        <p:nvPicPr>
          <p:cNvPr id="146" name="Picture 145">
            <a:extLst>
              <a:ext uri="{FF2B5EF4-FFF2-40B4-BE49-F238E27FC236}">
                <a16:creationId xmlns:a16="http://schemas.microsoft.com/office/drawing/2014/main" id="{A0C73553-40F5-54CC-190E-96603F03EF90}"/>
              </a:ext>
            </a:extLst>
          </p:cNvPr>
          <p:cNvPicPr>
            <a:picLocks noChangeAspect="1"/>
          </p:cNvPicPr>
          <p:nvPr/>
        </p:nvPicPr>
        <p:blipFill rotWithShape="1">
          <a:blip r:embed="rId7"/>
          <a:srcRect r="14413"/>
          <a:stretch/>
        </p:blipFill>
        <p:spPr>
          <a:xfrm>
            <a:off x="10280388" y="2334135"/>
            <a:ext cx="695047" cy="440470"/>
          </a:xfrm>
          <a:prstGeom prst="rect">
            <a:avLst/>
          </a:prstGeom>
        </p:spPr>
      </p:pic>
      <p:sp>
        <p:nvSpPr>
          <p:cNvPr id="147" name="TextBox 146">
            <a:extLst>
              <a:ext uri="{FF2B5EF4-FFF2-40B4-BE49-F238E27FC236}">
                <a16:creationId xmlns:a16="http://schemas.microsoft.com/office/drawing/2014/main" id="{744C8DAE-8994-6931-3AC5-CED9DCAF2327}"/>
              </a:ext>
            </a:extLst>
          </p:cNvPr>
          <p:cNvSpPr txBox="1"/>
          <p:nvPr/>
        </p:nvSpPr>
        <p:spPr>
          <a:xfrm>
            <a:off x="10329567" y="2809699"/>
            <a:ext cx="800100" cy="202680"/>
          </a:xfrm>
          <a:prstGeom prst="rect">
            <a:avLst/>
          </a:prstGeom>
          <a:noFill/>
        </p:spPr>
        <p:txBody>
          <a:bodyPr wrap="square" lIns="0" tIns="0" rIns="0" bIns="0" rtlCol="0">
            <a:noAutofit/>
          </a:bodyPr>
          <a:lstStyle/>
          <a:p>
            <a:pPr marL="0" marR="0" lvl="0" indent="0" algn="l" defTabSz="914400" rtl="0" eaLnBrk="1" fontAlgn="auto" latinLnBrk="0" hangingPunct="1">
              <a:lnSpc>
                <a:spcPct val="101000"/>
              </a:lnSpc>
              <a:spcBef>
                <a:spcPts val="0"/>
              </a:spcBef>
              <a:spcAft>
                <a:spcPts val="600"/>
              </a:spcAft>
              <a:buClrTx/>
              <a:buSzTx/>
              <a:buFontTx/>
              <a:buNone/>
              <a:tabLst/>
              <a:defRPr/>
            </a:pPr>
            <a:r>
              <a:rPr kumimoji="0" lang="en-US" sz="1400" b="0" i="0" u="none" strike="noStrike" kern="1200" cap="none" spc="0" normalizeH="0" baseline="0" noProof="0">
                <a:ln>
                  <a:noFill/>
                </a:ln>
                <a:solidFill>
                  <a:srgbClr val="000000"/>
                </a:solidFill>
                <a:effectLst/>
                <a:uLnTx/>
                <a:uFillTx/>
                <a:latin typeface="Arial" panose="020B0604020202020204" pitchFamily="34" charset="0"/>
                <a:ea typeface="GT America Regular" charset="0"/>
                <a:cs typeface="GT America Regular" charset="0"/>
              </a:rPr>
              <a:t>Capital</a:t>
            </a:r>
          </a:p>
        </p:txBody>
      </p:sp>
      <p:cxnSp>
        <p:nvCxnSpPr>
          <p:cNvPr id="148" name="Straight Arrow Connector 147">
            <a:extLst>
              <a:ext uri="{FF2B5EF4-FFF2-40B4-BE49-F238E27FC236}">
                <a16:creationId xmlns:a16="http://schemas.microsoft.com/office/drawing/2014/main" id="{DBEBB1E8-0E88-8E50-62EE-3E418577B92B}"/>
              </a:ext>
            </a:extLst>
          </p:cNvPr>
          <p:cNvCxnSpPr>
            <a:cxnSpLocks/>
          </p:cNvCxnSpPr>
          <p:nvPr/>
        </p:nvCxnSpPr>
        <p:spPr>
          <a:xfrm flipV="1">
            <a:off x="9337114" y="3342719"/>
            <a:ext cx="831987" cy="341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9" name="Straight Arrow Connector 148">
            <a:extLst>
              <a:ext uri="{FF2B5EF4-FFF2-40B4-BE49-F238E27FC236}">
                <a16:creationId xmlns:a16="http://schemas.microsoft.com/office/drawing/2014/main" id="{B9CE622D-C7D8-28CC-9075-E56131713BDC}"/>
              </a:ext>
            </a:extLst>
          </p:cNvPr>
          <p:cNvCxnSpPr>
            <a:cxnSpLocks/>
          </p:cNvCxnSpPr>
          <p:nvPr/>
        </p:nvCxnSpPr>
        <p:spPr>
          <a:xfrm flipV="1">
            <a:off x="9392574" y="2755780"/>
            <a:ext cx="0" cy="66418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pic>
        <p:nvPicPr>
          <p:cNvPr id="150" name="Picture 149">
            <a:extLst>
              <a:ext uri="{FF2B5EF4-FFF2-40B4-BE49-F238E27FC236}">
                <a16:creationId xmlns:a16="http://schemas.microsoft.com/office/drawing/2014/main" id="{CB40C199-B3C8-C110-D339-997058A890EE}"/>
              </a:ext>
            </a:extLst>
          </p:cNvPr>
          <p:cNvPicPr>
            <a:picLocks noChangeAspect="1"/>
          </p:cNvPicPr>
          <p:nvPr/>
        </p:nvPicPr>
        <p:blipFill rotWithShape="1">
          <a:blip r:embed="rId7"/>
          <a:srcRect r="14413"/>
          <a:stretch/>
        </p:blipFill>
        <p:spPr>
          <a:xfrm>
            <a:off x="9405583" y="2873015"/>
            <a:ext cx="695047" cy="440470"/>
          </a:xfrm>
          <a:prstGeom prst="rect">
            <a:avLst/>
          </a:prstGeom>
        </p:spPr>
      </p:pic>
      <p:sp>
        <p:nvSpPr>
          <p:cNvPr id="151" name="TextBox 150">
            <a:extLst>
              <a:ext uri="{FF2B5EF4-FFF2-40B4-BE49-F238E27FC236}">
                <a16:creationId xmlns:a16="http://schemas.microsoft.com/office/drawing/2014/main" id="{E9D65E1C-924A-5325-C786-9FD6188FB565}"/>
              </a:ext>
            </a:extLst>
          </p:cNvPr>
          <p:cNvSpPr txBox="1"/>
          <p:nvPr/>
        </p:nvSpPr>
        <p:spPr>
          <a:xfrm>
            <a:off x="9454762" y="3348579"/>
            <a:ext cx="800100" cy="202680"/>
          </a:xfrm>
          <a:prstGeom prst="rect">
            <a:avLst/>
          </a:prstGeom>
          <a:noFill/>
        </p:spPr>
        <p:txBody>
          <a:bodyPr wrap="square" lIns="0" tIns="0" rIns="0" bIns="0" rtlCol="0">
            <a:noAutofit/>
          </a:bodyPr>
          <a:lstStyle/>
          <a:p>
            <a:pPr marL="0" marR="0" lvl="0" indent="0" algn="l" defTabSz="914400" rtl="0" eaLnBrk="1" fontAlgn="auto" latinLnBrk="0" hangingPunct="1">
              <a:lnSpc>
                <a:spcPct val="101000"/>
              </a:lnSpc>
              <a:spcBef>
                <a:spcPts val="0"/>
              </a:spcBef>
              <a:spcAft>
                <a:spcPts val="600"/>
              </a:spcAft>
              <a:buClrTx/>
              <a:buSzTx/>
              <a:buFontTx/>
              <a:buNone/>
              <a:tabLst/>
              <a:defRPr/>
            </a:pPr>
            <a:r>
              <a:rPr kumimoji="0" lang="en-US" sz="1400" b="0" i="0" u="none" strike="noStrike" kern="1200" cap="none" spc="0" normalizeH="0" baseline="0" noProof="0">
                <a:ln>
                  <a:noFill/>
                </a:ln>
                <a:solidFill>
                  <a:srgbClr val="000000"/>
                </a:solidFill>
                <a:effectLst/>
                <a:uLnTx/>
                <a:uFillTx/>
                <a:latin typeface="Arial" panose="020B0604020202020204" pitchFamily="34" charset="0"/>
                <a:ea typeface="GT America Regular" charset="0"/>
                <a:cs typeface="GT America Regular" charset="0"/>
              </a:rPr>
              <a:t>Surplus</a:t>
            </a:r>
          </a:p>
        </p:txBody>
      </p:sp>
    </p:spTree>
    <p:extLst>
      <p:ext uri="{BB962C8B-B14F-4D97-AF65-F5344CB8AC3E}">
        <p14:creationId xmlns:p14="http://schemas.microsoft.com/office/powerpoint/2010/main" val="55184776"/>
      </p:ext>
    </p:extLst>
  </p:cSld>
  <p:clrMapOvr>
    <a:masterClrMapping/>
  </p:clrMapOvr>
  <p:transition spd="slow">
    <p:push dir="u"/>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0" name="Rectangle: Rounded Corners 109">
            <a:extLst>
              <a:ext uri="{FF2B5EF4-FFF2-40B4-BE49-F238E27FC236}">
                <a16:creationId xmlns:a16="http://schemas.microsoft.com/office/drawing/2014/main" id="{EEAD65AF-DC25-67C3-95BA-67B9FF0E7BD8}"/>
              </a:ext>
            </a:extLst>
          </p:cNvPr>
          <p:cNvSpPr/>
          <p:nvPr/>
        </p:nvSpPr>
        <p:spPr>
          <a:xfrm>
            <a:off x="9155437" y="2121993"/>
            <a:ext cx="2675788" cy="3242422"/>
          </a:xfrm>
          <a:prstGeom prst="roundRect">
            <a:avLst/>
          </a:prstGeom>
          <a:noFill/>
          <a:ln w="38100">
            <a:solidFill>
              <a:schemeClr val="accent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GT America"/>
              <a:ea typeface="+mn-ea"/>
              <a:cs typeface="+mn-cs"/>
            </a:endParaRPr>
          </a:p>
        </p:txBody>
      </p:sp>
      <p:sp>
        <p:nvSpPr>
          <p:cNvPr id="3" name="Slide Number Placeholder 2">
            <a:extLst>
              <a:ext uri="{FF2B5EF4-FFF2-40B4-BE49-F238E27FC236}">
                <a16:creationId xmlns:a16="http://schemas.microsoft.com/office/drawing/2014/main" id="{0A94ADC3-6F4F-3AC8-DD1E-465A7224E9E7}"/>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62A5111-985B-C14D-9115-5787026182A8}" type="slidenum">
              <a:rPr kumimoji="0" lang="en-US" sz="1000" b="0" i="0" u="none" strike="noStrike" kern="1200" cap="none" spc="0" normalizeH="0" baseline="0" noProof="0" smtClean="0">
                <a:ln>
                  <a:noFill/>
                </a:ln>
                <a:solidFill>
                  <a:srgbClr val="000000"/>
                </a:solidFill>
                <a:effectLst/>
                <a:uLnTx/>
                <a:uFillTx/>
                <a:latin typeface="Arial" panose="020B0604020202020204" pitchFamily="34" charset="0"/>
                <a:ea typeface="GT America Regular" pitchFamily="2" charset="77"/>
                <a:cs typeface="GT America Regular" pitchFamily="2" charset="77"/>
              </a:rPr>
              <a:pPr marL="0" marR="0" lvl="0" indent="0" algn="r" defTabSz="914400" rtl="0" eaLnBrk="1" fontAlgn="auto" latinLnBrk="0" hangingPunct="1">
                <a:lnSpc>
                  <a:spcPct val="100000"/>
                </a:lnSpc>
                <a:spcBef>
                  <a:spcPts val="0"/>
                </a:spcBef>
                <a:spcAft>
                  <a:spcPts val="0"/>
                </a:spcAft>
                <a:buClrTx/>
                <a:buSzTx/>
                <a:buFontTx/>
                <a:buNone/>
                <a:tabLst/>
                <a:defRPr/>
              </a:pPr>
              <a:t>17</a:t>
            </a:fld>
            <a:endParaRPr kumimoji="0" lang="en-US" sz="1000" b="0" i="0" u="none" strike="noStrike" kern="1200" cap="none" spc="0" normalizeH="0" baseline="0" noProof="0">
              <a:ln>
                <a:noFill/>
              </a:ln>
              <a:solidFill>
                <a:srgbClr val="000000"/>
              </a:solidFill>
              <a:effectLst/>
              <a:uLnTx/>
              <a:uFillTx/>
              <a:latin typeface="Arial" panose="020B0604020202020204" pitchFamily="34" charset="0"/>
              <a:ea typeface="GT America Regular" pitchFamily="2" charset="77"/>
              <a:cs typeface="GT America Regular" pitchFamily="2" charset="77"/>
            </a:endParaRPr>
          </a:p>
        </p:txBody>
      </p:sp>
      <p:sp>
        <p:nvSpPr>
          <p:cNvPr id="7" name="Text Placeholder 6">
            <a:extLst>
              <a:ext uri="{FF2B5EF4-FFF2-40B4-BE49-F238E27FC236}">
                <a16:creationId xmlns:a16="http://schemas.microsoft.com/office/drawing/2014/main" id="{DA221F24-DBA6-A177-8B0C-1AC2A1FFB18D}"/>
              </a:ext>
            </a:extLst>
          </p:cNvPr>
          <p:cNvSpPr>
            <a:spLocks noGrp="1"/>
          </p:cNvSpPr>
          <p:nvPr>
            <p:ph type="body" sz="quarter" idx="18"/>
          </p:nvPr>
        </p:nvSpPr>
        <p:spPr/>
        <p:txBody>
          <a:bodyPr/>
          <a:lstStyle/>
          <a:p>
            <a:endParaRPr lang="en-GB"/>
          </a:p>
        </p:txBody>
      </p:sp>
      <p:sp>
        <p:nvSpPr>
          <p:cNvPr id="89" name="Title 88">
            <a:extLst>
              <a:ext uri="{FF2B5EF4-FFF2-40B4-BE49-F238E27FC236}">
                <a16:creationId xmlns:a16="http://schemas.microsoft.com/office/drawing/2014/main" id="{65F987AD-9CD3-52A5-59A7-D9E51F2D8DD8}"/>
              </a:ext>
            </a:extLst>
          </p:cNvPr>
          <p:cNvSpPr>
            <a:spLocks noGrp="1"/>
          </p:cNvSpPr>
          <p:nvPr>
            <p:ph type="title"/>
          </p:nvPr>
        </p:nvSpPr>
        <p:spPr/>
        <p:txBody>
          <a:bodyPr/>
          <a:lstStyle/>
          <a:p>
            <a:r>
              <a:rPr lang="en-US" b="1">
                <a:solidFill>
                  <a:srgbClr val="0A1264"/>
                </a:solidFill>
                <a:latin typeface="Times New Roman" panose="02020603050405020304" pitchFamily="18" charset="0"/>
              </a:rPr>
              <a:t>Case Study – SAA Process</a:t>
            </a:r>
          </a:p>
        </p:txBody>
      </p:sp>
      <p:graphicFrame>
        <p:nvGraphicFramePr>
          <p:cNvPr id="4" name="Diagram 3">
            <a:extLst>
              <a:ext uri="{FF2B5EF4-FFF2-40B4-BE49-F238E27FC236}">
                <a16:creationId xmlns:a16="http://schemas.microsoft.com/office/drawing/2014/main" id="{E8A97490-E9ED-426A-7E5E-E2D47D9578B9}"/>
              </a:ext>
            </a:extLst>
          </p:cNvPr>
          <p:cNvGraphicFramePr/>
          <p:nvPr/>
        </p:nvGraphicFramePr>
        <p:xfrm>
          <a:off x="-3596" y="971771"/>
          <a:ext cx="9097660" cy="553355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5" name="Diagram 4">
            <a:extLst>
              <a:ext uri="{FF2B5EF4-FFF2-40B4-BE49-F238E27FC236}">
                <a16:creationId xmlns:a16="http://schemas.microsoft.com/office/drawing/2014/main" id="{195B6C46-DA8C-C87C-3552-247A778C25AF}"/>
              </a:ext>
            </a:extLst>
          </p:cNvPr>
          <p:cNvGraphicFramePr/>
          <p:nvPr/>
        </p:nvGraphicFramePr>
        <p:xfrm>
          <a:off x="3654273" y="2153154"/>
          <a:ext cx="5439792" cy="3211464"/>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graphicFrame>
        <p:nvGraphicFramePr>
          <p:cNvPr id="11" name="Diagram 10">
            <a:extLst>
              <a:ext uri="{FF2B5EF4-FFF2-40B4-BE49-F238E27FC236}">
                <a16:creationId xmlns:a16="http://schemas.microsoft.com/office/drawing/2014/main" id="{028C33E3-AB4D-ABA9-67F0-7CFEFF4FEDD5}"/>
              </a:ext>
            </a:extLst>
          </p:cNvPr>
          <p:cNvGraphicFramePr/>
          <p:nvPr/>
        </p:nvGraphicFramePr>
        <p:xfrm>
          <a:off x="-54357" y="2152950"/>
          <a:ext cx="5439792" cy="3211464"/>
        </p:xfrm>
        <a:graphic>
          <a:graphicData uri="http://schemas.openxmlformats.org/drawingml/2006/diagram">
            <dgm:relIds xmlns:dgm="http://schemas.openxmlformats.org/drawingml/2006/diagram" xmlns:r="http://schemas.openxmlformats.org/officeDocument/2006/relationships" r:dm="rId12" r:lo="rId13" r:qs="rId14" r:cs="rId15"/>
          </a:graphicData>
        </a:graphic>
      </p:graphicFrame>
      <p:sp>
        <p:nvSpPr>
          <p:cNvPr id="12" name="TextBox 11">
            <a:extLst>
              <a:ext uri="{FF2B5EF4-FFF2-40B4-BE49-F238E27FC236}">
                <a16:creationId xmlns:a16="http://schemas.microsoft.com/office/drawing/2014/main" id="{566E7D63-9600-1311-0CB5-82D012A96784}"/>
              </a:ext>
            </a:extLst>
          </p:cNvPr>
          <p:cNvSpPr txBox="1"/>
          <p:nvPr/>
        </p:nvSpPr>
        <p:spPr>
          <a:xfrm>
            <a:off x="6345370" y="3065763"/>
            <a:ext cx="1023486" cy="959661"/>
          </a:xfrm>
          <a:prstGeom prst="rect">
            <a:avLst/>
          </a:prstGeom>
          <a:noFill/>
        </p:spPr>
        <p:txBody>
          <a:bodyPr wrap="square" lIns="0" tIns="0" rIns="0" bIns="0" rtlCol="0">
            <a:noAutofit/>
          </a:bodyPr>
          <a:lstStyle/>
          <a:p>
            <a:pPr marL="285750" marR="0" lvl="0" indent="-285750" algn="l" defTabSz="914400" rtl="0" eaLnBrk="1" fontAlgn="auto" latinLnBrk="0" hangingPunct="1">
              <a:lnSpc>
                <a:spcPct val="101000"/>
              </a:lnSpc>
              <a:spcBef>
                <a:spcPts val="0"/>
              </a:spcBef>
              <a:spcAft>
                <a:spcPts val="600"/>
              </a:spcAft>
              <a:buClrTx/>
              <a:buSzTx/>
              <a:buFont typeface="GT America" charset="0"/>
              <a:buChar char="→"/>
              <a:tabLst/>
              <a:defRPr/>
            </a:pPr>
            <a:endParaRPr kumimoji="0" lang="en-US" sz="1400" b="0"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sp>
        <p:nvSpPr>
          <p:cNvPr id="13" name="TextBox 12">
            <a:extLst>
              <a:ext uri="{FF2B5EF4-FFF2-40B4-BE49-F238E27FC236}">
                <a16:creationId xmlns:a16="http://schemas.microsoft.com/office/drawing/2014/main" id="{C56ADC18-A134-E3FD-A892-7AC30F2902F6}"/>
              </a:ext>
            </a:extLst>
          </p:cNvPr>
          <p:cNvSpPr txBox="1"/>
          <p:nvPr/>
        </p:nvSpPr>
        <p:spPr>
          <a:xfrm>
            <a:off x="6345370" y="3065763"/>
            <a:ext cx="1023486" cy="959661"/>
          </a:xfrm>
          <a:prstGeom prst="rect">
            <a:avLst/>
          </a:prstGeom>
          <a:noFill/>
        </p:spPr>
        <p:txBody>
          <a:bodyPr wrap="square" lIns="0" tIns="0" rIns="0" bIns="0" rtlCol="0">
            <a:noAutofit/>
          </a:bodyPr>
          <a:lstStyle/>
          <a:p>
            <a:pPr marL="285750" marR="0" lvl="0" indent="-285750" algn="l" defTabSz="914400" rtl="0" eaLnBrk="1" fontAlgn="auto" latinLnBrk="0" hangingPunct="1">
              <a:lnSpc>
                <a:spcPct val="101000"/>
              </a:lnSpc>
              <a:spcBef>
                <a:spcPts val="0"/>
              </a:spcBef>
              <a:spcAft>
                <a:spcPts val="600"/>
              </a:spcAft>
              <a:buClrTx/>
              <a:buSzTx/>
              <a:buFont typeface="GT America" charset="0"/>
              <a:buChar char="→"/>
              <a:tabLst/>
              <a:defRPr/>
            </a:pPr>
            <a:endParaRPr kumimoji="0" lang="en-US" sz="1400" b="0"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sp>
        <p:nvSpPr>
          <p:cNvPr id="14" name="TextBox 13">
            <a:extLst>
              <a:ext uri="{FF2B5EF4-FFF2-40B4-BE49-F238E27FC236}">
                <a16:creationId xmlns:a16="http://schemas.microsoft.com/office/drawing/2014/main" id="{327B5F05-7253-9FA7-FD22-AA7E94A4EAAC}"/>
              </a:ext>
            </a:extLst>
          </p:cNvPr>
          <p:cNvSpPr txBox="1"/>
          <p:nvPr/>
        </p:nvSpPr>
        <p:spPr>
          <a:xfrm>
            <a:off x="6345370" y="3065763"/>
            <a:ext cx="1023486" cy="959661"/>
          </a:xfrm>
          <a:prstGeom prst="rect">
            <a:avLst/>
          </a:prstGeom>
          <a:noFill/>
        </p:spPr>
        <p:txBody>
          <a:bodyPr wrap="square" lIns="0" tIns="0" rIns="0" bIns="0" rtlCol="0">
            <a:noAutofit/>
          </a:bodyPr>
          <a:lstStyle/>
          <a:p>
            <a:pPr marL="285750" marR="0" lvl="0" indent="-285750" algn="l" defTabSz="914400" rtl="0" eaLnBrk="1" fontAlgn="auto" latinLnBrk="0" hangingPunct="1">
              <a:lnSpc>
                <a:spcPct val="101000"/>
              </a:lnSpc>
              <a:spcBef>
                <a:spcPts val="0"/>
              </a:spcBef>
              <a:spcAft>
                <a:spcPts val="600"/>
              </a:spcAft>
              <a:buClrTx/>
              <a:buSzTx/>
              <a:buFont typeface="GT America" charset="0"/>
              <a:buChar char="→"/>
              <a:tabLst/>
              <a:defRPr/>
            </a:pPr>
            <a:endParaRPr kumimoji="0" lang="en-US" sz="1400" b="0"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sp>
        <p:nvSpPr>
          <p:cNvPr id="15" name="TextBox 14">
            <a:extLst>
              <a:ext uri="{FF2B5EF4-FFF2-40B4-BE49-F238E27FC236}">
                <a16:creationId xmlns:a16="http://schemas.microsoft.com/office/drawing/2014/main" id="{00A056EC-DDF9-8420-BABA-CB23D3D50D70}"/>
              </a:ext>
            </a:extLst>
          </p:cNvPr>
          <p:cNvSpPr txBox="1"/>
          <p:nvPr/>
        </p:nvSpPr>
        <p:spPr>
          <a:xfrm>
            <a:off x="6345370" y="3065763"/>
            <a:ext cx="1023486" cy="959661"/>
          </a:xfrm>
          <a:prstGeom prst="rect">
            <a:avLst/>
          </a:prstGeom>
          <a:noFill/>
        </p:spPr>
        <p:txBody>
          <a:bodyPr wrap="square" lIns="0" tIns="0" rIns="0" bIns="0" rtlCol="0">
            <a:noAutofit/>
          </a:bodyPr>
          <a:lstStyle/>
          <a:p>
            <a:pPr marL="285750" marR="0" lvl="0" indent="-285750" algn="l" defTabSz="914400" rtl="0" eaLnBrk="1" fontAlgn="auto" latinLnBrk="0" hangingPunct="1">
              <a:lnSpc>
                <a:spcPct val="101000"/>
              </a:lnSpc>
              <a:spcBef>
                <a:spcPts val="0"/>
              </a:spcBef>
              <a:spcAft>
                <a:spcPts val="600"/>
              </a:spcAft>
              <a:buClrTx/>
              <a:buSzTx/>
              <a:buFont typeface="GT America" charset="0"/>
              <a:buChar char="→"/>
              <a:tabLst/>
              <a:defRPr/>
            </a:pPr>
            <a:endParaRPr kumimoji="0" lang="en-US" sz="1400" b="0"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sp>
        <p:nvSpPr>
          <p:cNvPr id="18" name="TextBox 17">
            <a:extLst>
              <a:ext uri="{FF2B5EF4-FFF2-40B4-BE49-F238E27FC236}">
                <a16:creationId xmlns:a16="http://schemas.microsoft.com/office/drawing/2014/main" id="{5BA7BAFE-5075-C0B0-6E0B-239E19B71B55}"/>
              </a:ext>
            </a:extLst>
          </p:cNvPr>
          <p:cNvSpPr txBox="1"/>
          <p:nvPr/>
        </p:nvSpPr>
        <p:spPr>
          <a:xfrm>
            <a:off x="5406604" y="2121993"/>
            <a:ext cx="1023486" cy="959661"/>
          </a:xfrm>
          <a:prstGeom prst="rect">
            <a:avLst/>
          </a:prstGeom>
          <a:noFill/>
        </p:spPr>
        <p:txBody>
          <a:bodyPr wrap="none" lIns="0" tIns="0" rIns="0" bIns="0" rtlCol="0">
            <a:noAutofit/>
          </a:bodyPr>
          <a:lstStyle/>
          <a:p>
            <a:pPr marL="285750" marR="0" lvl="0" indent="-285750" algn="l" defTabSz="914400" rtl="0" eaLnBrk="1" fontAlgn="auto" latinLnBrk="0" hangingPunct="1">
              <a:lnSpc>
                <a:spcPct val="101000"/>
              </a:lnSpc>
              <a:spcBef>
                <a:spcPts val="0"/>
              </a:spcBef>
              <a:spcAft>
                <a:spcPts val="600"/>
              </a:spcAft>
              <a:buClrTx/>
              <a:buSzTx/>
              <a:buFont typeface="GT America" charset="0"/>
              <a:buChar char="→"/>
              <a:tabLst/>
              <a:defRPr/>
            </a:pPr>
            <a:endParaRPr kumimoji="0" lang="en-US" sz="1400" b="0"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sp>
        <p:nvSpPr>
          <p:cNvPr id="108" name="Arrow: Right 107">
            <a:extLst>
              <a:ext uri="{FF2B5EF4-FFF2-40B4-BE49-F238E27FC236}">
                <a16:creationId xmlns:a16="http://schemas.microsoft.com/office/drawing/2014/main" id="{07DC20FB-F11A-9D8A-D6B7-A8071FE8BAFE}"/>
              </a:ext>
            </a:extLst>
          </p:cNvPr>
          <p:cNvSpPr/>
          <p:nvPr/>
        </p:nvSpPr>
        <p:spPr>
          <a:xfrm>
            <a:off x="8352972" y="3423928"/>
            <a:ext cx="729465" cy="625618"/>
          </a:xfrm>
          <a:prstGeom prst="rightArrow">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GT America"/>
              <a:ea typeface="+mn-ea"/>
              <a:cs typeface="+mn-cs"/>
            </a:endParaRPr>
          </a:p>
        </p:txBody>
      </p:sp>
      <p:cxnSp>
        <p:nvCxnSpPr>
          <p:cNvPr id="111" name="Straight Arrow Connector 110">
            <a:extLst>
              <a:ext uri="{FF2B5EF4-FFF2-40B4-BE49-F238E27FC236}">
                <a16:creationId xmlns:a16="http://schemas.microsoft.com/office/drawing/2014/main" id="{348AE0A2-5616-0C89-7B4E-0FC2BBAE359F}"/>
              </a:ext>
            </a:extLst>
          </p:cNvPr>
          <p:cNvCxnSpPr>
            <a:cxnSpLocks/>
          </p:cNvCxnSpPr>
          <p:nvPr/>
        </p:nvCxnSpPr>
        <p:spPr>
          <a:xfrm flipV="1">
            <a:off x="9989394" y="2945456"/>
            <a:ext cx="831987" cy="341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2" name="Straight Arrow Connector 111">
            <a:extLst>
              <a:ext uri="{FF2B5EF4-FFF2-40B4-BE49-F238E27FC236}">
                <a16:creationId xmlns:a16="http://schemas.microsoft.com/office/drawing/2014/main" id="{583709E0-5423-E295-923E-2B0E09BA8588}"/>
              </a:ext>
            </a:extLst>
          </p:cNvPr>
          <p:cNvCxnSpPr>
            <a:cxnSpLocks/>
          </p:cNvCxnSpPr>
          <p:nvPr/>
        </p:nvCxnSpPr>
        <p:spPr>
          <a:xfrm flipV="1">
            <a:off x="10044854" y="2358517"/>
            <a:ext cx="0" cy="66418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13" name="Freeform: Shape 112">
            <a:extLst>
              <a:ext uri="{FF2B5EF4-FFF2-40B4-BE49-F238E27FC236}">
                <a16:creationId xmlns:a16="http://schemas.microsoft.com/office/drawing/2014/main" id="{4773A8AE-D18D-8862-F0EF-88053303F38B}"/>
              </a:ext>
            </a:extLst>
          </p:cNvPr>
          <p:cNvSpPr/>
          <p:nvPr/>
        </p:nvSpPr>
        <p:spPr>
          <a:xfrm rot="16200000">
            <a:off x="9020623" y="3077263"/>
            <a:ext cx="1338800" cy="306041"/>
          </a:xfrm>
          <a:custGeom>
            <a:avLst/>
            <a:gdLst>
              <a:gd name="connsiteX0" fmla="*/ 382215 w 7987619"/>
              <a:gd name="connsiteY0" fmla="*/ 3240536 h 3254113"/>
              <a:gd name="connsiteX1" fmla="*/ 1072026 w 7987619"/>
              <a:gd name="connsiteY1" fmla="*/ 3144284 h 3254113"/>
              <a:gd name="connsiteX2" fmla="*/ 1697668 w 7987619"/>
              <a:gd name="connsiteY2" fmla="*/ 2719168 h 3254113"/>
              <a:gd name="connsiteX3" fmla="*/ 2299247 w 7987619"/>
              <a:gd name="connsiteY3" fmla="*/ 2013315 h 3254113"/>
              <a:gd name="connsiteX4" fmla="*/ 2796552 w 7987619"/>
              <a:gd name="connsiteY4" fmla="*/ 1082873 h 3254113"/>
              <a:gd name="connsiteX5" fmla="*/ 3301878 w 7987619"/>
              <a:gd name="connsiteY5" fmla="*/ 344936 h 3254113"/>
              <a:gd name="connsiteX6" fmla="*/ 3951584 w 7987619"/>
              <a:gd name="connsiteY6" fmla="*/ 31 h 3254113"/>
              <a:gd name="connsiteX7" fmla="*/ 4577226 w 7987619"/>
              <a:gd name="connsiteY7" fmla="*/ 360979 h 3254113"/>
              <a:gd name="connsiteX8" fmla="*/ 5066510 w 7987619"/>
              <a:gd name="connsiteY8" fmla="*/ 1090894 h 3254113"/>
              <a:gd name="connsiteX9" fmla="*/ 5507668 w 7987619"/>
              <a:gd name="connsiteY9" fmla="*/ 2013315 h 3254113"/>
              <a:gd name="connsiteX10" fmla="*/ 6149352 w 7987619"/>
              <a:gd name="connsiteY10" fmla="*/ 2735210 h 3254113"/>
              <a:gd name="connsiteX11" fmla="*/ 6927394 w 7987619"/>
              <a:gd name="connsiteY11" fmla="*/ 3144284 h 3254113"/>
              <a:gd name="connsiteX12" fmla="*/ 7601163 w 7987619"/>
              <a:gd name="connsiteY12" fmla="*/ 3240536 h 3254113"/>
              <a:gd name="connsiteX13" fmla="*/ 382215 w 7987619"/>
              <a:gd name="connsiteY13" fmla="*/ 3240536 h 32541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7987619" h="3254113">
                <a:moveTo>
                  <a:pt x="382215" y="3240536"/>
                </a:moveTo>
                <a:cubicBezTo>
                  <a:pt x="-705974" y="3224494"/>
                  <a:pt x="852784" y="3231179"/>
                  <a:pt x="1072026" y="3144284"/>
                </a:cubicBezTo>
                <a:cubicBezTo>
                  <a:pt x="1291268" y="3057389"/>
                  <a:pt x="1493131" y="2907663"/>
                  <a:pt x="1697668" y="2719168"/>
                </a:cubicBezTo>
                <a:cubicBezTo>
                  <a:pt x="1902205" y="2530673"/>
                  <a:pt x="2116100" y="2286031"/>
                  <a:pt x="2299247" y="2013315"/>
                </a:cubicBezTo>
                <a:cubicBezTo>
                  <a:pt x="2482394" y="1740599"/>
                  <a:pt x="2629447" y="1360936"/>
                  <a:pt x="2796552" y="1082873"/>
                </a:cubicBezTo>
                <a:cubicBezTo>
                  <a:pt x="2963657" y="804810"/>
                  <a:pt x="3109373" y="525410"/>
                  <a:pt x="3301878" y="344936"/>
                </a:cubicBezTo>
                <a:cubicBezTo>
                  <a:pt x="3494383" y="164462"/>
                  <a:pt x="3739026" y="-2643"/>
                  <a:pt x="3951584" y="31"/>
                </a:cubicBezTo>
                <a:cubicBezTo>
                  <a:pt x="4164142" y="2705"/>
                  <a:pt x="4391405" y="179169"/>
                  <a:pt x="4577226" y="360979"/>
                </a:cubicBezTo>
                <a:cubicBezTo>
                  <a:pt x="4763047" y="542789"/>
                  <a:pt x="4911436" y="815505"/>
                  <a:pt x="5066510" y="1090894"/>
                </a:cubicBezTo>
                <a:cubicBezTo>
                  <a:pt x="5221584" y="1366283"/>
                  <a:pt x="5327194" y="1739262"/>
                  <a:pt x="5507668" y="2013315"/>
                </a:cubicBezTo>
                <a:cubicBezTo>
                  <a:pt x="5688142" y="2287368"/>
                  <a:pt x="5912731" y="2546715"/>
                  <a:pt x="6149352" y="2735210"/>
                </a:cubicBezTo>
                <a:cubicBezTo>
                  <a:pt x="6385973" y="2923705"/>
                  <a:pt x="6685426" y="3060063"/>
                  <a:pt x="6927394" y="3144284"/>
                </a:cubicBezTo>
                <a:cubicBezTo>
                  <a:pt x="7169362" y="3228505"/>
                  <a:pt x="8685342" y="3220483"/>
                  <a:pt x="7601163" y="3240536"/>
                </a:cubicBezTo>
                <a:cubicBezTo>
                  <a:pt x="6516984" y="3260589"/>
                  <a:pt x="1470404" y="3256578"/>
                  <a:pt x="382215" y="3240536"/>
                </a:cubicBezTo>
                <a:close/>
              </a:path>
            </a:pathLst>
          </a:cu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GT America"/>
              <a:ea typeface="+mn-ea"/>
              <a:cs typeface="+mn-cs"/>
            </a:endParaRPr>
          </a:p>
        </p:txBody>
      </p:sp>
      <p:sp>
        <p:nvSpPr>
          <p:cNvPr id="114" name="TextBox 113">
            <a:extLst>
              <a:ext uri="{FF2B5EF4-FFF2-40B4-BE49-F238E27FC236}">
                <a16:creationId xmlns:a16="http://schemas.microsoft.com/office/drawing/2014/main" id="{AC2EDD80-B2E5-E141-CDF6-0A373891C2CA}"/>
              </a:ext>
            </a:extLst>
          </p:cNvPr>
          <p:cNvSpPr txBox="1"/>
          <p:nvPr/>
        </p:nvSpPr>
        <p:spPr>
          <a:xfrm>
            <a:off x="9306010" y="2575636"/>
            <a:ext cx="212844" cy="1161496"/>
          </a:xfrm>
          <a:prstGeom prst="rect">
            <a:avLst/>
          </a:prstGeom>
          <a:noFill/>
        </p:spPr>
        <p:txBody>
          <a:bodyPr vert="vert270" wrap="square" lIns="0" tIns="0" rIns="0" bIns="0" rtlCol="0">
            <a:noAutofit/>
          </a:bodyPr>
          <a:lstStyle/>
          <a:p>
            <a:pPr marL="0" marR="0" lvl="0" indent="0" algn="l" defTabSz="914400" rtl="0" eaLnBrk="1" fontAlgn="auto" latinLnBrk="0" hangingPunct="1">
              <a:lnSpc>
                <a:spcPct val="101000"/>
              </a:lnSpc>
              <a:spcBef>
                <a:spcPts val="0"/>
              </a:spcBef>
              <a:spcAft>
                <a:spcPts val="600"/>
              </a:spcAft>
              <a:buClrTx/>
              <a:buSzTx/>
              <a:buFontTx/>
              <a:buNone/>
              <a:tabLst/>
              <a:defRPr/>
            </a:pPr>
            <a:r>
              <a:rPr kumimoji="0" lang="en-US" sz="1400" b="0" i="0" u="none" strike="noStrike" kern="1200" cap="none" spc="0" normalizeH="0" baseline="0" noProof="0">
                <a:ln>
                  <a:noFill/>
                </a:ln>
                <a:solidFill>
                  <a:srgbClr val="000000"/>
                </a:solidFill>
                <a:effectLst/>
                <a:uLnTx/>
                <a:uFillTx/>
                <a:latin typeface="Arial" panose="020B0604020202020204" pitchFamily="34" charset="0"/>
                <a:ea typeface="GT America Regular" charset="0"/>
                <a:cs typeface="GT America Regular" charset="0"/>
              </a:rPr>
              <a:t>Risk &amp; Return</a:t>
            </a:r>
          </a:p>
        </p:txBody>
      </p:sp>
      <p:pic>
        <p:nvPicPr>
          <p:cNvPr id="115" name="Picture 114">
            <a:extLst>
              <a:ext uri="{FF2B5EF4-FFF2-40B4-BE49-F238E27FC236}">
                <a16:creationId xmlns:a16="http://schemas.microsoft.com/office/drawing/2014/main" id="{8EB8369B-E997-2224-E93E-93A117BA8541}"/>
              </a:ext>
            </a:extLst>
          </p:cNvPr>
          <p:cNvPicPr>
            <a:picLocks noChangeAspect="1"/>
          </p:cNvPicPr>
          <p:nvPr/>
        </p:nvPicPr>
        <p:blipFill rotWithShape="1">
          <a:blip r:embed="rId17"/>
          <a:srcRect r="14413"/>
          <a:stretch/>
        </p:blipFill>
        <p:spPr>
          <a:xfrm>
            <a:off x="10057863" y="2475752"/>
            <a:ext cx="695047" cy="440470"/>
          </a:xfrm>
          <a:prstGeom prst="rect">
            <a:avLst/>
          </a:prstGeom>
        </p:spPr>
      </p:pic>
      <p:sp>
        <p:nvSpPr>
          <p:cNvPr id="116" name="TextBox 115">
            <a:extLst>
              <a:ext uri="{FF2B5EF4-FFF2-40B4-BE49-F238E27FC236}">
                <a16:creationId xmlns:a16="http://schemas.microsoft.com/office/drawing/2014/main" id="{D029CE3C-7659-0A44-CD73-09D752797CD6}"/>
              </a:ext>
            </a:extLst>
          </p:cNvPr>
          <p:cNvSpPr txBox="1"/>
          <p:nvPr/>
        </p:nvSpPr>
        <p:spPr>
          <a:xfrm>
            <a:off x="10107042" y="2951316"/>
            <a:ext cx="800100" cy="202680"/>
          </a:xfrm>
          <a:prstGeom prst="rect">
            <a:avLst/>
          </a:prstGeom>
          <a:noFill/>
        </p:spPr>
        <p:txBody>
          <a:bodyPr wrap="square" lIns="0" tIns="0" rIns="0" bIns="0" rtlCol="0">
            <a:noAutofit/>
          </a:bodyPr>
          <a:lstStyle/>
          <a:p>
            <a:pPr marL="0" marR="0" lvl="0" indent="0" algn="l" defTabSz="914400" rtl="0" eaLnBrk="1" fontAlgn="auto" latinLnBrk="0" hangingPunct="1">
              <a:lnSpc>
                <a:spcPct val="101000"/>
              </a:lnSpc>
              <a:spcBef>
                <a:spcPts val="0"/>
              </a:spcBef>
              <a:spcAft>
                <a:spcPts val="600"/>
              </a:spcAft>
              <a:buClrTx/>
              <a:buSzTx/>
              <a:buFontTx/>
              <a:buNone/>
              <a:tabLst/>
              <a:defRPr/>
            </a:pPr>
            <a:r>
              <a:rPr kumimoji="0" lang="en-US" sz="1400" b="0" i="0" u="none" strike="noStrike" kern="1200" cap="none" spc="0" normalizeH="0" baseline="0" noProof="0">
                <a:ln>
                  <a:noFill/>
                </a:ln>
                <a:solidFill>
                  <a:srgbClr val="000000"/>
                </a:solidFill>
                <a:effectLst/>
                <a:uLnTx/>
                <a:uFillTx/>
                <a:latin typeface="Arial" panose="020B0604020202020204" pitchFamily="34" charset="0"/>
                <a:ea typeface="GT America Regular" charset="0"/>
                <a:cs typeface="GT America Regular" charset="0"/>
              </a:rPr>
              <a:t>Income</a:t>
            </a:r>
          </a:p>
        </p:txBody>
      </p:sp>
      <p:cxnSp>
        <p:nvCxnSpPr>
          <p:cNvPr id="117" name="Straight Arrow Connector 116">
            <a:extLst>
              <a:ext uri="{FF2B5EF4-FFF2-40B4-BE49-F238E27FC236}">
                <a16:creationId xmlns:a16="http://schemas.microsoft.com/office/drawing/2014/main" id="{BB7A5243-DD47-8687-070D-6E19D4E3F63C}"/>
              </a:ext>
            </a:extLst>
          </p:cNvPr>
          <p:cNvCxnSpPr>
            <a:cxnSpLocks/>
          </p:cNvCxnSpPr>
          <p:nvPr/>
        </p:nvCxnSpPr>
        <p:spPr>
          <a:xfrm flipV="1">
            <a:off x="10844341" y="3329015"/>
            <a:ext cx="831987" cy="341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8" name="Straight Arrow Connector 117">
            <a:extLst>
              <a:ext uri="{FF2B5EF4-FFF2-40B4-BE49-F238E27FC236}">
                <a16:creationId xmlns:a16="http://schemas.microsoft.com/office/drawing/2014/main" id="{3579763D-7754-49D8-7F40-4251D04B6432}"/>
              </a:ext>
            </a:extLst>
          </p:cNvPr>
          <p:cNvCxnSpPr>
            <a:cxnSpLocks/>
          </p:cNvCxnSpPr>
          <p:nvPr/>
        </p:nvCxnSpPr>
        <p:spPr>
          <a:xfrm flipV="1">
            <a:off x="10899801" y="2742076"/>
            <a:ext cx="0" cy="66418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pic>
        <p:nvPicPr>
          <p:cNvPr id="119" name="Picture 118">
            <a:extLst>
              <a:ext uri="{FF2B5EF4-FFF2-40B4-BE49-F238E27FC236}">
                <a16:creationId xmlns:a16="http://schemas.microsoft.com/office/drawing/2014/main" id="{87BA062F-DB57-5B71-BFAB-9EB29DA784E2}"/>
              </a:ext>
            </a:extLst>
          </p:cNvPr>
          <p:cNvPicPr>
            <a:picLocks noChangeAspect="1"/>
          </p:cNvPicPr>
          <p:nvPr/>
        </p:nvPicPr>
        <p:blipFill rotWithShape="1">
          <a:blip r:embed="rId17"/>
          <a:srcRect r="14413"/>
          <a:stretch/>
        </p:blipFill>
        <p:spPr>
          <a:xfrm>
            <a:off x="10912810" y="2859311"/>
            <a:ext cx="695047" cy="440470"/>
          </a:xfrm>
          <a:prstGeom prst="rect">
            <a:avLst/>
          </a:prstGeom>
        </p:spPr>
      </p:pic>
      <p:sp>
        <p:nvSpPr>
          <p:cNvPr id="120" name="TextBox 119">
            <a:extLst>
              <a:ext uri="{FF2B5EF4-FFF2-40B4-BE49-F238E27FC236}">
                <a16:creationId xmlns:a16="http://schemas.microsoft.com/office/drawing/2014/main" id="{26464E55-819A-428B-167C-953BA53AD173}"/>
              </a:ext>
            </a:extLst>
          </p:cNvPr>
          <p:cNvSpPr txBox="1"/>
          <p:nvPr/>
        </p:nvSpPr>
        <p:spPr>
          <a:xfrm>
            <a:off x="10961989" y="3334875"/>
            <a:ext cx="800100" cy="202680"/>
          </a:xfrm>
          <a:prstGeom prst="rect">
            <a:avLst/>
          </a:prstGeom>
          <a:noFill/>
        </p:spPr>
        <p:txBody>
          <a:bodyPr wrap="square" lIns="0" tIns="0" rIns="0" bIns="0" rtlCol="0">
            <a:noAutofit/>
          </a:bodyPr>
          <a:lstStyle/>
          <a:p>
            <a:pPr marL="0" marR="0" lvl="0" indent="0" algn="l" defTabSz="914400" rtl="0" eaLnBrk="1" fontAlgn="auto" latinLnBrk="0" hangingPunct="1">
              <a:lnSpc>
                <a:spcPct val="101000"/>
              </a:lnSpc>
              <a:spcBef>
                <a:spcPts val="0"/>
              </a:spcBef>
              <a:spcAft>
                <a:spcPts val="600"/>
              </a:spcAft>
              <a:buClrTx/>
              <a:buSzTx/>
              <a:buFontTx/>
              <a:buNone/>
              <a:tabLst/>
              <a:defRPr/>
            </a:pPr>
            <a:r>
              <a:rPr kumimoji="0" lang="en-US" sz="1400" b="0" i="0" u="none" strike="noStrike" kern="1200" cap="none" spc="0" normalizeH="0" baseline="0" noProof="0">
                <a:ln>
                  <a:noFill/>
                </a:ln>
                <a:solidFill>
                  <a:srgbClr val="000000"/>
                </a:solidFill>
                <a:effectLst/>
                <a:uLnTx/>
                <a:uFillTx/>
                <a:latin typeface="Arial" panose="020B0604020202020204" pitchFamily="34" charset="0"/>
                <a:ea typeface="GT America Regular" charset="0"/>
                <a:cs typeface="GT America Regular" charset="0"/>
              </a:rPr>
              <a:t>Capital</a:t>
            </a:r>
          </a:p>
        </p:txBody>
      </p:sp>
      <p:cxnSp>
        <p:nvCxnSpPr>
          <p:cNvPr id="121" name="Straight Arrow Connector 120">
            <a:extLst>
              <a:ext uri="{FF2B5EF4-FFF2-40B4-BE49-F238E27FC236}">
                <a16:creationId xmlns:a16="http://schemas.microsoft.com/office/drawing/2014/main" id="{F1BBE097-61D2-EAC1-C603-0968DB568C77}"/>
              </a:ext>
            </a:extLst>
          </p:cNvPr>
          <p:cNvCxnSpPr>
            <a:cxnSpLocks/>
          </p:cNvCxnSpPr>
          <p:nvPr/>
        </p:nvCxnSpPr>
        <p:spPr>
          <a:xfrm flipV="1">
            <a:off x="9969536" y="3867895"/>
            <a:ext cx="831987" cy="341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2" name="Straight Arrow Connector 121">
            <a:extLst>
              <a:ext uri="{FF2B5EF4-FFF2-40B4-BE49-F238E27FC236}">
                <a16:creationId xmlns:a16="http://schemas.microsoft.com/office/drawing/2014/main" id="{04641B20-8AE5-90B8-1375-41A604A3461D}"/>
              </a:ext>
            </a:extLst>
          </p:cNvPr>
          <p:cNvCxnSpPr>
            <a:cxnSpLocks/>
          </p:cNvCxnSpPr>
          <p:nvPr/>
        </p:nvCxnSpPr>
        <p:spPr>
          <a:xfrm flipV="1">
            <a:off x="10024996" y="3280956"/>
            <a:ext cx="0" cy="66418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pic>
        <p:nvPicPr>
          <p:cNvPr id="123" name="Picture 122">
            <a:extLst>
              <a:ext uri="{FF2B5EF4-FFF2-40B4-BE49-F238E27FC236}">
                <a16:creationId xmlns:a16="http://schemas.microsoft.com/office/drawing/2014/main" id="{A1A31223-8CE2-B2F7-F952-50287C784B88}"/>
              </a:ext>
            </a:extLst>
          </p:cNvPr>
          <p:cNvPicPr>
            <a:picLocks noChangeAspect="1"/>
          </p:cNvPicPr>
          <p:nvPr/>
        </p:nvPicPr>
        <p:blipFill rotWithShape="1">
          <a:blip r:embed="rId17"/>
          <a:srcRect r="14413"/>
          <a:stretch/>
        </p:blipFill>
        <p:spPr>
          <a:xfrm>
            <a:off x="10038005" y="3398191"/>
            <a:ext cx="695047" cy="440470"/>
          </a:xfrm>
          <a:prstGeom prst="rect">
            <a:avLst/>
          </a:prstGeom>
        </p:spPr>
      </p:pic>
      <p:sp>
        <p:nvSpPr>
          <p:cNvPr id="124" name="TextBox 123">
            <a:extLst>
              <a:ext uri="{FF2B5EF4-FFF2-40B4-BE49-F238E27FC236}">
                <a16:creationId xmlns:a16="http://schemas.microsoft.com/office/drawing/2014/main" id="{0F58659A-10DA-2D59-945D-74234CE29474}"/>
              </a:ext>
            </a:extLst>
          </p:cNvPr>
          <p:cNvSpPr txBox="1"/>
          <p:nvPr/>
        </p:nvSpPr>
        <p:spPr>
          <a:xfrm>
            <a:off x="10087184" y="3873755"/>
            <a:ext cx="800100" cy="202680"/>
          </a:xfrm>
          <a:prstGeom prst="rect">
            <a:avLst/>
          </a:prstGeom>
          <a:noFill/>
        </p:spPr>
        <p:txBody>
          <a:bodyPr wrap="square" lIns="0" tIns="0" rIns="0" bIns="0" rtlCol="0">
            <a:noAutofit/>
          </a:bodyPr>
          <a:lstStyle/>
          <a:p>
            <a:pPr marL="0" marR="0" lvl="0" indent="0" algn="l" defTabSz="914400" rtl="0" eaLnBrk="1" fontAlgn="auto" latinLnBrk="0" hangingPunct="1">
              <a:lnSpc>
                <a:spcPct val="101000"/>
              </a:lnSpc>
              <a:spcBef>
                <a:spcPts val="0"/>
              </a:spcBef>
              <a:spcAft>
                <a:spcPts val="600"/>
              </a:spcAft>
              <a:buClrTx/>
              <a:buSzTx/>
              <a:buFontTx/>
              <a:buNone/>
              <a:tabLst/>
              <a:defRPr/>
            </a:pPr>
            <a:r>
              <a:rPr kumimoji="0" lang="en-US" sz="1400" b="0" i="0" u="none" strike="noStrike" kern="1200" cap="none" spc="0" normalizeH="0" baseline="0" noProof="0">
                <a:ln>
                  <a:noFill/>
                </a:ln>
                <a:solidFill>
                  <a:srgbClr val="000000"/>
                </a:solidFill>
                <a:effectLst/>
                <a:uLnTx/>
                <a:uFillTx/>
                <a:latin typeface="Arial" panose="020B0604020202020204" pitchFamily="34" charset="0"/>
                <a:ea typeface="GT America Regular" charset="0"/>
                <a:cs typeface="GT America Regular" charset="0"/>
              </a:rPr>
              <a:t>Surplus</a:t>
            </a:r>
          </a:p>
        </p:txBody>
      </p:sp>
      <p:sp>
        <p:nvSpPr>
          <p:cNvPr id="9" name="Rectangle 8">
            <a:extLst>
              <a:ext uri="{FF2B5EF4-FFF2-40B4-BE49-F238E27FC236}">
                <a16:creationId xmlns:a16="http://schemas.microsoft.com/office/drawing/2014/main" id="{0E05883C-8E06-BC15-7569-454163A4E37A}"/>
              </a:ext>
            </a:extLst>
          </p:cNvPr>
          <p:cNvSpPr/>
          <p:nvPr/>
        </p:nvSpPr>
        <p:spPr>
          <a:xfrm>
            <a:off x="97887" y="1492282"/>
            <a:ext cx="2971938" cy="46724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rial" panose="020B0604020202020204" pitchFamily="34" charset="0"/>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Arial" panose="020B0604020202020204" pitchFamily="34" charset="0"/>
                <a:ea typeface="GT America Regular" pitchFamily="2" charset="0"/>
                <a:cs typeface="GT America Regular" pitchFamily="2" charset="0"/>
              </a:rPr>
              <a:t>Calibration Tools API to perform automated alternative calibrations</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GT America"/>
              <a:ea typeface="+mn-ea"/>
              <a:cs typeface="+mn-cs"/>
            </a:endParaRPr>
          </a:p>
        </p:txBody>
      </p:sp>
      <p:sp>
        <p:nvSpPr>
          <p:cNvPr id="10" name="Rectangle 9">
            <a:extLst>
              <a:ext uri="{FF2B5EF4-FFF2-40B4-BE49-F238E27FC236}">
                <a16:creationId xmlns:a16="http://schemas.microsoft.com/office/drawing/2014/main" id="{8A674329-BB07-4C27-3E66-FBC9582716CA}"/>
              </a:ext>
            </a:extLst>
          </p:cNvPr>
          <p:cNvSpPr/>
          <p:nvPr/>
        </p:nvSpPr>
        <p:spPr>
          <a:xfrm>
            <a:off x="6045161" y="1482095"/>
            <a:ext cx="3367271" cy="467244"/>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rial" panose="020B0604020202020204" pitchFamily="34" charset="0"/>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Arial" panose="020B0604020202020204" pitchFamily="34" charset="0"/>
                <a:ea typeface="GT America Regular" pitchFamily="2" charset="0"/>
                <a:cs typeface="GT America Regular" pitchFamily="2" charset="0"/>
              </a:rPr>
              <a:t>SG API to update SG with alternative asset allocation and calibration scenarios</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GT America"/>
              <a:ea typeface="+mn-ea"/>
              <a:cs typeface="+mn-cs"/>
            </a:endParaRPr>
          </a:p>
        </p:txBody>
      </p:sp>
      <p:grpSp>
        <p:nvGrpSpPr>
          <p:cNvPr id="6" name="Graphic 341">
            <a:extLst>
              <a:ext uri="{FF2B5EF4-FFF2-40B4-BE49-F238E27FC236}">
                <a16:creationId xmlns:a16="http://schemas.microsoft.com/office/drawing/2014/main" id="{60C5A4A4-FC1E-5A48-BB50-C23E6BE949AA}"/>
              </a:ext>
            </a:extLst>
          </p:cNvPr>
          <p:cNvGrpSpPr/>
          <p:nvPr/>
        </p:nvGrpSpPr>
        <p:grpSpPr>
          <a:xfrm>
            <a:off x="9524463" y="4501906"/>
            <a:ext cx="533400" cy="533400"/>
            <a:chOff x="4336868" y="3357101"/>
            <a:chExt cx="533400" cy="533400"/>
          </a:xfrm>
          <a:noFill/>
        </p:grpSpPr>
        <p:grpSp>
          <p:nvGrpSpPr>
            <p:cNvPr id="8" name="Graphic 341">
              <a:extLst>
                <a:ext uri="{FF2B5EF4-FFF2-40B4-BE49-F238E27FC236}">
                  <a16:creationId xmlns:a16="http://schemas.microsoft.com/office/drawing/2014/main" id="{DE85A105-DD9F-6D8B-7201-6B2C11CB79DB}"/>
                </a:ext>
              </a:extLst>
            </p:cNvPr>
            <p:cNvGrpSpPr/>
            <p:nvPr/>
          </p:nvGrpSpPr>
          <p:grpSpPr>
            <a:xfrm>
              <a:off x="4336868" y="3357101"/>
              <a:ext cx="533400" cy="533400"/>
              <a:chOff x="4336868" y="3357101"/>
              <a:chExt cx="533400" cy="533400"/>
            </a:xfrm>
            <a:noFill/>
          </p:grpSpPr>
          <p:sp>
            <p:nvSpPr>
              <p:cNvPr id="17" name="Freeform 298">
                <a:extLst>
                  <a:ext uri="{FF2B5EF4-FFF2-40B4-BE49-F238E27FC236}">
                    <a16:creationId xmlns:a16="http://schemas.microsoft.com/office/drawing/2014/main" id="{4BE547D3-2B8E-8BD9-D12C-5E88EC5DC9E1}"/>
                  </a:ext>
                </a:extLst>
              </p:cNvPr>
              <p:cNvSpPr/>
              <p:nvPr/>
            </p:nvSpPr>
            <p:spPr>
              <a:xfrm>
                <a:off x="4565468" y="3585701"/>
                <a:ext cx="76200" cy="76200"/>
              </a:xfrm>
              <a:custGeom>
                <a:avLst/>
                <a:gdLst>
                  <a:gd name="connsiteX0" fmla="*/ 76200 w 76200"/>
                  <a:gd name="connsiteY0" fmla="*/ 38100 h 76200"/>
                  <a:gd name="connsiteX1" fmla="*/ 38100 w 76200"/>
                  <a:gd name="connsiteY1" fmla="*/ 76200 h 76200"/>
                  <a:gd name="connsiteX2" fmla="*/ 0 w 76200"/>
                  <a:gd name="connsiteY2" fmla="*/ 38100 h 76200"/>
                  <a:gd name="connsiteX3" fmla="*/ 38100 w 76200"/>
                  <a:gd name="connsiteY3" fmla="*/ 0 h 76200"/>
                  <a:gd name="connsiteX4" fmla="*/ 76200 w 76200"/>
                  <a:gd name="connsiteY4" fmla="*/ 38100 h 762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6200" h="76200">
                    <a:moveTo>
                      <a:pt x="76200" y="38100"/>
                    </a:moveTo>
                    <a:cubicBezTo>
                      <a:pt x="76200" y="59142"/>
                      <a:pt x="59142" y="76200"/>
                      <a:pt x="38100" y="76200"/>
                    </a:cubicBezTo>
                    <a:cubicBezTo>
                      <a:pt x="17058" y="76200"/>
                      <a:pt x="0" y="59142"/>
                      <a:pt x="0" y="38100"/>
                    </a:cubicBezTo>
                    <a:cubicBezTo>
                      <a:pt x="0" y="17058"/>
                      <a:pt x="17058" y="0"/>
                      <a:pt x="38100" y="0"/>
                    </a:cubicBezTo>
                    <a:cubicBezTo>
                      <a:pt x="59142" y="0"/>
                      <a:pt x="76200" y="17058"/>
                      <a:pt x="76200" y="38100"/>
                    </a:cubicBezTo>
                    <a:close/>
                  </a:path>
                </a:pathLst>
              </a:custGeom>
              <a:noFill/>
              <a:ln w="25400" cap="rnd">
                <a:solidFill>
                  <a:srgbClr val="0A1264"/>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R" sz="1800" b="0" i="0" u="none" strike="noStrike" kern="1200" cap="none" spc="0" normalizeH="0" baseline="0" noProof="0">
                  <a:ln>
                    <a:noFill/>
                  </a:ln>
                  <a:solidFill>
                    <a:srgbClr val="000000"/>
                  </a:solidFill>
                  <a:effectLst/>
                  <a:uLnTx/>
                  <a:uFillTx/>
                  <a:latin typeface="GT America"/>
                  <a:ea typeface="+mn-ea"/>
                  <a:cs typeface="+mn-cs"/>
                </a:endParaRPr>
              </a:p>
            </p:txBody>
          </p:sp>
          <p:sp>
            <p:nvSpPr>
              <p:cNvPr id="19" name="Freeform 299">
                <a:extLst>
                  <a:ext uri="{FF2B5EF4-FFF2-40B4-BE49-F238E27FC236}">
                    <a16:creationId xmlns:a16="http://schemas.microsoft.com/office/drawing/2014/main" id="{BE27FAA0-07F2-DFD3-96A6-84C60C0226A5}"/>
                  </a:ext>
                </a:extLst>
              </p:cNvPr>
              <p:cNvSpPr/>
              <p:nvPr/>
            </p:nvSpPr>
            <p:spPr>
              <a:xfrm>
                <a:off x="4622618" y="3451780"/>
                <a:ext cx="77533" cy="133921"/>
              </a:xfrm>
              <a:custGeom>
                <a:avLst/>
                <a:gdLst>
                  <a:gd name="connsiteX0" fmla="*/ 77533 w 77533"/>
                  <a:gd name="connsiteY0" fmla="*/ 0 h 133921"/>
                  <a:gd name="connsiteX1" fmla="*/ 0 w 77533"/>
                  <a:gd name="connsiteY1" fmla="*/ 133922 h 133921"/>
                </a:gdLst>
                <a:ahLst/>
                <a:cxnLst>
                  <a:cxn ang="0">
                    <a:pos x="connsiteX0" y="connsiteY0"/>
                  </a:cxn>
                  <a:cxn ang="0">
                    <a:pos x="connsiteX1" y="connsiteY1"/>
                  </a:cxn>
                </a:cxnLst>
                <a:rect l="l" t="t" r="r" b="b"/>
                <a:pathLst>
                  <a:path w="77533" h="133921">
                    <a:moveTo>
                      <a:pt x="77533" y="0"/>
                    </a:moveTo>
                    <a:lnTo>
                      <a:pt x="0" y="133922"/>
                    </a:lnTo>
                  </a:path>
                </a:pathLst>
              </a:custGeom>
              <a:ln w="25400" cap="rnd">
                <a:solidFill>
                  <a:srgbClr val="0A1264"/>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R" sz="1800" b="0" i="0" u="none" strike="noStrike" kern="1200" cap="none" spc="0" normalizeH="0" baseline="0" noProof="0">
                  <a:ln>
                    <a:noFill/>
                  </a:ln>
                  <a:solidFill>
                    <a:srgbClr val="000000"/>
                  </a:solidFill>
                  <a:effectLst/>
                  <a:uLnTx/>
                  <a:uFillTx/>
                  <a:latin typeface="GT America"/>
                  <a:ea typeface="+mn-ea"/>
                  <a:cs typeface="+mn-cs"/>
                </a:endParaRPr>
              </a:p>
            </p:txBody>
          </p:sp>
          <p:sp>
            <p:nvSpPr>
              <p:cNvPr id="20" name="Freeform 300">
                <a:extLst>
                  <a:ext uri="{FF2B5EF4-FFF2-40B4-BE49-F238E27FC236}">
                    <a16:creationId xmlns:a16="http://schemas.microsoft.com/office/drawing/2014/main" id="{2F1B1843-E066-02E1-CB65-D341D374432F}"/>
                  </a:ext>
                </a:extLst>
              </p:cNvPr>
              <p:cNvSpPr/>
              <p:nvPr/>
            </p:nvSpPr>
            <p:spPr>
              <a:xfrm>
                <a:off x="4336868" y="3357101"/>
                <a:ext cx="533400" cy="533400"/>
              </a:xfrm>
              <a:custGeom>
                <a:avLst/>
                <a:gdLst>
                  <a:gd name="connsiteX0" fmla="*/ 266700 w 533400"/>
                  <a:gd name="connsiteY0" fmla="*/ 533400 h 533400"/>
                  <a:gd name="connsiteX1" fmla="*/ 0 w 533400"/>
                  <a:gd name="connsiteY1" fmla="*/ 266700 h 533400"/>
                  <a:gd name="connsiteX2" fmla="*/ 266700 w 533400"/>
                  <a:gd name="connsiteY2" fmla="*/ 0 h 533400"/>
                  <a:gd name="connsiteX3" fmla="*/ 533400 w 533400"/>
                  <a:gd name="connsiteY3" fmla="*/ 266700 h 533400"/>
                </a:gdLst>
                <a:ahLst/>
                <a:cxnLst>
                  <a:cxn ang="0">
                    <a:pos x="connsiteX0" y="connsiteY0"/>
                  </a:cxn>
                  <a:cxn ang="0">
                    <a:pos x="connsiteX1" y="connsiteY1"/>
                  </a:cxn>
                  <a:cxn ang="0">
                    <a:pos x="connsiteX2" y="connsiteY2"/>
                  </a:cxn>
                  <a:cxn ang="0">
                    <a:pos x="connsiteX3" y="connsiteY3"/>
                  </a:cxn>
                </a:cxnLst>
                <a:rect l="l" t="t" r="r" b="b"/>
                <a:pathLst>
                  <a:path w="533400" h="533400">
                    <a:moveTo>
                      <a:pt x="266700" y="533400"/>
                    </a:moveTo>
                    <a:cubicBezTo>
                      <a:pt x="119444" y="533400"/>
                      <a:pt x="0" y="413957"/>
                      <a:pt x="0" y="266700"/>
                    </a:cubicBezTo>
                    <a:cubicBezTo>
                      <a:pt x="0" y="119444"/>
                      <a:pt x="119444" y="0"/>
                      <a:pt x="266700" y="0"/>
                    </a:cubicBezTo>
                    <a:cubicBezTo>
                      <a:pt x="413957" y="0"/>
                      <a:pt x="533400" y="119444"/>
                      <a:pt x="533400" y="266700"/>
                    </a:cubicBezTo>
                  </a:path>
                </a:pathLst>
              </a:custGeom>
              <a:noFill/>
              <a:ln w="25400" cap="rnd">
                <a:solidFill>
                  <a:srgbClr val="0A1264"/>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R" sz="1800" b="0" i="0" u="none" strike="noStrike" kern="1200" cap="none" spc="0" normalizeH="0" baseline="0" noProof="0">
                  <a:ln>
                    <a:noFill/>
                  </a:ln>
                  <a:solidFill>
                    <a:srgbClr val="000000"/>
                  </a:solidFill>
                  <a:effectLst/>
                  <a:uLnTx/>
                  <a:uFillTx/>
                  <a:latin typeface="GT America"/>
                  <a:ea typeface="+mn-ea"/>
                  <a:cs typeface="+mn-cs"/>
                </a:endParaRPr>
              </a:p>
            </p:txBody>
          </p:sp>
          <p:sp>
            <p:nvSpPr>
              <p:cNvPr id="21" name="Freeform 301">
                <a:extLst>
                  <a:ext uri="{FF2B5EF4-FFF2-40B4-BE49-F238E27FC236}">
                    <a16:creationId xmlns:a16="http://schemas.microsoft.com/office/drawing/2014/main" id="{13950572-AF12-454B-69C1-B21C3DDD757E}"/>
                  </a:ext>
                </a:extLst>
              </p:cNvPr>
              <p:cNvSpPr/>
              <p:nvPr/>
            </p:nvSpPr>
            <p:spPr>
              <a:xfrm>
                <a:off x="4394018" y="3414251"/>
                <a:ext cx="209550" cy="415670"/>
              </a:xfrm>
              <a:custGeom>
                <a:avLst/>
                <a:gdLst>
                  <a:gd name="connsiteX0" fmla="*/ 209550 w 209550"/>
                  <a:gd name="connsiteY0" fmla="*/ 0 h 415670"/>
                  <a:gd name="connsiteX1" fmla="*/ 0 w 209550"/>
                  <a:gd name="connsiteY1" fmla="*/ 209550 h 415670"/>
                  <a:gd name="connsiteX2" fmla="*/ 171450 w 209550"/>
                  <a:gd name="connsiteY2" fmla="*/ 415671 h 415670"/>
                </a:gdLst>
                <a:ahLst/>
                <a:cxnLst>
                  <a:cxn ang="0">
                    <a:pos x="connsiteX0" y="connsiteY0"/>
                  </a:cxn>
                  <a:cxn ang="0">
                    <a:pos x="connsiteX1" y="connsiteY1"/>
                  </a:cxn>
                  <a:cxn ang="0">
                    <a:pos x="connsiteX2" y="connsiteY2"/>
                  </a:cxn>
                </a:cxnLst>
                <a:rect l="l" t="t" r="r" b="b"/>
                <a:pathLst>
                  <a:path w="209550" h="415670">
                    <a:moveTo>
                      <a:pt x="209550" y="0"/>
                    </a:moveTo>
                    <a:cubicBezTo>
                      <a:pt x="93726" y="0"/>
                      <a:pt x="0" y="93726"/>
                      <a:pt x="0" y="209550"/>
                    </a:cubicBezTo>
                    <a:cubicBezTo>
                      <a:pt x="0" y="312230"/>
                      <a:pt x="73914" y="397764"/>
                      <a:pt x="171450" y="415671"/>
                    </a:cubicBezTo>
                  </a:path>
                </a:pathLst>
              </a:custGeom>
              <a:noFill/>
              <a:ln w="25400" cap="rnd">
                <a:solidFill>
                  <a:srgbClr val="005EFF"/>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R" sz="1800" b="0" i="0" u="none" strike="noStrike" kern="1200" cap="none" spc="0" normalizeH="0" baseline="0" noProof="0">
                  <a:ln>
                    <a:noFill/>
                  </a:ln>
                  <a:solidFill>
                    <a:srgbClr val="000000"/>
                  </a:solidFill>
                  <a:effectLst/>
                  <a:uLnTx/>
                  <a:uFillTx/>
                  <a:latin typeface="GT America"/>
                  <a:ea typeface="+mn-ea"/>
                  <a:cs typeface="+mn-cs"/>
                </a:endParaRPr>
              </a:p>
            </p:txBody>
          </p:sp>
        </p:grpSp>
        <p:sp>
          <p:nvSpPr>
            <p:cNvPr id="16" name="Freeform 297">
              <a:extLst>
                <a:ext uri="{FF2B5EF4-FFF2-40B4-BE49-F238E27FC236}">
                  <a16:creationId xmlns:a16="http://schemas.microsoft.com/office/drawing/2014/main" id="{E7DD2634-F765-4134-2639-1CFEFD0F79F0}"/>
                </a:ext>
              </a:extLst>
            </p:cNvPr>
            <p:cNvSpPr/>
            <p:nvPr/>
          </p:nvSpPr>
          <p:spPr>
            <a:xfrm>
              <a:off x="4660718" y="3680951"/>
              <a:ext cx="209550" cy="209550"/>
            </a:xfrm>
            <a:custGeom>
              <a:avLst/>
              <a:gdLst>
                <a:gd name="connsiteX0" fmla="*/ 209550 w 209550"/>
                <a:gd name="connsiteY0" fmla="*/ 104775 h 209550"/>
                <a:gd name="connsiteX1" fmla="*/ 104775 w 209550"/>
                <a:gd name="connsiteY1" fmla="*/ 209550 h 209550"/>
                <a:gd name="connsiteX2" fmla="*/ 0 w 209550"/>
                <a:gd name="connsiteY2" fmla="*/ 104775 h 209550"/>
                <a:gd name="connsiteX3" fmla="*/ 104775 w 209550"/>
                <a:gd name="connsiteY3" fmla="*/ 0 h 209550"/>
                <a:gd name="connsiteX4" fmla="*/ 209550 w 209550"/>
                <a:gd name="connsiteY4" fmla="*/ 104775 h 2095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09550" h="209550">
                  <a:moveTo>
                    <a:pt x="209550" y="104775"/>
                  </a:moveTo>
                  <a:cubicBezTo>
                    <a:pt x="209550" y="162641"/>
                    <a:pt x="162641" y="209550"/>
                    <a:pt x="104775" y="209550"/>
                  </a:cubicBezTo>
                  <a:cubicBezTo>
                    <a:pt x="46909" y="209550"/>
                    <a:pt x="0" y="162641"/>
                    <a:pt x="0" y="104775"/>
                  </a:cubicBezTo>
                  <a:cubicBezTo>
                    <a:pt x="0" y="46909"/>
                    <a:pt x="46909" y="0"/>
                    <a:pt x="104775" y="0"/>
                  </a:cubicBezTo>
                  <a:cubicBezTo>
                    <a:pt x="162641" y="0"/>
                    <a:pt x="209550" y="46909"/>
                    <a:pt x="209550" y="104775"/>
                  </a:cubicBezTo>
                  <a:close/>
                </a:path>
              </a:pathLst>
            </a:custGeom>
            <a:noFill/>
            <a:ln w="25400" cap="rnd">
              <a:solidFill>
                <a:srgbClr val="0A1264"/>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R" sz="1800" b="0" i="0" u="none" strike="noStrike" kern="1200" cap="none" spc="0" normalizeH="0" baseline="0" noProof="0">
                <a:ln>
                  <a:noFill/>
                </a:ln>
                <a:solidFill>
                  <a:srgbClr val="000000"/>
                </a:solidFill>
                <a:effectLst/>
                <a:uLnTx/>
                <a:uFillTx/>
                <a:latin typeface="GT America"/>
                <a:ea typeface="+mn-ea"/>
                <a:cs typeface="+mn-cs"/>
              </a:endParaRPr>
            </a:p>
          </p:txBody>
        </p:sp>
      </p:grpSp>
    </p:spTree>
    <p:extLst>
      <p:ext uri="{BB962C8B-B14F-4D97-AF65-F5344CB8AC3E}">
        <p14:creationId xmlns:p14="http://schemas.microsoft.com/office/powerpoint/2010/main" val="2962427516"/>
      </p:ext>
    </p:extLst>
  </p:cSld>
  <p:clrMapOvr>
    <a:masterClrMapping/>
  </p:clrMapOvr>
  <p:transition spd="slow">
    <p:push dir="u"/>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942ED043-79C4-93A1-049B-FB6B8FFB19E1}"/>
              </a:ext>
            </a:extLst>
          </p:cNvPr>
          <p:cNvSpPr>
            <a:spLocks noGrp="1"/>
          </p:cNvSpPr>
          <p:nvPr>
            <p:ph type="sldNum" sz="quarter" idx="12"/>
          </p:nvPr>
        </p:nvSpPr>
        <p:spPr>
          <a:xfrm>
            <a:off x="10428288" y="6311900"/>
            <a:ext cx="1209674" cy="26987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62A5111-985B-C14D-9115-5787026182A8}" type="slidenum">
              <a:rPr kumimoji="0" lang="en-US" sz="1000" b="0" i="0" u="none" strike="noStrike" kern="1200" cap="none" spc="0" normalizeH="0" baseline="0" noProof="0" smtClean="0">
                <a:ln>
                  <a:noFill/>
                </a:ln>
                <a:solidFill>
                  <a:srgbClr val="000000"/>
                </a:solidFill>
                <a:effectLst/>
                <a:uLnTx/>
                <a:uFillTx/>
                <a:latin typeface="Arial" panose="020B0604020202020204" pitchFamily="34" charset="0"/>
                <a:ea typeface="GT America Regular" pitchFamily="2" charset="77"/>
                <a:cs typeface="GT America Regular" pitchFamily="2" charset="77"/>
              </a:rPr>
              <a:pPr marL="0" marR="0" lvl="0" indent="0" algn="r" defTabSz="914400" rtl="0" eaLnBrk="1" fontAlgn="auto" latinLnBrk="0" hangingPunct="1">
                <a:lnSpc>
                  <a:spcPct val="100000"/>
                </a:lnSpc>
                <a:spcBef>
                  <a:spcPts val="0"/>
                </a:spcBef>
                <a:spcAft>
                  <a:spcPts val="0"/>
                </a:spcAft>
                <a:buClrTx/>
                <a:buSzTx/>
                <a:buFontTx/>
                <a:buNone/>
                <a:tabLst/>
                <a:defRPr/>
              </a:pPr>
              <a:t>18</a:t>
            </a:fld>
            <a:endParaRPr kumimoji="0" lang="en-US" sz="1000" b="0" i="0" u="none" strike="noStrike" kern="1200" cap="none" spc="0" normalizeH="0" baseline="0" noProof="0">
              <a:ln>
                <a:noFill/>
              </a:ln>
              <a:solidFill>
                <a:srgbClr val="000000"/>
              </a:solidFill>
              <a:effectLst/>
              <a:uLnTx/>
              <a:uFillTx/>
              <a:latin typeface="Arial" panose="020B0604020202020204" pitchFamily="34" charset="0"/>
              <a:ea typeface="GT America Regular" pitchFamily="2" charset="77"/>
              <a:cs typeface="GT America Regular" pitchFamily="2" charset="77"/>
            </a:endParaRPr>
          </a:p>
        </p:txBody>
      </p:sp>
      <p:sp>
        <p:nvSpPr>
          <p:cNvPr id="2" name="Title 1">
            <a:extLst>
              <a:ext uri="{FF2B5EF4-FFF2-40B4-BE49-F238E27FC236}">
                <a16:creationId xmlns:a16="http://schemas.microsoft.com/office/drawing/2014/main" id="{32626F61-EA43-4D3C-D6F0-8123768CA447}"/>
              </a:ext>
            </a:extLst>
          </p:cNvPr>
          <p:cNvSpPr>
            <a:spLocks noGrp="1"/>
          </p:cNvSpPr>
          <p:nvPr>
            <p:ph type="title"/>
          </p:nvPr>
        </p:nvSpPr>
        <p:spPr>
          <a:xfrm>
            <a:off x="546100" y="552450"/>
            <a:ext cx="11091862" cy="434975"/>
          </a:xfrm>
        </p:spPr>
        <p:txBody>
          <a:bodyPr/>
          <a:lstStyle/>
          <a:p>
            <a:r>
              <a:rPr lang="en-US" b="1">
                <a:solidFill>
                  <a:srgbClr val="0A1264"/>
                </a:solidFill>
                <a:latin typeface="Times New Roman" panose="02020603050405020304" pitchFamily="18" charset="0"/>
              </a:rPr>
              <a:t>Portfolio Optimisation Capability</a:t>
            </a:r>
          </a:p>
        </p:txBody>
      </p:sp>
      <p:graphicFrame>
        <p:nvGraphicFramePr>
          <p:cNvPr id="15" name="Table 14">
            <a:extLst>
              <a:ext uri="{FF2B5EF4-FFF2-40B4-BE49-F238E27FC236}">
                <a16:creationId xmlns:a16="http://schemas.microsoft.com/office/drawing/2014/main" id="{BCA76E81-FC2F-CF87-643A-4EAA2F469027}"/>
              </a:ext>
            </a:extLst>
          </p:cNvPr>
          <p:cNvGraphicFramePr>
            <a:graphicFrameLocks noGrp="1"/>
          </p:cNvGraphicFramePr>
          <p:nvPr/>
        </p:nvGraphicFramePr>
        <p:xfrm>
          <a:off x="2341985" y="1904806"/>
          <a:ext cx="6404092" cy="3375151"/>
        </p:xfrm>
        <a:graphic>
          <a:graphicData uri="http://schemas.openxmlformats.org/drawingml/2006/table">
            <a:tbl>
              <a:tblPr firstRow="1"/>
              <a:tblGrid>
                <a:gridCol w="1508416">
                  <a:extLst>
                    <a:ext uri="{9D8B030D-6E8A-4147-A177-3AD203B41FA5}">
                      <a16:colId xmlns:a16="http://schemas.microsoft.com/office/drawing/2014/main" val="2851113493"/>
                    </a:ext>
                  </a:extLst>
                </a:gridCol>
                <a:gridCol w="1631892">
                  <a:extLst>
                    <a:ext uri="{9D8B030D-6E8A-4147-A177-3AD203B41FA5}">
                      <a16:colId xmlns:a16="http://schemas.microsoft.com/office/drawing/2014/main" val="2151873879"/>
                    </a:ext>
                  </a:extLst>
                </a:gridCol>
                <a:gridCol w="1631892">
                  <a:extLst>
                    <a:ext uri="{9D8B030D-6E8A-4147-A177-3AD203B41FA5}">
                      <a16:colId xmlns:a16="http://schemas.microsoft.com/office/drawing/2014/main" val="536629523"/>
                    </a:ext>
                  </a:extLst>
                </a:gridCol>
                <a:gridCol w="1631892">
                  <a:extLst>
                    <a:ext uri="{9D8B030D-6E8A-4147-A177-3AD203B41FA5}">
                      <a16:colId xmlns:a16="http://schemas.microsoft.com/office/drawing/2014/main" val="2632642380"/>
                    </a:ext>
                  </a:extLst>
                </a:gridCol>
              </a:tblGrid>
              <a:tr h="607527">
                <a:tc>
                  <a:txBody>
                    <a:bodyPr/>
                    <a:lstStyle/>
                    <a:p>
                      <a:pPr algn="ctr" rtl="0" fontAlgn="ctr"/>
                      <a:endParaRPr lang="en-US" sz="1050" b="1" i="0" u="none" strike="noStrike">
                        <a:solidFill>
                          <a:srgbClr val="000000"/>
                        </a:solidFill>
                        <a:effectLst/>
                        <a:latin typeface="GT America" charset="0"/>
                      </a:endParaRPr>
                    </a:p>
                  </a:txBody>
                  <a:tcPr marL="8438"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a:noFill/>
                    </a:lnB>
                  </a:tcPr>
                </a:tc>
                <a:tc>
                  <a:txBody>
                    <a:bodyPr/>
                    <a:lstStyle/>
                    <a:p>
                      <a:pPr algn="ctr" rtl="0" fontAlgn="ctr"/>
                      <a:r>
                        <a:rPr lang="en-US" sz="1050" b="1" i="0" u="none" strike="noStrike">
                          <a:solidFill>
                            <a:srgbClr val="000000"/>
                          </a:solidFill>
                          <a:effectLst/>
                          <a:latin typeface="Arial" panose="020B0604020202020204" pitchFamily="34" charset="0"/>
                        </a:rPr>
                        <a:t>Mean-Variance Optimisation</a:t>
                      </a:r>
                    </a:p>
                  </a:txBody>
                  <a:tcPr marL="8438"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a:noFill/>
                    </a:lnB>
                  </a:tcPr>
                </a:tc>
                <a:tc>
                  <a:txBody>
                    <a:bodyPr/>
                    <a:lstStyle/>
                    <a:p>
                      <a:pPr algn="ctr" rtl="0" fontAlgn="ctr"/>
                      <a:r>
                        <a:rPr lang="en-US" sz="1050" b="1" i="0" u="none" strike="noStrike">
                          <a:solidFill>
                            <a:srgbClr val="000000"/>
                          </a:solidFill>
                          <a:effectLst/>
                          <a:latin typeface="Arial" panose="020B0604020202020204" pitchFamily="34" charset="0"/>
                        </a:rPr>
                        <a:t>Mean-CVaR Optimisation</a:t>
                      </a:r>
                    </a:p>
                  </a:txBody>
                  <a:tcPr marL="8438"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a:noFill/>
                    </a:lnB>
                  </a:tcPr>
                </a:tc>
                <a:tc>
                  <a:txBody>
                    <a:bodyPr/>
                    <a:lstStyle/>
                    <a:p>
                      <a:pPr algn="ctr" rtl="0" fontAlgn="ctr"/>
                      <a:r>
                        <a:rPr lang="en-US" sz="1050" b="1" i="0" u="none" strike="noStrike">
                          <a:solidFill>
                            <a:srgbClr val="000000"/>
                          </a:solidFill>
                          <a:effectLst/>
                          <a:latin typeface="Arial" panose="020B0604020202020204" pitchFamily="34" charset="0"/>
                        </a:rPr>
                        <a:t>Proxy Optimisation</a:t>
                      </a:r>
                    </a:p>
                  </a:txBody>
                  <a:tcPr marL="8438"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a:noFill/>
                    </a:lnB>
                  </a:tcPr>
                </a:tc>
                <a:extLst>
                  <a:ext uri="{0D108BD9-81ED-4DB2-BD59-A6C34878D82A}">
                    <a16:rowId xmlns:a16="http://schemas.microsoft.com/office/drawing/2014/main" val="3969367145"/>
                  </a:ext>
                </a:extLst>
              </a:tr>
              <a:tr h="345953">
                <a:tc>
                  <a:txBody>
                    <a:bodyPr/>
                    <a:lstStyle/>
                    <a:p>
                      <a:pPr algn="l" rtl="0" fontAlgn="ctr"/>
                      <a:r>
                        <a:rPr lang="en-US" sz="1000" b="1" i="0" u="none" strike="noStrike">
                          <a:solidFill>
                            <a:srgbClr val="000000"/>
                          </a:solidFill>
                          <a:effectLst/>
                          <a:latin typeface="Arial" panose="020B0604020202020204" pitchFamily="34" charset="0"/>
                        </a:rPr>
                        <a:t>Mean-Variance</a:t>
                      </a:r>
                    </a:p>
                  </a:txBody>
                  <a:tcPr marL="151882"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12700" cap="flat" cmpd="sng" algn="ctr">
                      <a:solidFill>
                        <a:srgbClr val="FFFFFF"/>
                      </a:solidFill>
                      <a:prstDash val="solid"/>
                      <a:round/>
                      <a:headEnd type="none" w="med" len="med"/>
                      <a:tailEnd type="none" w="med" len="med"/>
                    </a:lnB>
                  </a:tcPr>
                </a:tc>
                <a:tc>
                  <a:txBody>
                    <a:bodyPr/>
                    <a:lstStyle/>
                    <a:p>
                      <a:pPr algn="ctr" rtl="0" fontAlgn="ctr"/>
                      <a:r>
                        <a:rPr lang="en-US" sz="1000" b="1" i="0" u="none" strike="noStrike">
                          <a:solidFill>
                            <a:srgbClr val="FFFFFF"/>
                          </a:solidFill>
                          <a:effectLst/>
                          <a:latin typeface="Arial" panose="020B0604020202020204" pitchFamily="34" charset="0"/>
                        </a:rPr>
                        <a:t>X</a:t>
                      </a:r>
                    </a:p>
                  </a:txBody>
                  <a:tcPr marL="8438"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12700" cap="flat" cmpd="sng" algn="ctr">
                      <a:solidFill>
                        <a:srgbClr val="FFFFFF"/>
                      </a:solidFill>
                      <a:prstDash val="solid"/>
                      <a:round/>
                      <a:headEnd type="none" w="med" len="med"/>
                      <a:tailEnd type="none" w="med" len="med"/>
                    </a:lnB>
                    <a:solidFill>
                      <a:schemeClr val="tx2"/>
                    </a:solidFill>
                  </a:tcPr>
                </a:tc>
                <a:tc>
                  <a:txBody>
                    <a:bodyPr/>
                    <a:lstStyle/>
                    <a:p>
                      <a:pPr algn="ctr" rtl="0" fontAlgn="ctr"/>
                      <a:endParaRPr lang="en-US" sz="1000" b="1" i="0" u="none" strike="noStrike">
                        <a:solidFill>
                          <a:srgbClr val="FFFFFF"/>
                        </a:solidFill>
                        <a:effectLst/>
                        <a:latin typeface="GT America" charset="0"/>
                      </a:endParaRPr>
                    </a:p>
                  </a:txBody>
                  <a:tcPr marL="8438"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12700" cap="flat" cmpd="sng" algn="ctr">
                      <a:solidFill>
                        <a:srgbClr val="FFFFFF"/>
                      </a:solidFill>
                      <a:prstDash val="solid"/>
                      <a:round/>
                      <a:headEnd type="none" w="med" len="med"/>
                      <a:tailEnd type="none" w="med" len="med"/>
                    </a:lnB>
                    <a:solidFill>
                      <a:srgbClr val="005EFF"/>
                    </a:solidFill>
                  </a:tcPr>
                </a:tc>
                <a:tc>
                  <a:txBody>
                    <a:bodyPr/>
                    <a:lstStyle/>
                    <a:p>
                      <a:pPr algn="ctr" rtl="0" fontAlgn="ctr"/>
                      <a:r>
                        <a:rPr lang="en-US" sz="1000" b="1" i="0" u="none" strike="noStrike">
                          <a:solidFill>
                            <a:srgbClr val="FFFFFF"/>
                          </a:solidFill>
                          <a:effectLst/>
                          <a:latin typeface="Arial" panose="020B0604020202020204" pitchFamily="34" charset="0"/>
                        </a:rPr>
                        <a:t>X</a:t>
                      </a:r>
                    </a:p>
                  </a:txBody>
                  <a:tcPr marL="8438"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12700" cap="flat" cmpd="sng" algn="ctr">
                      <a:solidFill>
                        <a:srgbClr val="FFFFFF"/>
                      </a:solidFill>
                      <a:prstDash val="solid"/>
                      <a:round/>
                      <a:headEnd type="none" w="med" len="med"/>
                      <a:tailEnd type="none" w="med" len="med"/>
                    </a:lnB>
                    <a:solidFill>
                      <a:srgbClr val="005EFF"/>
                    </a:solidFill>
                  </a:tcPr>
                </a:tc>
                <a:extLst>
                  <a:ext uri="{0D108BD9-81ED-4DB2-BD59-A6C34878D82A}">
                    <a16:rowId xmlns:a16="http://schemas.microsoft.com/office/drawing/2014/main" val="3378211135"/>
                  </a:ext>
                </a:extLst>
              </a:tr>
              <a:tr h="345953">
                <a:tc>
                  <a:txBody>
                    <a:bodyPr/>
                    <a:lstStyle/>
                    <a:p>
                      <a:pPr algn="l" rtl="0" fontAlgn="ctr"/>
                      <a:r>
                        <a:rPr lang="en-US" sz="1000" b="1" i="0" u="none" strike="noStrike">
                          <a:solidFill>
                            <a:srgbClr val="000000"/>
                          </a:solidFill>
                          <a:effectLst/>
                          <a:latin typeface="Arial" panose="020B0604020202020204" pitchFamily="34" charset="0"/>
                        </a:rPr>
                        <a:t>Mean-CVaR</a:t>
                      </a:r>
                    </a:p>
                  </a:txBody>
                  <a:tcPr marL="151882"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pPr algn="ctr" rtl="0" fontAlgn="ctr"/>
                      <a:r>
                        <a:rPr lang="en-US" sz="1000" b="1" i="0" u="none" strike="noStrike">
                          <a:solidFill>
                            <a:srgbClr val="FFFFFF"/>
                          </a:solidFill>
                          <a:effectLst/>
                          <a:latin typeface="Arial" panose="020B0604020202020204" pitchFamily="34" charset="0"/>
                        </a:rPr>
                        <a:t> </a:t>
                      </a:r>
                    </a:p>
                  </a:txBody>
                  <a:tcPr marL="8438"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algn="ctr" rtl="0" fontAlgn="ctr"/>
                      <a:r>
                        <a:rPr lang="en-US" sz="1000" b="1" i="0" u="none" strike="noStrike">
                          <a:solidFill>
                            <a:srgbClr val="FFFFFF"/>
                          </a:solidFill>
                          <a:effectLst/>
                          <a:latin typeface="Arial" panose="020B0604020202020204" pitchFamily="34" charset="0"/>
                        </a:rPr>
                        <a:t>X</a:t>
                      </a:r>
                    </a:p>
                  </a:txBody>
                  <a:tcPr marL="8438"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05EFF"/>
                    </a:solidFill>
                  </a:tcPr>
                </a:tc>
                <a:tc>
                  <a:txBody>
                    <a:bodyPr/>
                    <a:lstStyle/>
                    <a:p>
                      <a:pPr algn="ctr" rtl="0" fontAlgn="ctr"/>
                      <a:r>
                        <a:rPr lang="en-US" sz="1000" b="1" i="0" u="none" strike="noStrike">
                          <a:solidFill>
                            <a:srgbClr val="FFFFFF"/>
                          </a:solidFill>
                          <a:effectLst/>
                          <a:latin typeface="Arial" panose="020B0604020202020204" pitchFamily="34" charset="0"/>
                        </a:rPr>
                        <a:t>X</a:t>
                      </a:r>
                    </a:p>
                  </a:txBody>
                  <a:tcPr marL="8438"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05EFF"/>
                    </a:solidFill>
                  </a:tcPr>
                </a:tc>
                <a:extLst>
                  <a:ext uri="{0D108BD9-81ED-4DB2-BD59-A6C34878D82A}">
                    <a16:rowId xmlns:a16="http://schemas.microsoft.com/office/drawing/2014/main" val="2560418743"/>
                  </a:ext>
                </a:extLst>
              </a:tr>
              <a:tr h="345953">
                <a:tc>
                  <a:txBody>
                    <a:bodyPr/>
                    <a:lstStyle/>
                    <a:p>
                      <a:pPr algn="l" rtl="0" fontAlgn="ctr"/>
                      <a:r>
                        <a:rPr lang="en-US" sz="1000" b="1" i="0" u="none" strike="noStrike">
                          <a:solidFill>
                            <a:srgbClr val="000000"/>
                          </a:solidFill>
                          <a:effectLst/>
                          <a:latin typeface="Arial" panose="020B0604020202020204" pitchFamily="34" charset="0"/>
                        </a:rPr>
                        <a:t>Arbitrary Risk/Return</a:t>
                      </a:r>
                    </a:p>
                  </a:txBody>
                  <a:tcPr marL="151882"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pPr algn="ctr" rtl="0" fontAlgn="ctr"/>
                      <a:r>
                        <a:rPr lang="en-US" sz="1000" b="1" i="0" u="none" strike="noStrike">
                          <a:solidFill>
                            <a:srgbClr val="FFFFFF"/>
                          </a:solidFill>
                          <a:effectLst/>
                          <a:latin typeface="Arial" panose="020B0604020202020204" pitchFamily="34" charset="0"/>
                        </a:rPr>
                        <a:t> </a:t>
                      </a:r>
                    </a:p>
                  </a:txBody>
                  <a:tcPr marL="8438"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algn="ctr" rtl="0" fontAlgn="ctr"/>
                      <a:r>
                        <a:rPr lang="en-US" sz="1000" b="1" i="0" u="none" strike="noStrike">
                          <a:solidFill>
                            <a:srgbClr val="FFFFFF"/>
                          </a:solidFill>
                          <a:effectLst/>
                          <a:latin typeface="Arial" panose="020B0604020202020204" pitchFamily="34" charset="0"/>
                        </a:rPr>
                        <a:t> </a:t>
                      </a:r>
                    </a:p>
                  </a:txBody>
                  <a:tcPr marL="8438"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05EFF"/>
                    </a:solidFill>
                  </a:tcPr>
                </a:tc>
                <a:tc>
                  <a:txBody>
                    <a:bodyPr/>
                    <a:lstStyle/>
                    <a:p>
                      <a:pPr algn="ctr" rtl="0" fontAlgn="ctr"/>
                      <a:r>
                        <a:rPr lang="en-US" sz="1000" b="1" i="0" u="none" strike="noStrike">
                          <a:solidFill>
                            <a:srgbClr val="FFFFFF"/>
                          </a:solidFill>
                          <a:effectLst/>
                          <a:latin typeface="Arial" panose="020B0604020202020204" pitchFamily="34" charset="0"/>
                        </a:rPr>
                        <a:t>X</a:t>
                      </a:r>
                    </a:p>
                  </a:txBody>
                  <a:tcPr marL="8438"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05EFF"/>
                    </a:solidFill>
                  </a:tcPr>
                </a:tc>
                <a:extLst>
                  <a:ext uri="{0D108BD9-81ED-4DB2-BD59-A6C34878D82A}">
                    <a16:rowId xmlns:a16="http://schemas.microsoft.com/office/drawing/2014/main" val="370275558"/>
                  </a:ext>
                </a:extLst>
              </a:tr>
              <a:tr h="345953">
                <a:tc>
                  <a:txBody>
                    <a:bodyPr/>
                    <a:lstStyle/>
                    <a:p>
                      <a:pPr algn="l" rtl="0" fontAlgn="ctr"/>
                      <a:r>
                        <a:rPr lang="en-US" sz="1000" b="1" i="0" u="none" strike="noStrike">
                          <a:solidFill>
                            <a:srgbClr val="000000"/>
                          </a:solidFill>
                          <a:effectLst/>
                          <a:latin typeface="Arial" panose="020B0604020202020204" pitchFamily="34" charset="0"/>
                        </a:rPr>
                        <a:t>Linear Constraints</a:t>
                      </a:r>
                    </a:p>
                  </a:txBody>
                  <a:tcPr marL="151882"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pPr algn="ctr" rtl="0" fontAlgn="ctr"/>
                      <a:r>
                        <a:rPr lang="en-US" sz="1000" b="1" i="0" u="none" strike="noStrike">
                          <a:solidFill>
                            <a:srgbClr val="FFFFFF"/>
                          </a:solidFill>
                          <a:effectLst/>
                          <a:latin typeface="Arial" panose="020B0604020202020204" pitchFamily="34" charset="0"/>
                        </a:rPr>
                        <a:t>X</a:t>
                      </a:r>
                    </a:p>
                  </a:txBody>
                  <a:tcPr marL="8438"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algn="ctr" rtl="0" fontAlgn="ctr"/>
                      <a:r>
                        <a:rPr lang="en-US" sz="1000" b="1" i="0" u="none" strike="noStrike">
                          <a:solidFill>
                            <a:srgbClr val="FFFFFF"/>
                          </a:solidFill>
                          <a:effectLst/>
                          <a:latin typeface="Arial" panose="020B0604020202020204" pitchFamily="34" charset="0"/>
                        </a:rPr>
                        <a:t>X</a:t>
                      </a:r>
                    </a:p>
                  </a:txBody>
                  <a:tcPr marL="8438"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05EFF"/>
                    </a:solidFill>
                  </a:tcPr>
                </a:tc>
                <a:tc>
                  <a:txBody>
                    <a:bodyPr/>
                    <a:lstStyle/>
                    <a:p>
                      <a:pPr algn="ctr" rtl="0" fontAlgn="ctr"/>
                      <a:r>
                        <a:rPr lang="en-US" sz="1000" b="1" i="0" u="none" strike="noStrike">
                          <a:solidFill>
                            <a:srgbClr val="FFFFFF"/>
                          </a:solidFill>
                          <a:effectLst/>
                          <a:latin typeface="Arial" panose="020B0604020202020204" pitchFamily="34" charset="0"/>
                        </a:rPr>
                        <a:t>X</a:t>
                      </a:r>
                    </a:p>
                  </a:txBody>
                  <a:tcPr marL="8438"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05EFF"/>
                    </a:solidFill>
                  </a:tcPr>
                </a:tc>
                <a:extLst>
                  <a:ext uri="{0D108BD9-81ED-4DB2-BD59-A6C34878D82A}">
                    <a16:rowId xmlns:a16="http://schemas.microsoft.com/office/drawing/2014/main" val="4248207913"/>
                  </a:ext>
                </a:extLst>
              </a:tr>
              <a:tr h="345953">
                <a:tc>
                  <a:txBody>
                    <a:bodyPr/>
                    <a:lstStyle/>
                    <a:p>
                      <a:pPr algn="l" rtl="0" fontAlgn="ctr"/>
                      <a:r>
                        <a:rPr lang="en-US" sz="1000" b="1" i="0" u="none" strike="noStrike">
                          <a:solidFill>
                            <a:srgbClr val="000000"/>
                          </a:solidFill>
                          <a:effectLst/>
                          <a:latin typeface="Arial" panose="020B0604020202020204" pitchFamily="34" charset="0"/>
                        </a:rPr>
                        <a:t>Turnover Constraints</a:t>
                      </a:r>
                    </a:p>
                  </a:txBody>
                  <a:tcPr marL="151882"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pPr algn="ctr" rtl="0" fontAlgn="ctr"/>
                      <a:r>
                        <a:rPr lang="en-US" sz="1000" b="1" i="0" u="none" strike="noStrike">
                          <a:solidFill>
                            <a:srgbClr val="FFFFFF"/>
                          </a:solidFill>
                          <a:effectLst/>
                          <a:latin typeface="Arial" panose="020B0604020202020204" pitchFamily="34" charset="0"/>
                        </a:rPr>
                        <a:t>X</a:t>
                      </a:r>
                    </a:p>
                  </a:txBody>
                  <a:tcPr marL="8438"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algn="ctr" rtl="0" fontAlgn="ctr"/>
                      <a:r>
                        <a:rPr lang="en-US" sz="1000" b="1" i="0" u="none" strike="noStrike">
                          <a:solidFill>
                            <a:srgbClr val="FFFFFF"/>
                          </a:solidFill>
                          <a:effectLst/>
                          <a:latin typeface="Arial" panose="020B0604020202020204" pitchFamily="34" charset="0"/>
                        </a:rPr>
                        <a:t>X</a:t>
                      </a:r>
                    </a:p>
                  </a:txBody>
                  <a:tcPr marL="8438"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05EFF"/>
                    </a:solidFill>
                  </a:tcPr>
                </a:tc>
                <a:tc>
                  <a:txBody>
                    <a:bodyPr/>
                    <a:lstStyle/>
                    <a:p>
                      <a:pPr algn="ctr" rtl="0" fontAlgn="ctr"/>
                      <a:r>
                        <a:rPr lang="en-US" sz="1000" b="1" i="0" u="none" strike="noStrike">
                          <a:solidFill>
                            <a:srgbClr val="FFFFFF"/>
                          </a:solidFill>
                          <a:effectLst/>
                          <a:latin typeface="Arial" panose="020B0604020202020204" pitchFamily="34" charset="0"/>
                        </a:rPr>
                        <a:t>X</a:t>
                      </a:r>
                    </a:p>
                  </a:txBody>
                  <a:tcPr marL="8438"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05EFF"/>
                    </a:solidFill>
                  </a:tcPr>
                </a:tc>
                <a:extLst>
                  <a:ext uri="{0D108BD9-81ED-4DB2-BD59-A6C34878D82A}">
                    <a16:rowId xmlns:a16="http://schemas.microsoft.com/office/drawing/2014/main" val="3343131881"/>
                  </a:ext>
                </a:extLst>
              </a:tr>
              <a:tr h="345953">
                <a:tc>
                  <a:txBody>
                    <a:bodyPr/>
                    <a:lstStyle/>
                    <a:p>
                      <a:pPr algn="l" rtl="0" fontAlgn="ctr"/>
                      <a:r>
                        <a:rPr lang="en-US" sz="1000" b="1" i="0" u="none" strike="noStrike">
                          <a:solidFill>
                            <a:srgbClr val="000000"/>
                          </a:solidFill>
                          <a:effectLst/>
                          <a:latin typeface="Arial" panose="020B0604020202020204" pitchFamily="34" charset="0"/>
                        </a:rPr>
                        <a:t>Dynamic Optimisation</a:t>
                      </a:r>
                    </a:p>
                  </a:txBody>
                  <a:tcPr marL="151882"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pPr algn="ctr" rtl="0" fontAlgn="ctr"/>
                      <a:r>
                        <a:rPr lang="en-US" sz="1000" b="1" i="0" u="none" strike="noStrike">
                          <a:solidFill>
                            <a:srgbClr val="FFFFFF"/>
                          </a:solidFill>
                          <a:effectLst/>
                          <a:latin typeface="Arial" panose="020B0604020202020204" pitchFamily="34" charset="0"/>
                        </a:rPr>
                        <a:t> </a:t>
                      </a:r>
                    </a:p>
                  </a:txBody>
                  <a:tcPr marL="8438"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algn="ctr" rtl="0" fontAlgn="ctr"/>
                      <a:r>
                        <a:rPr lang="en-US" sz="1000" b="1" i="0" u="none" strike="noStrike">
                          <a:solidFill>
                            <a:srgbClr val="FFFFFF"/>
                          </a:solidFill>
                          <a:effectLst/>
                          <a:latin typeface="Arial" panose="020B0604020202020204" pitchFamily="34" charset="0"/>
                        </a:rPr>
                        <a:t> </a:t>
                      </a:r>
                    </a:p>
                  </a:txBody>
                  <a:tcPr marL="8438"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05EFF"/>
                    </a:solidFill>
                  </a:tcPr>
                </a:tc>
                <a:tc>
                  <a:txBody>
                    <a:bodyPr/>
                    <a:lstStyle/>
                    <a:p>
                      <a:pPr algn="ctr" rtl="0" fontAlgn="ctr"/>
                      <a:r>
                        <a:rPr lang="en-US" sz="1000" b="1" i="0" u="none" strike="noStrike">
                          <a:solidFill>
                            <a:srgbClr val="FFFFFF"/>
                          </a:solidFill>
                          <a:effectLst/>
                          <a:latin typeface="Arial" panose="020B0604020202020204" pitchFamily="34" charset="0"/>
                        </a:rPr>
                        <a:t>X</a:t>
                      </a:r>
                    </a:p>
                  </a:txBody>
                  <a:tcPr marL="8438"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05EFF"/>
                    </a:solidFill>
                  </a:tcPr>
                </a:tc>
                <a:extLst>
                  <a:ext uri="{0D108BD9-81ED-4DB2-BD59-A6C34878D82A}">
                    <a16:rowId xmlns:a16="http://schemas.microsoft.com/office/drawing/2014/main" val="3875225251"/>
                  </a:ext>
                </a:extLst>
              </a:tr>
              <a:tr h="345953">
                <a:tc>
                  <a:txBody>
                    <a:bodyPr/>
                    <a:lstStyle/>
                    <a:p>
                      <a:pPr algn="l" rtl="0" fontAlgn="ctr"/>
                      <a:r>
                        <a:rPr lang="en-US" sz="1000" b="1" i="0" u="none" strike="noStrike">
                          <a:solidFill>
                            <a:srgbClr val="000000"/>
                          </a:solidFill>
                          <a:effectLst/>
                          <a:latin typeface="Arial" panose="020B0604020202020204" pitchFamily="34" charset="0"/>
                        </a:rPr>
                        <a:t>Benchmark</a:t>
                      </a:r>
                    </a:p>
                  </a:txBody>
                  <a:tcPr marL="151882"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pPr algn="ctr" rtl="0" fontAlgn="ctr"/>
                      <a:r>
                        <a:rPr lang="en-US" sz="1000" b="1" i="0" u="none" strike="noStrike">
                          <a:solidFill>
                            <a:srgbClr val="FFFFFF"/>
                          </a:solidFill>
                          <a:effectLst/>
                          <a:latin typeface="Arial" panose="020B0604020202020204" pitchFamily="34" charset="0"/>
                        </a:rPr>
                        <a:t>X</a:t>
                      </a:r>
                    </a:p>
                  </a:txBody>
                  <a:tcPr marL="8438"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algn="ctr" rtl="0" fontAlgn="ctr"/>
                      <a:r>
                        <a:rPr lang="en-US" sz="1000" b="1" i="0" u="none" strike="noStrike">
                          <a:solidFill>
                            <a:srgbClr val="FFFFFF"/>
                          </a:solidFill>
                          <a:effectLst/>
                          <a:latin typeface="Arial" panose="020B0604020202020204" pitchFamily="34" charset="0"/>
                        </a:rPr>
                        <a:t>X</a:t>
                      </a:r>
                    </a:p>
                  </a:txBody>
                  <a:tcPr marL="8438"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05EFF"/>
                    </a:solidFill>
                  </a:tcPr>
                </a:tc>
                <a:tc>
                  <a:txBody>
                    <a:bodyPr/>
                    <a:lstStyle/>
                    <a:p>
                      <a:pPr algn="ctr" rtl="0" fontAlgn="ctr"/>
                      <a:r>
                        <a:rPr lang="en-US" sz="1000" b="1" i="0" u="none" strike="noStrike">
                          <a:solidFill>
                            <a:srgbClr val="FFFFFF"/>
                          </a:solidFill>
                          <a:effectLst/>
                          <a:latin typeface="Arial" panose="020B0604020202020204" pitchFamily="34" charset="0"/>
                        </a:rPr>
                        <a:t>X</a:t>
                      </a:r>
                    </a:p>
                  </a:txBody>
                  <a:tcPr marL="8438"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05EFF"/>
                    </a:solidFill>
                  </a:tcPr>
                </a:tc>
                <a:extLst>
                  <a:ext uri="{0D108BD9-81ED-4DB2-BD59-A6C34878D82A}">
                    <a16:rowId xmlns:a16="http://schemas.microsoft.com/office/drawing/2014/main" val="1612879620"/>
                  </a:ext>
                </a:extLst>
              </a:tr>
              <a:tr h="345953">
                <a:tc>
                  <a:txBody>
                    <a:bodyPr/>
                    <a:lstStyle/>
                    <a:p>
                      <a:pPr algn="l" rtl="0" fontAlgn="ctr"/>
                      <a:r>
                        <a:rPr lang="en-US" sz="1000" b="1" i="0" u="none" strike="noStrike">
                          <a:solidFill>
                            <a:srgbClr val="000000"/>
                          </a:solidFill>
                          <a:effectLst/>
                          <a:latin typeface="Arial" panose="020B0604020202020204" pitchFamily="34" charset="0"/>
                        </a:rPr>
                        <a:t>Ease of use/implementation</a:t>
                      </a:r>
                    </a:p>
                  </a:txBody>
                  <a:tcPr marL="151882"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a:noFill/>
                    </a:lnB>
                  </a:tcPr>
                </a:tc>
                <a:tc>
                  <a:txBody>
                    <a:bodyPr/>
                    <a:lstStyle/>
                    <a:p>
                      <a:pPr algn="ctr" rtl="0" fontAlgn="ctr"/>
                      <a:r>
                        <a:rPr lang="en-US" sz="1000" b="1" i="0" u="none" strike="noStrike">
                          <a:solidFill>
                            <a:srgbClr val="FFFFFF"/>
                          </a:solidFill>
                          <a:effectLst/>
                          <a:latin typeface="Arial" panose="020B0604020202020204" pitchFamily="34" charset="0"/>
                        </a:rPr>
                        <a:t>X</a:t>
                      </a:r>
                    </a:p>
                  </a:txBody>
                  <a:tcPr marL="8438"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algn="ctr" rtl="0" fontAlgn="ctr"/>
                      <a:r>
                        <a:rPr lang="en-US" sz="1000" b="1" i="0" u="none" strike="noStrike">
                          <a:solidFill>
                            <a:srgbClr val="FFFFFF"/>
                          </a:solidFill>
                          <a:effectLst/>
                          <a:latin typeface="Arial" panose="020B0604020202020204" pitchFamily="34" charset="0"/>
                        </a:rPr>
                        <a:t>X</a:t>
                      </a:r>
                    </a:p>
                  </a:txBody>
                  <a:tcPr marL="8438"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05EFF"/>
                    </a:solidFill>
                  </a:tcPr>
                </a:tc>
                <a:tc>
                  <a:txBody>
                    <a:bodyPr/>
                    <a:lstStyle/>
                    <a:p>
                      <a:pPr algn="ctr" rtl="0" fontAlgn="ctr"/>
                      <a:r>
                        <a:rPr lang="en-US" sz="1000" b="1" i="0" u="none" strike="noStrike">
                          <a:solidFill>
                            <a:srgbClr val="FFFFFF"/>
                          </a:solidFill>
                          <a:effectLst/>
                          <a:latin typeface="Arial" panose="020B0604020202020204" pitchFamily="34" charset="0"/>
                        </a:rPr>
                        <a:t> </a:t>
                      </a:r>
                    </a:p>
                  </a:txBody>
                  <a:tcPr marL="8438"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05EFF"/>
                    </a:solidFill>
                  </a:tcPr>
                </a:tc>
                <a:extLst>
                  <a:ext uri="{0D108BD9-81ED-4DB2-BD59-A6C34878D82A}">
                    <a16:rowId xmlns:a16="http://schemas.microsoft.com/office/drawing/2014/main" val="1212842594"/>
                  </a:ext>
                </a:extLst>
              </a:tr>
            </a:tbl>
          </a:graphicData>
        </a:graphic>
      </p:graphicFrame>
      <p:sp>
        <p:nvSpPr>
          <p:cNvPr id="5" name="Text Placeholder 4">
            <a:extLst>
              <a:ext uri="{FF2B5EF4-FFF2-40B4-BE49-F238E27FC236}">
                <a16:creationId xmlns:a16="http://schemas.microsoft.com/office/drawing/2014/main" id="{88454122-0EB1-DDB9-33A5-420AC3B5ED03}"/>
              </a:ext>
            </a:extLst>
          </p:cNvPr>
          <p:cNvSpPr>
            <a:spLocks noGrp="1"/>
          </p:cNvSpPr>
          <p:nvPr>
            <p:ph type="body" sz="quarter" idx="18"/>
          </p:nvPr>
        </p:nvSpPr>
        <p:spPr/>
        <p:txBody>
          <a:bodyPr/>
          <a:lstStyle/>
          <a:p>
            <a:endParaRPr lang="en-US"/>
          </a:p>
        </p:txBody>
      </p:sp>
    </p:spTree>
    <p:extLst>
      <p:ext uri="{BB962C8B-B14F-4D97-AF65-F5344CB8AC3E}">
        <p14:creationId xmlns:p14="http://schemas.microsoft.com/office/powerpoint/2010/main" val="1057801509"/>
      </p:ext>
    </p:extLst>
  </p:cSld>
  <p:clrMapOvr>
    <a:masterClrMapping/>
  </p:clrMapOvr>
  <p:transition spd="slow">
    <p:push dir="u"/>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itle 10">
            <a:extLst>
              <a:ext uri="{FF2B5EF4-FFF2-40B4-BE49-F238E27FC236}">
                <a16:creationId xmlns:a16="http://schemas.microsoft.com/office/drawing/2014/main" id="{BFE20CDB-727A-8995-87C5-F78F85473D69}"/>
              </a:ext>
            </a:extLst>
          </p:cNvPr>
          <p:cNvSpPr>
            <a:spLocks noGrp="1"/>
          </p:cNvSpPr>
          <p:nvPr>
            <p:ph type="title"/>
          </p:nvPr>
        </p:nvSpPr>
        <p:spPr/>
        <p:txBody>
          <a:bodyPr/>
          <a:lstStyle/>
          <a:p>
            <a:r>
              <a:rPr lang="en-US" b="1" dirty="0">
                <a:solidFill>
                  <a:srgbClr val="0A1264"/>
                </a:solidFill>
                <a:latin typeface="Times New Roman" panose="02020603050405020304" pitchFamily="18" charset="0"/>
              </a:rPr>
              <a:t>CVaR </a:t>
            </a:r>
            <a:r>
              <a:rPr lang="en-US" b="1" dirty="0" err="1">
                <a:solidFill>
                  <a:srgbClr val="0A1264"/>
                </a:solidFill>
                <a:latin typeface="Times New Roman" panose="02020603050405020304" pitchFamily="18" charset="0"/>
              </a:rPr>
              <a:t>Optimisation</a:t>
            </a:r>
            <a:endParaRPr lang="en-US" b="1" dirty="0">
              <a:solidFill>
                <a:srgbClr val="0A1264"/>
              </a:solidFill>
              <a:latin typeface="Times New Roman" panose="02020603050405020304" pitchFamily="18" charset="0"/>
            </a:endParaRPr>
          </a:p>
        </p:txBody>
      </p:sp>
      <mc:AlternateContent xmlns:mc="http://schemas.openxmlformats.org/markup-compatibility/2006" xmlns:a14="http://schemas.microsoft.com/office/drawing/2010/main">
        <mc:Choice Requires="a14">
          <p:sp>
            <p:nvSpPr>
              <p:cNvPr id="26" name="Content Placeholder 25">
                <a:extLst>
                  <a:ext uri="{FF2B5EF4-FFF2-40B4-BE49-F238E27FC236}">
                    <a16:creationId xmlns:a16="http://schemas.microsoft.com/office/drawing/2014/main" id="{73989059-3575-3028-05AA-9B42375F34DF}"/>
                  </a:ext>
                </a:extLst>
              </p:cNvPr>
              <p:cNvSpPr>
                <a:spLocks noGrp="1"/>
              </p:cNvSpPr>
              <p:nvPr>
                <p:ph sz="quarter" idx="23"/>
              </p:nvPr>
            </p:nvSpPr>
            <p:spPr>
              <a:xfrm>
                <a:off x="546100" y="1388634"/>
                <a:ext cx="11569699" cy="4017962"/>
              </a:xfrm>
            </p:spPr>
            <p:txBody>
              <a:bodyPr>
                <a:normAutofit/>
              </a:bodyPr>
              <a:lstStyle/>
              <a:p>
                <a:pPr lvl="1"/>
                <a:r>
                  <a:rPr lang="en-US">
                    <a:latin typeface="Arial" panose="020B0604020202020204" pitchFamily="34" charset="0"/>
                    <a:ea typeface="GT America Regular" pitchFamily="2" charset="0"/>
                    <a:cs typeface="GT America Regular" pitchFamily="2" charset="0"/>
                  </a:rPr>
                  <a:t>Solve </a:t>
                </a:r>
                <a14:m>
                  <m:oMath xmlns:m="http://schemas.openxmlformats.org/officeDocument/2006/math">
                    <m:func>
                      <m:funcPr>
                        <m:ctrlPr>
                          <a:rPr lang="en-US" sz="1400" b="0" i="1" smtClean="0">
                            <a:effectLst/>
                            <a:latin typeface="Cambria Math" panose="02040503050406030204" pitchFamily="18" charset="0"/>
                            <a:ea typeface="DengXian" panose="02010600030101010101" pitchFamily="2" charset="-122"/>
                            <a:cs typeface="Arial" panose="020B0604020202020204" pitchFamily="34" charset="0"/>
                          </a:rPr>
                        </m:ctrlPr>
                      </m:funcPr>
                      <m:fName>
                        <m:limLow>
                          <m:limLowPr>
                            <m:ctrlPr>
                              <a:rPr lang="en-US" sz="1400" b="0" i="1" smtClean="0">
                                <a:effectLst/>
                                <a:latin typeface="Cambria Math" panose="02040503050406030204" pitchFamily="18" charset="0"/>
                                <a:ea typeface="DengXian" panose="02010600030101010101" pitchFamily="2" charset="-122"/>
                                <a:cs typeface="Arial" panose="020B0604020202020204" pitchFamily="34" charset="0"/>
                              </a:rPr>
                            </m:ctrlPr>
                          </m:limLowPr>
                          <m:e>
                            <m:r>
                              <m:rPr>
                                <m:sty m:val="p"/>
                              </m:rPr>
                              <a:rPr lang="en-US" sz="1400" b="0" i="0" smtClean="0">
                                <a:effectLst/>
                                <a:latin typeface="Cambria Math" panose="02040503050406030204" pitchFamily="18" charset="0"/>
                                <a:ea typeface="DengXian" panose="02010600030101010101" pitchFamily="2" charset="-122"/>
                                <a:cs typeface="Arial" panose="020B0604020202020204" pitchFamily="34" charset="0"/>
                              </a:rPr>
                              <m:t>min</m:t>
                            </m:r>
                          </m:e>
                          <m:lim>
                            <m:r>
                              <a:rPr lang="en-US" sz="1400" b="1" i="1" smtClean="0">
                                <a:effectLst/>
                                <a:latin typeface="Cambria Math" panose="02040503050406030204" pitchFamily="18" charset="0"/>
                                <a:ea typeface="DengXian" panose="02010600030101010101" pitchFamily="2" charset="-122"/>
                                <a:cs typeface="Arial" panose="020B0604020202020204" pitchFamily="34" charset="0"/>
                              </a:rPr>
                              <m:t>𝒙</m:t>
                            </m:r>
                          </m:lim>
                        </m:limLow>
                      </m:fName>
                      <m:e>
                        <m:sSub>
                          <m:sSubPr>
                            <m:ctrlPr>
                              <a:rPr lang="en-US" sz="1400" i="1">
                                <a:latin typeface="Cambria Math" panose="02040503050406030204" pitchFamily="18" charset="0"/>
                                <a:ea typeface="DengXian" panose="02010600030101010101" pitchFamily="2" charset="-122"/>
                                <a:cs typeface="Arial" panose="020B0604020202020204" pitchFamily="34" charset="0"/>
                              </a:rPr>
                            </m:ctrlPr>
                          </m:sSubPr>
                          <m:e>
                            <m:r>
                              <a:rPr lang="en-US" sz="1400" b="0" i="1" smtClean="0">
                                <a:latin typeface="Cambria Math" panose="02040503050406030204" pitchFamily="18" charset="0"/>
                                <a:ea typeface="DengXian" panose="02010600030101010101" pitchFamily="2" charset="-122"/>
                                <a:cs typeface="Arial" panose="020B0604020202020204" pitchFamily="34" charset="0"/>
                              </a:rPr>
                              <m:t>−</m:t>
                            </m:r>
                            <m:r>
                              <a:rPr lang="en-US" sz="1400" b="0" i="1" smtClean="0">
                                <a:latin typeface="Cambria Math" panose="02040503050406030204" pitchFamily="18" charset="0"/>
                                <a:ea typeface="DengXian" panose="02010600030101010101" pitchFamily="2" charset="-122"/>
                                <a:cs typeface="Arial" panose="020B0604020202020204" pitchFamily="34" charset="0"/>
                              </a:rPr>
                              <m:t>𝜆</m:t>
                            </m:r>
                            <m:sSup>
                              <m:sSupPr>
                                <m:ctrlPr>
                                  <a:rPr lang="en-US" sz="1400" b="1" i="1" smtClean="0">
                                    <a:latin typeface="Cambria Math" panose="02040503050406030204" pitchFamily="18" charset="0"/>
                                    <a:ea typeface="DengXian" panose="02010600030101010101" pitchFamily="2" charset="-122"/>
                                    <a:cs typeface="Arial" panose="020B0604020202020204" pitchFamily="34" charset="0"/>
                                  </a:rPr>
                                </m:ctrlPr>
                              </m:sSupPr>
                              <m:e>
                                <m:r>
                                  <a:rPr lang="en-US" sz="1400" b="1" i="1" smtClean="0">
                                    <a:latin typeface="Cambria Math" panose="02040503050406030204" pitchFamily="18" charset="0"/>
                                    <a:ea typeface="DengXian" panose="02010600030101010101" pitchFamily="2" charset="-122"/>
                                    <a:cs typeface="Arial" panose="020B0604020202020204" pitchFamily="34" charset="0"/>
                                  </a:rPr>
                                  <m:t>𝝁</m:t>
                                </m:r>
                              </m:e>
                              <m:sup>
                                <m:r>
                                  <a:rPr lang="en-US" sz="1400" b="1" i="1" smtClean="0">
                                    <a:latin typeface="Cambria Math" panose="02040503050406030204" pitchFamily="18" charset="0"/>
                                    <a:ea typeface="DengXian" panose="02010600030101010101" pitchFamily="2" charset="-122"/>
                                    <a:cs typeface="Arial" panose="020B0604020202020204" pitchFamily="34" charset="0"/>
                                  </a:rPr>
                                  <m:t>𝑻</m:t>
                                </m:r>
                              </m:sup>
                            </m:sSup>
                            <m:r>
                              <a:rPr lang="en-US" sz="1400" b="1" i="1" smtClean="0">
                                <a:latin typeface="Cambria Math" panose="02040503050406030204" pitchFamily="18" charset="0"/>
                                <a:ea typeface="DengXian" panose="02010600030101010101" pitchFamily="2" charset="-122"/>
                                <a:cs typeface="Arial" panose="020B0604020202020204" pitchFamily="34" charset="0"/>
                              </a:rPr>
                              <m:t>𝒙</m:t>
                            </m:r>
                            <m:r>
                              <a:rPr lang="en-US" sz="1400" b="0" i="1" smtClean="0">
                                <a:latin typeface="Cambria Math" panose="02040503050406030204" pitchFamily="18" charset="0"/>
                                <a:ea typeface="DengXian" panose="02010600030101010101" pitchFamily="2" charset="-122"/>
                                <a:cs typeface="Arial" panose="020B0604020202020204" pitchFamily="34" charset="0"/>
                              </a:rPr>
                              <m:t>+</m:t>
                            </m:r>
                            <m:d>
                              <m:dPr>
                                <m:ctrlPr>
                                  <a:rPr lang="en-US" sz="1400" b="0" i="1" smtClean="0">
                                    <a:latin typeface="Cambria Math" panose="02040503050406030204" pitchFamily="18" charset="0"/>
                                    <a:ea typeface="DengXian" panose="02010600030101010101" pitchFamily="2" charset="-122"/>
                                    <a:cs typeface="Arial" panose="020B0604020202020204" pitchFamily="34" charset="0"/>
                                  </a:rPr>
                                </m:ctrlPr>
                              </m:dPr>
                              <m:e>
                                <m:r>
                                  <a:rPr lang="en-US" sz="1400" b="0" i="0" smtClean="0">
                                    <a:latin typeface="Cambria Math" panose="02040503050406030204" pitchFamily="18" charset="0"/>
                                    <a:ea typeface="DengXian" panose="02010600030101010101" pitchFamily="2" charset="-122"/>
                                    <a:cs typeface="Arial" panose="020B0604020202020204" pitchFamily="34" charset="0"/>
                                  </a:rPr>
                                  <m:t>1−</m:t>
                                </m:r>
                                <m:r>
                                  <a:rPr lang="en-US" sz="1400" b="0" i="1" smtClean="0">
                                    <a:latin typeface="Cambria Math" panose="02040503050406030204" pitchFamily="18" charset="0"/>
                                    <a:ea typeface="DengXian" panose="02010600030101010101" pitchFamily="2" charset="-122"/>
                                    <a:cs typeface="Arial" panose="020B0604020202020204" pitchFamily="34" charset="0"/>
                                  </a:rPr>
                                  <m:t>𝜆</m:t>
                                </m:r>
                              </m:e>
                            </m:d>
                            <m:r>
                              <m:rPr>
                                <m:sty m:val="p"/>
                              </m:rPr>
                              <a:rPr lang="en-US" sz="1400">
                                <a:latin typeface="Cambria Math" panose="02040503050406030204" pitchFamily="18" charset="0"/>
                                <a:ea typeface="DengXian" panose="02010600030101010101" pitchFamily="2" charset="-122"/>
                                <a:cs typeface="Arial" panose="020B0604020202020204" pitchFamily="34" charset="0"/>
                              </a:rPr>
                              <m:t>CVaR</m:t>
                            </m:r>
                          </m:e>
                          <m:sub>
                            <m:r>
                              <a:rPr lang="en-US" sz="1400" i="1">
                                <a:latin typeface="Cambria Math" panose="02040503050406030204" pitchFamily="18" charset="0"/>
                                <a:ea typeface="DengXian" panose="02010600030101010101" pitchFamily="2" charset="-122"/>
                                <a:cs typeface="Arial" panose="020B0604020202020204" pitchFamily="34" charset="0"/>
                              </a:rPr>
                              <m:t>𝛼</m:t>
                            </m:r>
                          </m:sub>
                        </m:sSub>
                        <m:d>
                          <m:dPr>
                            <m:ctrlPr>
                              <a:rPr lang="en-US" sz="1400" i="1">
                                <a:latin typeface="Cambria Math" panose="02040503050406030204" pitchFamily="18" charset="0"/>
                                <a:ea typeface="DengXian" panose="02010600030101010101" pitchFamily="2" charset="-122"/>
                                <a:cs typeface="Arial" panose="020B0604020202020204" pitchFamily="34" charset="0"/>
                              </a:rPr>
                            </m:ctrlPr>
                          </m:dPr>
                          <m:e>
                            <m:r>
                              <a:rPr lang="en-US" sz="1400" b="1" i="1">
                                <a:latin typeface="Cambria Math" panose="02040503050406030204" pitchFamily="18" charset="0"/>
                                <a:ea typeface="DengXian" panose="02010600030101010101" pitchFamily="2" charset="-122"/>
                                <a:cs typeface="Arial" panose="020B0604020202020204" pitchFamily="34" charset="0"/>
                              </a:rPr>
                              <m:t>𝒙</m:t>
                            </m:r>
                          </m:e>
                        </m:d>
                        <m:r>
                          <a:rPr lang="en-US" sz="1400" b="0" i="1" smtClean="0">
                            <a:latin typeface="Cambria Math" panose="02040503050406030204" pitchFamily="18" charset="0"/>
                            <a:ea typeface="DengXian" panose="02010600030101010101" pitchFamily="2" charset="-122"/>
                            <a:cs typeface="Arial" panose="020B0604020202020204" pitchFamily="34" charset="0"/>
                          </a:rPr>
                          <m:t>,</m:t>
                        </m:r>
                      </m:e>
                    </m:func>
                    <m:r>
                      <a:rPr lang="en-US" sz="1400" b="1" i="1" smtClean="0">
                        <a:latin typeface="Cambria Math" panose="02040503050406030204" pitchFamily="18" charset="0"/>
                        <a:ea typeface="DengXian" panose="02010600030101010101" pitchFamily="2" charset="-122"/>
                        <a:cs typeface="Arial" panose="020B0604020202020204" pitchFamily="34" charset="0"/>
                      </a:rPr>
                      <m:t>𝒙</m:t>
                    </m:r>
                    <m:r>
                      <a:rPr lang="en-US" sz="1400" b="0" i="1" smtClean="0">
                        <a:latin typeface="Cambria Math" panose="02040503050406030204" pitchFamily="18" charset="0"/>
                        <a:ea typeface="DengXian" panose="02010600030101010101" pitchFamily="2" charset="-122"/>
                        <a:cs typeface="Arial" panose="020B0604020202020204" pitchFamily="34" charset="0"/>
                      </a:rPr>
                      <m:t>∈</m:t>
                    </m:r>
                    <m:r>
                      <m:rPr>
                        <m:sty m:val="p"/>
                      </m:rPr>
                      <a:rPr lang="en-US" sz="1400" b="0" i="0" smtClean="0">
                        <a:latin typeface="Cambria Math" panose="02040503050406030204" pitchFamily="18" charset="0"/>
                        <a:ea typeface="DengXian" panose="02010600030101010101" pitchFamily="2" charset="-122"/>
                        <a:cs typeface="Arial" panose="020B0604020202020204" pitchFamily="34" charset="0"/>
                      </a:rPr>
                      <m:t>Ω</m:t>
                    </m:r>
                    <m:r>
                      <a:rPr lang="en-US" sz="1400" b="0" i="0" smtClean="0">
                        <a:latin typeface="Cambria Math" panose="02040503050406030204" pitchFamily="18" charset="0"/>
                        <a:ea typeface="DengXian" panose="02010600030101010101" pitchFamily="2" charset="-122"/>
                        <a:cs typeface="Arial" panose="020B0604020202020204" pitchFamily="34" charset="0"/>
                      </a:rPr>
                      <m:t> </m:t>
                    </m:r>
                  </m:oMath>
                </a14:m>
                <a:r>
                  <a:rPr lang="en-US">
                    <a:latin typeface="Arial" panose="020B0604020202020204" pitchFamily="34" charset="0"/>
                    <a:ea typeface="GT America Regular" pitchFamily="2" charset="0"/>
                    <a:cs typeface="GT America Regular" pitchFamily="2" charset="0"/>
                  </a:rPr>
                  <a:t>with </a:t>
                </a:r>
                <a14:m>
                  <m:oMath xmlns:m="http://schemas.openxmlformats.org/officeDocument/2006/math">
                    <m:sSub>
                      <m:sSubPr>
                        <m:ctrlPr>
                          <a:rPr lang="en-US" i="1">
                            <a:latin typeface="Cambria Math" panose="02040503050406030204" pitchFamily="18" charset="0"/>
                            <a:ea typeface="DengXian" panose="02010600030101010101" pitchFamily="2" charset="-122"/>
                            <a:cs typeface="Arial" panose="020B0604020202020204" pitchFamily="34" charset="0"/>
                          </a:rPr>
                        </m:ctrlPr>
                      </m:sSubPr>
                      <m:e>
                        <m:r>
                          <m:rPr>
                            <m:sty m:val="p"/>
                          </m:rPr>
                          <a:rPr lang="en-US">
                            <a:latin typeface="Cambria Math" panose="02040503050406030204" pitchFamily="18" charset="0"/>
                            <a:ea typeface="DengXian" panose="02010600030101010101" pitchFamily="2" charset="-122"/>
                            <a:cs typeface="Arial" panose="020B0604020202020204" pitchFamily="34" charset="0"/>
                          </a:rPr>
                          <m:t>CVaR</m:t>
                        </m:r>
                      </m:e>
                      <m:sub>
                        <m:r>
                          <a:rPr lang="en-US" i="1">
                            <a:latin typeface="Cambria Math" panose="02040503050406030204" pitchFamily="18" charset="0"/>
                            <a:ea typeface="DengXian" panose="02010600030101010101" pitchFamily="2" charset="-122"/>
                            <a:cs typeface="Arial" panose="020B0604020202020204" pitchFamily="34" charset="0"/>
                          </a:rPr>
                          <m:t>𝛼</m:t>
                        </m:r>
                      </m:sub>
                    </m:sSub>
                    <m:d>
                      <m:dPr>
                        <m:ctrlPr>
                          <a:rPr lang="en-US" i="1">
                            <a:latin typeface="Cambria Math" panose="02040503050406030204" pitchFamily="18" charset="0"/>
                            <a:ea typeface="DengXian" panose="02010600030101010101" pitchFamily="2" charset="-122"/>
                            <a:cs typeface="Arial" panose="020B0604020202020204" pitchFamily="34" charset="0"/>
                          </a:rPr>
                        </m:ctrlPr>
                      </m:dPr>
                      <m:e>
                        <m:r>
                          <a:rPr lang="en-US" b="1" i="1">
                            <a:latin typeface="Cambria Math" panose="02040503050406030204" pitchFamily="18" charset="0"/>
                            <a:ea typeface="DengXian" panose="02010600030101010101" pitchFamily="2" charset="-122"/>
                            <a:cs typeface="Arial" panose="020B0604020202020204" pitchFamily="34" charset="0"/>
                          </a:rPr>
                          <m:t>𝒙</m:t>
                        </m:r>
                      </m:e>
                    </m:d>
                    <m:r>
                      <a:rPr lang="en-US" i="1">
                        <a:latin typeface="Cambria Math" panose="02040503050406030204" pitchFamily="18" charset="0"/>
                        <a:ea typeface="DengXian" panose="02010600030101010101" pitchFamily="2" charset="-122"/>
                        <a:cs typeface="Arial" panose="020B0604020202020204" pitchFamily="34" charset="0"/>
                      </a:rPr>
                      <m:t>=</m:t>
                    </m:r>
                    <m:f>
                      <m:fPr>
                        <m:ctrlPr>
                          <a:rPr lang="en-US" i="1">
                            <a:latin typeface="Cambria Math" panose="02040503050406030204" pitchFamily="18" charset="0"/>
                            <a:ea typeface="DengXian" panose="02010600030101010101" pitchFamily="2" charset="-122"/>
                            <a:cs typeface="Arial" panose="020B0604020202020204" pitchFamily="34" charset="0"/>
                          </a:rPr>
                        </m:ctrlPr>
                      </m:fPr>
                      <m:num>
                        <m:r>
                          <a:rPr lang="en-US" i="1">
                            <a:latin typeface="Cambria Math" panose="02040503050406030204" pitchFamily="18" charset="0"/>
                            <a:ea typeface="DengXian" panose="02010600030101010101" pitchFamily="2" charset="-122"/>
                            <a:cs typeface="Arial" panose="020B0604020202020204" pitchFamily="34" charset="0"/>
                          </a:rPr>
                          <m:t>1</m:t>
                        </m:r>
                      </m:num>
                      <m:den>
                        <m:r>
                          <a:rPr lang="en-US" i="1">
                            <a:latin typeface="Cambria Math" panose="02040503050406030204" pitchFamily="18" charset="0"/>
                            <a:ea typeface="DengXian" panose="02010600030101010101" pitchFamily="2" charset="-122"/>
                            <a:cs typeface="Arial" panose="020B0604020202020204" pitchFamily="34" charset="0"/>
                          </a:rPr>
                          <m:t>1−</m:t>
                        </m:r>
                        <m:r>
                          <a:rPr lang="en-US" i="1">
                            <a:latin typeface="Cambria Math" panose="02040503050406030204" pitchFamily="18" charset="0"/>
                            <a:ea typeface="DengXian" panose="02010600030101010101" pitchFamily="2" charset="-122"/>
                            <a:cs typeface="Arial" panose="020B0604020202020204" pitchFamily="34" charset="0"/>
                          </a:rPr>
                          <m:t>𝛼</m:t>
                        </m:r>
                      </m:den>
                    </m:f>
                    <m:nary>
                      <m:naryPr>
                        <m:ctrlPr>
                          <a:rPr lang="en-US" i="1">
                            <a:latin typeface="Cambria Math" panose="02040503050406030204" pitchFamily="18" charset="0"/>
                            <a:ea typeface="DengXian" panose="02010600030101010101" pitchFamily="2" charset="-122"/>
                            <a:cs typeface="Arial" panose="020B0604020202020204" pitchFamily="34" charset="0"/>
                          </a:rPr>
                        </m:ctrlPr>
                      </m:naryPr>
                      <m:sub>
                        <m:r>
                          <a:rPr lang="en-US" i="1">
                            <a:latin typeface="Cambria Math" panose="02040503050406030204" pitchFamily="18" charset="0"/>
                            <a:ea typeface="DengXian" panose="02010600030101010101" pitchFamily="2" charset="-122"/>
                            <a:cs typeface="Arial" panose="020B0604020202020204" pitchFamily="34" charset="0"/>
                          </a:rPr>
                          <m:t>𝑓</m:t>
                        </m:r>
                        <m:d>
                          <m:dPr>
                            <m:ctrlPr>
                              <a:rPr lang="en-US" i="1">
                                <a:latin typeface="Cambria Math" panose="02040503050406030204" pitchFamily="18" charset="0"/>
                                <a:ea typeface="DengXian" panose="02010600030101010101" pitchFamily="2" charset="-122"/>
                                <a:cs typeface="Arial" panose="020B0604020202020204" pitchFamily="34" charset="0"/>
                              </a:rPr>
                            </m:ctrlPr>
                          </m:dPr>
                          <m:e>
                            <m:r>
                              <a:rPr lang="en-US" b="1" i="1">
                                <a:latin typeface="Cambria Math" panose="02040503050406030204" pitchFamily="18" charset="0"/>
                                <a:ea typeface="DengXian" panose="02010600030101010101" pitchFamily="2" charset="-122"/>
                                <a:cs typeface="Arial" panose="020B0604020202020204" pitchFamily="34" charset="0"/>
                              </a:rPr>
                              <m:t>𝒙</m:t>
                            </m:r>
                            <m:r>
                              <a:rPr lang="en-US" i="1">
                                <a:latin typeface="Cambria Math" panose="02040503050406030204" pitchFamily="18" charset="0"/>
                                <a:ea typeface="DengXian" panose="02010600030101010101" pitchFamily="2" charset="-122"/>
                                <a:cs typeface="Arial" panose="020B0604020202020204" pitchFamily="34" charset="0"/>
                              </a:rPr>
                              <m:t>,</m:t>
                            </m:r>
                            <m:r>
                              <a:rPr lang="en-US" b="1" i="1">
                                <a:latin typeface="Cambria Math" panose="02040503050406030204" pitchFamily="18" charset="0"/>
                                <a:ea typeface="DengXian" panose="02010600030101010101" pitchFamily="2" charset="-122"/>
                                <a:cs typeface="Arial" panose="020B0604020202020204" pitchFamily="34" charset="0"/>
                              </a:rPr>
                              <m:t>𝒚</m:t>
                            </m:r>
                          </m:e>
                        </m:d>
                        <m:r>
                          <a:rPr lang="en-US" i="1">
                            <a:latin typeface="Cambria Math" panose="02040503050406030204" pitchFamily="18" charset="0"/>
                            <a:ea typeface="DengXian" panose="02010600030101010101" pitchFamily="2" charset="-122"/>
                            <a:cs typeface="Arial" panose="020B0604020202020204" pitchFamily="34" charset="0"/>
                          </a:rPr>
                          <m:t>≥</m:t>
                        </m:r>
                        <m:sSub>
                          <m:sSubPr>
                            <m:ctrlPr>
                              <a:rPr lang="en-US" i="1">
                                <a:latin typeface="Cambria Math" panose="02040503050406030204" pitchFamily="18" charset="0"/>
                                <a:ea typeface="DengXian" panose="02010600030101010101" pitchFamily="2" charset="-122"/>
                                <a:cs typeface="Arial" panose="020B0604020202020204" pitchFamily="34" charset="0"/>
                              </a:rPr>
                            </m:ctrlPr>
                          </m:sSubPr>
                          <m:e>
                            <m:r>
                              <m:rPr>
                                <m:sty m:val="p"/>
                              </m:rPr>
                              <a:rPr lang="en-US">
                                <a:latin typeface="Cambria Math" panose="02040503050406030204" pitchFamily="18" charset="0"/>
                                <a:ea typeface="DengXian" panose="02010600030101010101" pitchFamily="2" charset="-122"/>
                                <a:cs typeface="Arial" panose="020B0604020202020204" pitchFamily="34" charset="0"/>
                              </a:rPr>
                              <m:t>VaR</m:t>
                            </m:r>
                          </m:e>
                          <m:sub>
                            <m:r>
                              <a:rPr lang="en-US" i="1">
                                <a:latin typeface="Cambria Math" panose="02040503050406030204" pitchFamily="18" charset="0"/>
                                <a:ea typeface="DengXian" panose="02010600030101010101" pitchFamily="2" charset="-122"/>
                                <a:cs typeface="Arial" panose="020B0604020202020204" pitchFamily="34" charset="0"/>
                              </a:rPr>
                              <m:t>𝛼</m:t>
                            </m:r>
                          </m:sub>
                        </m:sSub>
                        <m:d>
                          <m:dPr>
                            <m:ctrlPr>
                              <a:rPr lang="en-US" i="1">
                                <a:latin typeface="Cambria Math" panose="02040503050406030204" pitchFamily="18" charset="0"/>
                                <a:ea typeface="DengXian" panose="02010600030101010101" pitchFamily="2" charset="-122"/>
                                <a:cs typeface="Arial" panose="020B0604020202020204" pitchFamily="34" charset="0"/>
                              </a:rPr>
                            </m:ctrlPr>
                          </m:dPr>
                          <m:e>
                            <m:r>
                              <a:rPr lang="en-US" b="1" i="1">
                                <a:latin typeface="Cambria Math" panose="02040503050406030204" pitchFamily="18" charset="0"/>
                                <a:ea typeface="DengXian" panose="02010600030101010101" pitchFamily="2" charset="-122"/>
                                <a:cs typeface="Arial" panose="020B0604020202020204" pitchFamily="34" charset="0"/>
                              </a:rPr>
                              <m:t>𝒙</m:t>
                            </m:r>
                          </m:e>
                        </m:d>
                      </m:sub>
                      <m:sup/>
                      <m:e>
                        <m:r>
                          <a:rPr lang="en-US" i="1">
                            <a:latin typeface="Cambria Math" panose="02040503050406030204" pitchFamily="18" charset="0"/>
                            <a:ea typeface="DengXian" panose="02010600030101010101" pitchFamily="2" charset="-122"/>
                            <a:cs typeface="Arial" panose="020B0604020202020204" pitchFamily="34" charset="0"/>
                          </a:rPr>
                          <m:t>𝑓</m:t>
                        </m:r>
                        <m:d>
                          <m:dPr>
                            <m:ctrlPr>
                              <a:rPr lang="en-US" i="1">
                                <a:latin typeface="Cambria Math" panose="02040503050406030204" pitchFamily="18" charset="0"/>
                                <a:ea typeface="DengXian" panose="02010600030101010101" pitchFamily="2" charset="-122"/>
                                <a:cs typeface="Arial" panose="020B0604020202020204" pitchFamily="34" charset="0"/>
                              </a:rPr>
                            </m:ctrlPr>
                          </m:dPr>
                          <m:e>
                            <m:r>
                              <a:rPr lang="en-US" b="1" i="1">
                                <a:latin typeface="Cambria Math" panose="02040503050406030204" pitchFamily="18" charset="0"/>
                                <a:ea typeface="DengXian" panose="02010600030101010101" pitchFamily="2" charset="-122"/>
                                <a:cs typeface="Arial" panose="020B0604020202020204" pitchFamily="34" charset="0"/>
                              </a:rPr>
                              <m:t>𝒙</m:t>
                            </m:r>
                            <m:r>
                              <a:rPr lang="en-US" i="1">
                                <a:latin typeface="Cambria Math" panose="02040503050406030204" pitchFamily="18" charset="0"/>
                                <a:ea typeface="DengXian" panose="02010600030101010101" pitchFamily="2" charset="-122"/>
                                <a:cs typeface="Arial" panose="020B0604020202020204" pitchFamily="34" charset="0"/>
                              </a:rPr>
                              <m:t>,</m:t>
                            </m:r>
                            <m:r>
                              <a:rPr lang="en-US" b="1" i="1">
                                <a:latin typeface="Cambria Math" panose="02040503050406030204" pitchFamily="18" charset="0"/>
                                <a:ea typeface="DengXian" panose="02010600030101010101" pitchFamily="2" charset="-122"/>
                                <a:cs typeface="Arial" panose="020B0604020202020204" pitchFamily="34" charset="0"/>
                              </a:rPr>
                              <m:t>𝒚</m:t>
                            </m:r>
                          </m:e>
                        </m:d>
                        <m:r>
                          <a:rPr lang="en-US" i="1">
                            <a:latin typeface="Cambria Math" panose="02040503050406030204" pitchFamily="18" charset="0"/>
                            <a:ea typeface="DengXian" panose="02010600030101010101" pitchFamily="2" charset="-122"/>
                            <a:cs typeface="Arial" panose="020B0604020202020204" pitchFamily="34" charset="0"/>
                          </a:rPr>
                          <m:t>𝑝</m:t>
                        </m:r>
                        <m:d>
                          <m:dPr>
                            <m:ctrlPr>
                              <a:rPr lang="en-US" i="1">
                                <a:latin typeface="Cambria Math" panose="02040503050406030204" pitchFamily="18" charset="0"/>
                                <a:ea typeface="DengXian" panose="02010600030101010101" pitchFamily="2" charset="-122"/>
                                <a:cs typeface="Arial" panose="020B0604020202020204" pitchFamily="34" charset="0"/>
                              </a:rPr>
                            </m:ctrlPr>
                          </m:dPr>
                          <m:e>
                            <m:r>
                              <a:rPr lang="en-US" b="1" i="1">
                                <a:latin typeface="Cambria Math" panose="02040503050406030204" pitchFamily="18" charset="0"/>
                                <a:ea typeface="DengXian" panose="02010600030101010101" pitchFamily="2" charset="-122"/>
                                <a:cs typeface="Arial" panose="020B0604020202020204" pitchFamily="34" charset="0"/>
                              </a:rPr>
                              <m:t>𝒚</m:t>
                            </m:r>
                          </m:e>
                        </m:d>
                        <m:r>
                          <m:rPr>
                            <m:sty m:val="p"/>
                          </m:rPr>
                          <a:rPr lang="en-US">
                            <a:latin typeface="Cambria Math" panose="02040503050406030204" pitchFamily="18" charset="0"/>
                            <a:ea typeface="DengXian" panose="02010600030101010101" pitchFamily="2" charset="-122"/>
                            <a:cs typeface="Arial" panose="020B0604020202020204" pitchFamily="34" charset="0"/>
                          </a:rPr>
                          <m:t>d</m:t>
                        </m:r>
                        <m:r>
                          <a:rPr lang="en-US" b="1" i="1">
                            <a:latin typeface="Cambria Math" panose="02040503050406030204" pitchFamily="18" charset="0"/>
                            <a:ea typeface="DengXian" panose="02010600030101010101" pitchFamily="2" charset="-122"/>
                            <a:cs typeface="Arial" panose="020B0604020202020204" pitchFamily="34" charset="0"/>
                          </a:rPr>
                          <m:t>𝒚</m:t>
                        </m:r>
                      </m:e>
                    </m:nary>
                  </m:oMath>
                </a14:m>
                <a:endParaRPr lang="en-US">
                  <a:latin typeface="GT America Regular" pitchFamily="2" charset="0"/>
                  <a:ea typeface="GT America Regular" pitchFamily="2" charset="0"/>
                  <a:cs typeface="GT America Regular" pitchFamily="2" charset="0"/>
                </a:endParaRPr>
              </a:p>
            </p:txBody>
          </p:sp>
        </mc:Choice>
        <mc:Fallback xmlns="">
          <p:sp>
            <p:nvSpPr>
              <p:cNvPr id="26" name="Content Placeholder 25">
                <a:extLst>
                  <a:ext uri="{FF2B5EF4-FFF2-40B4-BE49-F238E27FC236}">
                    <a16:creationId xmlns:a16="http://schemas.microsoft.com/office/drawing/2014/main" id="{73989059-3575-3028-05AA-9B42375F34DF}"/>
                  </a:ext>
                </a:extLst>
              </p:cNvPr>
              <p:cNvSpPr>
                <a:spLocks noGrp="1" noRot="1" noChangeAspect="1" noMove="1" noResize="1" noEditPoints="1" noAdjustHandles="1" noChangeArrowheads="1" noChangeShapeType="1" noTextEdit="1"/>
              </p:cNvSpPr>
              <p:nvPr>
                <p:ph sz="quarter" idx="23"/>
              </p:nvPr>
            </p:nvSpPr>
            <p:spPr>
              <a:xfrm>
                <a:off x="546100" y="1388634"/>
                <a:ext cx="11569699" cy="4017962"/>
              </a:xfrm>
              <a:blipFill>
                <a:blip r:embed="rId2"/>
                <a:stretch>
                  <a:fillRect l="-1002" t="-9560"/>
                </a:stretch>
              </a:blipFill>
            </p:spPr>
            <p:txBody>
              <a:bodyPr/>
              <a:lstStyle/>
              <a:p>
                <a:r>
                  <a:rPr lang="en-US">
                    <a:noFill/>
                  </a:rPr>
                  <a:t> </a:t>
                </a:r>
              </a:p>
            </p:txBody>
          </p:sp>
        </mc:Fallback>
      </mc:AlternateContent>
      <p:sp>
        <p:nvSpPr>
          <p:cNvPr id="3" name="Slide Number Placeholder 2">
            <a:extLst>
              <a:ext uri="{FF2B5EF4-FFF2-40B4-BE49-F238E27FC236}">
                <a16:creationId xmlns:a16="http://schemas.microsoft.com/office/drawing/2014/main" id="{EF9B0B03-CC76-9303-3C24-74C7EE49C984}"/>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62A5111-985B-C14D-9115-5787026182A8}" type="slidenum">
              <a:rPr kumimoji="0" lang="en-US" sz="1000" b="0" i="0" u="none" strike="noStrike" kern="1200" cap="none" spc="0" normalizeH="0" baseline="0" noProof="0" smtClean="0">
                <a:ln>
                  <a:noFill/>
                </a:ln>
                <a:solidFill>
                  <a:srgbClr val="000000"/>
                </a:solidFill>
                <a:effectLst/>
                <a:uLnTx/>
                <a:uFillTx/>
                <a:latin typeface="Arial" panose="020B0604020202020204" pitchFamily="34" charset="0"/>
                <a:ea typeface="GT America Regular" pitchFamily="2" charset="77"/>
                <a:cs typeface="GT America Regular" pitchFamily="2" charset="77"/>
              </a:rPr>
              <a:pPr marL="0" marR="0" lvl="0" indent="0" algn="r" defTabSz="914400" rtl="0" eaLnBrk="1" fontAlgn="auto" latinLnBrk="0" hangingPunct="1">
                <a:lnSpc>
                  <a:spcPct val="100000"/>
                </a:lnSpc>
                <a:spcBef>
                  <a:spcPts val="0"/>
                </a:spcBef>
                <a:spcAft>
                  <a:spcPts val="0"/>
                </a:spcAft>
                <a:buClrTx/>
                <a:buSzTx/>
                <a:buFontTx/>
                <a:buNone/>
                <a:tabLst/>
                <a:defRPr/>
              </a:pPr>
              <a:t>19</a:t>
            </a:fld>
            <a:endParaRPr kumimoji="0" lang="en-US" sz="1000" b="0" i="0" u="none" strike="noStrike" kern="1200" cap="none" spc="0" normalizeH="0" baseline="0" noProof="0">
              <a:ln>
                <a:noFill/>
              </a:ln>
              <a:solidFill>
                <a:srgbClr val="000000"/>
              </a:solidFill>
              <a:effectLst/>
              <a:uLnTx/>
              <a:uFillTx/>
              <a:latin typeface="Arial" panose="020B0604020202020204" pitchFamily="34" charset="0"/>
              <a:ea typeface="GT America Regular" pitchFamily="2" charset="77"/>
              <a:cs typeface="GT America Regular" pitchFamily="2" charset="77"/>
            </a:endParaRPr>
          </a:p>
        </p:txBody>
      </p:sp>
      <p:pic>
        <p:nvPicPr>
          <p:cNvPr id="5" name="Picture 4">
            <a:extLst>
              <a:ext uri="{FF2B5EF4-FFF2-40B4-BE49-F238E27FC236}">
                <a16:creationId xmlns:a16="http://schemas.microsoft.com/office/drawing/2014/main" id="{9D812806-74EB-ABF6-6911-5F9B57515515}"/>
              </a:ext>
            </a:extLst>
          </p:cNvPr>
          <p:cNvPicPr>
            <a:picLocks noChangeAspect="1"/>
          </p:cNvPicPr>
          <p:nvPr/>
        </p:nvPicPr>
        <p:blipFill>
          <a:blip r:embed="rId3"/>
          <a:stretch>
            <a:fillRect/>
          </a:stretch>
        </p:blipFill>
        <p:spPr>
          <a:xfrm>
            <a:off x="1100667" y="1913924"/>
            <a:ext cx="4001692" cy="2190683"/>
          </a:xfrm>
          <a:prstGeom prst="rect">
            <a:avLst/>
          </a:prstGeom>
        </p:spPr>
      </p:pic>
      <p:pic>
        <p:nvPicPr>
          <p:cNvPr id="6" name="Picture 5">
            <a:extLst>
              <a:ext uri="{FF2B5EF4-FFF2-40B4-BE49-F238E27FC236}">
                <a16:creationId xmlns:a16="http://schemas.microsoft.com/office/drawing/2014/main" id="{C58B1185-B47F-858D-76DC-7EF40B6F1C93}"/>
              </a:ext>
            </a:extLst>
          </p:cNvPr>
          <p:cNvPicPr>
            <a:picLocks noChangeAspect="1"/>
          </p:cNvPicPr>
          <p:nvPr/>
        </p:nvPicPr>
        <p:blipFill>
          <a:blip r:embed="rId4"/>
          <a:stretch>
            <a:fillRect/>
          </a:stretch>
        </p:blipFill>
        <p:spPr>
          <a:xfrm>
            <a:off x="5485540" y="1911216"/>
            <a:ext cx="4004828" cy="2192400"/>
          </a:xfrm>
          <a:prstGeom prst="rect">
            <a:avLst/>
          </a:prstGeom>
        </p:spPr>
      </p:pic>
      <p:pic>
        <p:nvPicPr>
          <p:cNvPr id="8" name="Picture 7">
            <a:extLst>
              <a:ext uri="{FF2B5EF4-FFF2-40B4-BE49-F238E27FC236}">
                <a16:creationId xmlns:a16="http://schemas.microsoft.com/office/drawing/2014/main" id="{E3E5A3F5-4116-B086-5BD4-91489FDB983A}"/>
              </a:ext>
            </a:extLst>
          </p:cNvPr>
          <p:cNvPicPr>
            <a:picLocks noChangeAspect="1"/>
          </p:cNvPicPr>
          <p:nvPr/>
        </p:nvPicPr>
        <p:blipFill>
          <a:blip r:embed="rId5"/>
          <a:stretch>
            <a:fillRect/>
          </a:stretch>
        </p:blipFill>
        <p:spPr>
          <a:xfrm>
            <a:off x="1198909" y="4103616"/>
            <a:ext cx="4004828" cy="2192400"/>
          </a:xfrm>
          <a:prstGeom prst="rect">
            <a:avLst/>
          </a:prstGeom>
        </p:spPr>
      </p:pic>
      <p:pic>
        <p:nvPicPr>
          <p:cNvPr id="9" name="Picture 8">
            <a:extLst>
              <a:ext uri="{FF2B5EF4-FFF2-40B4-BE49-F238E27FC236}">
                <a16:creationId xmlns:a16="http://schemas.microsoft.com/office/drawing/2014/main" id="{1CE70DCD-DEA7-2CCD-EEF2-02B8965D543D}"/>
              </a:ext>
            </a:extLst>
          </p:cNvPr>
          <p:cNvPicPr>
            <a:picLocks noChangeAspect="1"/>
          </p:cNvPicPr>
          <p:nvPr/>
        </p:nvPicPr>
        <p:blipFill>
          <a:blip r:embed="rId6"/>
          <a:stretch>
            <a:fillRect/>
          </a:stretch>
        </p:blipFill>
        <p:spPr>
          <a:xfrm>
            <a:off x="5485540" y="4103616"/>
            <a:ext cx="3992938" cy="2192400"/>
          </a:xfrm>
          <a:prstGeom prst="rect">
            <a:avLst/>
          </a:prstGeom>
        </p:spPr>
      </p:pic>
    </p:spTree>
    <p:extLst>
      <p:ext uri="{BB962C8B-B14F-4D97-AF65-F5344CB8AC3E}">
        <p14:creationId xmlns:p14="http://schemas.microsoft.com/office/powerpoint/2010/main" val="3315857319"/>
      </p:ext>
    </p:extLst>
  </p:cSld>
  <p:clrMapOvr>
    <a:masterClrMapping/>
  </p:clrMapOvr>
  <p:transition spd="slow">
    <p:push dir="u"/>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itle 10">
            <a:extLst>
              <a:ext uri="{FF2B5EF4-FFF2-40B4-BE49-F238E27FC236}">
                <a16:creationId xmlns:a16="http://schemas.microsoft.com/office/drawing/2014/main" id="{BFE20CDB-727A-8995-87C5-F78F85473D69}"/>
              </a:ext>
            </a:extLst>
          </p:cNvPr>
          <p:cNvSpPr>
            <a:spLocks noGrp="1"/>
          </p:cNvSpPr>
          <p:nvPr>
            <p:ph type="title"/>
          </p:nvPr>
        </p:nvSpPr>
        <p:spPr/>
        <p:txBody>
          <a:bodyPr/>
          <a:lstStyle/>
          <a:p>
            <a:r>
              <a:rPr lang="en-US" b="1">
                <a:solidFill>
                  <a:srgbClr val="0A1264"/>
                </a:solidFill>
                <a:latin typeface="Times New Roman" panose="02020603050405020304" pitchFamily="18" charset="0"/>
              </a:rPr>
              <a:t>Proxy Optimisation</a:t>
            </a:r>
          </a:p>
        </p:txBody>
      </p:sp>
      <p:sp>
        <p:nvSpPr>
          <p:cNvPr id="23" name="Text Placeholder 22">
            <a:extLst>
              <a:ext uri="{FF2B5EF4-FFF2-40B4-BE49-F238E27FC236}">
                <a16:creationId xmlns:a16="http://schemas.microsoft.com/office/drawing/2014/main" id="{5FD34F31-6DE1-A97C-E06B-91CE32BD5E4C}"/>
              </a:ext>
            </a:extLst>
          </p:cNvPr>
          <p:cNvSpPr>
            <a:spLocks noGrp="1"/>
          </p:cNvSpPr>
          <p:nvPr>
            <p:ph type="body" sz="quarter" idx="22"/>
          </p:nvPr>
        </p:nvSpPr>
        <p:spPr/>
        <p:txBody>
          <a:bodyPr/>
          <a:lstStyle/>
          <a:p>
            <a:endParaRPr lang="en-US"/>
          </a:p>
        </p:txBody>
      </p:sp>
      <p:sp>
        <p:nvSpPr>
          <p:cNvPr id="26" name="Content Placeholder 25">
            <a:extLst>
              <a:ext uri="{FF2B5EF4-FFF2-40B4-BE49-F238E27FC236}">
                <a16:creationId xmlns:a16="http://schemas.microsoft.com/office/drawing/2014/main" id="{73989059-3575-3028-05AA-9B42375F34DF}"/>
              </a:ext>
            </a:extLst>
          </p:cNvPr>
          <p:cNvSpPr>
            <a:spLocks noGrp="1"/>
          </p:cNvSpPr>
          <p:nvPr>
            <p:ph sz="quarter" idx="23"/>
          </p:nvPr>
        </p:nvSpPr>
        <p:spPr>
          <a:xfrm>
            <a:off x="546101" y="1849438"/>
            <a:ext cx="7597060" cy="4017962"/>
          </a:xfrm>
        </p:spPr>
        <p:txBody>
          <a:bodyPr>
            <a:normAutofit fontScale="92500" lnSpcReduction="20000"/>
          </a:bodyPr>
          <a:lstStyle/>
          <a:p>
            <a:pPr marL="0" marR="0" lvl="0" indent="0" algn="l" defTabSz="914400" rtl="0" eaLnBrk="1" fontAlgn="auto" latinLnBrk="0" hangingPunct="1">
              <a:lnSpc>
                <a:spcPct val="101000"/>
              </a:lnSpc>
              <a:spcBef>
                <a:spcPts val="0"/>
              </a:spcBef>
              <a:spcAft>
                <a:spcPts val="600"/>
              </a:spcAft>
              <a:buClrTx/>
              <a:buSzTx/>
              <a:buFont typeface="GT America Regular"/>
              <a:buNone/>
              <a:tabLst/>
              <a:defRPr/>
            </a:pPr>
            <a:r>
              <a:rPr kumimoji="0" lang="en-US" sz="2000" b="1" i="0" u="none" strike="noStrike" kern="1200" cap="none" spc="0" normalizeH="0" baseline="0" noProof="0">
                <a:ln>
                  <a:noFill/>
                </a:ln>
                <a:solidFill>
                  <a:srgbClr val="0A1264"/>
                </a:solidFill>
                <a:effectLst/>
                <a:uLnTx/>
                <a:uFillTx/>
                <a:latin typeface="Times New Roman" panose="02020603050405020304" pitchFamily="18" charset="0"/>
                <a:ea typeface="GT America Regular" charset="0"/>
                <a:cs typeface="GT America Regular" charset="0"/>
              </a:rPr>
              <a:t>Sampling</a:t>
            </a:r>
            <a:endParaRPr lang="en-US" b="1">
              <a:solidFill>
                <a:srgbClr val="0A1264"/>
              </a:solidFill>
              <a:latin typeface="Times New Roman" panose="02020603050405020304" pitchFamily="18" charset="0"/>
            </a:endParaRPr>
          </a:p>
          <a:p>
            <a:pPr lvl="1"/>
            <a:r>
              <a:rPr lang="en-US">
                <a:latin typeface="Arial" panose="020B0604020202020204" pitchFamily="34" charset="0"/>
                <a:ea typeface="GT America Regular" pitchFamily="2" charset="0"/>
                <a:cs typeface="GT America Regular" pitchFamily="2" charset="0"/>
              </a:rPr>
              <a:t>Construct large number of sample asset allocations incorporating investment constraints</a:t>
            </a:r>
          </a:p>
          <a:p>
            <a:pPr lvl="1"/>
            <a:r>
              <a:rPr lang="en-US">
                <a:latin typeface="Arial" panose="020B0604020202020204" pitchFamily="34" charset="0"/>
                <a:ea typeface="GT America Regular" pitchFamily="2" charset="0"/>
                <a:cs typeface="GT America Regular" pitchFamily="2" charset="0"/>
              </a:rPr>
              <a:t>Fitting: </a:t>
            </a:r>
            <a:r>
              <a:rPr lang="en-US" b="1">
                <a:latin typeface="Arial" panose="020B0604020202020204" pitchFamily="34" charset="0"/>
                <a:ea typeface="GT America Regular" pitchFamily="2" charset="0"/>
                <a:cs typeface="GT America Regular" pitchFamily="2" charset="0"/>
              </a:rPr>
              <a:t>10k</a:t>
            </a:r>
            <a:r>
              <a:rPr lang="en-US">
                <a:latin typeface="Arial" panose="020B0604020202020204" pitchFamily="34" charset="0"/>
                <a:ea typeface="GT America Regular" pitchFamily="2" charset="0"/>
                <a:cs typeface="GT America Regular" pitchFamily="2" charset="0"/>
              </a:rPr>
              <a:t> different asset allocations to build regression function</a:t>
            </a:r>
          </a:p>
          <a:p>
            <a:pPr lvl="1"/>
            <a:r>
              <a:rPr lang="en-US">
                <a:latin typeface="Arial" panose="020B0604020202020204" pitchFamily="34" charset="0"/>
                <a:ea typeface="GT America Regular" pitchFamily="2" charset="0"/>
                <a:cs typeface="GT America Regular" pitchFamily="2" charset="0"/>
              </a:rPr>
              <a:t>Validation: </a:t>
            </a:r>
            <a:r>
              <a:rPr lang="en-US" b="1">
                <a:latin typeface="Arial" panose="020B0604020202020204" pitchFamily="34" charset="0"/>
                <a:ea typeface="GT America Regular" pitchFamily="2" charset="0"/>
                <a:cs typeface="GT America Regular" pitchFamily="2" charset="0"/>
              </a:rPr>
              <a:t>1000</a:t>
            </a:r>
            <a:r>
              <a:rPr lang="en-US">
                <a:latin typeface="Arial" panose="020B0604020202020204" pitchFamily="34" charset="0"/>
                <a:ea typeface="GT America Regular" pitchFamily="2" charset="0"/>
                <a:cs typeface="GT America Regular" pitchFamily="2" charset="0"/>
              </a:rPr>
              <a:t> different asset allocations for validating regression functions</a:t>
            </a:r>
          </a:p>
          <a:p>
            <a:pPr lvl="1"/>
            <a:r>
              <a:rPr lang="en-US">
                <a:latin typeface="Arial" panose="020B0604020202020204" pitchFamily="34" charset="0"/>
                <a:ea typeface="GT America Regular" pitchFamily="2" charset="0"/>
                <a:cs typeface="GT America Regular" pitchFamily="2" charset="0"/>
              </a:rPr>
              <a:t>Optimisation: </a:t>
            </a:r>
            <a:r>
              <a:rPr lang="en-US" b="1">
                <a:latin typeface="Arial" panose="020B0604020202020204" pitchFamily="34" charset="0"/>
                <a:ea typeface="GT America Regular" pitchFamily="2" charset="0"/>
                <a:cs typeface="GT America Regular" pitchFamily="2" charset="0"/>
              </a:rPr>
              <a:t>1m</a:t>
            </a:r>
            <a:r>
              <a:rPr lang="en-US">
                <a:latin typeface="Arial" panose="020B0604020202020204" pitchFamily="34" charset="0"/>
                <a:ea typeface="GT America Regular" pitchFamily="2" charset="0"/>
                <a:cs typeface="GT America Regular" pitchFamily="2" charset="0"/>
              </a:rPr>
              <a:t> different asset allocations to evaluate regression functions</a:t>
            </a:r>
          </a:p>
          <a:p>
            <a:pPr lvl="1"/>
            <a:r>
              <a:rPr lang="en-US">
                <a:latin typeface="Arial" panose="020B0604020202020204" pitchFamily="34" charset="0"/>
                <a:ea typeface="GT America Regular" pitchFamily="2" charset="0"/>
                <a:cs typeface="GT America Regular" pitchFamily="2" charset="0"/>
              </a:rPr>
              <a:t>Balance # asset classes, # scenarios, # sample portfolios with run time</a:t>
            </a:r>
          </a:p>
          <a:p>
            <a:pPr lvl="1"/>
            <a:endParaRPr lang="en-US">
              <a:latin typeface="Arial" panose="020B0604020202020204" pitchFamily="34" charset="0"/>
            </a:endParaRPr>
          </a:p>
          <a:p>
            <a:pPr marL="0" marR="0" lvl="0" indent="0" algn="l" defTabSz="914400" rtl="0" eaLnBrk="1" fontAlgn="auto" latinLnBrk="0" hangingPunct="1">
              <a:lnSpc>
                <a:spcPct val="101000"/>
              </a:lnSpc>
              <a:spcBef>
                <a:spcPts val="0"/>
              </a:spcBef>
              <a:spcAft>
                <a:spcPts val="600"/>
              </a:spcAft>
              <a:buClrTx/>
              <a:buSzTx/>
              <a:buFont typeface="GT America Regular"/>
              <a:buNone/>
              <a:tabLst/>
              <a:defRPr/>
            </a:pPr>
            <a:r>
              <a:rPr kumimoji="0" lang="en-US" sz="2000" b="1" i="0" u="none" strike="noStrike" kern="1200" cap="none" spc="0" normalizeH="0" baseline="0" noProof="0">
                <a:ln>
                  <a:noFill/>
                </a:ln>
                <a:solidFill>
                  <a:srgbClr val="0A1264"/>
                </a:solidFill>
                <a:effectLst/>
                <a:uLnTx/>
                <a:uFillTx/>
                <a:latin typeface="Times New Roman" panose="02020603050405020304" pitchFamily="18" charset="0"/>
                <a:ea typeface="GT America Regular" charset="0"/>
                <a:cs typeface="GT America Regular" charset="0"/>
              </a:rPr>
              <a:t>Proxy </a:t>
            </a:r>
            <a:r>
              <a:rPr lang="en-US" sz="2000" b="1">
                <a:solidFill>
                  <a:srgbClr val="0A1264"/>
                </a:solidFill>
                <a:latin typeface="Times New Roman" panose="02020603050405020304" pitchFamily="18" charset="0"/>
              </a:rPr>
              <a:t>Fitting</a:t>
            </a:r>
            <a:endParaRPr lang="en-US" b="1">
              <a:solidFill>
                <a:srgbClr val="0A1264"/>
              </a:solidFill>
              <a:latin typeface="Times New Roman" panose="02020603050405020304" pitchFamily="18" charset="0"/>
            </a:endParaRPr>
          </a:p>
          <a:p>
            <a:pPr lvl="1"/>
            <a:r>
              <a:rPr lang="en-US">
                <a:latin typeface="Arial" panose="020B0604020202020204" pitchFamily="34" charset="0"/>
                <a:ea typeface="GT America Regular" pitchFamily="2" charset="0"/>
                <a:cs typeface="GT America Regular" pitchFamily="2" charset="0"/>
              </a:rPr>
              <a:t>Run SG for each of the asset allocations sampled</a:t>
            </a:r>
          </a:p>
          <a:p>
            <a:pPr lvl="1"/>
            <a:r>
              <a:rPr lang="en-US">
                <a:latin typeface="Arial" panose="020B0604020202020204" pitchFamily="34" charset="0"/>
                <a:ea typeface="GT America Regular" pitchFamily="2" charset="0"/>
                <a:cs typeface="GT America Regular" pitchFamily="2" charset="0"/>
              </a:rPr>
              <a:t>Inner scenarios = economic scenarios</a:t>
            </a:r>
          </a:p>
          <a:p>
            <a:pPr lvl="1"/>
            <a:r>
              <a:rPr lang="en-US">
                <a:latin typeface="Arial" panose="020B0604020202020204" pitchFamily="34" charset="0"/>
                <a:ea typeface="GT America Regular" pitchFamily="2" charset="0"/>
                <a:cs typeface="GT America Regular" pitchFamily="2" charset="0"/>
              </a:rPr>
              <a:t>Outer scenarios = asset allocation scenarios</a:t>
            </a:r>
          </a:p>
          <a:p>
            <a:pPr lvl="1"/>
            <a:r>
              <a:rPr lang="en-US">
                <a:latin typeface="Arial" panose="020B0604020202020204" pitchFamily="34" charset="0"/>
                <a:ea typeface="GT America Regular" pitchFamily="2" charset="0"/>
                <a:cs typeface="GT America Regular" pitchFamily="2" charset="0"/>
              </a:rPr>
              <a:t>Regress metrics of interest against asset allocation weights</a:t>
            </a:r>
          </a:p>
          <a:p>
            <a:pPr lvl="1"/>
            <a:endParaRPr lang="en-US">
              <a:latin typeface="Arial" panose="020B0604020202020204" pitchFamily="34" charset="0"/>
            </a:endParaRPr>
          </a:p>
          <a:p>
            <a:pPr>
              <a:defRPr/>
            </a:pPr>
            <a:r>
              <a:rPr lang="en-US" sz="2000" b="1">
                <a:solidFill>
                  <a:srgbClr val="0A1264"/>
                </a:solidFill>
                <a:latin typeface="Times New Roman" panose="02020603050405020304" pitchFamily="18" charset="0"/>
              </a:rPr>
              <a:t>Optimisation</a:t>
            </a:r>
          </a:p>
          <a:p>
            <a:pPr lvl="1"/>
            <a:r>
              <a:rPr lang="en-US">
                <a:latin typeface="Arial" panose="020B0604020202020204" pitchFamily="34" charset="0"/>
                <a:ea typeface="GT America Regular" pitchFamily="2" charset="0"/>
                <a:cs typeface="GT America Regular" pitchFamily="2" charset="0"/>
              </a:rPr>
              <a:t>Evaluate fitted functions for “risk” &amp; “return” at large number of possible asset allocations to obtain efficient frontier</a:t>
            </a:r>
          </a:p>
        </p:txBody>
      </p:sp>
      <p:sp>
        <p:nvSpPr>
          <p:cNvPr id="3" name="Slide Number Placeholder 2">
            <a:extLst>
              <a:ext uri="{FF2B5EF4-FFF2-40B4-BE49-F238E27FC236}">
                <a16:creationId xmlns:a16="http://schemas.microsoft.com/office/drawing/2014/main" id="{EF9B0B03-CC76-9303-3C24-74C7EE49C984}"/>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62A5111-985B-C14D-9115-5787026182A8}" type="slidenum">
              <a:rPr kumimoji="0" lang="en-US" sz="1000" b="0" i="0" u="none" strike="noStrike" kern="1200" cap="none" spc="0" normalizeH="0" baseline="0" noProof="0" smtClean="0">
                <a:ln>
                  <a:noFill/>
                </a:ln>
                <a:solidFill>
                  <a:srgbClr val="000000"/>
                </a:solidFill>
                <a:effectLst/>
                <a:uLnTx/>
                <a:uFillTx/>
                <a:latin typeface="Arial" panose="020B0604020202020204" pitchFamily="34" charset="0"/>
                <a:ea typeface="GT America Regular" pitchFamily="2" charset="77"/>
                <a:cs typeface="GT America Regular" pitchFamily="2" charset="77"/>
              </a:rPr>
              <a:pPr marL="0" marR="0" lvl="0" indent="0" algn="r" defTabSz="914400" rtl="0" eaLnBrk="1" fontAlgn="auto" latinLnBrk="0" hangingPunct="1">
                <a:lnSpc>
                  <a:spcPct val="100000"/>
                </a:lnSpc>
                <a:spcBef>
                  <a:spcPts val="0"/>
                </a:spcBef>
                <a:spcAft>
                  <a:spcPts val="0"/>
                </a:spcAft>
                <a:buClrTx/>
                <a:buSzTx/>
                <a:buFontTx/>
                <a:buNone/>
                <a:tabLst/>
                <a:defRPr/>
              </a:pPr>
              <a:t>20</a:t>
            </a:fld>
            <a:endParaRPr kumimoji="0" lang="en-US" sz="1000" b="0" i="0" u="none" strike="noStrike" kern="1200" cap="none" spc="0" normalizeH="0" baseline="0" noProof="0">
              <a:ln>
                <a:noFill/>
              </a:ln>
              <a:solidFill>
                <a:srgbClr val="000000"/>
              </a:solidFill>
              <a:effectLst/>
              <a:uLnTx/>
              <a:uFillTx/>
              <a:latin typeface="Arial" panose="020B0604020202020204" pitchFamily="34" charset="0"/>
              <a:ea typeface="GT America Regular" pitchFamily="2" charset="77"/>
              <a:cs typeface="GT America Regular" pitchFamily="2" charset="77"/>
            </a:endParaRPr>
          </a:p>
        </p:txBody>
      </p:sp>
      <p:pic>
        <p:nvPicPr>
          <p:cNvPr id="2" name="Picture 1">
            <a:extLst>
              <a:ext uri="{FF2B5EF4-FFF2-40B4-BE49-F238E27FC236}">
                <a16:creationId xmlns:a16="http://schemas.microsoft.com/office/drawing/2014/main" id="{F2139F17-6462-9A68-822D-B00C4C5376E9}"/>
              </a:ext>
            </a:extLst>
          </p:cNvPr>
          <p:cNvPicPr>
            <a:picLocks noChangeAspect="1"/>
          </p:cNvPicPr>
          <p:nvPr/>
        </p:nvPicPr>
        <p:blipFill>
          <a:blip r:embed="rId2"/>
          <a:stretch>
            <a:fillRect/>
          </a:stretch>
        </p:blipFill>
        <p:spPr>
          <a:xfrm>
            <a:off x="8858660" y="2685530"/>
            <a:ext cx="2171799" cy="1985017"/>
          </a:xfrm>
          <a:prstGeom prst="rect">
            <a:avLst/>
          </a:prstGeom>
        </p:spPr>
      </p:pic>
      <p:grpSp>
        <p:nvGrpSpPr>
          <p:cNvPr id="9" name="Group 8">
            <a:extLst>
              <a:ext uri="{FF2B5EF4-FFF2-40B4-BE49-F238E27FC236}">
                <a16:creationId xmlns:a16="http://schemas.microsoft.com/office/drawing/2014/main" id="{AC069D64-6E67-C80A-6549-88E6DC7B8FDA}"/>
              </a:ext>
            </a:extLst>
          </p:cNvPr>
          <p:cNvGrpSpPr/>
          <p:nvPr/>
        </p:nvGrpSpPr>
        <p:grpSpPr>
          <a:xfrm>
            <a:off x="8691181" y="284294"/>
            <a:ext cx="2381980" cy="2276211"/>
            <a:chOff x="8262257" y="223157"/>
            <a:chExt cx="3538534" cy="3007520"/>
          </a:xfrm>
        </p:grpSpPr>
        <p:pic>
          <p:nvPicPr>
            <p:cNvPr id="4" name="Picture 3">
              <a:extLst>
                <a:ext uri="{FF2B5EF4-FFF2-40B4-BE49-F238E27FC236}">
                  <a16:creationId xmlns:a16="http://schemas.microsoft.com/office/drawing/2014/main" id="{FAD52CFB-60C9-620F-F0FA-DAB377284253}"/>
                </a:ext>
              </a:extLst>
            </p:cNvPr>
            <p:cNvPicPr>
              <a:picLocks noChangeAspect="1"/>
            </p:cNvPicPr>
            <p:nvPr/>
          </p:nvPicPr>
          <p:blipFill rotWithShape="1">
            <a:blip r:embed="rId3"/>
            <a:srcRect l="507" t="1313" b="1666"/>
            <a:stretch/>
          </p:blipFill>
          <p:spPr>
            <a:xfrm>
              <a:off x="8262257" y="276225"/>
              <a:ext cx="3226300" cy="2935062"/>
            </a:xfrm>
            <a:prstGeom prst="rect">
              <a:avLst/>
            </a:prstGeom>
          </p:spPr>
        </p:pic>
        <p:sp>
          <p:nvSpPr>
            <p:cNvPr id="5" name="Rectangle 4">
              <a:extLst>
                <a:ext uri="{FF2B5EF4-FFF2-40B4-BE49-F238E27FC236}">
                  <a16:creationId xmlns:a16="http://schemas.microsoft.com/office/drawing/2014/main" id="{53529655-2E92-4F4B-DF90-2C797823E234}"/>
                </a:ext>
              </a:extLst>
            </p:cNvPr>
            <p:cNvSpPr/>
            <p:nvPr/>
          </p:nvSpPr>
          <p:spPr>
            <a:xfrm>
              <a:off x="9846129" y="223157"/>
              <a:ext cx="59871" cy="298813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GT America"/>
                <a:ea typeface="+mn-ea"/>
                <a:cs typeface="+mn-cs"/>
              </a:endParaRPr>
            </a:p>
          </p:txBody>
        </p:sp>
        <p:sp>
          <p:nvSpPr>
            <p:cNvPr id="6" name="Rectangle 5">
              <a:extLst>
                <a:ext uri="{FF2B5EF4-FFF2-40B4-BE49-F238E27FC236}">
                  <a16:creationId xmlns:a16="http://schemas.microsoft.com/office/drawing/2014/main" id="{D7A85983-7073-17A6-D6A7-8099324C2CCC}"/>
                </a:ext>
              </a:extLst>
            </p:cNvPr>
            <p:cNvSpPr/>
            <p:nvPr/>
          </p:nvSpPr>
          <p:spPr>
            <a:xfrm>
              <a:off x="8287429" y="1697038"/>
              <a:ext cx="3350532" cy="9910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GT America"/>
                <a:ea typeface="+mn-ea"/>
                <a:cs typeface="+mn-cs"/>
              </a:endParaRPr>
            </a:p>
          </p:txBody>
        </p:sp>
        <p:sp>
          <p:nvSpPr>
            <p:cNvPr id="8" name="Rectangle 7">
              <a:extLst>
                <a:ext uri="{FF2B5EF4-FFF2-40B4-BE49-F238E27FC236}">
                  <a16:creationId xmlns:a16="http://schemas.microsoft.com/office/drawing/2014/main" id="{EECA18A1-6AE2-B0CE-7A54-F14845AE1BAF}"/>
                </a:ext>
              </a:extLst>
            </p:cNvPr>
            <p:cNvSpPr/>
            <p:nvPr/>
          </p:nvSpPr>
          <p:spPr>
            <a:xfrm>
              <a:off x="11475130" y="1729128"/>
              <a:ext cx="325661" cy="150154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GT America"/>
                <a:ea typeface="+mn-ea"/>
                <a:cs typeface="+mn-cs"/>
              </a:endParaRPr>
            </a:p>
          </p:txBody>
        </p:sp>
      </p:grpSp>
      <p:pic>
        <p:nvPicPr>
          <p:cNvPr id="13" name="Picture 12">
            <a:extLst>
              <a:ext uri="{FF2B5EF4-FFF2-40B4-BE49-F238E27FC236}">
                <a16:creationId xmlns:a16="http://schemas.microsoft.com/office/drawing/2014/main" id="{E07550A2-8C47-E3D6-0858-56F6CE434F2F}"/>
              </a:ext>
            </a:extLst>
          </p:cNvPr>
          <p:cNvPicPr>
            <a:picLocks noChangeAspect="1"/>
          </p:cNvPicPr>
          <p:nvPr/>
        </p:nvPicPr>
        <p:blipFill>
          <a:blip r:embed="rId4"/>
          <a:stretch>
            <a:fillRect/>
          </a:stretch>
        </p:blipFill>
        <p:spPr>
          <a:xfrm>
            <a:off x="8143161" y="4893949"/>
            <a:ext cx="3030538" cy="1687826"/>
          </a:xfrm>
          <a:prstGeom prst="rect">
            <a:avLst/>
          </a:prstGeom>
        </p:spPr>
      </p:pic>
    </p:spTree>
    <p:extLst>
      <p:ext uri="{BB962C8B-B14F-4D97-AF65-F5344CB8AC3E}">
        <p14:creationId xmlns:p14="http://schemas.microsoft.com/office/powerpoint/2010/main" val="588840301"/>
      </p:ext>
    </p:extLst>
  </p:cSld>
  <p:clrMapOvr>
    <a:masterClrMapping/>
  </p:clrMapOvr>
  <p:transition spd="slow">
    <p:push dir="u"/>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7F8E8C2-A10F-8323-8499-1A10BDC84C45}"/>
              </a:ext>
            </a:extLst>
          </p:cNvPr>
          <p:cNvSpPr>
            <a:spLocks noGrp="1"/>
          </p:cNvSpPr>
          <p:nvPr>
            <p:ph type="title"/>
          </p:nvPr>
        </p:nvSpPr>
        <p:spPr/>
        <p:txBody>
          <a:bodyPr/>
          <a:lstStyle/>
          <a:p>
            <a:endParaRPr lang="en-US" dirty="0">
              <a:latin typeface="Times New Roman" panose="02020603050405020304" pitchFamily="18" charset="0"/>
            </a:endParaRPr>
          </a:p>
        </p:txBody>
      </p:sp>
      <p:sp>
        <p:nvSpPr>
          <p:cNvPr id="5" name="Slide Number Placeholder 3">
            <a:extLst>
              <a:ext uri="{FF2B5EF4-FFF2-40B4-BE49-F238E27FC236}">
                <a16:creationId xmlns:a16="http://schemas.microsoft.com/office/drawing/2014/main" id="{FB00479D-B44B-6498-24C8-D2665E54F623}"/>
              </a:ext>
            </a:extLst>
          </p:cNvPr>
          <p:cNvSpPr txBox="1">
            <a:spLocks/>
          </p:cNvSpPr>
          <p:nvPr/>
        </p:nvSpPr>
        <p:spPr>
          <a:xfrm>
            <a:off x="10429875" y="6400800"/>
            <a:ext cx="1208087" cy="18097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defRPr/>
            </a:pPr>
            <a:fld id="{862A5111-985B-C14D-9115-5787026182A8}" type="slidenum">
              <a:rPr lang="en-US" sz="1000" smtClean="0">
                <a:latin typeface="Arial" panose="020B0604020202020204" pitchFamily="34" charset="0"/>
                <a:ea typeface="GT America Regular" pitchFamily="2" charset="77"/>
                <a:cs typeface="GT America Regular" pitchFamily="2" charset="77"/>
              </a:rPr>
              <a:pPr algn="r">
                <a:defRPr/>
              </a:pPr>
              <a:t>21</a:t>
            </a:fld>
            <a:endParaRPr lang="en-US" sz="1000">
              <a:latin typeface="Arial" panose="020B0604020202020204" pitchFamily="34" charset="0"/>
              <a:ea typeface="GT America Regular" pitchFamily="2" charset="77"/>
              <a:cs typeface="GT America Regular" pitchFamily="2" charset="77"/>
            </a:endParaRPr>
          </a:p>
        </p:txBody>
      </p:sp>
    </p:spTree>
    <p:extLst>
      <p:ext uri="{BB962C8B-B14F-4D97-AF65-F5344CB8AC3E}">
        <p14:creationId xmlns:p14="http://schemas.microsoft.com/office/powerpoint/2010/main" val="3065602425"/>
      </p:ext>
    </p:extLst>
  </p:cSld>
  <p:clrMapOvr>
    <a:masterClrMapping/>
  </p:clrMapOvr>
  <p:transition spd="slow">
    <p:push dir="u"/>
  </p:transition>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SCOR Managing Agency</a:t>
            </a:r>
          </a:p>
        </p:txBody>
      </p:sp>
      <p:sp>
        <p:nvSpPr>
          <p:cNvPr id="3" name="Text Placeholder 2"/>
          <p:cNvSpPr>
            <a:spLocks noGrp="1"/>
          </p:cNvSpPr>
          <p:nvPr>
            <p:ph type="body" idx="11" sz="quarter"/>
          </p:nvPr>
        </p:nvSpPr>
        <p:spPr/>
        <p:txBody>
          <a:bodyPr/>
          <a:lstStyle/>
          <a:p>
            <a:r>
              <a:t>Contractual position, use case and recent client topics</a:t>
            </a:r>
          </a:p>
          <a:p>
            <a:r>
              <a:t>Prepared using Moody's Scenario Generator template style</a:t>
            </a:r>
          </a:p>
        </p:txBody>
      </p:sp>
      <p:sp>
        <p:nvSpPr>
          <p:cNvPr id="4" name="Text Placeholder 3"/>
          <p:cNvSpPr>
            <a:spLocks noGrp="1"/>
          </p:cNvSpPr>
          <p:nvPr>
            <p:ph type="body" idx="99" sz="quarter"/>
          </p:nvPr>
        </p:nvSpPr>
        <p:spPr/>
        <p:txBody>
          <a:bodyPr/>
          <a:lstStyle/>
          <a:p>
            <a:r>
              <a:t>Client: SCOR Managing Agency Limited</a:t>
            </a:r>
          </a:p>
        </p:txBody>
      </p:sp>
      <p:sp>
        <p:nvSpPr>
          <p:cNvPr id="5" name="Text Placeholder 4"/>
          <p:cNvSpPr>
            <a:spLocks noGrp="1"/>
          </p:cNvSpPr>
          <p:nvPr>
            <p:ph type="body" idx="100" sz="quarter"/>
          </p:nvPr>
        </p:nvSpPr>
        <p:spPr/>
        <p:txBody>
          <a:bodyPr/>
          <a:lstStyle/>
          <a:p>
            <a:r>
              <a:t>Date: June 2026</a:t>
            </a:r>
          </a:p>
        </p:txBody>
      </p:sp>
      <p:sp>
        <p:nvSpPr>
          <p:cNvPr id="6" name="Text Placeholder 5"/>
          <p:cNvSpPr>
            <a:spLocks noGrp="1"/>
          </p:cNvSpPr>
          <p:nvPr>
            <p:ph type="body" idx="101" sz="quarter"/>
          </p:nvPr>
        </p:nvSpPr>
        <p:spPr/>
        <p:txBody>
          <a:bodyPr/>
          <a:lstStyle/>
          <a:p>
            <a:r>
              <a:t>Prepared by: Moody's Analytics</a:t>
            </a:r>
          </a:p>
        </p:txBody>
      </p:sp>
      <p:sp>
        <p:nvSpPr>
          <p:cNvPr id="7" name="Text Placeholder 6"/>
          <p:cNvSpPr>
            <a:spLocks noGrp="1"/>
          </p:cNvSpPr>
          <p:nvPr>
            <p:ph type="body" idx="102" sz="quarter"/>
          </p:nvPr>
        </p:nvSpPr>
        <p:spPr/>
        <p:txBody>
          <a:bodyPr/>
          <a:lstStyle/>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Text Placeholder 2"/>
          <p:cNvSpPr>
            <a:spLocks noGrp="1"/>
          </p:cNvSpPr>
          <p:nvPr>
            <p:ph type="body" idx="13" sz="quarter"/>
          </p:nvPr>
        </p:nvSpPr>
        <p:spPr/>
        <p:txBody>
          <a:bodyPr/>
          <a:lstStyle/>
          <a:p>
            <a:r>
              <a:t>Source: latest SCOR docx + renewal/amendment records</a:t>
            </a:r>
          </a:p>
        </p:txBody>
      </p:sp>
      <p:sp>
        <p:nvSpPr>
          <p:cNvPr id="4" name="Content Placeholder 3"/>
          <p:cNvSpPr>
            <a:spLocks noGrp="1"/>
          </p:cNvSpPr>
          <p:nvPr>
            <p:ph idx="18" sz="quarter"/>
          </p:nvPr>
        </p:nvSpPr>
        <p:spPr/>
        <p:txBody>
          <a:bodyPr/>
          <a:lstStyle/>
          <a:p>
            <a:r>
              <a:t>Use case and current focus</a:t>
            </a:r>
          </a:p>
          <a:p>
            <a:r>
              <a:t>• SG is actively used for Solvency II capital analytics.</a:t>
            </a:r>
          </a:p>
          <a:p>
            <a:r>
              <a:t>• Client requests quarterly CSV calibration output.</a:t>
            </a:r>
          </a:p>
          <a:p>
            <a:r>
              <a:t>• Technical clarifications requested on NumberOfBonds/Coupon and dummy values.</a:t>
            </a:r>
          </a:p>
        </p:txBody>
      </p:sp>
      <p:sp>
        <p:nvSpPr>
          <p:cNvPr id="5" name="Text Placeholder 4"/>
          <p:cNvSpPr>
            <a:spLocks noGrp="1"/>
          </p:cNvSpPr>
          <p:nvPr>
            <p:ph type="body" idx="15" sz="quarter"/>
          </p:nvPr>
        </p:nvSpPr>
        <p:spPr/>
        <p:txBody>
          <a:bodyPr/>
          <a:lstStyle/>
          <a:p>
            <a:r>
              <a:t>• SCOR prefers a one-year renewal under the existing agreement framework.</a:t>
            </a:r>
          </a:p>
          <a:p>
            <a:r>
              <a:t>• 2025 renewal fee is GBP 53,950 (+3% YoY).</a:t>
            </a:r>
          </a:p>
          <a:p>
            <a:r>
              <a:t>• Amendment confirms legal name/address update to 8 Bishopsgate.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Table Placeholder 1"/>
          <p:cNvGraphicFramePr>
            <a:graphicFrameLocks noGrp="1"/>
          </p:cNvGraphicFramePr>
          <p:nvPr>
            <p:ph type="tbl" idx="11" sz="quarter"/>
          </p:nvPr>
        </p:nvGraphicFramePr>
        <p:xfrm>
          <a:off x="609601" y="1783080"/>
          <a:ext cx="10974916" cy="2595880"/>
        </p:xfrm>
        <a:graphic>
          <a:graphicData uri="http://schemas.openxmlformats.org/drawingml/2006/table">
            <a:tbl>
              <a:tblPr firstRow="1" bandRow="1">
                <a:tableStyleId>{5C22544A-7EE6-4342-B048-85BDC9FD1C3A}</a:tableStyleId>
              </a:tblPr>
              <a:tblGrid>
                <a:gridCol w="2194983"/>
                <a:gridCol w="2194983"/>
                <a:gridCol w="2194983"/>
                <a:gridCol w="2194983"/>
                <a:gridCol w="2194984"/>
              </a:tblGrid>
              <a:tr h="370840">
                <a:tc>
                  <a:txBody>
                    <a:bodyPr/>
                    <a:lstStyle/>
                    <a:p>
                      <a:pPr>
                        <a:defRPr b="1" sz="1100">
                          <a:solidFill>
                            <a:srgbClr val="FFFFFF"/>
                          </a:solidFill>
                        </a:defRPr>
                      </a:pPr>
                      <a:r>
                        <a:t>Document</a:t>
                      </a:r>
                    </a:p>
                  </a:txBody>
                  <a:tcPr>
                    <a:solidFill>
                      <a:srgbClr val="00357A"/>
                    </a:solidFill>
                  </a:tcPr>
                </a:tc>
                <a:tc>
                  <a:txBody>
                    <a:bodyPr/>
                    <a:lstStyle/>
                    <a:p>
                      <a:pPr>
                        <a:defRPr b="1" sz="1100">
                          <a:solidFill>
                            <a:srgbClr val="FFFFFF"/>
                          </a:solidFill>
                        </a:defRPr>
                      </a:pPr>
                      <a:r>
                        <a:t>Date</a:t>
                      </a:r>
                    </a:p>
                  </a:txBody>
                  <a:tcPr>
                    <a:solidFill>
                      <a:srgbClr val="00357A"/>
                    </a:solidFill>
                  </a:tcPr>
                </a:tc>
                <a:tc>
                  <a:txBody>
                    <a:bodyPr/>
                    <a:lstStyle/>
                    <a:p>
                      <a:pPr>
                        <a:defRPr b="1" sz="1100">
                          <a:solidFill>
                            <a:srgbClr val="FFFFFF"/>
                          </a:solidFill>
                        </a:defRPr>
                      </a:pPr>
                      <a:r>
                        <a:t>Agreement Ref</a:t>
                      </a:r>
                    </a:p>
                  </a:txBody>
                  <a:tcPr>
                    <a:solidFill>
                      <a:srgbClr val="00357A"/>
                    </a:solidFill>
                  </a:tcPr>
                </a:tc>
                <a:tc>
                  <a:txBody>
                    <a:bodyPr/>
                    <a:lstStyle/>
                    <a:p>
                      <a:pPr>
                        <a:defRPr b="1" sz="1100">
                          <a:solidFill>
                            <a:srgbClr val="FFFFFF"/>
                          </a:solidFill>
                        </a:defRPr>
                      </a:pPr>
                      <a:r>
                        <a:t>Key point</a:t>
                      </a:r>
                    </a:p>
                  </a:txBody>
                  <a:tcPr>
                    <a:solidFill>
                      <a:srgbClr val="00357A"/>
                    </a:solidFill>
                  </a:tcPr>
                </a:tc>
                <a:tc>
                  <a:txBody>
                    <a:bodyPr/>
                    <a:lstStyle/>
                    <a:p>
                      <a:pPr>
                        <a:defRPr b="1" sz="1100">
                          <a:solidFill>
                            <a:srgbClr val="FFFFFF"/>
                          </a:solidFill>
                        </a:defRPr>
                      </a:pPr>
                      <a:r>
                        <a:t>Fee impact</a:t>
                      </a:r>
                    </a:p>
                  </a:txBody>
                  <a:tcPr>
                    <a:solidFill>
                      <a:srgbClr val="00357A"/>
                    </a:solidFill>
                  </a:tcPr>
                </a:tc>
              </a:tr>
              <a:tr h="370840">
                <a:tc>
                  <a:txBody>
                    <a:bodyPr/>
                    <a:lstStyle/>
                    <a:p>
                      <a:pPr>
                        <a:defRPr sz="1000">
                          <a:solidFill>
                            <a:srgbClr val="212B36"/>
                          </a:solidFill>
                        </a:defRPr>
                      </a:pPr>
                      <a:r>
                        <a:t>Renewal 2023</a:t>
                      </a:r>
                    </a:p>
                  </a:txBody>
                  <a:tcPr/>
                </a:tc>
                <a:tc>
                  <a:txBody>
                    <a:bodyPr/>
                    <a:lstStyle/>
                    <a:p>
                      <a:pPr>
                        <a:defRPr sz="1000">
                          <a:solidFill>
                            <a:srgbClr val="212B36"/>
                          </a:solidFill>
                        </a:defRPr>
                      </a:pPr>
                      <a:r>
                        <a:t>23 Dec 2023</a:t>
                      </a:r>
                    </a:p>
                  </a:txBody>
                  <a:tcPr/>
                </a:tc>
                <a:tc>
                  <a:txBody>
                    <a:bodyPr/>
                    <a:lstStyle/>
                    <a:p>
                      <a:pPr>
                        <a:defRPr sz="1000">
                          <a:solidFill>
                            <a:srgbClr val="212B36"/>
                          </a:solidFill>
                        </a:defRPr>
                      </a:pPr>
                      <a:r>
                        <a:t>00073841.7</a:t>
                      </a:r>
                    </a:p>
                  </a:txBody>
                  <a:tcPr/>
                </a:tc>
                <a:tc>
                  <a:txBody>
                    <a:bodyPr/>
                    <a:lstStyle/>
                    <a:p>
                      <a:pPr>
                        <a:defRPr sz="1000">
                          <a:solidFill>
                            <a:srgbClr val="212B36"/>
                          </a:solidFill>
                        </a:defRPr>
                      </a:pPr>
                      <a:r>
                        <a:t>Annual renewal</a:t>
                      </a:r>
                    </a:p>
                  </a:txBody>
                  <a:tcPr/>
                </a:tc>
                <a:tc>
                  <a:txBody>
                    <a:bodyPr/>
                    <a:lstStyle/>
                    <a:p>
                      <a:pPr>
                        <a:defRPr sz="1000">
                          <a:solidFill>
                            <a:srgbClr val="212B36"/>
                          </a:solidFill>
                        </a:defRPr>
                      </a:pPr>
                      <a:r>
                        <a:t>GBP 50,364</a:t>
                      </a:r>
                    </a:p>
                  </a:txBody>
                  <a:tcPr/>
                </a:tc>
              </a:tr>
              <a:tr h="370840">
                <a:tc>
                  <a:txBody>
                    <a:bodyPr/>
                    <a:lstStyle/>
                    <a:p>
                      <a:pPr>
                        <a:defRPr sz="1000">
                          <a:solidFill>
                            <a:srgbClr val="212B36"/>
                          </a:solidFill>
                        </a:defRPr>
                      </a:pPr>
                      <a:r>
                        <a:t>Renewal 2024</a:t>
                      </a:r>
                    </a:p>
                  </a:txBody>
                  <a:tcPr>
                    <a:solidFill>
                      <a:srgbClr val="E9F0FA"/>
                    </a:solidFill>
                  </a:tcPr>
                </a:tc>
                <a:tc>
                  <a:txBody>
                    <a:bodyPr/>
                    <a:lstStyle/>
                    <a:p>
                      <a:pPr>
                        <a:defRPr sz="1000">
                          <a:solidFill>
                            <a:srgbClr val="212B36"/>
                          </a:solidFill>
                        </a:defRPr>
                      </a:pPr>
                      <a:r>
                        <a:t>23 Dec 2024</a:t>
                      </a:r>
                    </a:p>
                  </a:txBody>
                  <a:tcPr>
                    <a:solidFill>
                      <a:srgbClr val="E9F0FA"/>
                    </a:solidFill>
                  </a:tcPr>
                </a:tc>
                <a:tc>
                  <a:txBody>
                    <a:bodyPr/>
                    <a:lstStyle/>
                    <a:p>
                      <a:pPr>
                        <a:defRPr sz="1000">
                          <a:solidFill>
                            <a:srgbClr val="212B36"/>
                          </a:solidFill>
                        </a:defRPr>
                      </a:pPr>
                      <a:r>
                        <a:t>00073841.8</a:t>
                      </a:r>
                    </a:p>
                  </a:txBody>
                  <a:tcPr>
                    <a:solidFill>
                      <a:srgbClr val="E9F0FA"/>
                    </a:solidFill>
                  </a:tcPr>
                </a:tc>
                <a:tc>
                  <a:txBody>
                    <a:bodyPr/>
                    <a:lstStyle/>
                    <a:p>
                      <a:pPr>
                        <a:defRPr sz="1000">
                          <a:solidFill>
                            <a:srgbClr val="212B36"/>
                          </a:solidFill>
                        </a:defRPr>
                      </a:pPr>
                      <a:r>
                        <a:t>Annual renewal</a:t>
                      </a:r>
                    </a:p>
                  </a:txBody>
                  <a:tcPr>
                    <a:solidFill>
                      <a:srgbClr val="E9F0FA"/>
                    </a:solidFill>
                  </a:tcPr>
                </a:tc>
                <a:tc>
                  <a:txBody>
                    <a:bodyPr/>
                    <a:lstStyle/>
                    <a:p>
                      <a:pPr>
                        <a:defRPr sz="1000">
                          <a:solidFill>
                            <a:srgbClr val="212B36"/>
                          </a:solidFill>
                        </a:defRPr>
                      </a:pPr>
                      <a:r>
                        <a:t>GBP 52,379</a:t>
                      </a:r>
                    </a:p>
                  </a:txBody>
                  <a:tcPr>
                    <a:solidFill>
                      <a:srgbClr val="E9F0FA"/>
                    </a:solidFill>
                  </a:tcPr>
                </a:tc>
              </a:tr>
              <a:tr h="370840">
                <a:tc>
                  <a:txBody>
                    <a:bodyPr/>
                    <a:lstStyle/>
                    <a:p>
                      <a:pPr>
                        <a:defRPr sz="1000">
                          <a:solidFill>
                            <a:srgbClr val="212B36"/>
                          </a:solidFill>
                        </a:defRPr>
                      </a:pPr>
                      <a:r>
                        <a:t>Renewal 2025</a:t>
                      </a:r>
                    </a:p>
                  </a:txBody>
                  <a:tcPr/>
                </a:tc>
                <a:tc>
                  <a:txBody>
                    <a:bodyPr/>
                    <a:lstStyle/>
                    <a:p>
                      <a:pPr>
                        <a:defRPr sz="1000">
                          <a:solidFill>
                            <a:srgbClr val="212B36"/>
                          </a:solidFill>
                        </a:defRPr>
                      </a:pPr>
                      <a:r>
                        <a:t>23 Dec 2025</a:t>
                      </a:r>
                    </a:p>
                  </a:txBody>
                  <a:tcPr/>
                </a:tc>
                <a:tc>
                  <a:txBody>
                    <a:bodyPr/>
                    <a:lstStyle/>
                    <a:p>
                      <a:pPr>
                        <a:defRPr sz="1000">
                          <a:solidFill>
                            <a:srgbClr val="212B36"/>
                          </a:solidFill>
                        </a:defRPr>
                      </a:pPr>
                      <a:r>
                        <a:t>00073841.9</a:t>
                      </a:r>
                    </a:p>
                  </a:txBody>
                  <a:tcPr/>
                </a:tc>
                <a:tc>
                  <a:txBody>
                    <a:bodyPr/>
                    <a:lstStyle/>
                    <a:p>
                      <a:pPr>
                        <a:defRPr sz="1000">
                          <a:solidFill>
                            <a:srgbClr val="212B36"/>
                          </a:solidFill>
                        </a:defRPr>
                      </a:pPr>
                      <a:r>
                        <a:t>Annual renewal</a:t>
                      </a:r>
                    </a:p>
                  </a:txBody>
                  <a:tcPr/>
                </a:tc>
                <a:tc>
                  <a:txBody>
                    <a:bodyPr/>
                    <a:lstStyle/>
                    <a:p>
                      <a:pPr>
                        <a:defRPr sz="1000">
                          <a:solidFill>
                            <a:srgbClr val="212B36"/>
                          </a:solidFill>
                        </a:defRPr>
                      </a:pPr>
                      <a:r>
                        <a:t>GBP 53,950</a:t>
                      </a:r>
                    </a:p>
                  </a:txBody>
                  <a:tcPr/>
                </a:tc>
              </a:tr>
              <a:tr h="370840">
                <a:tc>
                  <a:txBody>
                    <a:bodyPr/>
                    <a:lstStyle/>
                    <a:p>
                      <a:pPr>
                        <a:defRPr sz="1000">
                          <a:solidFill>
                            <a:srgbClr val="212B36"/>
                          </a:solidFill>
                        </a:defRPr>
                      </a:pPr>
                      <a:r>
                        <a:t>Amendment 1</a:t>
                      </a:r>
                    </a:p>
                  </a:txBody>
                  <a:tcPr>
                    <a:solidFill>
                      <a:srgbClr val="E9F0FA"/>
                    </a:solidFill>
                  </a:tcPr>
                </a:tc>
                <a:tc>
                  <a:txBody>
                    <a:bodyPr/>
                    <a:lstStyle/>
                    <a:p>
                      <a:pPr>
                        <a:defRPr sz="1000">
                          <a:solidFill>
                            <a:srgbClr val="212B36"/>
                          </a:solidFill>
                        </a:defRPr>
                      </a:pPr>
                      <a:r>
                        <a:t>23 Dec 2025</a:t>
                      </a:r>
                    </a:p>
                  </a:txBody>
                  <a:tcPr>
                    <a:solidFill>
                      <a:srgbClr val="E9F0FA"/>
                    </a:solidFill>
                  </a:tcPr>
                </a:tc>
                <a:tc>
                  <a:txBody>
                    <a:bodyPr/>
                    <a:lstStyle/>
                    <a:p>
                      <a:pPr>
                        <a:defRPr sz="1000">
                          <a:solidFill>
                            <a:srgbClr val="212B36"/>
                          </a:solidFill>
                        </a:defRPr>
                      </a:pPr>
                      <a:r>
                        <a:t>00073841.9</a:t>
                      </a:r>
                    </a:p>
                  </a:txBody>
                  <a:tcPr>
                    <a:solidFill>
                      <a:srgbClr val="E9F0FA"/>
                    </a:solidFill>
                  </a:tcPr>
                </a:tc>
                <a:tc>
                  <a:txBody>
                    <a:bodyPr/>
                    <a:lstStyle/>
                    <a:p>
                      <a:pPr>
                        <a:defRPr sz="1000">
                          <a:solidFill>
                            <a:srgbClr val="212B36"/>
                          </a:solidFill>
                        </a:defRPr>
                      </a:pPr>
                      <a:r>
                        <a:t>Legal name/address update</a:t>
                      </a:r>
                    </a:p>
                  </a:txBody>
                  <a:tcPr>
                    <a:solidFill>
                      <a:srgbClr val="E9F0FA"/>
                    </a:solidFill>
                  </a:tcPr>
                </a:tc>
                <a:tc>
                  <a:txBody>
                    <a:bodyPr/>
                    <a:lstStyle/>
                    <a:p>
                      <a:pPr>
                        <a:defRPr sz="1000">
                          <a:solidFill>
                            <a:srgbClr val="212B36"/>
                          </a:solidFill>
                        </a:defRPr>
                      </a:pPr>
                      <a:r>
                        <a:t>No fee change</a:t>
                      </a:r>
                    </a:p>
                  </a:txBody>
                  <a:tcPr>
                    <a:solidFill>
                      <a:srgbClr val="E9F0FA"/>
                    </a:solidFill>
                  </a:tcPr>
                </a:tc>
              </a:tr>
              <a:tr h="370840">
                <a:tc>
                  <a:txBody>
                    <a:bodyPr/>
                    <a:lstStyle/>
                    <a:p>
                      <a:pPr>
                        <a:defRPr sz="1000">
                          <a:solidFill>
                            <a:srgbClr val="212B36"/>
                          </a:solidFill>
                        </a:defRPr>
                      </a:pPr>
                      <a:r>
                        <a:t>Current term</a:t>
                      </a:r>
                    </a:p>
                  </a:txBody>
                  <a:tcPr/>
                </a:tc>
                <a:tc>
                  <a:txBody>
                    <a:bodyPr/>
                    <a:lstStyle/>
                    <a:p>
                      <a:pPr>
                        <a:defRPr sz="1000">
                          <a:solidFill>
                            <a:srgbClr val="212B36"/>
                          </a:solidFill>
                        </a:defRPr>
                      </a:pPr>
                      <a:r>
                        <a:t>23 Dec 2025 - 22 Dec 2026</a:t>
                      </a:r>
                    </a:p>
                  </a:txBody>
                  <a:tcPr/>
                </a:tc>
                <a:tc>
                  <a:txBody>
                    <a:bodyPr/>
                    <a:lstStyle/>
                    <a:p>
                      <a:pPr>
                        <a:defRPr sz="1000">
                          <a:solidFill>
                            <a:srgbClr val="212B36"/>
                          </a:solidFill>
                        </a:defRPr>
                      </a:pPr>
                      <a:r>
                        <a:t>ERS/SG</a:t>
                      </a:r>
                    </a:p>
                  </a:txBody>
                  <a:tcPr/>
                </a:tc>
                <a:tc>
                  <a:txBody>
                    <a:bodyPr/>
                    <a:lstStyle/>
                    <a:p>
                      <a:pPr>
                        <a:defRPr sz="1000">
                          <a:solidFill>
                            <a:srgbClr val="212B36"/>
                          </a:solidFill>
                        </a:defRPr>
                      </a:pPr>
                      <a:r>
                        <a:t>Active in SII modeling</a:t>
                      </a:r>
                    </a:p>
                  </a:txBody>
                  <a:tcPr/>
                </a:tc>
                <a:tc>
                  <a:txBody>
                    <a:bodyPr/>
                    <a:lstStyle/>
                    <a:p>
                      <a:pPr>
                        <a:defRPr sz="1000">
                          <a:solidFill>
                            <a:srgbClr val="212B36"/>
                          </a:solidFill>
                        </a:defRPr>
                      </a:pPr>
                      <a:r>
                        <a:t>GBP 53,950</a:t>
                      </a:r>
                    </a:p>
                  </a:txBody>
                  <a:tcPr/>
                </a:tc>
              </a:tr>
              <a:tr h="370840">
                <a:tc>
                  <a:txBody>
                    <a:bodyPr/>
                    <a:lstStyle/>
                    <a:p>
                      <a:pPr>
                        <a:defRPr sz="1000">
                          <a:solidFill>
                            <a:srgbClr val="212B36"/>
                          </a:solidFill>
                        </a:defRPr>
                      </a:pPr>
                      <a:r>
                        <a:t>Commercial note</a:t>
                      </a:r>
                    </a:p>
                  </a:txBody>
                  <a:tcPr>
                    <a:solidFill>
                      <a:srgbClr val="E9F0FA"/>
                    </a:solidFill>
                  </a:tcPr>
                </a:tc>
                <a:tc>
                  <a:txBody>
                    <a:bodyPr/>
                    <a:lstStyle/>
                    <a:p>
                      <a:pPr>
                        <a:defRPr sz="1000">
                          <a:solidFill>
                            <a:srgbClr val="212B36"/>
                          </a:solidFill>
                        </a:defRPr>
                      </a:pPr>
                      <a:r>
                        <a:t>2025 discussion</a:t>
                      </a:r>
                    </a:p>
                  </a:txBody>
                  <a:tcPr>
                    <a:solidFill>
                      <a:srgbClr val="E9F0FA"/>
                    </a:solidFill>
                  </a:tcPr>
                </a:tc>
                <a:tc>
                  <a:txBody>
                    <a:bodyPr/>
                    <a:lstStyle/>
                    <a:p>
                      <a:pPr>
                        <a:defRPr sz="1000">
                          <a:solidFill>
                            <a:srgbClr val="212B36"/>
                          </a:solidFill>
                        </a:defRPr>
                      </a:pPr>
                      <a:r>
                        <a:t>Sales guidance</a:t>
                      </a:r>
                    </a:p>
                  </a:txBody>
                  <a:tcPr>
                    <a:solidFill>
                      <a:srgbClr val="E9F0FA"/>
                    </a:solidFill>
                  </a:tcPr>
                </a:tc>
                <a:tc>
                  <a:txBody>
                    <a:bodyPr/>
                    <a:lstStyle/>
                    <a:p>
                      <a:pPr>
                        <a:defRPr sz="1000">
                          <a:solidFill>
                            <a:srgbClr val="212B36"/>
                          </a:solidFill>
                        </a:defRPr>
                      </a:pPr>
                      <a:r>
                        <a:t>3% uplift vs 6-10% standard</a:t>
                      </a:r>
                    </a:p>
                  </a:txBody>
                  <a:tcPr>
                    <a:solidFill>
                      <a:srgbClr val="E9F0FA"/>
                    </a:solidFill>
                  </a:tcPr>
                </a:tc>
                <a:tc>
                  <a:txBody>
                    <a:bodyPr/>
                    <a:lstStyle/>
                    <a:p>
                      <a:pPr>
                        <a:defRPr sz="1000">
                          <a:solidFill>
                            <a:srgbClr val="212B36"/>
                          </a:solidFill>
                        </a:defRPr>
                      </a:pPr>
                      <a:r>
                        <a:t>Informational</a:t>
                      </a:r>
                    </a:p>
                  </a:txBody>
                  <a:tcPr>
                    <a:solidFill>
                      <a:srgbClr val="E9F0FA"/>
                    </a:solidFill>
                  </a:tcPr>
                </a:tc>
              </a:tr>
            </a:tbl>
          </a:graphicData>
        </a:graphic>
      </p:graphicFrame>
      <p:sp>
        <p:nvSpPr>
          <p:cNvPr id="3" name="Title 2"/>
          <p:cNvSpPr>
            <a:spLocks noGrp="1"/>
          </p:cNvSpPr>
          <p:nvPr>
            <p:ph type="title"/>
          </p:nvPr>
        </p:nvSpPr>
        <p:spPr/>
        <p:txBody>
          <a:bodyPr/>
          <a:lstStyle/>
          <a:p>
            <a:r>
              <a:t>Contractual position summary</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Commercial trend: annual renewal fees</a:t>
            </a:r>
          </a:p>
        </p:txBody>
      </p:sp>
      <p:sp>
        <p:nvSpPr>
          <p:cNvPr id="3" name="Content Placeholder 2"/>
          <p:cNvSpPr>
            <a:spLocks noGrp="1"/>
          </p:cNvSpPr>
          <p:nvPr>
            <p:ph idx="2" sz="half"/>
          </p:nvPr>
        </p:nvSpPr>
        <p:spPr/>
        <p:txBody>
          <a:bodyPr/>
          <a:lstStyle/>
          <a:p/>
        </p:txBody>
      </p:sp>
      <p:sp>
        <p:nvSpPr>
          <p:cNvPr id="4" name="Text Placeholder 3"/>
          <p:cNvSpPr>
            <a:spLocks noGrp="1"/>
          </p:cNvSpPr>
          <p:nvPr>
            <p:ph type="body" idx="17" sz="quarter"/>
          </p:nvPr>
        </p:nvSpPr>
        <p:spPr/>
        <p:txBody>
          <a:bodyPr/>
          <a:lstStyle/>
          <a:p>
            <a:r>
              <a:t>Fee progression reflects controlled uplift with 2025 increase at 3.0% year-over-year.</a:t>
            </a:r>
          </a:p>
        </p:txBody>
      </p:sp>
      <p:sp>
        <p:nvSpPr>
          <p:cNvPr id="5" name="Text Placeholder 4"/>
          <p:cNvSpPr>
            <a:spLocks noGrp="1"/>
          </p:cNvSpPr>
          <p:nvPr>
            <p:ph type="body" idx="18" sz="quarter"/>
          </p:nvPr>
        </p:nvSpPr>
        <p:spPr/>
        <p:txBody>
          <a:bodyPr/>
          <a:lstStyle/>
          <a:p>
            <a:r>
              <a:t>Market context from sales notes: typical range ~6-10%.</a:t>
            </a:r>
          </a:p>
        </p:txBody>
      </p:sp>
      <p:graphicFrame>
        <p:nvGraphicFramePr>
          <p:cNvPr id="6" name="Chart 5"/>
          <p:cNvGraphicFramePr>
            <a:graphicFrameLocks noGrp="1"/>
          </p:cNvGraphicFramePr>
          <p:nvPr/>
        </p:nvGraphicFramePr>
        <p:xfrm>
          <a:off x="546100" y="1849438"/>
          <a:ext cx="9672637" cy="4017962"/>
        </p:xfrm>
        <a:graphic>
          <a:graphicData uri="http://schemas.openxmlformats.org/drawingml/2006/chart">
            <c:chart xmlns:c="http://schemas.openxmlformats.org/drawingml/2006/chart" r:id="rId2"/>
          </a:graphicData>
        </a:graphic>
      </p:graphicFrame>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Placeholder 1" descr="tmp3inpcn2z_csv_icon.png"/>
          <p:cNvPicPr>
            <a:picLocks noGrp="1" noChangeAspect="1"/>
          </p:cNvPicPr>
          <p:nvPr>
            <p:ph type="pic" idx="37" sz="quarter"/>
          </p:nvPr>
        </p:nvPicPr>
        <p:blipFill>
          <a:blip r:embed="rId2"/>
          <a:srcRect t="738" b="738"/>
          <a:stretch>
            <a:fillRect/>
          </a:stretch>
        </p:blipFill>
        <p:spPr/>
      </p:pic>
      <p:pic>
        <p:nvPicPr>
          <p:cNvPr id="3" name="Picture Placeholder 2" descr="tmp9w5krj6o_mdl_icon.png"/>
          <p:cNvPicPr>
            <a:picLocks noGrp="1" noChangeAspect="1"/>
          </p:cNvPicPr>
          <p:nvPr>
            <p:ph type="pic" idx="38" sz="quarter"/>
          </p:nvPr>
        </p:nvPicPr>
        <p:blipFill>
          <a:blip r:embed="rId3"/>
          <a:srcRect t="738" b="738"/>
          <a:stretch>
            <a:fillRect/>
          </a:stretch>
        </p:blipFill>
        <p:spPr/>
      </p:pic>
      <p:sp>
        <p:nvSpPr>
          <p:cNvPr id="4" name="Title 3"/>
          <p:cNvSpPr>
            <a:spLocks noGrp="1"/>
          </p:cNvSpPr>
          <p:nvPr>
            <p:ph type="title"/>
          </p:nvPr>
        </p:nvSpPr>
        <p:spPr/>
        <p:txBody>
          <a:bodyPr/>
          <a:lstStyle/>
          <a:p>
            <a:r>
              <a:t>Use case and operating model</a:t>
            </a:r>
          </a:p>
        </p:txBody>
      </p:sp>
      <p:sp>
        <p:nvSpPr>
          <p:cNvPr id="5" name="Text Placeholder 4"/>
          <p:cNvSpPr>
            <a:spLocks noGrp="1"/>
          </p:cNvSpPr>
          <p:nvPr>
            <p:ph type="body" idx="41" sz="quarter"/>
          </p:nvPr>
        </p:nvSpPr>
        <p:spPr/>
        <p:txBody>
          <a:bodyPr/>
          <a:lstStyle/>
          <a:p>
            <a:r>
              <a:t>SG is actively used for SII capital analytics under the ERS/SG subscription.</a:t>
            </a:r>
          </a:p>
        </p:txBody>
      </p:sp>
      <p:sp>
        <p:nvSpPr>
          <p:cNvPr id="6" name="Text Placeholder 5"/>
          <p:cNvSpPr>
            <a:spLocks noGrp="1"/>
          </p:cNvSpPr>
          <p:nvPr>
            <p:ph type="body" idx="42" sz="quarter"/>
          </p:nvPr>
        </p:nvSpPr>
        <p:spPr/>
        <p:txBody>
          <a:bodyPr/>
          <a:lstStyle/>
          <a:p/>
        </p:txBody>
      </p:sp>
      <p:sp>
        <p:nvSpPr>
          <p:cNvPr id="7" name="Content Placeholder 6"/>
          <p:cNvSpPr>
            <a:spLocks noGrp="1"/>
          </p:cNvSpPr>
          <p:nvPr>
            <p:ph idx="43" sz="quarter"/>
          </p:nvPr>
        </p:nvSpPr>
        <p:spPr/>
        <p:txBody>
          <a:bodyPr/>
          <a:lstStyle/>
          <a:p>
            <a:r>
              <a:t>• SCOR runs SG calibrations internally</a:t>
            </a:r>
          </a:p>
          <a:p>
            <a:r>
              <a:t>• Used by actuarial and capital modeling teams</a:t>
            </a:r>
          </a:p>
          <a:p>
            <a:r>
              <a:t>• Supports underwriting and regulatory workflows</a:t>
            </a:r>
          </a:p>
        </p:txBody>
      </p:sp>
      <p:sp>
        <p:nvSpPr>
          <p:cNvPr id="8" name="Content Placeholder 7"/>
          <p:cNvSpPr>
            <a:spLocks noGrp="1"/>
          </p:cNvSpPr>
          <p:nvPr>
            <p:ph idx="44" sz="quarter"/>
          </p:nvPr>
        </p:nvSpPr>
        <p:spPr/>
        <p:txBody>
          <a:bodyPr/>
          <a:lstStyle/>
          <a:p>
            <a:r>
              <a:t>• Receive quarterly calibration output in CSV</a:t>
            </a:r>
          </a:p>
          <a:p>
            <a:r>
              <a:t>• Clarify NumberOfBonds and Coupon guidance</a:t>
            </a:r>
          </a:p>
          <a:p>
            <a:r>
              <a:t>• Assess impact of dummy values (1 / 0)</a:t>
            </a:r>
          </a:p>
        </p:txBody>
      </p:sp>
      <p:sp>
        <p:nvSpPr>
          <p:cNvPr id="9" name="Text Placeholder 8"/>
          <p:cNvSpPr>
            <a:spLocks noGrp="1"/>
          </p:cNvSpPr>
          <p:nvPr>
            <p:ph type="body" idx="45" sz="quarter"/>
          </p:nvPr>
        </p:nvSpPr>
        <p:spPr/>
        <p:txBody>
          <a:bodyPr/>
          <a:lstStyle/>
          <a:p>
            <a:r>
              <a:t>Current operating model</a:t>
            </a:r>
          </a:p>
        </p:txBody>
      </p:sp>
      <p:sp>
        <p:nvSpPr>
          <p:cNvPr id="10" name="Text Placeholder 9"/>
          <p:cNvSpPr>
            <a:spLocks noGrp="1"/>
          </p:cNvSpPr>
          <p:nvPr>
            <p:ph type="body" idx="46" sz="quarter"/>
          </p:nvPr>
        </p:nvSpPr>
        <p:spPr/>
        <p:txBody>
          <a:bodyPr/>
          <a:lstStyle/>
          <a:p>
            <a:r>
              <a:t>Requested evolution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Table Placeholder 1"/>
          <p:cNvGraphicFramePr>
            <a:graphicFrameLocks noGrp="1"/>
          </p:cNvGraphicFramePr>
          <p:nvPr>
            <p:ph type="tbl" idx="11" sz="quarter"/>
          </p:nvPr>
        </p:nvGraphicFramePr>
        <p:xfrm>
          <a:off x="609601" y="1783080"/>
          <a:ext cx="10974916" cy="1854200"/>
        </p:xfrm>
        <a:graphic>
          <a:graphicData uri="http://schemas.openxmlformats.org/drawingml/2006/table">
            <a:tbl>
              <a:tblPr firstRow="1" bandRow="1">
                <a:tableStyleId>{5C22544A-7EE6-4342-B048-85BDC9FD1C3A}</a:tableStyleId>
              </a:tblPr>
              <a:tblGrid>
                <a:gridCol w="2743729"/>
                <a:gridCol w="2743729"/>
                <a:gridCol w="2743729"/>
                <a:gridCol w="2743729"/>
              </a:tblGrid>
              <a:tr h="370840">
                <a:tc>
                  <a:txBody>
                    <a:bodyPr/>
                    <a:lstStyle/>
                    <a:p>
                      <a:pPr>
                        <a:defRPr b="1" sz="1100">
                          <a:solidFill>
                            <a:srgbClr val="FFFFFF"/>
                          </a:solidFill>
                        </a:defRPr>
                      </a:pPr>
                      <a:r>
                        <a:t>Topic</a:t>
                      </a:r>
                    </a:p>
                  </a:txBody>
                  <a:tcPr>
                    <a:solidFill>
                      <a:srgbClr val="00357A"/>
                    </a:solidFill>
                  </a:tcPr>
                </a:tc>
                <a:tc>
                  <a:txBody>
                    <a:bodyPr/>
                    <a:lstStyle/>
                    <a:p>
                      <a:pPr>
                        <a:defRPr b="1" sz="1100">
                          <a:solidFill>
                            <a:srgbClr val="FFFFFF"/>
                          </a:solidFill>
                        </a:defRPr>
                      </a:pPr>
                      <a:r>
                        <a:t>Client ask</a:t>
                      </a:r>
                    </a:p>
                  </a:txBody>
                  <a:tcPr>
                    <a:solidFill>
                      <a:srgbClr val="00357A"/>
                    </a:solidFill>
                  </a:tcPr>
                </a:tc>
                <a:tc>
                  <a:txBody>
                    <a:bodyPr/>
                    <a:lstStyle/>
                    <a:p>
                      <a:pPr>
                        <a:defRPr b="1" sz="1100">
                          <a:solidFill>
                            <a:srgbClr val="FFFFFF"/>
                          </a:solidFill>
                        </a:defRPr>
                      </a:pPr>
                      <a:r>
                        <a:t>Why it matters</a:t>
                      </a:r>
                    </a:p>
                  </a:txBody>
                  <a:tcPr>
                    <a:solidFill>
                      <a:srgbClr val="00357A"/>
                    </a:solidFill>
                  </a:tcPr>
                </a:tc>
                <a:tc>
                  <a:txBody>
                    <a:bodyPr/>
                    <a:lstStyle/>
                    <a:p>
                      <a:pPr>
                        <a:defRPr b="1" sz="1100">
                          <a:solidFill>
                            <a:srgbClr val="FFFFFF"/>
                          </a:solidFill>
                        </a:defRPr>
                      </a:pPr>
                      <a:r>
                        <a:t>Recommended follow-up</a:t>
                      </a:r>
                    </a:p>
                  </a:txBody>
                  <a:tcPr>
                    <a:solidFill>
                      <a:srgbClr val="00357A"/>
                    </a:solidFill>
                  </a:tcPr>
                </a:tc>
              </a:tr>
              <a:tr h="370840">
                <a:tc>
                  <a:txBody>
                    <a:bodyPr/>
                    <a:lstStyle/>
                    <a:p>
                      <a:pPr>
                        <a:defRPr sz="1000">
                          <a:solidFill>
                            <a:srgbClr val="212B36"/>
                          </a:solidFill>
                        </a:defRPr>
                      </a:pPr>
                      <a:r>
                        <a:t>Renewal term</a:t>
                      </a:r>
                    </a:p>
                  </a:txBody>
                  <a:tcPr/>
                </a:tc>
                <a:tc>
                  <a:txBody>
                    <a:bodyPr/>
                    <a:lstStyle/>
                    <a:p>
                      <a:pPr>
                        <a:defRPr sz="1000">
                          <a:solidFill>
                            <a:srgbClr val="212B36"/>
                          </a:solidFill>
                        </a:defRPr>
                      </a:pPr>
                      <a:r>
                        <a:t>Single-year renewal</a:t>
                      </a:r>
                    </a:p>
                  </a:txBody>
                  <a:tcPr/>
                </a:tc>
                <a:tc>
                  <a:txBody>
                    <a:bodyPr/>
                    <a:lstStyle/>
                    <a:p>
                      <a:pPr>
                        <a:defRPr sz="1000">
                          <a:solidFill>
                            <a:srgbClr val="212B36"/>
                          </a:solidFill>
                        </a:defRPr>
                      </a:pPr>
                      <a:r>
                        <a:t>Keeps flexibility</a:t>
                      </a:r>
                    </a:p>
                  </a:txBody>
                  <a:tcPr/>
                </a:tc>
                <a:tc>
                  <a:txBody>
                    <a:bodyPr/>
                    <a:lstStyle/>
                    <a:p>
                      <a:pPr>
                        <a:defRPr sz="1000">
                          <a:solidFill>
                            <a:srgbClr val="212B36"/>
                          </a:solidFill>
                        </a:defRPr>
                      </a:pPr>
                      <a:r>
                        <a:t>Confirm term and pricing path</a:t>
                      </a:r>
                    </a:p>
                  </a:txBody>
                  <a:tcPr/>
                </a:tc>
              </a:tr>
              <a:tr h="370840">
                <a:tc>
                  <a:txBody>
                    <a:bodyPr/>
                    <a:lstStyle/>
                    <a:p>
                      <a:pPr>
                        <a:defRPr sz="1000">
                          <a:solidFill>
                            <a:srgbClr val="212B36"/>
                          </a:solidFill>
                        </a:defRPr>
                      </a:pPr>
                      <a:r>
                        <a:t>CSV output</a:t>
                      </a:r>
                    </a:p>
                  </a:txBody>
                  <a:tcPr>
                    <a:solidFill>
                      <a:srgbClr val="E9F0FA"/>
                    </a:solidFill>
                  </a:tcPr>
                </a:tc>
                <a:tc>
                  <a:txBody>
                    <a:bodyPr/>
                    <a:lstStyle/>
                    <a:p>
                      <a:pPr>
                        <a:defRPr sz="1000">
                          <a:solidFill>
                            <a:srgbClr val="212B36"/>
                          </a:solidFill>
                        </a:defRPr>
                      </a:pPr>
                      <a:r>
                        <a:t>Quarterly CSV calibration output</a:t>
                      </a:r>
                    </a:p>
                  </a:txBody>
                  <a:tcPr>
                    <a:solidFill>
                      <a:srgbClr val="E9F0FA"/>
                    </a:solidFill>
                  </a:tcPr>
                </a:tc>
                <a:tc>
                  <a:txBody>
                    <a:bodyPr/>
                    <a:lstStyle/>
                    <a:p>
                      <a:pPr>
                        <a:defRPr sz="1000">
                          <a:solidFill>
                            <a:srgbClr val="212B36"/>
                          </a:solidFill>
                        </a:defRPr>
                      </a:pPr>
                      <a:r>
                        <a:t>Lower ops effort</a:t>
                      </a:r>
                    </a:p>
                  </a:txBody>
                  <a:tcPr>
                    <a:solidFill>
                      <a:srgbClr val="E9F0FA"/>
                    </a:solidFill>
                  </a:tcPr>
                </a:tc>
                <a:tc>
                  <a:txBody>
                    <a:bodyPr/>
                    <a:lstStyle/>
                    <a:p>
                      <a:pPr>
                        <a:defRPr sz="1000">
                          <a:solidFill>
                            <a:srgbClr val="212B36"/>
                          </a:solidFill>
                        </a:defRPr>
                      </a:pPr>
                      <a:r>
                        <a:t>Assess delivery model</a:t>
                      </a:r>
                    </a:p>
                  </a:txBody>
                  <a:tcPr>
                    <a:solidFill>
                      <a:srgbClr val="E9F0FA"/>
                    </a:solidFill>
                  </a:tcPr>
                </a:tc>
              </a:tr>
              <a:tr h="370840">
                <a:tc>
                  <a:txBody>
                    <a:bodyPr/>
                    <a:lstStyle/>
                    <a:p>
                      <a:pPr>
                        <a:defRPr sz="1000">
                          <a:solidFill>
                            <a:srgbClr val="212B36"/>
                          </a:solidFill>
                        </a:defRPr>
                      </a:pPr>
                      <a:r>
                        <a:t>Bond parameters</a:t>
                      </a:r>
                    </a:p>
                  </a:txBody>
                  <a:tcPr/>
                </a:tc>
                <a:tc>
                  <a:txBody>
                    <a:bodyPr/>
                    <a:lstStyle/>
                    <a:p>
                      <a:pPr>
                        <a:defRPr sz="1000">
                          <a:solidFill>
                            <a:srgbClr val="212B36"/>
                          </a:solidFill>
                        </a:defRPr>
                      </a:pPr>
                      <a:r>
                        <a:t>NumberOfBonds and Coupon guidance</a:t>
                      </a:r>
                    </a:p>
                  </a:txBody>
                  <a:tcPr/>
                </a:tc>
                <a:tc>
                  <a:txBody>
                    <a:bodyPr/>
                    <a:lstStyle/>
                    <a:p>
                      <a:pPr>
                        <a:defRPr sz="1000">
                          <a:solidFill>
                            <a:srgbClr val="212B36"/>
                          </a:solidFill>
                        </a:defRPr>
                      </a:pPr>
                      <a:r>
                        <a:t>Affects return realism</a:t>
                      </a:r>
                    </a:p>
                  </a:txBody>
                  <a:tcPr/>
                </a:tc>
                <a:tc>
                  <a:txBody>
                    <a:bodyPr/>
                    <a:lstStyle/>
                    <a:p>
                      <a:pPr>
                        <a:defRPr sz="1000">
                          <a:solidFill>
                            <a:srgbClr val="212B36"/>
                          </a:solidFill>
                        </a:defRPr>
                      </a:pPr>
                      <a:r>
                        <a:t>Issue parameter guidance note</a:t>
                      </a:r>
                    </a:p>
                  </a:txBody>
                  <a:tcPr/>
                </a:tc>
              </a:tr>
              <a:tr h="370840">
                <a:tc>
                  <a:txBody>
                    <a:bodyPr/>
                    <a:lstStyle/>
                    <a:p>
                      <a:pPr>
                        <a:defRPr sz="1000">
                          <a:solidFill>
                            <a:srgbClr val="212B36"/>
                          </a:solidFill>
                        </a:defRPr>
                      </a:pPr>
                      <a:r>
                        <a:t>Dummy values</a:t>
                      </a:r>
                    </a:p>
                  </a:txBody>
                  <a:tcPr>
                    <a:solidFill>
                      <a:srgbClr val="E9F0FA"/>
                    </a:solidFill>
                  </a:tcPr>
                </a:tc>
                <a:tc>
                  <a:txBody>
                    <a:bodyPr/>
                    <a:lstStyle/>
                    <a:p>
                      <a:pPr>
                        <a:defRPr sz="1000">
                          <a:solidFill>
                            <a:srgbClr val="212B36"/>
                          </a:solidFill>
                        </a:defRPr>
                      </a:pPr>
                      <a:r>
                        <a:t>Effect of 1 / 0 settings</a:t>
                      </a:r>
                    </a:p>
                  </a:txBody>
                  <a:tcPr>
                    <a:solidFill>
                      <a:srgbClr val="E9F0FA"/>
                    </a:solidFill>
                  </a:tcPr>
                </a:tc>
                <a:tc>
                  <a:txBody>
                    <a:bodyPr/>
                    <a:lstStyle/>
                    <a:p>
                      <a:pPr>
                        <a:defRPr sz="1000">
                          <a:solidFill>
                            <a:srgbClr val="212B36"/>
                          </a:solidFill>
                        </a:defRPr>
                      </a:pPr>
                      <a:r>
                        <a:t>Potential model distortion</a:t>
                      </a:r>
                    </a:p>
                  </a:txBody>
                  <a:tcPr>
                    <a:solidFill>
                      <a:srgbClr val="E9F0FA"/>
                    </a:solidFill>
                  </a:tcPr>
                </a:tc>
                <a:tc>
                  <a:txBody>
                    <a:bodyPr/>
                    <a:lstStyle/>
                    <a:p>
                      <a:pPr>
                        <a:defRPr sz="1000">
                          <a:solidFill>
                            <a:srgbClr val="212B36"/>
                          </a:solidFill>
                        </a:defRPr>
                      </a:pPr>
                      <a:r>
                        <a:t>Run impact test and respond</a:t>
                      </a:r>
                    </a:p>
                  </a:txBody>
                  <a:tcPr>
                    <a:solidFill>
                      <a:srgbClr val="E9F0FA"/>
                    </a:solidFill>
                  </a:tcPr>
                </a:tc>
              </a:tr>
            </a:tbl>
          </a:graphicData>
        </a:graphic>
      </p:graphicFrame>
      <p:sp>
        <p:nvSpPr>
          <p:cNvPr id="3" name="Title 2"/>
          <p:cNvSpPr>
            <a:spLocks noGrp="1"/>
          </p:cNvSpPr>
          <p:nvPr>
            <p:ph type="title"/>
          </p:nvPr>
        </p:nvSpPr>
        <p:spPr/>
        <p:txBody>
          <a:bodyPr/>
          <a:lstStyle/>
          <a:p>
            <a:r>
              <a:t>Recent topics with SCOR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Recommended next steps</a:t>
            </a:r>
          </a:p>
        </p:txBody>
      </p:sp>
      <p:pic>
        <p:nvPicPr>
          <p:cNvPr id="3" name="Picture Placeholder 2" descr="tmp9r2h7hgi_1.png"/>
          <p:cNvPicPr>
            <a:picLocks noGrp="1" noChangeAspect="1"/>
          </p:cNvPicPr>
          <p:nvPr>
            <p:ph type="pic" idx="28" sz="quarter"/>
          </p:nvPr>
        </p:nvPicPr>
        <p:blipFill>
          <a:blip r:embed="rId2"/>
          <a:srcRect l="1789" r="1789"/>
          <a:stretch>
            <a:fillRect/>
          </a:stretch>
        </p:blipFill>
        <p:spPr/>
      </p:pic>
      <p:pic>
        <p:nvPicPr>
          <p:cNvPr id="4" name="Picture Placeholder 3" descr="tmpwemq8onn_2.png"/>
          <p:cNvPicPr>
            <a:picLocks noGrp="1" noChangeAspect="1"/>
          </p:cNvPicPr>
          <p:nvPr>
            <p:ph type="pic" idx="36" sz="quarter"/>
          </p:nvPr>
        </p:nvPicPr>
        <p:blipFill>
          <a:blip r:embed="rId3"/>
          <a:srcRect l="1789" r="1789"/>
          <a:stretch>
            <a:fillRect/>
          </a:stretch>
        </p:blipFill>
        <p:spPr/>
      </p:pic>
      <p:pic>
        <p:nvPicPr>
          <p:cNvPr id="5" name="Picture Placeholder 4" descr="tmpw7lh_njk_3.png"/>
          <p:cNvPicPr>
            <a:picLocks noGrp="1" noChangeAspect="1"/>
          </p:cNvPicPr>
          <p:nvPr>
            <p:ph type="pic" idx="37" sz="quarter"/>
          </p:nvPr>
        </p:nvPicPr>
        <p:blipFill>
          <a:blip r:embed="rId4"/>
          <a:srcRect l="1789" r="1789"/>
          <a:stretch>
            <a:fillRect/>
          </a:stretch>
        </p:blipFill>
        <p:spPr/>
      </p:pic>
      <p:pic>
        <p:nvPicPr>
          <p:cNvPr id="6" name="Picture Placeholder 5" descr="tmps3abyo6n_4.png"/>
          <p:cNvPicPr>
            <a:picLocks noGrp="1" noChangeAspect="1"/>
          </p:cNvPicPr>
          <p:nvPr>
            <p:ph type="pic" idx="38" sz="quarter"/>
          </p:nvPr>
        </p:nvPicPr>
        <p:blipFill>
          <a:blip r:embed="rId5"/>
          <a:srcRect l="1789" r="1789"/>
          <a:stretch>
            <a:fillRect/>
          </a:stretch>
        </p:blipFill>
        <p:spPr/>
      </p:pic>
      <p:pic>
        <p:nvPicPr>
          <p:cNvPr id="7" name="Picture Placeholder 6" descr="tmp19ytobg0_5.png"/>
          <p:cNvPicPr>
            <a:picLocks noGrp="1" noChangeAspect="1"/>
          </p:cNvPicPr>
          <p:nvPr>
            <p:ph type="pic" idx="39" sz="quarter"/>
          </p:nvPr>
        </p:nvPicPr>
        <p:blipFill>
          <a:blip r:embed="rId6"/>
          <a:srcRect l="1789" r="1789"/>
          <a:stretch>
            <a:fillRect/>
          </a:stretch>
        </p:blipFill>
        <p:spPr/>
      </p:pic>
      <p:sp>
        <p:nvSpPr>
          <p:cNvPr id="8" name="Text Placeholder 7"/>
          <p:cNvSpPr>
            <a:spLocks noGrp="1"/>
          </p:cNvSpPr>
          <p:nvPr>
            <p:ph type="body" idx="45" sz="quarter"/>
          </p:nvPr>
        </p:nvSpPr>
        <p:spPr/>
        <p:txBody>
          <a:bodyPr/>
          <a:lstStyle/>
          <a:p>
            <a:r>
              <a:t>Action plan aligned to commercial, contract, and technical follow-up</a:t>
            </a:r>
          </a:p>
        </p:txBody>
      </p:sp>
      <p:sp>
        <p:nvSpPr>
          <p:cNvPr id="9" name="Text Placeholder 8"/>
          <p:cNvSpPr>
            <a:spLocks noGrp="1"/>
          </p:cNvSpPr>
          <p:nvPr>
            <p:ph type="body" idx="46" sz="quarter"/>
          </p:nvPr>
        </p:nvSpPr>
        <p:spPr/>
        <p:txBody>
          <a:bodyPr/>
          <a:lstStyle/>
          <a:p>
            <a:r>
              <a:t>Source: latest SCOR correspondence and renewal documents</a:t>
            </a:r>
          </a:p>
        </p:txBody>
      </p:sp>
      <p:sp>
        <p:nvSpPr>
          <p:cNvPr id="10" name="Content Placeholder 9"/>
          <p:cNvSpPr>
            <a:spLocks noGrp="1"/>
          </p:cNvSpPr>
          <p:nvPr>
            <p:ph idx="40" sz="quarter"/>
          </p:nvPr>
        </p:nvSpPr>
        <p:spPr/>
        <p:txBody>
          <a:bodyPr/>
          <a:lstStyle/>
          <a:p>
            <a:r>
              <a:t>Confirm</a:t>
            </a:r>
          </a:p>
          <a:p>
            <a:r>
              <a:t>1-year renewal</a:t>
            </a:r>
          </a:p>
          <a:p>
            <a:r>
              <a:t>execution</a:t>
            </a:r>
          </a:p>
        </p:txBody>
      </p:sp>
      <p:sp>
        <p:nvSpPr>
          <p:cNvPr id="11" name="Content Placeholder 10"/>
          <p:cNvSpPr>
            <a:spLocks noGrp="1"/>
          </p:cNvSpPr>
          <p:nvPr>
            <p:ph idx="47" sz="quarter"/>
          </p:nvPr>
        </p:nvSpPr>
        <p:spPr/>
        <p:txBody>
          <a:bodyPr/>
          <a:lstStyle/>
          <a:p>
            <a:r>
              <a:t>Validate legal</a:t>
            </a:r>
          </a:p>
          <a:p>
            <a:r>
              <a:t>name/address</a:t>
            </a:r>
          </a:p>
          <a:p>
            <a:r>
              <a:t>consistency</a:t>
            </a:r>
          </a:p>
        </p:txBody>
      </p:sp>
      <p:sp>
        <p:nvSpPr>
          <p:cNvPr id="12" name="Content Placeholder 11"/>
          <p:cNvSpPr>
            <a:spLocks noGrp="1"/>
          </p:cNvSpPr>
          <p:nvPr>
            <p:ph idx="48" sz="quarter"/>
          </p:nvPr>
        </p:nvSpPr>
        <p:spPr/>
        <p:txBody>
          <a:bodyPr/>
          <a:lstStyle/>
          <a:p>
            <a:r>
              <a:t>Assess quarterly</a:t>
            </a:r>
          </a:p>
          <a:p>
            <a:r>
              <a:t>CSV delivery</a:t>
            </a:r>
          </a:p>
          <a:p>
            <a:r>
              <a:t>model</a:t>
            </a:r>
          </a:p>
        </p:txBody>
      </p:sp>
      <p:sp>
        <p:nvSpPr>
          <p:cNvPr id="13" name="Content Placeholder 12"/>
          <p:cNvSpPr>
            <a:spLocks noGrp="1"/>
          </p:cNvSpPr>
          <p:nvPr>
            <p:ph idx="49" sz="quarter"/>
          </p:nvPr>
        </p:nvSpPr>
        <p:spPr/>
        <p:txBody>
          <a:bodyPr/>
          <a:lstStyle/>
          <a:p>
            <a:r>
              <a:t>Issue guidance on</a:t>
            </a:r>
          </a:p>
          <a:p>
            <a:r>
              <a:t>bond parameters</a:t>
            </a:r>
          </a:p>
          <a:p>
            <a:r>
              <a:t>and dummy values</a:t>
            </a:r>
          </a:p>
        </p:txBody>
      </p:sp>
      <p:sp>
        <p:nvSpPr>
          <p:cNvPr id="14" name="Content Placeholder 13"/>
          <p:cNvSpPr>
            <a:spLocks noGrp="1"/>
          </p:cNvSpPr>
          <p:nvPr>
            <p:ph idx="50" sz="quarter"/>
          </p:nvPr>
        </p:nvSpPr>
        <p:spPr/>
        <p:txBody>
          <a:bodyPr/>
          <a:lstStyle/>
          <a:p>
            <a:r>
              <a:t>Align Sales,</a:t>
            </a:r>
          </a:p>
          <a:p>
            <a:r>
              <a:t>Product and</a:t>
            </a:r>
          </a:p>
          <a:p>
            <a:r>
              <a:t>Contracts owners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Thank you</a:t>
            </a:r>
          </a:p>
        </p:txBody>
      </p:sp>
      <p:sp>
        <p:nvSpPr>
          <p:cNvPr id="3" name="Text Placeholder 2"/>
          <p:cNvSpPr>
            <a:spLocks noGrp="1"/>
          </p:cNvSpPr>
          <p:nvPr>
            <p:ph type="body" idx="15" sz="quarter"/>
          </p:nvPr>
        </p:nvSpPr>
        <p:spPr/>
        <p:txBody>
          <a:bodyPr/>
          <a:lstStyle/>
          <a:p>
            <a:r>
              <a:t>Questions and discussion</a:t>
            </a:r>
          </a:p>
        </p:txBody>
      </p:sp>
      <p:sp>
        <p:nvSpPr>
          <p:cNvPr id="4" name="Text Placeholder 3"/>
          <p:cNvSpPr>
            <a:spLocks noGrp="1"/>
          </p:cNvSpPr>
          <p:nvPr>
            <p:ph type="body" idx="94" sz="quarter"/>
          </p:nvPr>
        </p:nvSpPr>
        <p:spPr/>
        <p:txBody>
          <a:bodyPr/>
          <a:lstStyle/>
          <a:p/>
        </p:txBody>
      </p:sp>
      <p:sp>
        <p:nvSpPr>
          <p:cNvPr id="5" name="Text Placeholder 4"/>
          <p:cNvSpPr>
            <a:spLocks noGrp="1"/>
          </p:cNvSpPr>
          <p:nvPr>
            <p:ph type="body" idx="95" sz="quarter"/>
          </p:nvPr>
        </p:nvSpPr>
        <p:spPr/>
        <p:txBody>
          <a:bodyPr/>
          <a:lstStyle/>
          <a:p/>
        </p:txBody>
      </p:sp>
      <p:sp>
        <p:nvSpPr>
          <p:cNvPr id="6" name="Text Placeholder 5"/>
          <p:cNvSpPr>
            <a:spLocks noGrp="1"/>
          </p:cNvSpPr>
          <p:nvPr>
            <p:ph type="body" idx="96" sz="quarter"/>
          </p:nvPr>
        </p:nvSpPr>
        <p:spPr/>
        <p:txBody>
          <a:bodyPr/>
          <a:lstStyle/>
          <a:p/>
        </p:txBody>
      </p:sp>
    </p:spTree>
  </p:cSld>
  <p:clrMapOvr>
    <a:masterClrMapping/>
  </p:clrMapOvr>
</p:sld>
</file>

<file path=ppt/theme/theme1.xml><?xml version="1.0" encoding="utf-8"?>
<a:theme xmlns:a="http://schemas.openxmlformats.org/drawingml/2006/main" name="Moody's">
  <a:themeElements>
    <a:clrScheme name="Moody's">
      <a:dk1>
        <a:srgbClr val="000000"/>
      </a:dk1>
      <a:lt1>
        <a:sysClr val="window" lastClr="FFFFFF"/>
      </a:lt1>
      <a:dk2>
        <a:srgbClr val="0A1264"/>
      </a:dk2>
      <a:lt2>
        <a:srgbClr val="D7D8D7"/>
      </a:lt2>
      <a:accent1>
        <a:srgbClr val="005EFF"/>
      </a:accent1>
      <a:accent2>
        <a:srgbClr val="35397E"/>
      </a:accent2>
      <a:accent3>
        <a:srgbClr val="7677A7"/>
      </a:accent3>
      <a:accent4>
        <a:srgbClr val="A2A2C4"/>
      </a:accent4>
      <a:accent5>
        <a:srgbClr val="CFD0E1"/>
      </a:accent5>
      <a:accent6>
        <a:srgbClr val="11174F"/>
      </a:accent6>
      <a:hlink>
        <a:srgbClr val="005EFF"/>
      </a:hlink>
      <a:folHlink>
        <a:srgbClr val="D9017A"/>
      </a:folHlink>
    </a:clrScheme>
    <a:fontScheme name="Moody's">
      <a:majorFont>
        <a:latin typeface="Financier Semibold"/>
        <a:ea typeface=""/>
        <a:cs typeface=""/>
      </a:majorFont>
      <a:minorFont>
        <a:latin typeface="GT America"/>
        <a:ea typeface=""/>
        <a:cs typeface=""/>
      </a:minorFont>
    </a:fontScheme>
    <a:fmtScheme name="Moody's">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txDef>
      <a:spPr>
        <a:noFill/>
      </a:spPr>
      <a:bodyPr wrap="square" lIns="0" tIns="0" rIns="0" bIns="0" rtlCol="0">
        <a:noAutofit/>
      </a:bodyPr>
      <a:lstStyle>
        <a:defPPr marL="285750" indent="-285750" algn="l">
          <a:lnSpc>
            <a:spcPct val="101000"/>
          </a:lnSpc>
          <a:spcAft>
            <a:spcPts val="600"/>
          </a:spcAft>
          <a:buFont typeface="GT America" charset="0"/>
          <a:buChar char="→"/>
          <a:defRPr kumimoji="0" sz="1400" b="0" i="0" u="none" strike="noStrike" kern="1200" cap="none" spc="0" normalizeH="0" baseline="0" noProof="0" dirty="0" err="1" smtClean="0">
            <a:ln>
              <a:noFill/>
            </a:ln>
            <a:solidFill>
              <a:srgbClr val="000000"/>
            </a:solidFill>
            <a:effectLst/>
            <a:uLnTx/>
            <a:uFillTx/>
            <a:latin typeface="GT America Regular"/>
            <a:ea typeface="GT America Regular" charset="0"/>
            <a:cs typeface="GT America Regular" charset="0"/>
          </a:defRPr>
        </a:defPPr>
      </a:lstStyle>
    </a:txDef>
  </a:objectDefaults>
  <a:extraClrSchemeLst/>
  <a:custClrLst>
    <a:custClr name="Moody's Blue 02">
      <a:srgbClr val="CFD0E1"/>
    </a:custClr>
    <a:custClr name="Moody's Blue 04">
      <a:srgbClr val="A2A2C4"/>
    </a:custClr>
    <a:custClr name="Moody's Blue 06">
      <a:srgbClr val="7677A7"/>
    </a:custClr>
    <a:custClr name="Moody's Blue 09">
      <a:srgbClr val="35397E"/>
    </a:custClr>
    <a:custClr name="Moody's Blue 10">
      <a:srgbClr val="0A1264"/>
    </a:custClr>
    <a:custClr name="Moody's Blue 11">
      <a:srgbClr val="11174F"/>
    </a:custClr>
    <a:custClr name="Moody's Blue 12">
      <a:srgbClr val="040826"/>
    </a:custClr>
    <a:custClr name=" ">
      <a:srgbClr val="FFFFFF"/>
    </a:custClr>
    <a:custClr name=" ">
      <a:srgbClr val="FFFFFF"/>
    </a:custClr>
    <a:custClr name=" ">
      <a:srgbClr val="FFFFFF"/>
    </a:custClr>
    <a:custClr name="Bright Blue 03">
      <a:srgbClr val="9DC1FF"/>
    </a:custClr>
    <a:custClr name="Bright Blue 05">
      <a:srgbClr val="5996FF"/>
    </a:custClr>
    <a:custClr name="Bright Blue 06">
      <a:srgbClr val="347FFF"/>
    </a:custClr>
    <a:custClr name="Bright Blue 07">
      <a:srgbClr val="005EFF"/>
    </a:custClr>
    <a:custClr name="Bright Blue 09">
      <a:srgbClr val="0044B7"/>
    </a:custClr>
    <a:custClr name="Bright Blue 10">
      <a:srgbClr val="003590"/>
    </a:custClr>
    <a:custClr name="Bright Blue 11">
      <a:srgbClr val="00276A"/>
    </a:custClr>
    <a:custClr name=" ">
      <a:srgbClr val="FFFFFF"/>
    </a:custClr>
    <a:custClr name=" ">
      <a:srgbClr val="FFFFFF"/>
    </a:custClr>
    <a:custClr name=" ">
      <a:srgbClr val="FFFFFF"/>
    </a:custClr>
    <a:custClr name="Extra Light Grey 01">
      <a:srgbClr val="F0F0F1"/>
    </a:custClr>
    <a:custClr name="Light Grey 02">
      <a:srgbClr val="D7D8D7"/>
    </a:custClr>
    <a:custClr name="Medium Grey 04">
      <a:srgbClr val="A6A9AA"/>
    </a:custClr>
    <a:custClr name="Grey 06">
      <a:srgbClr val="75787B"/>
    </a:custClr>
    <a:custClr name="Dark Grey 08">
      <a:srgbClr val="4F5153"/>
    </a:custClr>
    <a:custClr name="Extra Dark Grey 10">
      <a:srgbClr val="292B2C"/>
    </a:custClr>
    <a:custClr name="Rich Black 12">
      <a:srgbClr val="000000"/>
    </a:custClr>
    <a:custClr name=" ">
      <a:srgbClr val="FFFFFF"/>
    </a:custClr>
    <a:custClr name=" ">
      <a:srgbClr val="FFFFFF"/>
    </a:custClr>
    <a:custClr name=" ">
      <a:srgbClr val="FFFFFF"/>
    </a:custClr>
    <a:custClr name="Red 08">
      <a:srgbClr val="BA0C2F"/>
    </a:custClr>
    <a:custClr name="Orange 06">
      <a:srgbClr val="E35205"/>
    </a:custClr>
    <a:custClr name="Yellow 03">
      <a:srgbClr val="FDDA25"/>
    </a:custClr>
    <a:custClr name="Green 04">
      <a:srgbClr val="78BE20"/>
    </a:custClr>
    <a:custClr name="Teal 06">
      <a:srgbClr val="008C95"/>
    </a:custClr>
    <a:custClr name="Purple 10">
      <a:srgbClr val="5C068C"/>
    </a:custClr>
    <a:custClr name="Magenta 07">
      <a:srgbClr val="D9017A"/>
    </a:custClr>
    <a:custClr name=" ">
      <a:srgbClr val="FFFFFF"/>
    </a:custClr>
    <a:custClr name=" ">
      <a:srgbClr val="FFFFFF"/>
    </a:custClr>
    <a:custClr name=" ">
      <a:srgbClr val="FFFFFF"/>
    </a:custClr>
    <a:custClr name="Red 01">
      <a:srgbClr val="F8E5E9"/>
    </a:custClr>
    <a:custClr name="Orange 01">
      <a:srgbClr val="FBE6DA"/>
    </a:custClr>
    <a:custClr name="Yellow 01">
      <a:srgbClr val="FDF3BD"/>
    </a:custClr>
    <a:custClr name="Green 01">
      <a:srgbClr val="DDF0CE"/>
    </a:custClr>
    <a:custClr name="Teal 01">
      <a:srgbClr val="D7EDEF"/>
    </a:custClr>
    <a:custClr name="Purple 01">
      <a:srgbClr val="EEE7F3"/>
    </a:custClr>
    <a:custClr name="Magenta 01">
      <a:srgbClr val="FDE3F2"/>
    </a:custClr>
    <a:custClr name=" ">
      <a:srgbClr val="FFFFFF"/>
    </a:custClr>
    <a:custClr name=" ">
      <a:srgbClr val="FFFFFF"/>
    </a:custClr>
    <a:custClr name=" ">
      <a:srgbClr val="FFFFFF"/>
    </a:custClr>
  </a:custClrLst>
  <a:extLst>
    <a:ext uri="{05A4C25C-085E-4340-85A3-A5531E510DB2}">
      <thm15:themeFamily xmlns:thm15="http://schemas.microsoft.com/office/thememl/2012/main" name="Presentation2" id="{F1D846BB-E256-EB4B-A737-2289B447EBB6}" vid="{20F9CFA3-183D-0544-B5A8-7BDD5ACCA590}"/>
    </a:ext>
  </a:extLst>
</a:theme>
</file>

<file path=ppt/theme/theme2.xml><?xml version="1.0" encoding="utf-8"?>
<a:theme xmlns:a="http://schemas.openxmlformats.org/drawingml/2006/main" name="2_Moody's">
  <a:themeElements>
    <a:clrScheme name="Chart light">
      <a:dk1>
        <a:srgbClr val="000000"/>
      </a:dk1>
      <a:lt1>
        <a:srgbClr val="FFFFFF"/>
      </a:lt1>
      <a:dk2>
        <a:srgbClr val="0A1264"/>
      </a:dk2>
      <a:lt2>
        <a:srgbClr val="D7D8D7"/>
      </a:lt2>
      <a:accent1>
        <a:srgbClr val="005EFF"/>
      </a:accent1>
      <a:accent2>
        <a:srgbClr val="5EB6BC"/>
      </a:accent2>
      <a:accent3>
        <a:srgbClr val="C64809"/>
      </a:accent3>
      <a:accent4>
        <a:srgbClr val="BA0168"/>
      </a:accent4>
      <a:accent5>
        <a:srgbClr val="CFD0E1"/>
      </a:accent5>
      <a:accent6>
        <a:srgbClr val="11174F"/>
      </a:accent6>
      <a:hlink>
        <a:srgbClr val="005EFF"/>
      </a:hlink>
      <a:folHlink>
        <a:srgbClr val="D9017A"/>
      </a:folHlink>
    </a:clrScheme>
    <a:fontScheme name="Moody's">
      <a:majorFont>
        <a:latin typeface="Financier Semibold"/>
        <a:ea typeface=""/>
        <a:cs typeface=""/>
      </a:majorFont>
      <a:minorFont>
        <a:latin typeface="GT America"/>
        <a:ea typeface=""/>
        <a:cs typeface=""/>
      </a:minorFont>
    </a:fontScheme>
    <a:fmtScheme name="Moody's">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noFill/>
      </a:spPr>
      <a:bodyPr wrap="square" lIns="0" tIns="0" rIns="0" bIns="0" rtlCol="0">
        <a:noAutofit/>
      </a:bodyPr>
      <a:lstStyle>
        <a:defPPr marL="285750" indent="-285750" algn="l">
          <a:lnSpc>
            <a:spcPct val="101000"/>
          </a:lnSpc>
          <a:spcAft>
            <a:spcPts val="600"/>
          </a:spcAft>
          <a:buFont typeface="GT America" charset="0"/>
          <a:buChar char="→"/>
          <a:defRPr kumimoji="0" sz="1400" b="0" i="0" u="none" strike="noStrike" kern="1200" cap="none" spc="0" normalizeH="0" baseline="0" noProof="0" dirty="0" err="1" smtClean="0">
            <a:ln>
              <a:noFill/>
            </a:ln>
            <a:solidFill>
              <a:srgbClr val="000000"/>
            </a:solidFill>
            <a:effectLst/>
            <a:uLnTx/>
            <a:uFillTx/>
            <a:latin typeface="GT America Regular"/>
            <a:ea typeface="GT America Regular" charset="0"/>
            <a:cs typeface="GT America Regular" charset="0"/>
          </a:defRPr>
        </a:defPPr>
      </a:lstStyle>
    </a:txDef>
  </a:objectDefaults>
  <a:extraClrSchemeLst/>
  <a:custClrLst>
    <a:custClr name="Moody's Blue 02">
      <a:srgbClr val="CFD0E1"/>
    </a:custClr>
    <a:custClr name="Moody's Blue 04">
      <a:srgbClr val="A2A2C4"/>
    </a:custClr>
    <a:custClr name="Moody's Blue 06">
      <a:srgbClr val="7677A7"/>
    </a:custClr>
    <a:custClr name="Moody's Blue 09">
      <a:srgbClr val="35397E"/>
    </a:custClr>
    <a:custClr name="Moody's Blue 10">
      <a:srgbClr val="0A1264"/>
    </a:custClr>
    <a:custClr name="Moody's Blue 11">
      <a:srgbClr val="11174F"/>
    </a:custClr>
    <a:custClr name="Moody's Blue 12">
      <a:srgbClr val="040826"/>
    </a:custClr>
    <a:custClr name=" ">
      <a:srgbClr val="FFFFFF"/>
    </a:custClr>
    <a:custClr name=" ">
      <a:srgbClr val="FFFFFF"/>
    </a:custClr>
    <a:custClr name=" ">
      <a:srgbClr val="FFFFFF"/>
    </a:custClr>
    <a:custClr name="Bright Blue 03">
      <a:srgbClr val="9DC1FF"/>
    </a:custClr>
    <a:custClr name="Bright Blue 05">
      <a:srgbClr val="5996FF"/>
    </a:custClr>
    <a:custClr name="Bright Blue 06">
      <a:srgbClr val="347FFF"/>
    </a:custClr>
    <a:custClr name="Bright Blue 07">
      <a:srgbClr val="005EFF"/>
    </a:custClr>
    <a:custClr name="Bright Blue 09">
      <a:srgbClr val="0044B7"/>
    </a:custClr>
    <a:custClr name="Bright Blue 10">
      <a:srgbClr val="003590"/>
    </a:custClr>
    <a:custClr name="Bright Blue 11">
      <a:srgbClr val="00276A"/>
    </a:custClr>
    <a:custClr name=" ">
      <a:srgbClr val="FFFFFF"/>
    </a:custClr>
    <a:custClr name=" ">
      <a:srgbClr val="FFFFFF"/>
    </a:custClr>
    <a:custClr name=" ">
      <a:srgbClr val="FFFFFF"/>
    </a:custClr>
    <a:custClr name="Extra Light Grey 01">
      <a:srgbClr val="F0F0F1"/>
    </a:custClr>
    <a:custClr name="Light Grey 02">
      <a:srgbClr val="D7D8D7"/>
    </a:custClr>
    <a:custClr name="Medium Grey 04">
      <a:srgbClr val="A6A9AA"/>
    </a:custClr>
    <a:custClr name="Grey 06">
      <a:srgbClr val="75787B"/>
    </a:custClr>
    <a:custClr name="Dark Grey 08">
      <a:srgbClr val="4F5153"/>
    </a:custClr>
    <a:custClr name="Extra Dark Grey 10">
      <a:srgbClr val="292B2C"/>
    </a:custClr>
    <a:custClr name="Rich Black 12">
      <a:srgbClr val="000000"/>
    </a:custClr>
    <a:custClr name=" ">
      <a:srgbClr val="FFFFFF"/>
    </a:custClr>
    <a:custClr name=" ">
      <a:srgbClr val="FFFFFF"/>
    </a:custClr>
    <a:custClr name=" ">
      <a:srgbClr val="FFFFFF"/>
    </a:custClr>
    <a:custClr name="Red 08">
      <a:srgbClr val="BA0C2F"/>
    </a:custClr>
    <a:custClr name="Orange 06">
      <a:srgbClr val="E35205"/>
    </a:custClr>
    <a:custClr name="Yellow 03">
      <a:srgbClr val="FDDA25"/>
    </a:custClr>
    <a:custClr name="Green 04">
      <a:srgbClr val="78BE20"/>
    </a:custClr>
    <a:custClr name="Teal 06">
      <a:srgbClr val="008C95"/>
    </a:custClr>
    <a:custClr name="Purple 10">
      <a:srgbClr val="5C068C"/>
    </a:custClr>
    <a:custClr name="Magenta 07">
      <a:srgbClr val="D9017A"/>
    </a:custClr>
    <a:custClr name=" ">
      <a:srgbClr val="FFFFFF"/>
    </a:custClr>
    <a:custClr name=" ">
      <a:srgbClr val="FFFFFF"/>
    </a:custClr>
    <a:custClr name=" ">
      <a:srgbClr val="FFFFFF"/>
    </a:custClr>
    <a:custClr name="Red 01">
      <a:srgbClr val="F8E5E9"/>
    </a:custClr>
    <a:custClr name="Orange 01">
      <a:srgbClr val="FBE6DA"/>
    </a:custClr>
    <a:custClr name="Yellow 01">
      <a:srgbClr val="FDF3BD"/>
    </a:custClr>
    <a:custClr name="Green 01">
      <a:srgbClr val="DDF0CE"/>
    </a:custClr>
    <a:custClr name="Teal 01">
      <a:srgbClr val="D7EDEF"/>
    </a:custClr>
    <a:custClr name="Purple 01">
      <a:srgbClr val="EEE7F3"/>
    </a:custClr>
    <a:custClr name="Magenta 01">
      <a:srgbClr val="FDE3F2"/>
    </a:custClr>
    <a:custClr name=" ">
      <a:srgbClr val="FFFFFF"/>
    </a:custClr>
    <a:custClr name=" ">
      <a:srgbClr val="FFFFFF"/>
    </a:custClr>
    <a:custClr name=" ">
      <a:srgbClr val="FFFFFF"/>
    </a:custClr>
  </a:custClrLst>
  <a:extLst>
    <a:ext uri="{05A4C25C-085E-4340-85A3-A5531E510DB2}">
      <thm15:themeFamily xmlns:thm15="http://schemas.microsoft.com/office/thememl/2012/main" name="Moodys_ppt_template_v02-14.potx  -  Repaired" id="{37B86DF0-43A7-4C49-9A9F-05EB5E83551E}" vid="{AEEDAA09-714F-4425-A4EA-D3C21490EB7B}"/>
    </a:ext>
  </a:extLst>
</a:theme>
</file>

<file path=ppt/theme/theme3.xml><?xml version="1.0" encoding="utf-8"?>
<a:theme xmlns:a="http://schemas.openxmlformats.org/drawingml/2006/main" name="4_Moody's">
  <a:themeElements>
    <a:clrScheme name="Moody's">
      <a:dk1>
        <a:srgbClr val="000000"/>
      </a:dk1>
      <a:lt1>
        <a:sysClr val="window" lastClr="FFFFFF"/>
      </a:lt1>
      <a:dk2>
        <a:srgbClr val="0A1264"/>
      </a:dk2>
      <a:lt2>
        <a:srgbClr val="D7D8D7"/>
      </a:lt2>
      <a:accent1>
        <a:srgbClr val="005EFF"/>
      </a:accent1>
      <a:accent2>
        <a:srgbClr val="35397E"/>
      </a:accent2>
      <a:accent3>
        <a:srgbClr val="7677A7"/>
      </a:accent3>
      <a:accent4>
        <a:srgbClr val="A2A2C4"/>
      </a:accent4>
      <a:accent5>
        <a:srgbClr val="CFD0E1"/>
      </a:accent5>
      <a:accent6>
        <a:srgbClr val="11174F"/>
      </a:accent6>
      <a:hlink>
        <a:srgbClr val="005EFF"/>
      </a:hlink>
      <a:folHlink>
        <a:srgbClr val="D9017A"/>
      </a:folHlink>
    </a:clrScheme>
    <a:fontScheme name="Moody's">
      <a:majorFont>
        <a:latin typeface="Financier Semibold"/>
        <a:ea typeface=""/>
        <a:cs typeface=""/>
      </a:majorFont>
      <a:minorFont>
        <a:latin typeface="GT America"/>
        <a:ea typeface=""/>
        <a:cs typeface=""/>
      </a:minorFont>
    </a:fontScheme>
    <a:fmtScheme name="Moody's">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txDef>
      <a:spPr>
        <a:noFill/>
      </a:spPr>
      <a:bodyPr wrap="square" lIns="0" tIns="0" rIns="0" bIns="0" rtlCol="0">
        <a:noAutofit/>
      </a:bodyPr>
      <a:lstStyle>
        <a:defPPr marL="285750" indent="-285750" algn="l">
          <a:lnSpc>
            <a:spcPct val="101000"/>
          </a:lnSpc>
          <a:spcAft>
            <a:spcPts val="600"/>
          </a:spcAft>
          <a:buFont typeface="GT America" charset="0"/>
          <a:buChar char="→"/>
          <a:defRPr kumimoji="0" sz="1400" b="0" i="0" u="none" strike="noStrike" kern="1200" cap="none" spc="0" normalizeH="0" baseline="0" noProof="0" dirty="0" err="1" smtClean="0">
            <a:ln>
              <a:noFill/>
            </a:ln>
            <a:solidFill>
              <a:srgbClr val="000000"/>
            </a:solidFill>
            <a:effectLst/>
            <a:uLnTx/>
            <a:uFillTx/>
            <a:latin typeface="GT America Regular"/>
            <a:ea typeface="GT America Regular" charset="0"/>
            <a:cs typeface="GT America Regular" charset="0"/>
          </a:defRPr>
        </a:defPPr>
      </a:lstStyle>
    </a:txDef>
  </a:objectDefaults>
  <a:extraClrSchemeLst/>
  <a:custClrLst>
    <a:custClr name="Moody's Blue 02">
      <a:srgbClr val="CFD0E1"/>
    </a:custClr>
    <a:custClr name="Moody's Blue 04">
      <a:srgbClr val="A2A2C4"/>
    </a:custClr>
    <a:custClr name="Moody's Blue 06">
      <a:srgbClr val="7677A7"/>
    </a:custClr>
    <a:custClr name="Moody's Blue 09">
      <a:srgbClr val="35397E"/>
    </a:custClr>
    <a:custClr name="Moody's Blue 10">
      <a:srgbClr val="0A1264"/>
    </a:custClr>
    <a:custClr name="Moody's Blue 11">
      <a:srgbClr val="11174F"/>
    </a:custClr>
    <a:custClr name="Moody's Blue 12">
      <a:srgbClr val="040826"/>
    </a:custClr>
    <a:custClr name=" ">
      <a:srgbClr val="FFFFFF"/>
    </a:custClr>
    <a:custClr name=" ">
      <a:srgbClr val="FFFFFF"/>
    </a:custClr>
    <a:custClr name=" ">
      <a:srgbClr val="FFFFFF"/>
    </a:custClr>
    <a:custClr name="Bright Blue 03">
      <a:srgbClr val="9DC1FF"/>
    </a:custClr>
    <a:custClr name="Bright Blue 05">
      <a:srgbClr val="5996FF"/>
    </a:custClr>
    <a:custClr name="Bright Blue 06">
      <a:srgbClr val="347FFF"/>
    </a:custClr>
    <a:custClr name="Bright Blue 07">
      <a:srgbClr val="005EFF"/>
    </a:custClr>
    <a:custClr name="Bright Blue 09">
      <a:srgbClr val="0044B7"/>
    </a:custClr>
    <a:custClr name="Bright Blue 10">
      <a:srgbClr val="003590"/>
    </a:custClr>
    <a:custClr name="Bright Blue 11">
      <a:srgbClr val="00276A"/>
    </a:custClr>
    <a:custClr name=" ">
      <a:srgbClr val="FFFFFF"/>
    </a:custClr>
    <a:custClr name=" ">
      <a:srgbClr val="FFFFFF"/>
    </a:custClr>
    <a:custClr name=" ">
      <a:srgbClr val="FFFFFF"/>
    </a:custClr>
    <a:custClr name="Extra Light Grey 01">
      <a:srgbClr val="F0F0F1"/>
    </a:custClr>
    <a:custClr name="Light Grey 02">
      <a:srgbClr val="D7D8D7"/>
    </a:custClr>
    <a:custClr name="Medium Grey 04">
      <a:srgbClr val="A6A9AA"/>
    </a:custClr>
    <a:custClr name="Grey 06">
      <a:srgbClr val="75787B"/>
    </a:custClr>
    <a:custClr name="Dark Grey 08">
      <a:srgbClr val="4F5153"/>
    </a:custClr>
    <a:custClr name="Extra Dark Grey 10">
      <a:srgbClr val="292B2C"/>
    </a:custClr>
    <a:custClr name="Rich Black 12">
      <a:srgbClr val="000000"/>
    </a:custClr>
    <a:custClr name=" ">
      <a:srgbClr val="FFFFFF"/>
    </a:custClr>
    <a:custClr name=" ">
      <a:srgbClr val="FFFFFF"/>
    </a:custClr>
    <a:custClr name=" ">
      <a:srgbClr val="FFFFFF"/>
    </a:custClr>
    <a:custClr name="Red 08">
      <a:srgbClr val="BA0C2F"/>
    </a:custClr>
    <a:custClr name="Orange 06">
      <a:srgbClr val="E35205"/>
    </a:custClr>
    <a:custClr name="Yellow 03">
      <a:srgbClr val="FDDA25"/>
    </a:custClr>
    <a:custClr name="Green 04">
      <a:srgbClr val="78BE20"/>
    </a:custClr>
    <a:custClr name="Teal 06">
      <a:srgbClr val="008C95"/>
    </a:custClr>
    <a:custClr name="Purple 10">
      <a:srgbClr val="5C068C"/>
    </a:custClr>
    <a:custClr name="Magenta 07">
      <a:srgbClr val="D9017A"/>
    </a:custClr>
    <a:custClr name=" ">
      <a:srgbClr val="FFFFFF"/>
    </a:custClr>
    <a:custClr name=" ">
      <a:srgbClr val="FFFFFF"/>
    </a:custClr>
    <a:custClr name=" ">
      <a:srgbClr val="FFFFFF"/>
    </a:custClr>
    <a:custClr name="Red 01">
      <a:srgbClr val="F8E5E9"/>
    </a:custClr>
    <a:custClr name="Orange 01">
      <a:srgbClr val="FBE6DA"/>
    </a:custClr>
    <a:custClr name="Yellow 01">
      <a:srgbClr val="FDF3BD"/>
    </a:custClr>
    <a:custClr name="Green 01">
      <a:srgbClr val="DDF0CE"/>
    </a:custClr>
    <a:custClr name="Teal 01">
      <a:srgbClr val="D7EDEF"/>
    </a:custClr>
    <a:custClr name="Purple 01">
      <a:srgbClr val="EEE7F3"/>
    </a:custClr>
    <a:custClr name="Magenta 01">
      <a:srgbClr val="FDE3F2"/>
    </a:custClr>
    <a:custClr name=" ">
      <a:srgbClr val="FFFFFF"/>
    </a:custClr>
    <a:custClr name=" ">
      <a:srgbClr val="FFFFFF"/>
    </a:custClr>
    <a:custClr name=" ">
      <a:srgbClr val="FFFFFF"/>
    </a:custClr>
  </a:custClrLst>
  <a:extLst>
    <a:ext uri="{05A4C25C-085E-4340-85A3-A5531E510DB2}">
      <thm15:themeFamily xmlns:thm15="http://schemas.microsoft.com/office/thememl/2012/main" name="Presentation2" id="{F1D846BB-E256-EB4B-A737-2289B447EBB6}" vid="{20F9CFA3-183D-0544-B5A8-7BDD5ACCA590}"/>
    </a:ext>
  </a:extLst>
</a:theme>
</file>

<file path=ppt/theme/theme4.xml><?xml version="1.0" encoding="utf-8"?>
<a:theme xmlns:a="http://schemas.openxmlformats.org/drawingml/2006/main" name="5_Moody's">
  <a:themeElements>
    <a:clrScheme name="Moody's">
      <a:dk1>
        <a:srgbClr val="000000"/>
      </a:dk1>
      <a:lt1>
        <a:sysClr val="window" lastClr="FFFFFF"/>
      </a:lt1>
      <a:dk2>
        <a:srgbClr val="0A1264"/>
      </a:dk2>
      <a:lt2>
        <a:srgbClr val="D7D8D7"/>
      </a:lt2>
      <a:accent1>
        <a:srgbClr val="005EFF"/>
      </a:accent1>
      <a:accent2>
        <a:srgbClr val="35397E"/>
      </a:accent2>
      <a:accent3>
        <a:srgbClr val="7677A7"/>
      </a:accent3>
      <a:accent4>
        <a:srgbClr val="A2A2C4"/>
      </a:accent4>
      <a:accent5>
        <a:srgbClr val="CFD0E1"/>
      </a:accent5>
      <a:accent6>
        <a:srgbClr val="11174F"/>
      </a:accent6>
      <a:hlink>
        <a:srgbClr val="005EFF"/>
      </a:hlink>
      <a:folHlink>
        <a:srgbClr val="D9017A"/>
      </a:folHlink>
    </a:clrScheme>
    <a:fontScheme name="Moody's">
      <a:majorFont>
        <a:latin typeface="Financier Semibold"/>
        <a:ea typeface=""/>
        <a:cs typeface=""/>
      </a:majorFont>
      <a:minorFont>
        <a:latin typeface="GT America"/>
        <a:ea typeface=""/>
        <a:cs typeface=""/>
      </a:minorFont>
    </a:fontScheme>
    <a:fmtScheme name="Moody's">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txDef>
      <a:spPr>
        <a:noFill/>
      </a:spPr>
      <a:bodyPr wrap="square" lIns="0" tIns="0" rIns="0" bIns="0" rtlCol="0">
        <a:noAutofit/>
      </a:bodyPr>
      <a:lstStyle>
        <a:defPPr marL="285750" indent="-285750" algn="l">
          <a:lnSpc>
            <a:spcPct val="101000"/>
          </a:lnSpc>
          <a:spcAft>
            <a:spcPts val="600"/>
          </a:spcAft>
          <a:buFont typeface="GT America" charset="0"/>
          <a:buChar char="→"/>
          <a:defRPr kumimoji="0" sz="1400" b="0" i="0" u="none" strike="noStrike" kern="1200" cap="none" spc="0" normalizeH="0" baseline="0" noProof="0" dirty="0" err="1" smtClean="0">
            <a:ln>
              <a:noFill/>
            </a:ln>
            <a:solidFill>
              <a:srgbClr val="000000"/>
            </a:solidFill>
            <a:effectLst/>
            <a:uLnTx/>
            <a:uFillTx/>
            <a:latin typeface="GT America Regular"/>
            <a:ea typeface="GT America Regular" charset="0"/>
            <a:cs typeface="GT America Regular" charset="0"/>
          </a:defRPr>
        </a:defPPr>
      </a:lstStyle>
    </a:txDef>
  </a:objectDefaults>
  <a:extraClrSchemeLst/>
  <a:custClrLst>
    <a:custClr name="Moody's Blue 02">
      <a:srgbClr val="CFD0E1"/>
    </a:custClr>
    <a:custClr name="Moody's Blue 04">
      <a:srgbClr val="A2A2C4"/>
    </a:custClr>
    <a:custClr name="Moody's Blue 06">
      <a:srgbClr val="7677A7"/>
    </a:custClr>
    <a:custClr name="Moody's Blue 09">
      <a:srgbClr val="35397E"/>
    </a:custClr>
    <a:custClr name="Moody's Blue 10">
      <a:srgbClr val="0A1264"/>
    </a:custClr>
    <a:custClr name="Moody's Blue 11">
      <a:srgbClr val="11174F"/>
    </a:custClr>
    <a:custClr name="Moody's Blue 12">
      <a:srgbClr val="040826"/>
    </a:custClr>
    <a:custClr name=" ">
      <a:srgbClr val="FFFFFF"/>
    </a:custClr>
    <a:custClr name=" ">
      <a:srgbClr val="FFFFFF"/>
    </a:custClr>
    <a:custClr name=" ">
      <a:srgbClr val="FFFFFF"/>
    </a:custClr>
    <a:custClr name="Bright Blue 03">
      <a:srgbClr val="9DC1FF"/>
    </a:custClr>
    <a:custClr name="Bright Blue 05">
      <a:srgbClr val="5996FF"/>
    </a:custClr>
    <a:custClr name="Bright Blue 06">
      <a:srgbClr val="347FFF"/>
    </a:custClr>
    <a:custClr name="Bright Blue 07">
      <a:srgbClr val="005EFF"/>
    </a:custClr>
    <a:custClr name="Bright Blue 09">
      <a:srgbClr val="0044B7"/>
    </a:custClr>
    <a:custClr name="Bright Blue 10">
      <a:srgbClr val="003590"/>
    </a:custClr>
    <a:custClr name="Bright Blue 11">
      <a:srgbClr val="00276A"/>
    </a:custClr>
    <a:custClr name=" ">
      <a:srgbClr val="FFFFFF"/>
    </a:custClr>
    <a:custClr name=" ">
      <a:srgbClr val="FFFFFF"/>
    </a:custClr>
    <a:custClr name=" ">
      <a:srgbClr val="FFFFFF"/>
    </a:custClr>
    <a:custClr name="Extra Light Grey 01">
      <a:srgbClr val="F0F0F1"/>
    </a:custClr>
    <a:custClr name="Light Grey 02">
      <a:srgbClr val="D7D8D7"/>
    </a:custClr>
    <a:custClr name="Medium Grey 04">
      <a:srgbClr val="A6A9AA"/>
    </a:custClr>
    <a:custClr name="Grey 06">
      <a:srgbClr val="75787B"/>
    </a:custClr>
    <a:custClr name="Dark Grey 08">
      <a:srgbClr val="4F5153"/>
    </a:custClr>
    <a:custClr name="Extra Dark Grey 10">
      <a:srgbClr val="292B2C"/>
    </a:custClr>
    <a:custClr name="Rich Black 12">
      <a:srgbClr val="000000"/>
    </a:custClr>
    <a:custClr name=" ">
      <a:srgbClr val="FFFFFF"/>
    </a:custClr>
    <a:custClr name=" ">
      <a:srgbClr val="FFFFFF"/>
    </a:custClr>
    <a:custClr name=" ">
      <a:srgbClr val="FFFFFF"/>
    </a:custClr>
    <a:custClr name="Red 08">
      <a:srgbClr val="BA0C2F"/>
    </a:custClr>
    <a:custClr name="Orange 06">
      <a:srgbClr val="E35205"/>
    </a:custClr>
    <a:custClr name="Yellow 03">
      <a:srgbClr val="FDDA25"/>
    </a:custClr>
    <a:custClr name="Green 04">
      <a:srgbClr val="78BE20"/>
    </a:custClr>
    <a:custClr name="Teal 06">
      <a:srgbClr val="008C95"/>
    </a:custClr>
    <a:custClr name="Purple 10">
      <a:srgbClr val="5C068C"/>
    </a:custClr>
    <a:custClr name="Magenta 07">
      <a:srgbClr val="D9017A"/>
    </a:custClr>
    <a:custClr name=" ">
      <a:srgbClr val="FFFFFF"/>
    </a:custClr>
    <a:custClr name=" ">
      <a:srgbClr val="FFFFFF"/>
    </a:custClr>
    <a:custClr name=" ">
      <a:srgbClr val="FFFFFF"/>
    </a:custClr>
    <a:custClr name="Red 01">
      <a:srgbClr val="F8E5E9"/>
    </a:custClr>
    <a:custClr name="Orange 01">
      <a:srgbClr val="FBE6DA"/>
    </a:custClr>
    <a:custClr name="Yellow 01">
      <a:srgbClr val="FDF3BD"/>
    </a:custClr>
    <a:custClr name="Green 01">
      <a:srgbClr val="DDF0CE"/>
    </a:custClr>
    <a:custClr name="Teal 01">
      <a:srgbClr val="D7EDEF"/>
    </a:custClr>
    <a:custClr name="Purple 01">
      <a:srgbClr val="EEE7F3"/>
    </a:custClr>
    <a:custClr name="Magenta 01">
      <a:srgbClr val="FDE3F2"/>
    </a:custClr>
    <a:custClr name=" ">
      <a:srgbClr val="FFFFFF"/>
    </a:custClr>
    <a:custClr name=" ">
      <a:srgbClr val="FFFFFF"/>
    </a:custClr>
    <a:custClr name=" ">
      <a:srgbClr val="FFFFFF"/>
    </a:custClr>
  </a:custClrLst>
  <a:extLst>
    <a:ext uri="{05A4C25C-085E-4340-85A3-A5531E510DB2}">
      <thm15:themeFamily xmlns:thm15="http://schemas.microsoft.com/office/thememl/2012/main" name="Presentation4" id="{1D5FA5CC-B81F-E249-9531-45099A792A11}" vid="{66807FD4-A7D4-3A4F-83CC-A9292C5712EB}"/>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0</TotalTime>
  <Words>6708</Words>
  <Application>Microsoft Office PowerPoint</Application>
  <PresentationFormat>Widescreen</PresentationFormat>
  <Paragraphs>471</Paragraphs>
  <Slides>21</Slides>
  <Notes>10</Notes>
  <HiddenSlides>0</HiddenSlides>
  <MMClips>0</MMClips>
  <ScaleCrop>false</ScaleCrop>
  <HeadingPairs>
    <vt:vector size="6" baseType="variant">
      <vt:variant>
        <vt:lpstr>Fonts Used</vt:lpstr>
      </vt:variant>
      <vt:variant>
        <vt:i4>8</vt:i4>
      </vt:variant>
      <vt:variant>
        <vt:lpstr>Theme</vt:lpstr>
      </vt:variant>
      <vt:variant>
        <vt:i4>4</vt:i4>
      </vt:variant>
      <vt:variant>
        <vt:lpstr>Slide Titles</vt:lpstr>
      </vt:variant>
      <vt:variant>
        <vt:i4>21</vt:i4>
      </vt:variant>
    </vt:vector>
  </HeadingPairs>
  <TitlesOfParts>
    <vt:vector size="33" baseType="lpstr">
      <vt:lpstr>Financier Semibold</vt:lpstr>
      <vt:lpstr>Arial</vt:lpstr>
      <vt:lpstr>Calibri</vt:lpstr>
      <vt:lpstr>GT America</vt:lpstr>
      <vt:lpstr>GT America Regular</vt:lpstr>
      <vt:lpstr>Times New Roman</vt:lpstr>
      <vt:lpstr>Arial Black</vt:lpstr>
      <vt:lpstr>Cambria Math</vt:lpstr>
      <vt:lpstr>Moody's</vt:lpstr>
      <vt:lpstr>2_Moody's</vt:lpstr>
      <vt:lpstr>4_Moody's</vt:lpstr>
      <vt:lpstr>5_Moody's</vt:lpstr>
      <vt:lpstr>Scenario Generator FRR/Moody's</vt:lpstr>
      <vt:lpstr>Introduction to the Scenario Generator</vt:lpstr>
      <vt:lpstr>What is an Economic Scenario Generator?</vt:lpstr>
      <vt:lpstr>Economic Scenarios and Brownian Motion</vt:lpstr>
      <vt:lpstr>Use Cases</vt:lpstr>
      <vt:lpstr>Real World Modelling</vt:lpstr>
      <vt:lpstr>Market Consistent Modelling</vt:lpstr>
      <vt:lpstr>Scenario Generator Model Structure</vt:lpstr>
      <vt:lpstr>Calibration and Validation Approach</vt:lpstr>
      <vt:lpstr>Real World Calibrations – Best Views</vt:lpstr>
      <vt:lpstr>Market Consistent Calibrations</vt:lpstr>
      <vt:lpstr>Climate Pathways</vt:lpstr>
      <vt:lpstr>What is Climate Pathways?</vt:lpstr>
      <vt:lpstr>Modelling Physical and Transition Risk Scenarios</vt:lpstr>
      <vt:lpstr>  Strategic Asset Allocation</vt:lpstr>
      <vt:lpstr>Case Study – SAA Process</vt:lpstr>
      <vt:lpstr>Case Study – SAA Process</vt:lpstr>
      <vt:lpstr>Portfolio Optimisation Capability</vt:lpstr>
      <vt:lpstr>CVaR Optimisation</vt:lpstr>
      <vt:lpstr>Proxy Optimisation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template March 2024</dc:title>
  <dc:creator>Amalie Vieira (Moody's)</dc:creator>
  <cp:lastModifiedBy>Najib Darif (Moody's)</cp:lastModifiedBy>
  <cp:revision>270</cp:revision>
  <cp:lastPrinted>2025-03-13T12:10:49Z</cp:lastPrinted>
  <dcterms:created xsi:type="dcterms:W3CDTF">2024-03-06T22:46:38Z</dcterms:created>
  <dcterms:modified xsi:type="dcterms:W3CDTF">2025-08-01T15:24:17Z</dcterms:modified>
</cp:coreProperties>
</file>